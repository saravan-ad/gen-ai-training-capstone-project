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18.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226.xml"/>
  <Override ContentType="application/vnd.openxmlformats-officedocument.presentationml.slideLayout+xml" PartName="/ppt/slideLayouts/slideLayout96.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96.xml"/>
  <Override ContentType="application/vnd.openxmlformats-officedocument.presentationml.slideLayout+xml" PartName="/ppt/slideLayouts/slideLayout234.xml"/>
  <Override ContentType="application/vnd.openxmlformats-officedocument.presentationml.slideLayout+xml" PartName="/ppt/slideLayouts/slideLayout102.xml"/>
  <Override ContentType="application/vnd.openxmlformats-officedocument.presentationml.slideLayout+xml" PartName="/ppt/slideLayouts/slideLayout188.xml"/>
  <Override ContentType="application/vnd.openxmlformats-officedocument.presentationml.slideLayout+xml" PartName="/ppt/slideLayouts/slideLayout165.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14.xml"/>
  <Override ContentType="application/vnd.openxmlformats-officedocument.presentationml.slideLayout+xml" PartName="/ppt/slideLayouts/slideLayout92.xml"/>
  <Override ContentType="application/vnd.openxmlformats-officedocument.presentationml.slideLayout+xml" PartName="/ppt/slideLayouts/slideLayout150.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06.xml"/>
  <Override ContentType="application/vnd.openxmlformats-officedocument.presentationml.slideLayout+xml" PartName="/ppt/slideLayouts/slideLayout223.xml"/>
  <Override ContentType="application/vnd.openxmlformats-officedocument.presentationml.slideLayout+xml" PartName="/ppt/slideLayouts/slideLayout142.xml"/>
  <Override ContentType="application/vnd.openxmlformats-officedocument.presentationml.slideLayout+xml" PartName="/ppt/slideLayouts/slideLayout12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45.xml"/>
  <Override ContentType="application/vnd.openxmlformats-officedocument.presentationml.slideLayout+xml" PartName="/ppt/slideLayouts/slideLayout189.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103.xml"/>
  <Override ContentType="application/vnd.openxmlformats-officedocument.presentationml.slideLayout+xml" PartName="/ppt/slideLayouts/slideLayout235.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219.xml"/>
  <Override ContentType="application/vnd.openxmlformats-officedocument.presentationml.slideLayout+xml" PartName="/ppt/slideLayouts/slideLayout70.xml"/>
  <Override ContentType="application/vnd.openxmlformats-officedocument.presentationml.slideLayout+xml" PartName="/ppt/slideLayouts/slideLayout217.xml"/>
  <Override ContentType="application/vnd.openxmlformats-officedocument.presentationml.slideLayout+xml" PartName="/ppt/slideLayouts/slideLayout128.xml"/>
  <Override ContentType="application/vnd.openxmlformats-officedocument.presentationml.slideLayout+xml" PartName="/ppt/slideLayouts/slideLayout225.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231.xml"/>
  <Override ContentType="application/vnd.openxmlformats-officedocument.presentationml.slideLayout+xml" PartName="/ppt/slideLayouts/slideLayout184.xml"/>
  <Override ContentType="application/vnd.openxmlformats-officedocument.presentationml.slideLayout+xml" PartName="/ppt/slideLayouts/slideLayout230.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220.xml"/>
  <Override ContentType="application/vnd.openxmlformats-officedocument.presentationml.slideLayout+xml" PartName="/ppt/slideLayouts/slideLayout68.xml"/>
  <Override ContentType="application/vnd.openxmlformats-officedocument.presentationml.slideLayout+xml" PartName="/ppt/slideLayouts/slideLayout203.xml"/>
  <Override ContentType="application/vnd.openxmlformats-officedocument.presentationml.slideLayout+xml" PartName="/ppt/slideLayouts/slideLayout229.xml"/>
  <Override ContentType="application/vnd.openxmlformats-officedocument.presentationml.slideLayout+xml" PartName="/ppt/slideLayouts/slideLayout190.xml"/>
  <Override ContentType="application/vnd.openxmlformats-officedocument.presentationml.slideLayout+xml" PartName="/ppt/slideLayouts/slideLayout224.xml"/>
  <Override ContentType="application/vnd.openxmlformats-officedocument.presentationml.slideLayout+xml" PartName="/ppt/slideLayouts/slideLayout207.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31.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156.xml"/>
  <Override ContentType="application/vnd.openxmlformats-officedocument.presentationml.slideLayout+xml" PartName="/ppt/slideLayouts/slideLayout199.xml"/>
  <Override ContentType="application/vnd.openxmlformats-officedocument.presentationml.slideLayout+xml" PartName="/ppt/slideLayouts/slideLayout173.xml"/>
  <Override ContentType="application/vnd.openxmlformats-officedocument.presentationml.slideLayout+xml" PartName="/ppt/slideLayouts/slideLayout171.xml"/>
  <Override ContentType="application/vnd.openxmlformats-officedocument.presentationml.slideLayout+xml" PartName="/ppt/slideLayouts/slideLayout198.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216.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232.xml"/>
  <Override ContentType="application/vnd.openxmlformats-officedocument.presentationml.slideLayout+xml" PartName="/ppt/slideLayouts/slideLayout208.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228.xml"/>
  <Override ContentType="application/vnd.openxmlformats-officedocument.presentationml.slideLayout+xml" PartName="/ppt/slideLayouts/slideLayout135.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94.xml"/>
  <Override ContentType="application/vnd.openxmlformats-officedocument.presentationml.slideLayout+xml" PartName="/ppt/slideLayouts/slideLayout71.xml"/>
  <Override ContentType="application/vnd.openxmlformats-officedocument.presentationml.slideLayout+xml" PartName="/ppt/slideLayouts/slideLayout151.xml"/>
  <Override ContentType="application/vnd.openxmlformats-officedocument.presentationml.slideLayout+xml" PartName="/ppt/slideLayouts/slideLayout201.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221.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204.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166.xml"/>
  <Override ContentType="application/vnd.openxmlformats-officedocument.presentationml.slideLayout+xml" PartName="/ppt/slideLayouts/slideLayout140.xml"/>
  <Override ContentType="application/vnd.openxmlformats-officedocument.presentationml.slideLayout+xml" PartName="/ppt/slideLayouts/slideLayout90.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51.xml"/>
  <Override ContentType="application/vnd.openxmlformats-officedocument.presentationml.slideLayout+xml" PartName="/ppt/slideLayouts/slideLayout94.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87.xml"/>
  <Override ContentType="application/vnd.openxmlformats-officedocument.presentationml.slideLayout+xml" PartName="/ppt/slideLayouts/slideLayout19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200.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233.xml"/>
  <Override ContentType="application/vnd.openxmlformats-officedocument.presentationml.slideLayout+xml" PartName="/ppt/slideLayouts/slideLayout179.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215.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09.xml"/>
  <Override ContentType="application/vnd.openxmlformats-officedocument.presentationml.slideLayout+xml" PartName="/ppt/slideLayouts/slideLayout227.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205.xml"/>
  <Override ContentType="application/vnd.openxmlformats-officedocument.presentationml.slideLayout+xml" PartName="/ppt/slideLayouts/slideLayout222.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115.xml"/>
  <Override ContentType="application/vnd.openxmlformats-officedocument.presentationml.slideLayout+xml" PartName="/ppt/slideLayouts/slideLayout192.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211.xml"/>
  <Override ContentType="application/vnd.openxmlformats-officedocument.presentationml.slideLayout+xml" PartName="/ppt/slideLayouts/slideLayout100.xml"/>
  <Override ContentType="application/vnd.openxmlformats-officedocument.presentationml.slideLayout+xml" PartName="/ppt/slideLayouts/slideLayout143.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86.xml"/>
  <Override ContentType="application/vnd.openxmlformats-officedocument.presentationml.slideLayout+xml" PartName="/ppt/slideLayouts/slideLayout160.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83" r:id="rId5"/>
    <p:sldMasterId id="2147483884" r:id="rId6"/>
    <p:sldMasterId id="214748388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Lst>
  <p:sldSz cy="6858000" cx="9144000"/>
  <p:notesSz cx="6858000" cy="9144000"/>
  <p:embeddedFontLst>
    <p:embeddedFont>
      <p:font typeface="Inter SemiBold"/>
      <p:regular r:id="rId25"/>
      <p:bold r:id="rId26"/>
      <p:italic r:id="rId27"/>
      <p:boldItalic r:id="rId28"/>
    </p:embeddedFont>
    <p:embeddedFont>
      <p:font typeface="Inter"/>
      <p:bold r:id="rId29"/>
      <p:boldItalic r:id="rId30"/>
    </p:embeddedFont>
    <p:embeddedFont>
      <p:font typeface="Inter Medium"/>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1494559-91E3-4073-9C55-00DFF3457981}">
  <a:tblStyle styleId="{61494559-91E3-4073-9C55-00DFF3457981}" styleName="Table_0">
    <a:wholeTbl>
      <a:tcTxStyle b="off" i="off">
        <a:font>
          <a:latin typeface="Aptos Light"/>
          <a:ea typeface="Aptos Light"/>
          <a:cs typeface="Aptos Ligh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FF1"/>
          </a:solidFill>
        </a:fill>
      </a:tcStyle>
    </a:wholeTbl>
    <a:band1H>
      <a:tcTxStyle/>
      <a:tcStyle>
        <a:fill>
          <a:solidFill>
            <a:srgbClr val="CADDE2"/>
          </a:solidFill>
        </a:fill>
      </a:tcStyle>
    </a:band1H>
    <a:band2H>
      <a:tcTxStyle/>
    </a:band2H>
    <a:band1V>
      <a:tcTxStyle/>
      <a:tcStyle>
        <a:fill>
          <a:solidFill>
            <a:srgbClr val="CADDE2"/>
          </a:solidFill>
        </a:fill>
      </a:tcStyle>
    </a:band1V>
    <a:band2V>
      <a:tcTxStyle/>
    </a:band2V>
    <a:lastCol>
      <a:tcTxStyle b="on" i="off">
        <a:font>
          <a:latin typeface="Aptos Light"/>
          <a:ea typeface="Aptos Light"/>
          <a:cs typeface="Aptos Light"/>
        </a:font>
        <a:schemeClr val="lt1"/>
      </a:tcTxStyle>
      <a:tcStyle>
        <a:fill>
          <a:solidFill>
            <a:schemeClr val="accent1"/>
          </a:solidFill>
        </a:fill>
      </a:tcStyle>
    </a:lastCol>
    <a:firstCol>
      <a:tcTxStyle b="on" i="off">
        <a:font>
          <a:latin typeface="Aptos Light"/>
          <a:ea typeface="Aptos Light"/>
          <a:cs typeface="Aptos Light"/>
        </a:font>
        <a:schemeClr val="lt1"/>
      </a:tcTxStyle>
      <a:tcStyle>
        <a:fill>
          <a:solidFill>
            <a:schemeClr val="accent1"/>
          </a:solidFill>
        </a:fill>
      </a:tcStyle>
    </a:firstCol>
    <a:lastRow>
      <a:tcTxStyle b="on" i="off">
        <a:font>
          <a:latin typeface="Aptos Light"/>
          <a:ea typeface="Aptos Light"/>
          <a:cs typeface="Aptos Ligh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ptos Light"/>
          <a:ea typeface="Aptos Light"/>
          <a:cs typeface="Aptos Ligh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31" Type="http://schemas.openxmlformats.org/officeDocument/2006/relationships/font" Target="fonts/InterMedium-regular.fntdata"/><Relationship Id="rId30" Type="http://schemas.openxmlformats.org/officeDocument/2006/relationships/font" Target="fonts/Inter-boldItalic.fntdata"/><Relationship Id="rId33" Type="http://schemas.openxmlformats.org/officeDocument/2006/relationships/font" Target="fonts/InterMedium-italic.fntdata"/><Relationship Id="rId32" Type="http://schemas.openxmlformats.org/officeDocument/2006/relationships/font" Target="fonts/InterMedium-bold.fntdata"/><Relationship Id="rId34" Type="http://schemas.openxmlformats.org/officeDocument/2006/relationships/font" Target="fonts/InterMedium-boldItalic.fntdata"/><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font" Target="fonts/InterSemiBold-bold.fntdata"/><Relationship Id="rId25" Type="http://schemas.openxmlformats.org/officeDocument/2006/relationships/font" Target="fonts/InterSemiBold-regular.fntdata"/><Relationship Id="rId28" Type="http://schemas.openxmlformats.org/officeDocument/2006/relationships/font" Target="fonts/InterSemiBold-boldItalic.fntdata"/><Relationship Id="rId27" Type="http://schemas.openxmlformats.org/officeDocument/2006/relationships/font" Target="fonts/InterSemiBold-italic.fntdata"/><Relationship Id="rId29" Type="http://schemas.openxmlformats.org/officeDocument/2006/relationships/font" Target="fonts/Inter-bold.fntdata"/><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9" name="Shape 2499"/>
        <p:cNvGrpSpPr/>
        <p:nvPr/>
      </p:nvGrpSpPr>
      <p:grpSpPr>
        <a:xfrm>
          <a:off x="0" y="0"/>
          <a:ext cx="0" cy="0"/>
          <a:chOff x="0" y="0"/>
          <a:chExt cx="0" cy="0"/>
        </a:xfrm>
      </p:grpSpPr>
      <p:sp>
        <p:nvSpPr>
          <p:cNvPr id="2500" name="Google Shape;250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6" name="Shape 2506"/>
        <p:cNvGrpSpPr/>
        <p:nvPr/>
      </p:nvGrpSpPr>
      <p:grpSpPr>
        <a:xfrm>
          <a:off x="0" y="0"/>
          <a:ext cx="0" cy="0"/>
          <a:chOff x="0" y="0"/>
          <a:chExt cx="0" cy="0"/>
        </a:xfrm>
      </p:grpSpPr>
      <p:sp>
        <p:nvSpPr>
          <p:cNvPr id="2507" name="Google Shape;250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3" name="Shape 2523"/>
        <p:cNvGrpSpPr/>
        <p:nvPr/>
      </p:nvGrpSpPr>
      <p:grpSpPr>
        <a:xfrm>
          <a:off x="0" y="0"/>
          <a:ext cx="0" cy="0"/>
          <a:chOff x="0" y="0"/>
          <a:chExt cx="0" cy="0"/>
        </a:xfrm>
      </p:grpSpPr>
      <p:sp>
        <p:nvSpPr>
          <p:cNvPr id="2524" name="Google Shape;252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6" name="Shape 2546"/>
        <p:cNvGrpSpPr/>
        <p:nvPr/>
      </p:nvGrpSpPr>
      <p:grpSpPr>
        <a:xfrm>
          <a:off x="0" y="0"/>
          <a:ext cx="0" cy="0"/>
          <a:chOff x="0" y="0"/>
          <a:chExt cx="0" cy="0"/>
        </a:xfrm>
      </p:grpSpPr>
      <p:sp>
        <p:nvSpPr>
          <p:cNvPr id="2547" name="Google Shape;254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3" name="Shape 2563"/>
        <p:cNvGrpSpPr/>
        <p:nvPr/>
      </p:nvGrpSpPr>
      <p:grpSpPr>
        <a:xfrm>
          <a:off x="0" y="0"/>
          <a:ext cx="0" cy="0"/>
          <a:chOff x="0" y="0"/>
          <a:chExt cx="0" cy="0"/>
        </a:xfrm>
      </p:grpSpPr>
      <p:sp>
        <p:nvSpPr>
          <p:cNvPr id="2564" name="Google Shape;256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9" name="Shape 2569"/>
        <p:cNvGrpSpPr/>
        <p:nvPr/>
      </p:nvGrpSpPr>
      <p:grpSpPr>
        <a:xfrm>
          <a:off x="0" y="0"/>
          <a:ext cx="0" cy="0"/>
          <a:chOff x="0" y="0"/>
          <a:chExt cx="0" cy="0"/>
        </a:xfrm>
      </p:grpSpPr>
      <p:sp>
        <p:nvSpPr>
          <p:cNvPr id="2570" name="Google Shape;257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5" name="Shape 2575"/>
        <p:cNvGrpSpPr/>
        <p:nvPr/>
      </p:nvGrpSpPr>
      <p:grpSpPr>
        <a:xfrm>
          <a:off x="0" y="0"/>
          <a:ext cx="0" cy="0"/>
          <a:chOff x="0" y="0"/>
          <a:chExt cx="0" cy="0"/>
        </a:xfrm>
      </p:grpSpPr>
      <p:sp>
        <p:nvSpPr>
          <p:cNvPr id="2576" name="Google Shape;257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1" name="Shape 2581"/>
        <p:cNvGrpSpPr/>
        <p:nvPr/>
      </p:nvGrpSpPr>
      <p:grpSpPr>
        <a:xfrm>
          <a:off x="0" y="0"/>
          <a:ext cx="0" cy="0"/>
          <a:chOff x="0" y="0"/>
          <a:chExt cx="0" cy="0"/>
        </a:xfrm>
      </p:grpSpPr>
      <p:sp>
        <p:nvSpPr>
          <p:cNvPr id="2582" name="Google Shape;258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7" name="Shape 2617"/>
        <p:cNvGrpSpPr/>
        <p:nvPr/>
      </p:nvGrpSpPr>
      <p:grpSpPr>
        <a:xfrm>
          <a:off x="0" y="0"/>
          <a:ext cx="0" cy="0"/>
          <a:chOff x="0" y="0"/>
          <a:chExt cx="0" cy="0"/>
        </a:xfrm>
      </p:grpSpPr>
      <p:sp>
        <p:nvSpPr>
          <p:cNvPr id="2618" name="Google Shape;261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5" name="Shape 2635"/>
        <p:cNvGrpSpPr/>
        <p:nvPr/>
      </p:nvGrpSpPr>
      <p:grpSpPr>
        <a:xfrm>
          <a:off x="0" y="0"/>
          <a:ext cx="0" cy="0"/>
          <a:chOff x="0" y="0"/>
          <a:chExt cx="0" cy="0"/>
        </a:xfrm>
      </p:grpSpPr>
      <p:sp>
        <p:nvSpPr>
          <p:cNvPr id="2636" name="Google Shape;263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9" name="Shape 2669"/>
        <p:cNvGrpSpPr/>
        <p:nvPr/>
      </p:nvGrpSpPr>
      <p:grpSpPr>
        <a:xfrm>
          <a:off x="0" y="0"/>
          <a:ext cx="0" cy="0"/>
          <a:chOff x="0" y="0"/>
          <a:chExt cx="0" cy="0"/>
        </a:xfrm>
      </p:grpSpPr>
      <p:sp>
        <p:nvSpPr>
          <p:cNvPr id="2670" name="Google Shape;267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3" name="Shape 2683"/>
        <p:cNvGrpSpPr/>
        <p:nvPr/>
      </p:nvGrpSpPr>
      <p:grpSpPr>
        <a:xfrm>
          <a:off x="0" y="0"/>
          <a:ext cx="0" cy="0"/>
          <a:chOff x="0" y="0"/>
          <a:chExt cx="0" cy="0"/>
        </a:xfrm>
      </p:grpSpPr>
      <p:sp>
        <p:nvSpPr>
          <p:cNvPr id="2684" name="Google Shape;268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3" name="Shape 2703"/>
        <p:cNvGrpSpPr/>
        <p:nvPr/>
      </p:nvGrpSpPr>
      <p:grpSpPr>
        <a:xfrm>
          <a:off x="0" y="0"/>
          <a:ext cx="0" cy="0"/>
          <a:chOff x="0" y="0"/>
          <a:chExt cx="0" cy="0"/>
        </a:xfrm>
      </p:grpSpPr>
      <p:sp>
        <p:nvSpPr>
          <p:cNvPr id="2704" name="Google Shape;270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2" name="Shape 2722"/>
        <p:cNvGrpSpPr/>
        <p:nvPr/>
      </p:nvGrpSpPr>
      <p:grpSpPr>
        <a:xfrm>
          <a:off x="0" y="0"/>
          <a:ext cx="0" cy="0"/>
          <a:chOff x="0" y="0"/>
          <a:chExt cx="0" cy="0"/>
        </a:xfrm>
      </p:grpSpPr>
      <p:sp>
        <p:nvSpPr>
          <p:cNvPr id="2723" name="Google Shape;272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8" name="Shape 2748"/>
        <p:cNvGrpSpPr/>
        <p:nvPr/>
      </p:nvGrpSpPr>
      <p:grpSpPr>
        <a:xfrm>
          <a:off x="0" y="0"/>
          <a:ext cx="0" cy="0"/>
          <a:chOff x="0" y="0"/>
          <a:chExt cx="0" cy="0"/>
        </a:xfrm>
      </p:grpSpPr>
      <p:sp>
        <p:nvSpPr>
          <p:cNvPr id="2749" name="Google Shape;274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1" name="Shape 2771"/>
        <p:cNvGrpSpPr/>
        <p:nvPr/>
      </p:nvGrpSpPr>
      <p:grpSpPr>
        <a:xfrm>
          <a:off x="0" y="0"/>
          <a:ext cx="0" cy="0"/>
          <a:chOff x="0" y="0"/>
          <a:chExt cx="0" cy="0"/>
        </a:xfrm>
      </p:grpSpPr>
      <p:sp>
        <p:nvSpPr>
          <p:cNvPr id="2772" name="Google Shape;277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ust.com/" TargetMode="Externa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ust.com/" TargetMode="Externa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facebook.com/USTGlobal" TargetMode="External"/><Relationship Id="rId3" Type="http://schemas.openxmlformats.org/officeDocument/2006/relationships/hyperlink" Target="http://www.youtube.com/ustglobalweb" TargetMode="External"/><Relationship Id="rId4" Type="http://schemas.openxmlformats.org/officeDocument/2006/relationships/hyperlink" Target="http://www.linkedin.com/company/ust-global" TargetMode="External"/><Relationship Id="rId5" Type="http://schemas.openxmlformats.org/officeDocument/2006/relationships/hyperlink" Target="https://twitter.com/USTGlobal" TargetMode="External"/><Relationship Id="rId6" Type="http://schemas.openxmlformats.org/officeDocument/2006/relationships/image" Target="../media/image8.png"/><Relationship Id="rId7" Type="http://schemas.openxmlformats.org/officeDocument/2006/relationships/image" Target="../media/image9.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ust.com/" TargetMode="Externa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ust.com/" TargetMode="Externa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ust.com/" TargetMode="Externa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jp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jpg"/></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www.facebook.com/USTGlobal" TargetMode="External"/><Relationship Id="rId3" Type="http://schemas.openxmlformats.org/officeDocument/2006/relationships/hyperlink" Target="http://www.youtube.com/ustglobalweb" TargetMode="External"/><Relationship Id="rId4" Type="http://schemas.openxmlformats.org/officeDocument/2006/relationships/hyperlink" Target="http://www.linkedin.com/company/ust-global" TargetMode="External"/><Relationship Id="rId5" Type="http://schemas.openxmlformats.org/officeDocument/2006/relationships/hyperlink" Target="https://twitter.com/USTGlobal" TargetMode="External"/><Relationship Id="rId6" Type="http://schemas.openxmlformats.org/officeDocument/2006/relationships/image" Target="../media/image8.png"/><Relationship Id="rId7" Type="http://schemas.openxmlformats.org/officeDocument/2006/relationships/image" Target="../media/image9.png"/></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1" name="Shape 11"/>
        <p:cNvGrpSpPr/>
        <p:nvPr/>
      </p:nvGrpSpPr>
      <p:grpSpPr>
        <a:xfrm>
          <a:off x="0" y="0"/>
          <a:ext cx="0" cy="0"/>
          <a:chOff x="0" y="0"/>
          <a:chExt cx="0" cy="0"/>
        </a:xfrm>
      </p:grpSpPr>
      <p:sp>
        <p:nvSpPr>
          <p:cNvPr id="12" name="Google Shape;12;p2"/>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body"/>
          </p:nvPr>
        </p:nvSpPr>
        <p:spPr>
          <a:xfrm>
            <a:off x="274320" y="1828800"/>
            <a:ext cx="6377940" cy="425196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152">
          <p15:clr>
            <a:srgbClr val="FBAE40"/>
          </p15:clr>
        </p15:guide>
        <p15:guide id="2" orient="horz" pos="3832">
          <p15:clr>
            <a:srgbClr val="FBAE40"/>
          </p15:clr>
        </p15:guide>
        <p15:guide id="3" pos="5588">
          <p15:clr>
            <a:srgbClr val="FBAE40"/>
          </p15:clr>
        </p15:guide>
        <p15:guide id="4" orient="horz" pos="4148">
          <p15:clr>
            <a:srgbClr val="FBAE40"/>
          </p15:clr>
        </p15:guide>
        <p15:guide id="5" pos="57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4" name="Shape 14"/>
        <p:cNvGrpSpPr/>
        <p:nvPr/>
      </p:nvGrpSpPr>
      <p:grpSpPr>
        <a:xfrm>
          <a:off x="0" y="0"/>
          <a:ext cx="0" cy="0"/>
          <a:chOff x="0" y="0"/>
          <a:chExt cx="0" cy="0"/>
        </a:xfrm>
      </p:grpSpPr>
      <p:sp>
        <p:nvSpPr>
          <p:cNvPr id="15" name="Google Shape;15;p3"/>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3"/>
          <p:cNvSpPr txBox="1"/>
          <p:nvPr>
            <p:ph idx="1" type="body"/>
          </p:nvPr>
        </p:nvSpPr>
        <p:spPr>
          <a:xfrm>
            <a:off x="274320" y="1828800"/>
            <a:ext cx="4183380" cy="425196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 name="Google Shape;17;p3"/>
          <p:cNvSpPr txBox="1"/>
          <p:nvPr>
            <p:ph idx="2" type="body"/>
          </p:nvPr>
        </p:nvSpPr>
        <p:spPr>
          <a:xfrm>
            <a:off x="4684014" y="1828800"/>
            <a:ext cx="4183380" cy="425196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bar Left">
  <p:cSld name="Sidebar Left">
    <p:spTree>
      <p:nvGrpSpPr>
        <p:cNvPr id="18" name="Shape 18"/>
        <p:cNvGrpSpPr/>
        <p:nvPr/>
      </p:nvGrpSpPr>
      <p:grpSpPr>
        <a:xfrm>
          <a:off x="0" y="0"/>
          <a:ext cx="0" cy="0"/>
          <a:chOff x="0" y="0"/>
          <a:chExt cx="0" cy="0"/>
        </a:xfrm>
      </p:grpSpPr>
      <p:sp>
        <p:nvSpPr>
          <p:cNvPr id="19" name="Google Shape;19;p4"/>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4"/>
          <p:cNvSpPr txBox="1"/>
          <p:nvPr>
            <p:ph idx="1" type="body"/>
          </p:nvPr>
        </p:nvSpPr>
        <p:spPr>
          <a:xfrm>
            <a:off x="274320" y="1828800"/>
            <a:ext cx="2708910" cy="425196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 name="Google Shape;21;p4"/>
          <p:cNvSpPr txBox="1"/>
          <p:nvPr>
            <p:ph idx="2" type="body"/>
          </p:nvPr>
        </p:nvSpPr>
        <p:spPr>
          <a:xfrm>
            <a:off x="3216402" y="1828800"/>
            <a:ext cx="5650992" cy="425196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Quarters Black">
  <p:cSld name="Three Quarters Black">
    <p:bg>
      <p:bgPr>
        <a:blipFill>
          <a:blip r:embed="rId2">
            <a:alphaModFix/>
          </a:blip>
          <a:stretch>
            <a:fillRect/>
          </a:stretch>
        </a:blipFill>
      </p:bgPr>
    </p:bg>
    <p:spTree>
      <p:nvGrpSpPr>
        <p:cNvPr id="22" name="Shape 22"/>
        <p:cNvGrpSpPr/>
        <p:nvPr/>
      </p:nvGrpSpPr>
      <p:grpSpPr>
        <a:xfrm>
          <a:off x="0" y="0"/>
          <a:ext cx="0" cy="0"/>
          <a:chOff x="0" y="0"/>
          <a:chExt cx="0" cy="0"/>
        </a:xfrm>
      </p:grpSpPr>
      <p:sp>
        <p:nvSpPr>
          <p:cNvPr descr="UST" id="23" name="Google Shape;23;p5"/>
          <p:cNvSpPr/>
          <p:nvPr/>
        </p:nvSpPr>
        <p:spPr>
          <a:xfrm>
            <a:off x="274320" y="6238277"/>
            <a:ext cx="240030" cy="354090"/>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4" name="Google Shape;24;p5"/>
          <p:cNvSpPr txBox="1"/>
          <p:nvPr>
            <p:ph type="title"/>
          </p:nvPr>
        </p:nvSpPr>
        <p:spPr>
          <a:xfrm>
            <a:off x="274321" y="365760"/>
            <a:ext cx="615286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400"/>
              <a:buFont typeface="Arial"/>
              <a:buNone/>
              <a:defRPr>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5"/>
          <p:cNvSpPr txBox="1"/>
          <p:nvPr>
            <p:ph idx="1" type="body"/>
          </p:nvPr>
        </p:nvSpPr>
        <p:spPr>
          <a:xfrm>
            <a:off x="274320" y="1828800"/>
            <a:ext cx="6152864" cy="425196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lt1"/>
              </a:buClr>
              <a:buSzPts val="1350"/>
              <a:buChar char="•"/>
              <a:defRPr sz="1350">
                <a:solidFill>
                  <a:schemeClr val="lt1"/>
                </a:solidFill>
                <a:latin typeface="Arial"/>
                <a:ea typeface="Arial"/>
                <a:cs typeface="Arial"/>
                <a:sym typeface="Arial"/>
              </a:defRPr>
            </a:lvl1pPr>
            <a:lvl2pPr indent="-314325" lvl="1" marL="914400"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2pPr>
            <a:lvl3pPr indent="-314325" lvl="2" marL="1371600"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3pPr>
            <a:lvl4pPr indent="-314325" lvl="3" marL="1828800"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4pPr>
            <a:lvl5pPr indent="-314325" lvl="4" marL="2286000"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5pPr>
            <a:lvl6pPr indent="-314325" lvl="5" marL="2743200" algn="l">
              <a:lnSpc>
                <a:spcPct val="100000"/>
              </a:lnSpc>
              <a:spcBef>
                <a:spcPts val="225"/>
              </a:spcBef>
              <a:spcAft>
                <a:spcPts val="0"/>
              </a:spcAft>
              <a:buClr>
                <a:schemeClr val="lt1"/>
              </a:buClr>
              <a:buSzPts val="1350"/>
              <a:buChar char="–"/>
              <a:defRPr sz="1350">
                <a:solidFill>
                  <a:schemeClr val="lt1"/>
                </a:solidFill>
              </a:defRPr>
            </a:lvl6pPr>
            <a:lvl7pPr indent="-314325" lvl="6" marL="3200400" algn="l">
              <a:lnSpc>
                <a:spcPct val="100000"/>
              </a:lnSpc>
              <a:spcBef>
                <a:spcPts val="225"/>
              </a:spcBef>
              <a:spcAft>
                <a:spcPts val="0"/>
              </a:spcAft>
              <a:buClr>
                <a:schemeClr val="lt1"/>
              </a:buClr>
              <a:buSzPts val="1350"/>
              <a:buChar char="–"/>
              <a:defRPr sz="1350">
                <a:solidFill>
                  <a:schemeClr val="lt1"/>
                </a:solidFill>
              </a:defRPr>
            </a:lvl7pPr>
            <a:lvl8pPr indent="-314325" lvl="7" marL="3657600" algn="l">
              <a:lnSpc>
                <a:spcPct val="100000"/>
              </a:lnSpc>
              <a:spcBef>
                <a:spcPts val="225"/>
              </a:spcBef>
              <a:spcAft>
                <a:spcPts val="0"/>
              </a:spcAft>
              <a:buClr>
                <a:schemeClr val="lt1"/>
              </a:buClr>
              <a:buSzPts val="1350"/>
              <a:buChar char="–"/>
              <a:defRPr sz="1350">
                <a:solidFill>
                  <a:schemeClr val="lt1"/>
                </a:solidFill>
              </a:defRPr>
            </a:lvl8pPr>
            <a:lvl9pPr indent="-314325" lvl="8" marL="4114800" algn="l">
              <a:lnSpc>
                <a:spcPct val="100000"/>
              </a:lnSpc>
              <a:spcBef>
                <a:spcPts val="225"/>
              </a:spcBef>
              <a:spcAft>
                <a:spcPts val="0"/>
              </a:spcAft>
              <a:buClr>
                <a:schemeClr val="lt1"/>
              </a:buClr>
              <a:buSzPts val="1350"/>
              <a:buChar char="–"/>
              <a:defRPr sz="1350">
                <a:solidFill>
                  <a:schemeClr val="lt1"/>
                </a:solidFill>
              </a:defRPr>
            </a:lvl9pPr>
          </a:lstStyle>
          <a:p/>
        </p:txBody>
      </p:sp>
      <p:sp>
        <p:nvSpPr>
          <p:cNvPr id="26" name="Google Shape;26;p5"/>
          <p:cNvSpPr txBox="1"/>
          <p:nvPr>
            <p:ph idx="2" type="body"/>
          </p:nvPr>
        </p:nvSpPr>
        <p:spPr>
          <a:xfrm>
            <a:off x="6891337" y="1828800"/>
            <a:ext cx="1976057" cy="4251960"/>
          </a:xfrm>
          <a:prstGeom prst="rect">
            <a:avLst/>
          </a:prstGeom>
          <a:noFill/>
          <a:ln>
            <a:noFill/>
          </a:ln>
        </p:spPr>
        <p:txBody>
          <a:bodyPr anchorCtr="0" anchor="t" bIns="0" lIns="0" spcFirstLastPara="1" rIns="0" wrap="square" tIns="0">
            <a:normAutofit/>
          </a:bodyPr>
          <a:lstStyle>
            <a:lvl1pPr indent="-304800" lvl="0" marL="457200" algn="l">
              <a:lnSpc>
                <a:spcPct val="100000"/>
              </a:lnSpc>
              <a:spcBef>
                <a:spcPts val="900"/>
              </a:spcBef>
              <a:spcAft>
                <a:spcPts val="0"/>
              </a:spcAft>
              <a:buClr>
                <a:schemeClr val="dk1"/>
              </a:buClr>
              <a:buSzPts val="1200"/>
              <a:buChar char="•"/>
              <a:defRPr sz="1200">
                <a:solidFill>
                  <a:schemeClr val="dk1"/>
                </a:solidFill>
                <a:latin typeface="Arial"/>
                <a:ea typeface="Arial"/>
                <a:cs typeface="Arial"/>
                <a:sym typeface="Arial"/>
              </a:defRPr>
            </a:lvl1pPr>
            <a:lvl2pPr indent="-304800" lvl="1" marL="9144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5pPr>
            <a:lvl6pPr indent="-304800" lvl="5" marL="2743200" algn="l">
              <a:lnSpc>
                <a:spcPct val="100000"/>
              </a:lnSpc>
              <a:spcBef>
                <a:spcPts val="225"/>
              </a:spcBef>
              <a:spcAft>
                <a:spcPts val="0"/>
              </a:spcAft>
              <a:buClr>
                <a:schemeClr val="dk1"/>
              </a:buClr>
              <a:buSzPts val="1200"/>
              <a:buChar char="–"/>
              <a:defRPr sz="1200">
                <a:solidFill>
                  <a:schemeClr val="dk1"/>
                </a:solidFill>
              </a:defRPr>
            </a:lvl6pPr>
            <a:lvl7pPr indent="-304800" lvl="6" marL="3200400" algn="l">
              <a:lnSpc>
                <a:spcPct val="100000"/>
              </a:lnSpc>
              <a:spcBef>
                <a:spcPts val="225"/>
              </a:spcBef>
              <a:spcAft>
                <a:spcPts val="0"/>
              </a:spcAft>
              <a:buClr>
                <a:schemeClr val="dk1"/>
              </a:buClr>
              <a:buSzPts val="1200"/>
              <a:buChar char="–"/>
              <a:defRPr sz="1200">
                <a:solidFill>
                  <a:schemeClr val="dk1"/>
                </a:solidFill>
              </a:defRPr>
            </a:lvl7pPr>
            <a:lvl8pPr indent="-304800" lvl="7" marL="3657600" algn="l">
              <a:lnSpc>
                <a:spcPct val="100000"/>
              </a:lnSpc>
              <a:spcBef>
                <a:spcPts val="225"/>
              </a:spcBef>
              <a:spcAft>
                <a:spcPts val="0"/>
              </a:spcAft>
              <a:buClr>
                <a:schemeClr val="dk1"/>
              </a:buClr>
              <a:buSzPts val="1200"/>
              <a:buChar char="–"/>
              <a:defRPr sz="1200">
                <a:solidFill>
                  <a:schemeClr val="dk1"/>
                </a:solidFill>
              </a:defRPr>
            </a:lvl8pPr>
            <a:lvl9pPr indent="-304800" lvl="8" marL="4114800" algn="l">
              <a:lnSpc>
                <a:spcPct val="100000"/>
              </a:lnSpc>
              <a:spcBef>
                <a:spcPts val="225"/>
              </a:spcBef>
              <a:spcAft>
                <a:spcPts val="0"/>
              </a:spcAft>
              <a:buClr>
                <a:schemeClr val="dk1"/>
              </a:buClr>
              <a:buSzPts val="1200"/>
              <a:buChar char="–"/>
              <a:defRPr sz="1200">
                <a:solidFill>
                  <a:schemeClr val="dk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5788">
          <p15:clr>
            <a:srgbClr val="FBAE40"/>
          </p15:clr>
        </p15:guide>
        <p15:guide id="2" orient="horz" pos="1152">
          <p15:clr>
            <a:srgbClr val="FBAE40"/>
          </p15:clr>
        </p15:guide>
        <p15:guide id="3" orient="horz" pos="3832">
          <p15:clr>
            <a:srgbClr val="FBAE40"/>
          </p15:clr>
        </p15:guide>
        <p15:guide id="4" orient="horz" pos="4148">
          <p15:clr>
            <a:srgbClr val="FBAE40"/>
          </p15:clr>
        </p15:guide>
        <p15:guide id="5" pos="540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option 3" showMasterSp="0">
  <p:cSld name="Cover slide option 3">
    <p:bg>
      <p:bgPr>
        <a:solidFill>
          <a:schemeClr val="lt1"/>
        </a:solidFill>
      </p:bgPr>
    </p:bg>
    <p:spTree>
      <p:nvGrpSpPr>
        <p:cNvPr id="27" name="Shape 27"/>
        <p:cNvGrpSpPr/>
        <p:nvPr/>
      </p:nvGrpSpPr>
      <p:grpSpPr>
        <a:xfrm>
          <a:off x="0" y="0"/>
          <a:ext cx="0" cy="0"/>
          <a:chOff x="0" y="0"/>
          <a:chExt cx="0" cy="0"/>
        </a:xfrm>
      </p:grpSpPr>
      <p:sp>
        <p:nvSpPr>
          <p:cNvPr descr="UST" id="28" name="Google Shape;28;p6"/>
          <p:cNvSpPr/>
          <p:nvPr/>
        </p:nvSpPr>
        <p:spPr>
          <a:xfrm>
            <a:off x="273844" y="358775"/>
            <a:ext cx="548640" cy="809172"/>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9" name="Google Shape;29;p6"/>
          <p:cNvSpPr txBox="1"/>
          <p:nvPr>
            <p:ph type="ctrTitle"/>
          </p:nvPr>
        </p:nvSpPr>
        <p:spPr>
          <a:xfrm>
            <a:off x="4993005" y="365759"/>
            <a:ext cx="3874770" cy="3200400"/>
          </a:xfrm>
          <a:prstGeom prst="rect">
            <a:avLst/>
          </a:prstGeom>
          <a:solidFill>
            <a:srgbClr val="006E74"/>
          </a:solidFill>
          <a:ln>
            <a:noFill/>
          </a:ln>
        </p:spPr>
        <p:txBody>
          <a:bodyPr anchorCtr="0" anchor="t" bIns="274300" lIns="274300" spcFirstLastPara="1" rIns="274300" wrap="square" tIns="274300">
            <a:noAutofit/>
          </a:bodyPr>
          <a:lstStyle>
            <a:lvl1pPr lvl="0" algn="l">
              <a:lnSpc>
                <a:spcPct val="90000"/>
              </a:lnSpc>
              <a:spcBef>
                <a:spcPts val="0"/>
              </a:spcBef>
              <a:spcAft>
                <a:spcPts val="0"/>
              </a:spcAft>
              <a:buClr>
                <a:schemeClr val="lt1"/>
              </a:buClr>
              <a:buSzPts val="2400"/>
              <a:buFont typeface="Arial"/>
              <a:buNone/>
              <a:defRPr b="0" sz="24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6"/>
          <p:cNvSpPr txBox="1"/>
          <p:nvPr>
            <p:ph idx="1" type="subTitle"/>
          </p:nvPr>
        </p:nvSpPr>
        <p:spPr>
          <a:xfrm>
            <a:off x="5198364" y="2651760"/>
            <a:ext cx="3463290" cy="685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500"/>
              <a:buNone/>
              <a:defRPr b="0" sz="150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p:txBody>
      </p:sp>
      <p:sp>
        <p:nvSpPr>
          <p:cNvPr id="31" name="Google Shape;31;p6"/>
          <p:cNvSpPr txBox="1"/>
          <p:nvPr>
            <p:ph idx="2" type="body"/>
          </p:nvPr>
        </p:nvSpPr>
        <p:spPr>
          <a:xfrm>
            <a:off x="4993005" y="5577840"/>
            <a:ext cx="3874770" cy="9144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solidFill>
                  <a:schemeClr val="dk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
        <p:nvSpPr>
          <p:cNvPr id="32" name="Google Shape;32;p6"/>
          <p:cNvSpPr/>
          <p:nvPr>
            <p:ph idx="3" type="pic"/>
          </p:nvPr>
        </p:nvSpPr>
        <p:spPr>
          <a:xfrm>
            <a:off x="891540" y="1234440"/>
            <a:ext cx="3874770" cy="5257800"/>
          </a:xfrm>
          <a:prstGeom prst="rect">
            <a:avLst/>
          </a:prstGeom>
          <a:solidFill>
            <a:srgbClr val="D7E0E3"/>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Worldwide office locations Updated">
  <p:cSld name="6_Worldwide office locations Updated">
    <p:bg>
      <p:bgPr>
        <a:solidFill>
          <a:srgbClr val="231F20"/>
        </a:solidFill>
      </p:bgPr>
    </p:bg>
    <p:spTree>
      <p:nvGrpSpPr>
        <p:cNvPr id="33" name="Shape 33"/>
        <p:cNvGrpSpPr/>
        <p:nvPr/>
      </p:nvGrpSpPr>
      <p:grpSpPr>
        <a:xfrm>
          <a:off x="0" y="0"/>
          <a:ext cx="0" cy="0"/>
          <a:chOff x="0" y="0"/>
          <a:chExt cx="0" cy="0"/>
        </a:xfrm>
      </p:grpSpPr>
      <p:sp>
        <p:nvSpPr>
          <p:cNvPr id="34" name="Google Shape;34;p7"/>
          <p:cNvSpPr txBox="1"/>
          <p:nvPr/>
        </p:nvSpPr>
        <p:spPr>
          <a:xfrm>
            <a:off x="274320" y="365760"/>
            <a:ext cx="7479030" cy="91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2400"/>
              <a:buFont typeface="Arial"/>
              <a:buNone/>
            </a:pPr>
            <a:r>
              <a:rPr b="0" lang="en-US" sz="2400">
                <a:solidFill>
                  <a:schemeClr val="lt1"/>
                </a:solidFill>
                <a:latin typeface="Arial"/>
                <a:ea typeface="Arial"/>
                <a:cs typeface="Arial"/>
                <a:sym typeface="Arial"/>
              </a:rPr>
              <a:t>Engineering change </a:t>
            </a:r>
            <a:br>
              <a:rPr b="0" lang="en-US" sz="2400">
                <a:solidFill>
                  <a:schemeClr val="lt1"/>
                </a:solidFill>
                <a:latin typeface="Arial"/>
                <a:ea typeface="Arial"/>
                <a:cs typeface="Arial"/>
                <a:sym typeface="Arial"/>
              </a:rPr>
            </a:br>
            <a:r>
              <a:rPr b="0" lang="en-US" sz="2400">
                <a:solidFill>
                  <a:schemeClr val="lt1"/>
                </a:solidFill>
                <a:latin typeface="Arial"/>
                <a:ea typeface="Arial"/>
                <a:cs typeface="Arial"/>
                <a:sym typeface="Arial"/>
              </a:rPr>
              <a:t>all over the world</a:t>
            </a:r>
            <a:endParaRPr/>
          </a:p>
        </p:txBody>
      </p:sp>
      <p:sp>
        <p:nvSpPr>
          <p:cNvPr id="35" name="Google Shape;35;p7">
            <a:hlinkClick r:id="rId2"/>
          </p:cNvPr>
          <p:cNvSpPr txBox="1"/>
          <p:nvPr/>
        </p:nvSpPr>
        <p:spPr>
          <a:xfrm>
            <a:off x="273844" y="1385476"/>
            <a:ext cx="1859348" cy="3321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i="0" lang="en-US" sz="788">
                <a:solidFill>
                  <a:schemeClr val="lt1"/>
                </a:solidFill>
                <a:latin typeface="Arial"/>
                <a:ea typeface="Arial"/>
                <a:cs typeface="Arial"/>
                <a:sym typeface="Arial"/>
              </a:rPr>
              <a:t>*To see a list of all offices, visit </a:t>
            </a:r>
            <a:r>
              <a:rPr b="1" i="0" lang="en-US" sz="788" u="sng">
                <a:solidFill>
                  <a:schemeClr val="lt1"/>
                </a:solidFill>
                <a:latin typeface="Arial"/>
                <a:ea typeface="Arial"/>
                <a:cs typeface="Arial"/>
                <a:sym typeface="Arial"/>
              </a:rPr>
              <a:t>ust.com</a:t>
            </a:r>
            <a:endParaRPr/>
          </a:p>
        </p:txBody>
      </p:sp>
      <p:grpSp>
        <p:nvGrpSpPr>
          <p:cNvPr id="36" name="Google Shape;36;p7"/>
          <p:cNvGrpSpPr/>
          <p:nvPr/>
        </p:nvGrpSpPr>
        <p:grpSpPr>
          <a:xfrm>
            <a:off x="273844" y="5468864"/>
            <a:ext cx="1429442" cy="387549"/>
            <a:chOff x="505022" y="1208296"/>
            <a:chExt cx="1905923" cy="387549"/>
          </a:xfrm>
        </p:grpSpPr>
        <p:sp>
          <p:nvSpPr>
            <p:cNvPr id="37" name="Google Shape;37;p7"/>
            <p:cNvSpPr txBox="1"/>
            <p:nvPr/>
          </p:nvSpPr>
          <p:spPr>
            <a:xfrm>
              <a:off x="775881" y="1456750"/>
              <a:ext cx="737383" cy="11541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750">
                  <a:solidFill>
                    <a:schemeClr val="lt1"/>
                  </a:solidFill>
                  <a:latin typeface="Arial"/>
                  <a:ea typeface="Arial"/>
                  <a:cs typeface="Arial"/>
                  <a:sym typeface="Arial"/>
                </a:rPr>
                <a:t>Other Centers</a:t>
              </a:r>
              <a:endParaRPr/>
            </a:p>
          </p:txBody>
        </p:sp>
        <p:sp>
          <p:nvSpPr>
            <p:cNvPr id="38" name="Google Shape;38;p7"/>
            <p:cNvSpPr/>
            <p:nvPr/>
          </p:nvSpPr>
          <p:spPr>
            <a:xfrm>
              <a:off x="505022" y="1236605"/>
              <a:ext cx="131596" cy="131432"/>
            </a:xfrm>
            <a:custGeom>
              <a:rect b="b" l="l" r="r" t="t"/>
              <a:pathLst>
                <a:path extrusionOk="0" h="185" w="185">
                  <a:moveTo>
                    <a:pt x="185" y="185"/>
                  </a:moveTo>
                  <a:lnTo>
                    <a:pt x="185" y="185"/>
                  </a:lnTo>
                  <a:lnTo>
                    <a:pt x="0" y="185"/>
                  </a:lnTo>
                  <a:lnTo>
                    <a:pt x="0" y="0"/>
                  </a:lnTo>
                  <a:lnTo>
                    <a:pt x="185" y="0"/>
                  </a:lnTo>
                  <a:lnTo>
                    <a:pt x="185" y="185"/>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39" name="Google Shape;39;p7"/>
            <p:cNvSpPr/>
            <p:nvPr/>
          </p:nvSpPr>
          <p:spPr>
            <a:xfrm>
              <a:off x="505022" y="1464413"/>
              <a:ext cx="131596" cy="131432"/>
            </a:xfrm>
            <a:custGeom>
              <a:rect b="b" l="l" r="r" t="t"/>
              <a:pathLst>
                <a:path extrusionOk="0" h="185" w="185">
                  <a:moveTo>
                    <a:pt x="185" y="185"/>
                  </a:moveTo>
                  <a:lnTo>
                    <a:pt x="185" y="185"/>
                  </a:lnTo>
                  <a:lnTo>
                    <a:pt x="0" y="185"/>
                  </a:lnTo>
                  <a:lnTo>
                    <a:pt x="0" y="0"/>
                  </a:lnTo>
                  <a:lnTo>
                    <a:pt x="185" y="0"/>
                  </a:lnTo>
                  <a:lnTo>
                    <a:pt x="185" y="185"/>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40" name="Google Shape;40;p7"/>
            <p:cNvSpPr txBox="1"/>
            <p:nvPr/>
          </p:nvSpPr>
          <p:spPr>
            <a:xfrm>
              <a:off x="775881" y="1208296"/>
              <a:ext cx="1635064" cy="11541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750">
                  <a:solidFill>
                    <a:schemeClr val="lt1"/>
                  </a:solidFill>
                  <a:latin typeface="Arial"/>
                  <a:ea typeface="Arial"/>
                  <a:cs typeface="Arial"/>
                  <a:sym typeface="Arial"/>
                </a:rPr>
                <a:t>Main Offices &amp; Innovation Labs</a:t>
              </a:r>
              <a:endParaRPr/>
            </a:p>
          </p:txBody>
        </p:sp>
      </p:grpSp>
      <p:sp>
        <p:nvSpPr>
          <p:cNvPr id="41" name="Google Shape;41;p7"/>
          <p:cNvSpPr/>
          <p:nvPr/>
        </p:nvSpPr>
        <p:spPr>
          <a:xfrm>
            <a:off x="273844" y="1966988"/>
            <a:ext cx="1505971" cy="1843012"/>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dk1"/>
              </a:solidFill>
              <a:latin typeface="Arial"/>
              <a:ea typeface="Arial"/>
              <a:cs typeface="Arial"/>
              <a:sym typeface="Arial"/>
            </a:endParaRPr>
          </a:p>
        </p:txBody>
      </p:sp>
      <p:sp>
        <p:nvSpPr>
          <p:cNvPr id="42" name="Google Shape;42;p7"/>
          <p:cNvSpPr/>
          <p:nvPr/>
        </p:nvSpPr>
        <p:spPr>
          <a:xfrm>
            <a:off x="394139" y="2233661"/>
            <a:ext cx="1323000" cy="774226"/>
          </a:xfrm>
          <a:prstGeom prst="rect">
            <a:avLst/>
          </a:prstGeom>
          <a:noFill/>
          <a:ln>
            <a:noFill/>
          </a:ln>
        </p:spPr>
        <p:txBody>
          <a:bodyPr anchorCtr="0" anchor="ctr" bIns="45700" lIns="91425" spcFirstLastPara="1" rIns="91425" wrap="square" tIns="45700">
            <a:noAutofit/>
          </a:bodyPr>
          <a:lstStyle/>
          <a:p>
            <a:pPr indent="0" lvl="2" marL="0" marR="0" rtl="0" algn="l">
              <a:lnSpc>
                <a:spcPct val="120000"/>
              </a:lnSpc>
              <a:spcBef>
                <a:spcPts val="0"/>
              </a:spcBef>
              <a:spcAft>
                <a:spcPts val="0"/>
              </a:spcAft>
              <a:buNone/>
            </a:pPr>
            <a:r>
              <a:rPr b="0" i="0" lang="en-US" sz="750" u="none" cap="none" strike="noStrike">
                <a:solidFill>
                  <a:schemeClr val="lt1"/>
                </a:solidFill>
                <a:latin typeface="Arial"/>
                <a:ea typeface="Arial"/>
                <a:cs typeface="Arial"/>
                <a:sym typeface="Arial"/>
              </a:rPr>
              <a:t>86% of our global footprint is ISO 14001:2015 (Environmental Management System)</a:t>
            </a:r>
            <a:endParaRPr b="0" i="0" sz="750" u="none" cap="none" strike="noStrike">
              <a:solidFill>
                <a:schemeClr val="lt1"/>
              </a:solidFill>
              <a:latin typeface="Arial"/>
              <a:ea typeface="Arial"/>
              <a:cs typeface="Arial"/>
              <a:sym typeface="Arial"/>
            </a:endParaRPr>
          </a:p>
        </p:txBody>
      </p:sp>
      <p:sp>
        <p:nvSpPr>
          <p:cNvPr id="43" name="Google Shape;43;p7"/>
          <p:cNvSpPr/>
          <p:nvPr/>
        </p:nvSpPr>
        <p:spPr>
          <a:xfrm>
            <a:off x="394139" y="3102454"/>
            <a:ext cx="1323000" cy="388065"/>
          </a:xfrm>
          <a:prstGeom prst="rect">
            <a:avLst/>
          </a:prstGeom>
          <a:noFill/>
          <a:ln>
            <a:noFill/>
          </a:ln>
        </p:spPr>
        <p:txBody>
          <a:bodyPr anchorCtr="0" anchor="ctr" bIns="45700" lIns="91425" spcFirstLastPara="1" rIns="91425" wrap="square" tIns="45700">
            <a:noAutofit/>
          </a:bodyPr>
          <a:lstStyle/>
          <a:p>
            <a:pPr indent="0" lvl="2" marL="0" marR="0" rtl="0" algn="l">
              <a:lnSpc>
                <a:spcPct val="120000"/>
              </a:lnSpc>
              <a:spcBef>
                <a:spcPts val="0"/>
              </a:spcBef>
              <a:spcAft>
                <a:spcPts val="0"/>
              </a:spcAft>
              <a:buNone/>
            </a:pPr>
            <a:r>
              <a:rPr b="0" i="0" lang="en-US" sz="750" u="none" cap="none" strike="noStrike">
                <a:solidFill>
                  <a:schemeClr val="lt1"/>
                </a:solidFill>
                <a:latin typeface="Arial"/>
                <a:ea typeface="Arial"/>
                <a:cs typeface="Arial"/>
                <a:sym typeface="Arial"/>
              </a:rPr>
              <a:t>43% of our global footprint is LEED Gold Certified</a:t>
            </a:r>
            <a:endParaRPr b="0" i="0" sz="750" u="none" cap="none" strike="noStrike">
              <a:solidFill>
                <a:schemeClr val="lt1"/>
              </a:solidFill>
              <a:latin typeface="Arial"/>
              <a:ea typeface="Arial"/>
              <a:cs typeface="Arial"/>
              <a:sym typeface="Arial"/>
            </a:endParaRPr>
          </a:p>
        </p:txBody>
      </p:sp>
      <p:grpSp>
        <p:nvGrpSpPr>
          <p:cNvPr id="44" name="Google Shape;44;p7"/>
          <p:cNvGrpSpPr/>
          <p:nvPr/>
        </p:nvGrpSpPr>
        <p:grpSpPr>
          <a:xfrm>
            <a:off x="2105887" y="1020802"/>
            <a:ext cx="6794865" cy="4727922"/>
            <a:chOff x="2845949" y="1020802"/>
            <a:chExt cx="9059820" cy="4727922"/>
          </a:xfrm>
        </p:grpSpPr>
        <p:sp>
          <p:nvSpPr>
            <p:cNvPr id="45" name="Google Shape;45;p7"/>
            <p:cNvSpPr txBox="1"/>
            <p:nvPr/>
          </p:nvSpPr>
          <p:spPr>
            <a:xfrm>
              <a:off x="2845949" y="2336626"/>
              <a:ext cx="1072943" cy="23442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750">
                  <a:solidFill>
                    <a:schemeClr val="lt1"/>
                  </a:solidFill>
                  <a:latin typeface="Arial"/>
                  <a:ea typeface="Arial"/>
                  <a:cs typeface="Arial"/>
                  <a:sym typeface="Arial"/>
                </a:rPr>
                <a:t>AMERICAS</a:t>
              </a:r>
              <a:endParaRPr/>
            </a:p>
            <a:p>
              <a:pPr indent="0" lvl="0" marL="0" marR="0" rtl="0" algn="l">
                <a:lnSpc>
                  <a:spcPct val="110000"/>
                </a:lnSpc>
                <a:spcBef>
                  <a:spcPts val="75"/>
                </a:spcBef>
                <a:spcAft>
                  <a:spcPts val="0"/>
                </a:spcAft>
                <a:buNone/>
              </a:pPr>
              <a:r>
                <a:rPr lang="en-US" sz="750">
                  <a:solidFill>
                    <a:schemeClr val="accent6"/>
                  </a:solidFill>
                  <a:latin typeface="Arial"/>
                  <a:ea typeface="Arial"/>
                  <a:cs typeface="Arial"/>
                  <a:sym typeface="Arial"/>
                </a:rPr>
                <a:t>Global HQ – Orange </a:t>
              </a:r>
              <a:br>
                <a:rPr lang="en-US" sz="750">
                  <a:solidFill>
                    <a:schemeClr val="accent6"/>
                  </a:solidFill>
                  <a:latin typeface="Arial"/>
                  <a:ea typeface="Arial"/>
                  <a:cs typeface="Arial"/>
                  <a:sym typeface="Arial"/>
                </a:rPr>
              </a:br>
              <a:r>
                <a:rPr lang="en-US" sz="750">
                  <a:solidFill>
                    <a:schemeClr val="accent6"/>
                  </a:solidFill>
                  <a:latin typeface="Arial"/>
                  <a:ea typeface="Arial"/>
                  <a:cs typeface="Arial"/>
                  <a:sym typeface="Arial"/>
                </a:rPr>
                <a:t>County, CA</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Bentonville, AR</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Chicago, IL </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Norfolk, VA</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Atlanta, GA</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Seattle, WA</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Toronto, CA</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Vancouver, CA</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Guadalajara, MX</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Leon, MX</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San Jose, CR</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Santiago, CL</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Lima, PE</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Sao Paulo, BR</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Bogota, CO</a:t>
              </a:r>
              <a:endParaRPr/>
            </a:p>
          </p:txBody>
        </p:sp>
        <p:sp>
          <p:nvSpPr>
            <p:cNvPr id="46" name="Google Shape;46;p7"/>
            <p:cNvSpPr txBox="1"/>
            <p:nvPr/>
          </p:nvSpPr>
          <p:spPr>
            <a:xfrm>
              <a:off x="8669029" y="3791605"/>
              <a:ext cx="1073228" cy="1390189"/>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750">
                  <a:solidFill>
                    <a:schemeClr val="lt1"/>
                  </a:solidFill>
                  <a:latin typeface="Arial"/>
                  <a:ea typeface="Arial"/>
                  <a:cs typeface="Arial"/>
                  <a:sym typeface="Arial"/>
                </a:rPr>
                <a:t>INDIA</a:t>
              </a:r>
              <a:endParaRPr/>
            </a:p>
            <a:p>
              <a:pPr indent="0" lvl="0" marL="0" marR="0" rtl="0" algn="l">
                <a:lnSpc>
                  <a:spcPct val="110000"/>
                </a:lnSpc>
                <a:spcBef>
                  <a:spcPts val="0"/>
                </a:spcBef>
                <a:spcAft>
                  <a:spcPts val="0"/>
                </a:spcAft>
                <a:buNone/>
              </a:pPr>
              <a:r>
                <a:rPr lang="en-US" sz="750">
                  <a:solidFill>
                    <a:schemeClr val="accent3"/>
                  </a:solidFill>
                  <a:latin typeface="Arial"/>
                  <a:ea typeface="Arial"/>
                  <a:cs typeface="Arial"/>
                  <a:sym typeface="Arial"/>
                </a:rPr>
                <a:t>Trivandrum</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Bangalore</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Chennai</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Hyderabad</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Kochi</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Delhi</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Coimbatore </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Hosur </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Pune</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Kolkata</a:t>
              </a:r>
              <a:endParaRPr/>
            </a:p>
          </p:txBody>
        </p:sp>
        <p:sp>
          <p:nvSpPr>
            <p:cNvPr id="47" name="Google Shape;47;p7"/>
            <p:cNvSpPr txBox="1"/>
            <p:nvPr/>
          </p:nvSpPr>
          <p:spPr>
            <a:xfrm>
              <a:off x="5910808" y="2284867"/>
              <a:ext cx="837836" cy="1136273"/>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750">
                  <a:solidFill>
                    <a:schemeClr val="lt1"/>
                  </a:solidFill>
                  <a:latin typeface="Arial"/>
                  <a:ea typeface="Arial"/>
                  <a:cs typeface="Arial"/>
                  <a:sym typeface="Arial"/>
                </a:rPr>
                <a:t>EMEA</a:t>
              </a:r>
              <a:endParaRPr/>
            </a:p>
            <a:p>
              <a:pPr indent="0" lvl="0" marL="0" marR="0" rtl="0" algn="l">
                <a:lnSpc>
                  <a:spcPct val="110000"/>
                </a:lnSpc>
                <a:spcBef>
                  <a:spcPts val="0"/>
                </a:spcBef>
                <a:spcAft>
                  <a:spcPts val="0"/>
                </a:spcAft>
                <a:buNone/>
              </a:pPr>
              <a:r>
                <a:rPr lang="en-US" sz="750">
                  <a:solidFill>
                    <a:schemeClr val="accent3"/>
                  </a:solidFill>
                  <a:latin typeface="Arial"/>
                  <a:ea typeface="Arial"/>
                  <a:cs typeface="Arial"/>
                  <a:sym typeface="Arial"/>
                </a:rPr>
                <a:t>London, UK</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Leeds, UK</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Nottingham, UK</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Dublin, IE</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Madrid, ES</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Tel Aviv, IS</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Cologne, DE</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Lisbon, PT</a:t>
              </a:r>
              <a:endParaRPr/>
            </a:p>
          </p:txBody>
        </p:sp>
        <p:sp>
          <p:nvSpPr>
            <p:cNvPr id="48" name="Google Shape;48;p7"/>
            <p:cNvSpPr txBox="1"/>
            <p:nvPr/>
          </p:nvSpPr>
          <p:spPr>
            <a:xfrm>
              <a:off x="6318430" y="3850704"/>
              <a:ext cx="867759" cy="18980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Paris, FR</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Gdansk, PL</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Bucharest, RO</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Sofia, BG</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Helmond, NL</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Barcelona, ES</a:t>
              </a:r>
              <a:endParaRPr/>
            </a:p>
            <a:p>
              <a:pPr indent="0" lvl="0" marL="0" marR="0" rtl="0" algn="l">
                <a:lnSpc>
                  <a:spcPct val="110000"/>
                </a:lnSpc>
                <a:spcBef>
                  <a:spcPts val="0"/>
                </a:spcBef>
                <a:spcAft>
                  <a:spcPts val="0"/>
                </a:spcAft>
                <a:buNone/>
              </a:pPr>
              <a:r>
                <a:rPr b="0" lang="en-US" sz="750">
                  <a:solidFill>
                    <a:schemeClr val="lt1"/>
                  </a:solidFill>
                  <a:latin typeface="Arial"/>
                  <a:ea typeface="Arial"/>
                  <a:cs typeface="Arial"/>
                  <a:sym typeface="Arial"/>
                </a:rPr>
                <a:t>Bilbao, ES</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Salamanca, ES</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Valencia, ES</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Zaragoza, ES</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Copenhagen, DK</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Zurich, CH</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Kyiv, UA</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Prague, CZ</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Cape Town, ZA</a:t>
              </a:r>
              <a:endParaRPr/>
            </a:p>
          </p:txBody>
        </p:sp>
        <p:sp>
          <p:nvSpPr>
            <p:cNvPr id="49" name="Google Shape;49;p7"/>
            <p:cNvSpPr/>
            <p:nvPr/>
          </p:nvSpPr>
          <p:spPr>
            <a:xfrm>
              <a:off x="3054484" y="1020802"/>
              <a:ext cx="8644084" cy="4481044"/>
            </a:xfrm>
            <a:custGeom>
              <a:rect b="b" l="l" r="r" t="t"/>
              <a:pathLst>
                <a:path extrusionOk="0" h="4463" w="8611">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50" name="Google Shape;50;p7"/>
            <p:cNvSpPr/>
            <p:nvPr/>
          </p:nvSpPr>
          <p:spPr>
            <a:xfrm>
              <a:off x="4051148" y="2799766"/>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51" name="Google Shape;51;p7"/>
            <p:cNvSpPr/>
            <p:nvPr/>
          </p:nvSpPr>
          <p:spPr>
            <a:xfrm>
              <a:off x="4931739" y="2404629"/>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52" name="Google Shape;52;p7"/>
            <p:cNvSpPr/>
            <p:nvPr/>
          </p:nvSpPr>
          <p:spPr>
            <a:xfrm>
              <a:off x="5151701" y="278072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53" name="Google Shape;53;p7"/>
            <p:cNvSpPr/>
            <p:nvPr/>
          </p:nvSpPr>
          <p:spPr>
            <a:xfrm>
              <a:off x="4839521" y="278072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54" name="Google Shape;54;p7"/>
            <p:cNvSpPr/>
            <p:nvPr/>
          </p:nvSpPr>
          <p:spPr>
            <a:xfrm>
              <a:off x="5117220" y="2557549"/>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55" name="Google Shape;55;p7"/>
            <p:cNvSpPr/>
            <p:nvPr/>
          </p:nvSpPr>
          <p:spPr>
            <a:xfrm>
              <a:off x="4990497" y="289912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56" name="Google Shape;56;p7"/>
            <p:cNvSpPr/>
            <p:nvPr/>
          </p:nvSpPr>
          <p:spPr>
            <a:xfrm>
              <a:off x="4760996" y="2942697"/>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57" name="Google Shape;57;p7"/>
            <p:cNvSpPr/>
            <p:nvPr/>
          </p:nvSpPr>
          <p:spPr>
            <a:xfrm>
              <a:off x="4586118" y="243190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58" name="Google Shape;58;p7"/>
            <p:cNvSpPr/>
            <p:nvPr/>
          </p:nvSpPr>
          <p:spPr>
            <a:xfrm>
              <a:off x="5297034" y="2298468"/>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59" name="Google Shape;59;p7"/>
            <p:cNvSpPr/>
            <p:nvPr/>
          </p:nvSpPr>
          <p:spPr>
            <a:xfrm>
              <a:off x="4799123" y="340378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60" name="Google Shape;60;p7"/>
            <p:cNvSpPr/>
            <p:nvPr/>
          </p:nvSpPr>
          <p:spPr>
            <a:xfrm>
              <a:off x="4645418" y="332607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61" name="Google Shape;61;p7"/>
            <p:cNvSpPr/>
            <p:nvPr/>
          </p:nvSpPr>
          <p:spPr>
            <a:xfrm>
              <a:off x="4936641" y="348866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62" name="Google Shape;62;p7"/>
            <p:cNvSpPr/>
            <p:nvPr/>
          </p:nvSpPr>
          <p:spPr>
            <a:xfrm>
              <a:off x="5319945" y="4641946"/>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63" name="Google Shape;63;p7"/>
            <p:cNvSpPr/>
            <p:nvPr/>
          </p:nvSpPr>
          <p:spPr>
            <a:xfrm>
              <a:off x="5220779" y="407906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64" name="Google Shape;64;p7"/>
            <p:cNvSpPr/>
            <p:nvPr/>
          </p:nvSpPr>
          <p:spPr>
            <a:xfrm>
              <a:off x="5872653" y="4583489"/>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65" name="Google Shape;65;p7"/>
            <p:cNvSpPr/>
            <p:nvPr/>
          </p:nvSpPr>
          <p:spPr>
            <a:xfrm>
              <a:off x="6966396" y="2329034"/>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66" name="Google Shape;66;p7"/>
            <p:cNvSpPr/>
            <p:nvPr/>
          </p:nvSpPr>
          <p:spPr>
            <a:xfrm>
              <a:off x="8861447" y="3594187"/>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67" name="Google Shape;67;p7"/>
            <p:cNvSpPr/>
            <p:nvPr/>
          </p:nvSpPr>
          <p:spPr>
            <a:xfrm>
              <a:off x="9490780" y="3619314"/>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68" name="Google Shape;68;p7"/>
            <p:cNvSpPr/>
            <p:nvPr/>
          </p:nvSpPr>
          <p:spPr>
            <a:xfrm>
              <a:off x="6947333" y="2220804"/>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69" name="Google Shape;69;p7"/>
            <p:cNvSpPr/>
            <p:nvPr/>
          </p:nvSpPr>
          <p:spPr>
            <a:xfrm>
              <a:off x="10072856" y="3557674"/>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70" name="Google Shape;70;p7"/>
            <p:cNvSpPr/>
            <p:nvPr/>
          </p:nvSpPr>
          <p:spPr>
            <a:xfrm>
              <a:off x="10761695" y="4621570"/>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71" name="Google Shape;71;p7"/>
            <p:cNvSpPr/>
            <p:nvPr/>
          </p:nvSpPr>
          <p:spPr>
            <a:xfrm>
              <a:off x="10761695" y="446699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72" name="Google Shape;72;p7"/>
            <p:cNvSpPr/>
            <p:nvPr/>
          </p:nvSpPr>
          <p:spPr>
            <a:xfrm>
              <a:off x="9565034" y="373273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73" name="Google Shape;73;p7"/>
            <p:cNvSpPr/>
            <p:nvPr/>
          </p:nvSpPr>
          <p:spPr>
            <a:xfrm>
              <a:off x="9946198" y="310791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74" name="Google Shape;74;p7"/>
            <p:cNvSpPr/>
            <p:nvPr/>
          </p:nvSpPr>
          <p:spPr>
            <a:xfrm>
              <a:off x="9783772" y="3271627"/>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75" name="Google Shape;75;p7"/>
            <p:cNvSpPr/>
            <p:nvPr/>
          </p:nvSpPr>
          <p:spPr>
            <a:xfrm>
              <a:off x="7168798" y="2397849"/>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76" name="Google Shape;76;p7"/>
            <p:cNvSpPr/>
            <p:nvPr/>
          </p:nvSpPr>
          <p:spPr>
            <a:xfrm>
              <a:off x="6854597" y="2752017"/>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77" name="Google Shape;77;p7"/>
            <p:cNvSpPr/>
            <p:nvPr/>
          </p:nvSpPr>
          <p:spPr>
            <a:xfrm>
              <a:off x="7114847" y="2502484"/>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78" name="Google Shape;78;p7"/>
            <p:cNvSpPr/>
            <p:nvPr/>
          </p:nvSpPr>
          <p:spPr>
            <a:xfrm>
              <a:off x="7425211" y="226799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79" name="Google Shape;79;p7"/>
            <p:cNvSpPr/>
            <p:nvPr/>
          </p:nvSpPr>
          <p:spPr>
            <a:xfrm>
              <a:off x="8116379" y="262820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80" name="Google Shape;80;p7"/>
            <p:cNvSpPr/>
            <p:nvPr/>
          </p:nvSpPr>
          <p:spPr>
            <a:xfrm>
              <a:off x="8024873" y="271789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81" name="Google Shape;81;p7"/>
            <p:cNvSpPr/>
            <p:nvPr/>
          </p:nvSpPr>
          <p:spPr>
            <a:xfrm>
              <a:off x="8833524" y="3492846"/>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82" name="Google Shape;82;p7"/>
            <p:cNvSpPr/>
            <p:nvPr/>
          </p:nvSpPr>
          <p:spPr>
            <a:xfrm>
              <a:off x="8931926" y="335076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83" name="Google Shape;83;p7"/>
            <p:cNvSpPr/>
            <p:nvPr/>
          </p:nvSpPr>
          <p:spPr>
            <a:xfrm>
              <a:off x="8785192" y="3121953"/>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84" name="Google Shape;84;p7"/>
            <p:cNvSpPr/>
            <p:nvPr/>
          </p:nvSpPr>
          <p:spPr>
            <a:xfrm>
              <a:off x="6801823" y="2298467"/>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85" name="Google Shape;85;p7"/>
            <p:cNvSpPr/>
            <p:nvPr/>
          </p:nvSpPr>
          <p:spPr>
            <a:xfrm>
              <a:off x="7904611" y="308387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86" name="Google Shape;86;p7"/>
            <p:cNvSpPr/>
            <p:nvPr/>
          </p:nvSpPr>
          <p:spPr>
            <a:xfrm>
              <a:off x="10543292" y="4762314"/>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87" name="Google Shape;87;p7"/>
            <p:cNvSpPr txBox="1"/>
            <p:nvPr/>
          </p:nvSpPr>
          <p:spPr>
            <a:xfrm>
              <a:off x="10883229" y="2428150"/>
              <a:ext cx="1022540" cy="1644104"/>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750">
                  <a:solidFill>
                    <a:schemeClr val="lt1"/>
                  </a:solidFill>
                  <a:latin typeface="Arial"/>
                  <a:ea typeface="Arial"/>
                  <a:cs typeface="Arial"/>
                  <a:sym typeface="Arial"/>
                </a:rPr>
                <a:t>APAC</a:t>
              </a:r>
              <a:endParaRPr/>
            </a:p>
            <a:p>
              <a:pPr indent="0" lvl="0" marL="0" marR="0" rtl="0" algn="l">
                <a:lnSpc>
                  <a:spcPct val="110000"/>
                </a:lnSpc>
                <a:spcBef>
                  <a:spcPts val="0"/>
                </a:spcBef>
                <a:spcAft>
                  <a:spcPts val="0"/>
                </a:spcAft>
                <a:buNone/>
              </a:pPr>
              <a:r>
                <a:rPr lang="en-US" sz="750">
                  <a:solidFill>
                    <a:schemeClr val="accent3"/>
                  </a:solidFill>
                  <a:latin typeface="Arial"/>
                  <a:ea typeface="Arial"/>
                  <a:cs typeface="Arial"/>
                  <a:sym typeface="Arial"/>
                </a:rPr>
                <a:t>Singapore, SG</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Manila, PH</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Sydney, AU</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Melbourne, AU</a:t>
              </a:r>
              <a:endParaRPr/>
            </a:p>
            <a:p>
              <a:pPr indent="0" lvl="0" marL="0" marR="0" rtl="0" algn="l">
                <a:lnSpc>
                  <a:spcPct val="110000"/>
                </a:lnSpc>
                <a:spcBef>
                  <a:spcPts val="0"/>
                </a:spcBef>
                <a:spcAft>
                  <a:spcPts val="0"/>
                </a:spcAft>
                <a:buClr>
                  <a:schemeClr val="lt1"/>
                </a:buClr>
                <a:buSzPts val="750"/>
                <a:buFont typeface="Arial"/>
                <a:buNone/>
              </a:pPr>
              <a:r>
                <a:rPr lang="en-US" sz="750">
                  <a:solidFill>
                    <a:schemeClr val="lt1"/>
                  </a:solidFill>
                  <a:latin typeface="Arial"/>
                  <a:ea typeface="Arial"/>
                  <a:cs typeface="Arial"/>
                  <a:sym typeface="Arial"/>
                </a:rPr>
                <a:t>Brisbane, AU</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Penang, MY</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Kuala Lumpur, MY</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Shanghai, CN</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Taipei, TW</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Hong Kong, HK</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Tokyo, JP</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Ho chin min, VN</a:t>
              </a:r>
              <a:endParaRPr/>
            </a:p>
          </p:txBody>
        </p:sp>
        <p:sp>
          <p:nvSpPr>
            <p:cNvPr id="88" name="Google Shape;88;p7"/>
            <p:cNvSpPr/>
            <p:nvPr/>
          </p:nvSpPr>
          <p:spPr>
            <a:xfrm>
              <a:off x="10479645" y="2739156"/>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89" name="Google Shape;89;p7"/>
            <p:cNvSpPr/>
            <p:nvPr/>
          </p:nvSpPr>
          <p:spPr>
            <a:xfrm>
              <a:off x="4019380" y="2398563"/>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90" name="Google Shape;90;p7"/>
            <p:cNvSpPr/>
            <p:nvPr/>
          </p:nvSpPr>
          <p:spPr>
            <a:xfrm>
              <a:off x="5150929" y="3764740"/>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91" name="Google Shape;91;p7"/>
            <p:cNvSpPr/>
            <p:nvPr/>
          </p:nvSpPr>
          <p:spPr>
            <a:xfrm>
              <a:off x="9616458" y="3507190"/>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49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Worldwide office locations Updated">
  <p:cSld name="7_Worldwide office locations Updated">
    <p:bg>
      <p:bgPr>
        <a:solidFill>
          <a:schemeClr val="lt1"/>
        </a:solidFill>
      </p:bgPr>
    </p:bg>
    <p:spTree>
      <p:nvGrpSpPr>
        <p:cNvPr id="92" name="Shape 92"/>
        <p:cNvGrpSpPr/>
        <p:nvPr/>
      </p:nvGrpSpPr>
      <p:grpSpPr>
        <a:xfrm>
          <a:off x="0" y="0"/>
          <a:ext cx="0" cy="0"/>
          <a:chOff x="0" y="0"/>
          <a:chExt cx="0" cy="0"/>
        </a:xfrm>
      </p:grpSpPr>
      <p:sp>
        <p:nvSpPr>
          <p:cNvPr id="93" name="Google Shape;93;p8"/>
          <p:cNvSpPr txBox="1"/>
          <p:nvPr/>
        </p:nvSpPr>
        <p:spPr>
          <a:xfrm>
            <a:off x="274320" y="365760"/>
            <a:ext cx="7479030" cy="91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2400"/>
              <a:buFont typeface="Arial"/>
              <a:buNone/>
            </a:pPr>
            <a:r>
              <a:rPr b="0" lang="en-US" sz="2400">
                <a:solidFill>
                  <a:schemeClr val="dk1"/>
                </a:solidFill>
                <a:latin typeface="Arial"/>
                <a:ea typeface="Arial"/>
                <a:cs typeface="Arial"/>
                <a:sym typeface="Arial"/>
              </a:rPr>
              <a:t>Engineering change </a:t>
            </a:r>
            <a:br>
              <a:rPr b="0" lang="en-US" sz="2400">
                <a:solidFill>
                  <a:schemeClr val="dk1"/>
                </a:solidFill>
                <a:latin typeface="Arial"/>
                <a:ea typeface="Arial"/>
                <a:cs typeface="Arial"/>
                <a:sym typeface="Arial"/>
              </a:rPr>
            </a:br>
            <a:r>
              <a:rPr b="0" lang="en-US" sz="2400">
                <a:solidFill>
                  <a:schemeClr val="dk1"/>
                </a:solidFill>
                <a:latin typeface="Arial"/>
                <a:ea typeface="Arial"/>
                <a:cs typeface="Arial"/>
                <a:sym typeface="Arial"/>
              </a:rPr>
              <a:t>all over the world</a:t>
            </a:r>
            <a:endParaRPr/>
          </a:p>
        </p:txBody>
      </p:sp>
      <p:sp>
        <p:nvSpPr>
          <p:cNvPr id="94" name="Google Shape;94;p8">
            <a:hlinkClick r:id="rId2"/>
          </p:cNvPr>
          <p:cNvSpPr txBox="1"/>
          <p:nvPr/>
        </p:nvSpPr>
        <p:spPr>
          <a:xfrm>
            <a:off x="273844" y="1385476"/>
            <a:ext cx="1859348" cy="3321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i="0" lang="en-US" sz="788">
                <a:solidFill>
                  <a:schemeClr val="dk1"/>
                </a:solidFill>
                <a:latin typeface="Arial"/>
                <a:ea typeface="Arial"/>
                <a:cs typeface="Arial"/>
                <a:sym typeface="Arial"/>
              </a:rPr>
              <a:t>*To see a list of all offices, visit </a:t>
            </a:r>
            <a:r>
              <a:rPr b="1" i="0" lang="en-US" sz="788" u="sng">
                <a:solidFill>
                  <a:schemeClr val="dk1"/>
                </a:solidFill>
                <a:latin typeface="Arial"/>
                <a:ea typeface="Arial"/>
                <a:cs typeface="Arial"/>
                <a:sym typeface="Arial"/>
              </a:rPr>
              <a:t>ust.com</a:t>
            </a:r>
            <a:endParaRPr/>
          </a:p>
        </p:txBody>
      </p:sp>
      <p:grpSp>
        <p:nvGrpSpPr>
          <p:cNvPr id="95" name="Google Shape;95;p8"/>
          <p:cNvGrpSpPr/>
          <p:nvPr/>
        </p:nvGrpSpPr>
        <p:grpSpPr>
          <a:xfrm>
            <a:off x="273844" y="5468864"/>
            <a:ext cx="1429442" cy="387549"/>
            <a:chOff x="505022" y="1208296"/>
            <a:chExt cx="1905923" cy="387549"/>
          </a:xfrm>
        </p:grpSpPr>
        <p:sp>
          <p:nvSpPr>
            <p:cNvPr id="96" name="Google Shape;96;p8"/>
            <p:cNvSpPr txBox="1"/>
            <p:nvPr/>
          </p:nvSpPr>
          <p:spPr>
            <a:xfrm>
              <a:off x="775881" y="1456750"/>
              <a:ext cx="737383" cy="11541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750">
                  <a:solidFill>
                    <a:schemeClr val="dk1"/>
                  </a:solidFill>
                  <a:latin typeface="Arial"/>
                  <a:ea typeface="Arial"/>
                  <a:cs typeface="Arial"/>
                  <a:sym typeface="Arial"/>
                </a:rPr>
                <a:t>Other Centers</a:t>
              </a:r>
              <a:endParaRPr/>
            </a:p>
          </p:txBody>
        </p:sp>
        <p:sp>
          <p:nvSpPr>
            <p:cNvPr id="97" name="Google Shape;97;p8"/>
            <p:cNvSpPr/>
            <p:nvPr/>
          </p:nvSpPr>
          <p:spPr>
            <a:xfrm>
              <a:off x="505022" y="1236605"/>
              <a:ext cx="131596" cy="131432"/>
            </a:xfrm>
            <a:custGeom>
              <a:rect b="b" l="l" r="r" t="t"/>
              <a:pathLst>
                <a:path extrusionOk="0" h="185" w="185">
                  <a:moveTo>
                    <a:pt x="185" y="185"/>
                  </a:moveTo>
                  <a:lnTo>
                    <a:pt x="185" y="185"/>
                  </a:lnTo>
                  <a:lnTo>
                    <a:pt x="0" y="185"/>
                  </a:lnTo>
                  <a:lnTo>
                    <a:pt x="0" y="0"/>
                  </a:lnTo>
                  <a:lnTo>
                    <a:pt x="185" y="0"/>
                  </a:lnTo>
                  <a:lnTo>
                    <a:pt x="185" y="185"/>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98" name="Google Shape;98;p8"/>
            <p:cNvSpPr/>
            <p:nvPr/>
          </p:nvSpPr>
          <p:spPr>
            <a:xfrm>
              <a:off x="505022" y="1464413"/>
              <a:ext cx="131596" cy="131432"/>
            </a:xfrm>
            <a:custGeom>
              <a:rect b="b" l="l" r="r" t="t"/>
              <a:pathLst>
                <a:path extrusionOk="0" h="185" w="185">
                  <a:moveTo>
                    <a:pt x="185" y="185"/>
                  </a:moveTo>
                  <a:lnTo>
                    <a:pt x="185" y="185"/>
                  </a:lnTo>
                  <a:lnTo>
                    <a:pt x="0" y="185"/>
                  </a:lnTo>
                  <a:lnTo>
                    <a:pt x="0" y="0"/>
                  </a:lnTo>
                  <a:lnTo>
                    <a:pt x="185" y="0"/>
                  </a:lnTo>
                  <a:lnTo>
                    <a:pt x="185" y="185"/>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99" name="Google Shape;99;p8"/>
            <p:cNvSpPr txBox="1"/>
            <p:nvPr/>
          </p:nvSpPr>
          <p:spPr>
            <a:xfrm>
              <a:off x="775881" y="1208296"/>
              <a:ext cx="1635064" cy="11541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750">
                  <a:solidFill>
                    <a:schemeClr val="dk1"/>
                  </a:solidFill>
                  <a:latin typeface="Arial"/>
                  <a:ea typeface="Arial"/>
                  <a:cs typeface="Arial"/>
                  <a:sym typeface="Arial"/>
                </a:rPr>
                <a:t>Main Offices &amp; Innovation Labs</a:t>
              </a:r>
              <a:endParaRPr/>
            </a:p>
          </p:txBody>
        </p:sp>
      </p:grpSp>
      <p:sp>
        <p:nvSpPr>
          <p:cNvPr id="100" name="Google Shape;100;p8"/>
          <p:cNvSpPr/>
          <p:nvPr/>
        </p:nvSpPr>
        <p:spPr>
          <a:xfrm>
            <a:off x="273844" y="1966988"/>
            <a:ext cx="1505971" cy="1843012"/>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dk1"/>
              </a:solidFill>
              <a:latin typeface="Arial"/>
              <a:ea typeface="Arial"/>
              <a:cs typeface="Arial"/>
              <a:sym typeface="Arial"/>
            </a:endParaRPr>
          </a:p>
        </p:txBody>
      </p:sp>
      <p:sp>
        <p:nvSpPr>
          <p:cNvPr id="101" name="Google Shape;101;p8"/>
          <p:cNvSpPr/>
          <p:nvPr/>
        </p:nvSpPr>
        <p:spPr>
          <a:xfrm>
            <a:off x="394139" y="2233661"/>
            <a:ext cx="1323000" cy="774226"/>
          </a:xfrm>
          <a:prstGeom prst="rect">
            <a:avLst/>
          </a:prstGeom>
          <a:noFill/>
          <a:ln>
            <a:noFill/>
          </a:ln>
        </p:spPr>
        <p:txBody>
          <a:bodyPr anchorCtr="0" anchor="ctr" bIns="45700" lIns="91425" spcFirstLastPara="1" rIns="91425" wrap="square" tIns="45700">
            <a:noAutofit/>
          </a:bodyPr>
          <a:lstStyle/>
          <a:p>
            <a:pPr indent="0" lvl="2" marL="0" marR="0" rtl="0" algn="l">
              <a:lnSpc>
                <a:spcPct val="120000"/>
              </a:lnSpc>
              <a:spcBef>
                <a:spcPts val="0"/>
              </a:spcBef>
              <a:spcAft>
                <a:spcPts val="0"/>
              </a:spcAft>
              <a:buNone/>
            </a:pPr>
            <a:r>
              <a:rPr b="0" i="0" lang="en-US" sz="750" u="none" cap="none" strike="noStrike">
                <a:solidFill>
                  <a:schemeClr val="lt1"/>
                </a:solidFill>
                <a:latin typeface="Arial"/>
                <a:ea typeface="Arial"/>
                <a:cs typeface="Arial"/>
                <a:sym typeface="Arial"/>
              </a:rPr>
              <a:t>86% of our global footprint is ISO 14001:2015 (Environmental Management System)</a:t>
            </a:r>
            <a:endParaRPr b="0" i="0" sz="750" u="none" cap="none" strike="noStrike">
              <a:solidFill>
                <a:schemeClr val="lt1"/>
              </a:solidFill>
              <a:latin typeface="Arial"/>
              <a:ea typeface="Arial"/>
              <a:cs typeface="Arial"/>
              <a:sym typeface="Arial"/>
            </a:endParaRPr>
          </a:p>
        </p:txBody>
      </p:sp>
      <p:sp>
        <p:nvSpPr>
          <p:cNvPr id="102" name="Google Shape;102;p8"/>
          <p:cNvSpPr/>
          <p:nvPr/>
        </p:nvSpPr>
        <p:spPr>
          <a:xfrm>
            <a:off x="394139" y="3102454"/>
            <a:ext cx="1323000" cy="388065"/>
          </a:xfrm>
          <a:prstGeom prst="rect">
            <a:avLst/>
          </a:prstGeom>
          <a:noFill/>
          <a:ln>
            <a:noFill/>
          </a:ln>
        </p:spPr>
        <p:txBody>
          <a:bodyPr anchorCtr="0" anchor="ctr" bIns="45700" lIns="91425" spcFirstLastPara="1" rIns="91425" wrap="square" tIns="45700">
            <a:noAutofit/>
          </a:bodyPr>
          <a:lstStyle/>
          <a:p>
            <a:pPr indent="0" lvl="2" marL="0" marR="0" rtl="0" algn="l">
              <a:lnSpc>
                <a:spcPct val="120000"/>
              </a:lnSpc>
              <a:spcBef>
                <a:spcPts val="0"/>
              </a:spcBef>
              <a:spcAft>
                <a:spcPts val="0"/>
              </a:spcAft>
              <a:buNone/>
            </a:pPr>
            <a:r>
              <a:rPr b="0" i="0" lang="en-US" sz="750" u="none" cap="none" strike="noStrike">
                <a:solidFill>
                  <a:schemeClr val="lt1"/>
                </a:solidFill>
                <a:latin typeface="Arial"/>
                <a:ea typeface="Arial"/>
                <a:cs typeface="Arial"/>
                <a:sym typeface="Arial"/>
              </a:rPr>
              <a:t>43% of our global footprint is LEED Gold Certified</a:t>
            </a:r>
            <a:endParaRPr b="0" i="0" sz="750" u="none" cap="none" strike="noStrike">
              <a:solidFill>
                <a:schemeClr val="lt1"/>
              </a:solidFill>
              <a:latin typeface="Arial"/>
              <a:ea typeface="Arial"/>
              <a:cs typeface="Arial"/>
              <a:sym typeface="Arial"/>
            </a:endParaRPr>
          </a:p>
        </p:txBody>
      </p:sp>
      <p:sp>
        <p:nvSpPr>
          <p:cNvPr descr="UST" id="103" name="Google Shape;103;p8"/>
          <p:cNvSpPr/>
          <p:nvPr/>
        </p:nvSpPr>
        <p:spPr>
          <a:xfrm>
            <a:off x="274320" y="6238277"/>
            <a:ext cx="240030" cy="354090"/>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rgbClr val="231F20"/>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lt1"/>
              </a:buClr>
              <a:buSzPts val="1350"/>
              <a:buFont typeface="Arial"/>
              <a:buNone/>
            </a:pPr>
            <a:r>
              <a:t/>
            </a:r>
            <a:endParaRPr b="0" i="0" sz="1350" u="none" cap="none" strike="noStrike">
              <a:solidFill>
                <a:srgbClr val="231F20"/>
              </a:solidFill>
              <a:latin typeface="Arial"/>
              <a:ea typeface="Arial"/>
              <a:cs typeface="Arial"/>
              <a:sym typeface="Arial"/>
            </a:endParaRPr>
          </a:p>
        </p:txBody>
      </p:sp>
      <p:sp>
        <p:nvSpPr>
          <p:cNvPr id="104" name="Google Shape;104;p8"/>
          <p:cNvSpPr txBox="1"/>
          <p:nvPr/>
        </p:nvSpPr>
        <p:spPr>
          <a:xfrm>
            <a:off x="6167470" y="6402070"/>
            <a:ext cx="2357024" cy="1828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105" name="Google Shape;105;p8"/>
          <p:cNvSpPr txBox="1"/>
          <p:nvPr/>
        </p:nvSpPr>
        <p:spPr>
          <a:xfrm>
            <a:off x="8524494" y="6317731"/>
            <a:ext cx="342900" cy="274637"/>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grpSp>
        <p:nvGrpSpPr>
          <p:cNvPr id="106" name="Google Shape;106;p8"/>
          <p:cNvGrpSpPr/>
          <p:nvPr/>
        </p:nvGrpSpPr>
        <p:grpSpPr>
          <a:xfrm>
            <a:off x="2105887" y="1020802"/>
            <a:ext cx="6794865" cy="4727922"/>
            <a:chOff x="2807849" y="1020802"/>
            <a:chExt cx="9059820" cy="4727922"/>
          </a:xfrm>
        </p:grpSpPr>
        <p:grpSp>
          <p:nvGrpSpPr>
            <p:cNvPr id="107" name="Google Shape;107;p8"/>
            <p:cNvGrpSpPr/>
            <p:nvPr/>
          </p:nvGrpSpPr>
          <p:grpSpPr>
            <a:xfrm>
              <a:off x="2807849" y="1020802"/>
              <a:ext cx="8852619" cy="4727922"/>
              <a:chOff x="2845949" y="1020802"/>
              <a:chExt cx="8852619" cy="4727922"/>
            </a:xfrm>
          </p:grpSpPr>
          <p:sp>
            <p:nvSpPr>
              <p:cNvPr id="108" name="Google Shape;108;p8"/>
              <p:cNvSpPr txBox="1"/>
              <p:nvPr/>
            </p:nvSpPr>
            <p:spPr>
              <a:xfrm>
                <a:off x="2845949" y="2336626"/>
                <a:ext cx="1072943" cy="23442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750">
                    <a:solidFill>
                      <a:schemeClr val="dk1"/>
                    </a:solidFill>
                    <a:latin typeface="Arial"/>
                    <a:ea typeface="Arial"/>
                    <a:cs typeface="Arial"/>
                    <a:sym typeface="Arial"/>
                  </a:rPr>
                  <a:t>AMERICAS</a:t>
                </a:r>
                <a:endParaRPr/>
              </a:p>
              <a:p>
                <a:pPr indent="0" lvl="0" marL="0" marR="0" rtl="0" algn="l">
                  <a:lnSpc>
                    <a:spcPct val="110000"/>
                  </a:lnSpc>
                  <a:spcBef>
                    <a:spcPts val="75"/>
                  </a:spcBef>
                  <a:spcAft>
                    <a:spcPts val="0"/>
                  </a:spcAft>
                  <a:buNone/>
                </a:pPr>
                <a:r>
                  <a:rPr lang="en-US" sz="750">
                    <a:solidFill>
                      <a:schemeClr val="accent6"/>
                    </a:solidFill>
                    <a:latin typeface="Arial"/>
                    <a:ea typeface="Arial"/>
                    <a:cs typeface="Arial"/>
                    <a:sym typeface="Arial"/>
                  </a:rPr>
                  <a:t>Global HQ – Orange </a:t>
                </a:r>
                <a:br>
                  <a:rPr lang="en-US" sz="750">
                    <a:solidFill>
                      <a:schemeClr val="accent6"/>
                    </a:solidFill>
                    <a:latin typeface="Arial"/>
                    <a:ea typeface="Arial"/>
                    <a:cs typeface="Arial"/>
                    <a:sym typeface="Arial"/>
                  </a:rPr>
                </a:br>
                <a:r>
                  <a:rPr lang="en-US" sz="750">
                    <a:solidFill>
                      <a:schemeClr val="accent6"/>
                    </a:solidFill>
                    <a:latin typeface="Arial"/>
                    <a:ea typeface="Arial"/>
                    <a:cs typeface="Arial"/>
                    <a:sym typeface="Arial"/>
                  </a:rPr>
                  <a:t>County, CA</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Bentonville, AR</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Chicago, IL </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Norfolk, VA</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Atlanta, GA</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Seattle, WA</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Toronto, CA</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Vancouver, CA</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Guadalajara, MX</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Leon, MX</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San Jose, CR</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Santiago, CL</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Lima, PE</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Sao Paulo, BR</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Bogota, CO</a:t>
                </a:r>
                <a:endParaRPr/>
              </a:p>
            </p:txBody>
          </p:sp>
          <p:sp>
            <p:nvSpPr>
              <p:cNvPr id="109" name="Google Shape;109;p8"/>
              <p:cNvSpPr txBox="1"/>
              <p:nvPr/>
            </p:nvSpPr>
            <p:spPr>
              <a:xfrm>
                <a:off x="8669029" y="3791605"/>
                <a:ext cx="1073228" cy="1390189"/>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750">
                    <a:solidFill>
                      <a:schemeClr val="dk1"/>
                    </a:solidFill>
                    <a:latin typeface="Arial"/>
                    <a:ea typeface="Arial"/>
                    <a:cs typeface="Arial"/>
                    <a:sym typeface="Arial"/>
                  </a:rPr>
                  <a:t>INDIA</a:t>
                </a:r>
                <a:endParaRPr/>
              </a:p>
              <a:p>
                <a:pPr indent="0" lvl="0" marL="0" marR="0" rtl="0" algn="l">
                  <a:lnSpc>
                    <a:spcPct val="110000"/>
                  </a:lnSpc>
                  <a:spcBef>
                    <a:spcPts val="0"/>
                  </a:spcBef>
                  <a:spcAft>
                    <a:spcPts val="0"/>
                  </a:spcAft>
                  <a:buNone/>
                </a:pPr>
                <a:r>
                  <a:rPr lang="en-US" sz="750">
                    <a:solidFill>
                      <a:schemeClr val="accent3"/>
                    </a:solidFill>
                    <a:latin typeface="Arial"/>
                    <a:ea typeface="Arial"/>
                    <a:cs typeface="Arial"/>
                    <a:sym typeface="Arial"/>
                  </a:rPr>
                  <a:t>Trivandrum</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Bangalore</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Chennai</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Hyderabad</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Kochi</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Delhi</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Coimbatore </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Hosur </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Pune</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Kolkata</a:t>
                </a:r>
                <a:endParaRPr/>
              </a:p>
            </p:txBody>
          </p:sp>
          <p:sp>
            <p:nvSpPr>
              <p:cNvPr id="110" name="Google Shape;110;p8"/>
              <p:cNvSpPr txBox="1"/>
              <p:nvPr/>
            </p:nvSpPr>
            <p:spPr>
              <a:xfrm>
                <a:off x="5910806" y="2284867"/>
                <a:ext cx="837836" cy="1136273"/>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750">
                    <a:solidFill>
                      <a:schemeClr val="dk1"/>
                    </a:solidFill>
                    <a:latin typeface="Arial"/>
                    <a:ea typeface="Arial"/>
                    <a:cs typeface="Arial"/>
                    <a:sym typeface="Arial"/>
                  </a:rPr>
                  <a:t>EMEA</a:t>
                </a:r>
                <a:endParaRPr/>
              </a:p>
              <a:p>
                <a:pPr indent="0" lvl="0" marL="0" marR="0" rtl="0" algn="l">
                  <a:lnSpc>
                    <a:spcPct val="110000"/>
                  </a:lnSpc>
                  <a:spcBef>
                    <a:spcPts val="0"/>
                  </a:spcBef>
                  <a:spcAft>
                    <a:spcPts val="0"/>
                  </a:spcAft>
                  <a:buNone/>
                </a:pPr>
                <a:r>
                  <a:rPr lang="en-US" sz="750">
                    <a:solidFill>
                      <a:schemeClr val="accent3"/>
                    </a:solidFill>
                    <a:latin typeface="Arial"/>
                    <a:ea typeface="Arial"/>
                    <a:cs typeface="Arial"/>
                    <a:sym typeface="Arial"/>
                  </a:rPr>
                  <a:t>London, UK</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Leeds, UK</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Nottingham, UK</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Dublin, IE</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Madrid, ES</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Tel Aviv, IS</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Cologne, DE</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Lisbon, PT</a:t>
                </a:r>
                <a:endParaRPr/>
              </a:p>
            </p:txBody>
          </p:sp>
          <p:sp>
            <p:nvSpPr>
              <p:cNvPr id="111" name="Google Shape;111;p8"/>
              <p:cNvSpPr txBox="1"/>
              <p:nvPr/>
            </p:nvSpPr>
            <p:spPr>
              <a:xfrm>
                <a:off x="6318430" y="3850704"/>
                <a:ext cx="867759" cy="18980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Paris, FR</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Gdansk, PL</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Bucharest, RO</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Sofia, BG</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Helmond, NL</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Barcelona, ES</a:t>
                </a:r>
                <a:endParaRPr/>
              </a:p>
              <a:p>
                <a:pPr indent="0" lvl="0" marL="0" marR="0" rtl="0" algn="l">
                  <a:lnSpc>
                    <a:spcPct val="110000"/>
                  </a:lnSpc>
                  <a:spcBef>
                    <a:spcPts val="0"/>
                  </a:spcBef>
                  <a:spcAft>
                    <a:spcPts val="0"/>
                  </a:spcAft>
                  <a:buNone/>
                </a:pPr>
                <a:r>
                  <a:rPr b="0" lang="en-US" sz="750">
                    <a:solidFill>
                      <a:schemeClr val="dk1"/>
                    </a:solidFill>
                    <a:latin typeface="Arial"/>
                    <a:ea typeface="Arial"/>
                    <a:cs typeface="Arial"/>
                    <a:sym typeface="Arial"/>
                  </a:rPr>
                  <a:t>Bilbao, ES</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Salamanca, ES</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Valencia, ES</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Zaragoza, ES</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Copenhagen, DK</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Zurich, CH</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Kyiv, UA</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Prague, CZ</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Cape Town, ZA</a:t>
                </a:r>
                <a:endParaRPr/>
              </a:p>
            </p:txBody>
          </p:sp>
          <p:sp>
            <p:nvSpPr>
              <p:cNvPr id="112" name="Google Shape;112;p8"/>
              <p:cNvSpPr/>
              <p:nvPr/>
            </p:nvSpPr>
            <p:spPr>
              <a:xfrm>
                <a:off x="3054484" y="1020802"/>
                <a:ext cx="8644084" cy="4481044"/>
              </a:xfrm>
              <a:custGeom>
                <a:rect b="b" l="l" r="r" t="t"/>
                <a:pathLst>
                  <a:path extrusionOk="0" h="4463" w="8611">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13" name="Google Shape;113;p8"/>
              <p:cNvSpPr/>
              <p:nvPr/>
            </p:nvSpPr>
            <p:spPr>
              <a:xfrm>
                <a:off x="4051148" y="2799766"/>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14" name="Google Shape;114;p8"/>
              <p:cNvSpPr/>
              <p:nvPr/>
            </p:nvSpPr>
            <p:spPr>
              <a:xfrm>
                <a:off x="4931739" y="2404629"/>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15" name="Google Shape;115;p8"/>
              <p:cNvSpPr/>
              <p:nvPr/>
            </p:nvSpPr>
            <p:spPr>
              <a:xfrm>
                <a:off x="5151701" y="278072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16" name="Google Shape;116;p8"/>
              <p:cNvSpPr/>
              <p:nvPr/>
            </p:nvSpPr>
            <p:spPr>
              <a:xfrm>
                <a:off x="4839521" y="278072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17" name="Google Shape;117;p8"/>
              <p:cNvSpPr/>
              <p:nvPr/>
            </p:nvSpPr>
            <p:spPr>
              <a:xfrm>
                <a:off x="5117220" y="2557549"/>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18" name="Google Shape;118;p8"/>
              <p:cNvSpPr/>
              <p:nvPr/>
            </p:nvSpPr>
            <p:spPr>
              <a:xfrm>
                <a:off x="4990497" y="289912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19" name="Google Shape;119;p8"/>
              <p:cNvSpPr/>
              <p:nvPr/>
            </p:nvSpPr>
            <p:spPr>
              <a:xfrm>
                <a:off x="4760996" y="2942697"/>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0" name="Google Shape;120;p8"/>
              <p:cNvSpPr/>
              <p:nvPr/>
            </p:nvSpPr>
            <p:spPr>
              <a:xfrm>
                <a:off x="4586118" y="243190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1" name="Google Shape;121;p8"/>
              <p:cNvSpPr/>
              <p:nvPr/>
            </p:nvSpPr>
            <p:spPr>
              <a:xfrm>
                <a:off x="5297034" y="2298468"/>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2" name="Google Shape;122;p8"/>
              <p:cNvSpPr/>
              <p:nvPr/>
            </p:nvSpPr>
            <p:spPr>
              <a:xfrm>
                <a:off x="4799123" y="340378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3" name="Google Shape;123;p8"/>
              <p:cNvSpPr/>
              <p:nvPr/>
            </p:nvSpPr>
            <p:spPr>
              <a:xfrm>
                <a:off x="4645418" y="332607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4" name="Google Shape;124;p8"/>
              <p:cNvSpPr/>
              <p:nvPr/>
            </p:nvSpPr>
            <p:spPr>
              <a:xfrm>
                <a:off x="4936641" y="348866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5" name="Google Shape;125;p8"/>
              <p:cNvSpPr/>
              <p:nvPr/>
            </p:nvSpPr>
            <p:spPr>
              <a:xfrm>
                <a:off x="5319945" y="4641946"/>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6" name="Google Shape;126;p8"/>
              <p:cNvSpPr/>
              <p:nvPr/>
            </p:nvSpPr>
            <p:spPr>
              <a:xfrm>
                <a:off x="5220779" y="407906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7" name="Google Shape;127;p8"/>
              <p:cNvSpPr/>
              <p:nvPr/>
            </p:nvSpPr>
            <p:spPr>
              <a:xfrm>
                <a:off x="5872653" y="4583489"/>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8" name="Google Shape;128;p8"/>
              <p:cNvSpPr/>
              <p:nvPr/>
            </p:nvSpPr>
            <p:spPr>
              <a:xfrm>
                <a:off x="6966396" y="2329034"/>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9" name="Google Shape;129;p8"/>
              <p:cNvSpPr/>
              <p:nvPr/>
            </p:nvSpPr>
            <p:spPr>
              <a:xfrm>
                <a:off x="8861447" y="3594187"/>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30" name="Google Shape;130;p8"/>
              <p:cNvSpPr/>
              <p:nvPr/>
            </p:nvSpPr>
            <p:spPr>
              <a:xfrm>
                <a:off x="9490780" y="3619314"/>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31" name="Google Shape;131;p8"/>
              <p:cNvSpPr/>
              <p:nvPr/>
            </p:nvSpPr>
            <p:spPr>
              <a:xfrm>
                <a:off x="6947333" y="2220804"/>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32" name="Google Shape;132;p8"/>
              <p:cNvSpPr/>
              <p:nvPr/>
            </p:nvSpPr>
            <p:spPr>
              <a:xfrm>
                <a:off x="10072856" y="3557674"/>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33" name="Google Shape;133;p8"/>
              <p:cNvSpPr/>
              <p:nvPr/>
            </p:nvSpPr>
            <p:spPr>
              <a:xfrm>
                <a:off x="10761695" y="4621570"/>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34" name="Google Shape;134;p8"/>
              <p:cNvSpPr/>
              <p:nvPr/>
            </p:nvSpPr>
            <p:spPr>
              <a:xfrm>
                <a:off x="10761695" y="446699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35" name="Google Shape;135;p8"/>
              <p:cNvSpPr/>
              <p:nvPr/>
            </p:nvSpPr>
            <p:spPr>
              <a:xfrm>
                <a:off x="9565034" y="373273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36" name="Google Shape;136;p8"/>
              <p:cNvSpPr/>
              <p:nvPr/>
            </p:nvSpPr>
            <p:spPr>
              <a:xfrm>
                <a:off x="9946198" y="310791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37" name="Google Shape;137;p8"/>
              <p:cNvSpPr/>
              <p:nvPr/>
            </p:nvSpPr>
            <p:spPr>
              <a:xfrm>
                <a:off x="9783772" y="3271627"/>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38" name="Google Shape;138;p8"/>
              <p:cNvSpPr/>
              <p:nvPr/>
            </p:nvSpPr>
            <p:spPr>
              <a:xfrm>
                <a:off x="7168798" y="2397849"/>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39" name="Google Shape;139;p8"/>
              <p:cNvSpPr/>
              <p:nvPr/>
            </p:nvSpPr>
            <p:spPr>
              <a:xfrm>
                <a:off x="6854597" y="2752017"/>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0" name="Google Shape;140;p8"/>
              <p:cNvSpPr/>
              <p:nvPr/>
            </p:nvSpPr>
            <p:spPr>
              <a:xfrm>
                <a:off x="7114847" y="2502484"/>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1" name="Google Shape;141;p8"/>
              <p:cNvSpPr/>
              <p:nvPr/>
            </p:nvSpPr>
            <p:spPr>
              <a:xfrm>
                <a:off x="7425211" y="226799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2" name="Google Shape;142;p8"/>
              <p:cNvSpPr/>
              <p:nvPr/>
            </p:nvSpPr>
            <p:spPr>
              <a:xfrm>
                <a:off x="8116379" y="262820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3" name="Google Shape;143;p8"/>
              <p:cNvSpPr/>
              <p:nvPr/>
            </p:nvSpPr>
            <p:spPr>
              <a:xfrm>
                <a:off x="8024873" y="271789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4" name="Google Shape;144;p8"/>
              <p:cNvSpPr/>
              <p:nvPr/>
            </p:nvSpPr>
            <p:spPr>
              <a:xfrm>
                <a:off x="8833524" y="3492846"/>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5" name="Google Shape;145;p8"/>
              <p:cNvSpPr/>
              <p:nvPr/>
            </p:nvSpPr>
            <p:spPr>
              <a:xfrm>
                <a:off x="8931926" y="335076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6" name="Google Shape;146;p8"/>
              <p:cNvSpPr/>
              <p:nvPr/>
            </p:nvSpPr>
            <p:spPr>
              <a:xfrm>
                <a:off x="8785192" y="3121953"/>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7" name="Google Shape;147;p8"/>
              <p:cNvSpPr/>
              <p:nvPr/>
            </p:nvSpPr>
            <p:spPr>
              <a:xfrm>
                <a:off x="6801823" y="2298467"/>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8" name="Google Shape;148;p8"/>
              <p:cNvSpPr/>
              <p:nvPr/>
            </p:nvSpPr>
            <p:spPr>
              <a:xfrm>
                <a:off x="7904611" y="308387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9" name="Google Shape;149;p8"/>
              <p:cNvSpPr/>
              <p:nvPr/>
            </p:nvSpPr>
            <p:spPr>
              <a:xfrm>
                <a:off x="10543292" y="4762314"/>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50" name="Google Shape;150;p8"/>
              <p:cNvSpPr/>
              <p:nvPr/>
            </p:nvSpPr>
            <p:spPr>
              <a:xfrm>
                <a:off x="10479645" y="2739156"/>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51" name="Google Shape;151;p8"/>
              <p:cNvSpPr/>
              <p:nvPr/>
            </p:nvSpPr>
            <p:spPr>
              <a:xfrm>
                <a:off x="4019380" y="2398563"/>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52" name="Google Shape;152;p8"/>
              <p:cNvSpPr/>
              <p:nvPr/>
            </p:nvSpPr>
            <p:spPr>
              <a:xfrm>
                <a:off x="5150929" y="3764740"/>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53" name="Google Shape;153;p8"/>
              <p:cNvSpPr/>
              <p:nvPr/>
            </p:nvSpPr>
            <p:spPr>
              <a:xfrm>
                <a:off x="9616458" y="3507190"/>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grpSp>
        <p:sp>
          <p:nvSpPr>
            <p:cNvPr id="154" name="Google Shape;154;p8"/>
            <p:cNvSpPr txBox="1"/>
            <p:nvPr/>
          </p:nvSpPr>
          <p:spPr>
            <a:xfrm>
              <a:off x="10845129" y="2428150"/>
              <a:ext cx="1022540" cy="1644104"/>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750">
                  <a:solidFill>
                    <a:schemeClr val="dk1"/>
                  </a:solidFill>
                  <a:latin typeface="Arial"/>
                  <a:ea typeface="Arial"/>
                  <a:cs typeface="Arial"/>
                  <a:sym typeface="Arial"/>
                </a:rPr>
                <a:t>APAC</a:t>
              </a:r>
              <a:endParaRPr/>
            </a:p>
            <a:p>
              <a:pPr indent="0" lvl="0" marL="0" marR="0" rtl="0" algn="l">
                <a:lnSpc>
                  <a:spcPct val="110000"/>
                </a:lnSpc>
                <a:spcBef>
                  <a:spcPts val="0"/>
                </a:spcBef>
                <a:spcAft>
                  <a:spcPts val="0"/>
                </a:spcAft>
                <a:buNone/>
              </a:pPr>
              <a:r>
                <a:rPr lang="en-US" sz="750">
                  <a:solidFill>
                    <a:schemeClr val="accent3"/>
                  </a:solidFill>
                  <a:latin typeface="Arial"/>
                  <a:ea typeface="Arial"/>
                  <a:cs typeface="Arial"/>
                  <a:sym typeface="Arial"/>
                </a:rPr>
                <a:t>Singapore, SG</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Manila, PH</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Sydney, AU</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Melbourne, AU</a:t>
              </a:r>
              <a:endParaRPr/>
            </a:p>
            <a:p>
              <a:pPr indent="0" lvl="0" marL="0" marR="0" rtl="0" algn="l">
                <a:lnSpc>
                  <a:spcPct val="110000"/>
                </a:lnSpc>
                <a:spcBef>
                  <a:spcPts val="0"/>
                </a:spcBef>
                <a:spcAft>
                  <a:spcPts val="0"/>
                </a:spcAft>
                <a:buClr>
                  <a:schemeClr val="dk1"/>
                </a:buClr>
                <a:buSzPts val="750"/>
                <a:buFont typeface="Arial"/>
                <a:buNone/>
              </a:pPr>
              <a:r>
                <a:rPr lang="en-US" sz="750">
                  <a:solidFill>
                    <a:schemeClr val="dk1"/>
                  </a:solidFill>
                  <a:latin typeface="Arial"/>
                  <a:ea typeface="Arial"/>
                  <a:cs typeface="Arial"/>
                  <a:sym typeface="Arial"/>
                </a:rPr>
                <a:t>Brisbane, AU</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Penang, MY</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Kuala Lumpur, MY</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Shanghai, CN</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Taipei, TW</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Hong Kong, HK</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Tokyo, JP</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Ho chin min, VN</a:t>
              </a:r>
              <a:endParaRPr/>
            </a:p>
          </p:txBody>
        </p:sp>
      </p:gr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49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undless Impact">
  <p:cSld name="Boundless Impact">
    <p:bg>
      <p:bgPr>
        <a:solidFill>
          <a:schemeClr val="lt2"/>
        </a:solidFill>
      </p:bgPr>
    </p:bg>
    <p:spTree>
      <p:nvGrpSpPr>
        <p:cNvPr id="155" name="Shape 155"/>
        <p:cNvGrpSpPr/>
        <p:nvPr/>
      </p:nvGrpSpPr>
      <p:grpSpPr>
        <a:xfrm>
          <a:off x="0" y="0"/>
          <a:ext cx="0" cy="0"/>
          <a:chOff x="0" y="0"/>
          <a:chExt cx="0" cy="0"/>
        </a:xfrm>
      </p:grpSpPr>
      <p:sp>
        <p:nvSpPr>
          <p:cNvPr id="156" name="Google Shape;156;p9"/>
          <p:cNvSpPr/>
          <p:nvPr/>
        </p:nvSpPr>
        <p:spPr>
          <a:xfrm>
            <a:off x="0" y="1280160"/>
            <a:ext cx="5392103" cy="3488788"/>
          </a:xfrm>
          <a:prstGeom prst="roundRect">
            <a:avLst>
              <a:gd fmla="val 0" name="adj"/>
            </a:avLst>
          </a:prstGeom>
          <a:solidFill>
            <a:schemeClr val="dk1"/>
          </a:solidFill>
          <a:ln>
            <a:noFill/>
          </a:ln>
        </p:spPr>
        <p:txBody>
          <a:bodyPr anchorCtr="0" anchor="ctr" bIns="45700" lIns="411475" spcFirstLastPara="1" rIns="91425" wrap="square" tIns="137150">
            <a:noAutofit/>
          </a:bodyPr>
          <a:lstStyle/>
          <a:p>
            <a:pPr indent="0" lvl="0" marL="0" marR="0" rtl="0" algn="l">
              <a:spcBef>
                <a:spcPts val="0"/>
              </a:spcBef>
              <a:spcAft>
                <a:spcPts val="0"/>
              </a:spcAft>
              <a:buNone/>
            </a:pPr>
            <a:r>
              <a:rPr b="1" lang="en-US" sz="1500">
                <a:solidFill>
                  <a:schemeClr val="lt1"/>
                </a:solidFill>
                <a:latin typeface="Arial"/>
                <a:ea typeface="Arial"/>
                <a:cs typeface="Arial"/>
                <a:sym typeface="Arial"/>
              </a:rPr>
              <a:t>We transform lives through the power of technology. </a:t>
            </a:r>
            <a:endParaRPr/>
          </a:p>
          <a:p>
            <a:pPr indent="0" lvl="0" marL="0" marR="0" rtl="0" algn="l">
              <a:spcBef>
                <a:spcPts val="0"/>
              </a:spcBef>
              <a:spcAft>
                <a:spcPts val="0"/>
              </a:spcAft>
              <a:buNone/>
            </a:pPr>
            <a:r>
              <a:t/>
            </a:r>
            <a:endParaRPr b="1" sz="1500">
              <a:solidFill>
                <a:schemeClr val="lt1"/>
              </a:solidFill>
              <a:latin typeface="Arial"/>
              <a:ea typeface="Arial"/>
              <a:cs typeface="Arial"/>
              <a:sym typeface="Arial"/>
            </a:endParaRPr>
          </a:p>
          <a:p>
            <a:pPr indent="0" lvl="0" marL="0" marR="0" rtl="0" algn="l">
              <a:spcBef>
                <a:spcPts val="0"/>
              </a:spcBef>
              <a:spcAft>
                <a:spcPts val="0"/>
              </a:spcAft>
              <a:buNone/>
            </a:pPr>
            <a:r>
              <a:rPr b="1" lang="en-US" sz="1500">
                <a:solidFill>
                  <a:schemeClr val="lt1"/>
                </a:solidFill>
                <a:latin typeface="Arial"/>
                <a:ea typeface="Arial"/>
                <a:cs typeface="Arial"/>
                <a:sym typeface="Arial"/>
              </a:rPr>
              <a:t>We do it collaboratively, in partnership with our clients and communities. </a:t>
            </a:r>
            <a:endParaRPr/>
          </a:p>
          <a:p>
            <a:pPr indent="0" lvl="0" marL="0" marR="0" rtl="0" algn="l">
              <a:spcBef>
                <a:spcPts val="0"/>
              </a:spcBef>
              <a:spcAft>
                <a:spcPts val="0"/>
              </a:spcAft>
              <a:buNone/>
            </a:pPr>
            <a:r>
              <a:t/>
            </a:r>
            <a:endParaRPr b="1" sz="1500">
              <a:solidFill>
                <a:schemeClr val="lt1"/>
              </a:solidFill>
              <a:latin typeface="Arial"/>
              <a:ea typeface="Arial"/>
              <a:cs typeface="Arial"/>
              <a:sym typeface="Arial"/>
            </a:endParaRPr>
          </a:p>
          <a:p>
            <a:pPr indent="0" lvl="0" marL="0" marR="0" rtl="0" algn="l">
              <a:spcBef>
                <a:spcPts val="0"/>
              </a:spcBef>
              <a:spcAft>
                <a:spcPts val="0"/>
              </a:spcAft>
              <a:buNone/>
            </a:pPr>
            <a:r>
              <a:rPr b="1" lang="en-US" sz="1500">
                <a:solidFill>
                  <a:schemeClr val="lt1"/>
                </a:solidFill>
                <a:latin typeface="Arial"/>
                <a:ea typeface="Arial"/>
                <a:cs typeface="Arial"/>
                <a:sym typeface="Arial"/>
              </a:rPr>
              <a:t>And we do it sustainably, building enduring, boundless impact.</a:t>
            </a:r>
            <a:endParaRPr/>
          </a:p>
          <a:p>
            <a:pPr indent="0" lvl="0" marL="0" marR="0" rtl="0" algn="l">
              <a:lnSpc>
                <a:spcPct val="100000"/>
              </a:lnSpc>
              <a:spcBef>
                <a:spcPts val="0"/>
              </a:spcBef>
              <a:spcAft>
                <a:spcPts val="0"/>
              </a:spcAft>
              <a:buClr>
                <a:schemeClr val="lt1"/>
              </a:buClr>
              <a:buSzPts val="1200"/>
              <a:buFont typeface="Arial"/>
              <a:buNone/>
            </a:pPr>
            <a:r>
              <a:t/>
            </a:r>
            <a:endParaRPr b="1" i="0" sz="12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1200"/>
              <a:buFont typeface="Arial"/>
              <a:buNone/>
            </a:pPr>
            <a:r>
              <a:t/>
            </a:r>
            <a:endParaRPr b="1" i="0" sz="12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1200"/>
              <a:buFont typeface="Arial"/>
              <a:buNone/>
            </a:pPr>
            <a:r>
              <a:t/>
            </a:r>
            <a:endParaRPr b="0" i="0" sz="1200" u="none" cap="none" strike="noStrike">
              <a:solidFill>
                <a:srgbClr val="FFFFFF"/>
              </a:solidFill>
              <a:latin typeface="Arial"/>
              <a:ea typeface="Arial"/>
              <a:cs typeface="Arial"/>
              <a:sym typeface="Arial"/>
            </a:endParaRPr>
          </a:p>
        </p:txBody>
      </p:sp>
      <p:grpSp>
        <p:nvGrpSpPr>
          <p:cNvPr id="157" name="Google Shape;157;p9"/>
          <p:cNvGrpSpPr/>
          <p:nvPr/>
        </p:nvGrpSpPr>
        <p:grpSpPr>
          <a:xfrm>
            <a:off x="175995" y="4004751"/>
            <a:ext cx="4782925" cy="389951"/>
            <a:chOff x="234660" y="3540516"/>
            <a:chExt cx="6377233" cy="389951"/>
          </a:xfrm>
        </p:grpSpPr>
        <p:sp>
          <p:nvSpPr>
            <p:cNvPr id="158" name="Google Shape;158;p9"/>
            <p:cNvSpPr/>
            <p:nvPr/>
          </p:nvSpPr>
          <p:spPr>
            <a:xfrm>
              <a:off x="234660" y="3540516"/>
              <a:ext cx="1497281" cy="361765"/>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Customers</a:t>
              </a:r>
              <a:endParaRPr b="0" i="0" sz="1050" u="none" cap="none" strike="noStrike">
                <a:solidFill>
                  <a:srgbClr val="FFFFFF"/>
                </a:solidFill>
                <a:latin typeface="Arial"/>
                <a:ea typeface="Arial"/>
                <a:cs typeface="Arial"/>
                <a:sym typeface="Arial"/>
              </a:endParaRPr>
            </a:p>
          </p:txBody>
        </p:sp>
        <p:sp>
          <p:nvSpPr>
            <p:cNvPr id="159" name="Google Shape;159;p9"/>
            <p:cNvSpPr/>
            <p:nvPr/>
          </p:nvSpPr>
          <p:spPr>
            <a:xfrm>
              <a:off x="1833890" y="3568702"/>
              <a:ext cx="1497280" cy="361765"/>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Consumers</a:t>
              </a:r>
              <a:endParaRPr b="0" i="0" sz="1050" u="none" cap="none" strike="noStrike">
                <a:solidFill>
                  <a:srgbClr val="FFFFFF"/>
                </a:solidFill>
                <a:latin typeface="Arial"/>
                <a:ea typeface="Arial"/>
                <a:cs typeface="Arial"/>
                <a:sym typeface="Arial"/>
              </a:endParaRPr>
            </a:p>
          </p:txBody>
        </p:sp>
        <p:sp>
          <p:nvSpPr>
            <p:cNvPr id="160" name="Google Shape;160;p9"/>
            <p:cNvSpPr/>
            <p:nvPr/>
          </p:nvSpPr>
          <p:spPr>
            <a:xfrm>
              <a:off x="3370635" y="3568701"/>
              <a:ext cx="1497279" cy="361765"/>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Employees</a:t>
              </a:r>
              <a:endParaRPr b="0" i="0" sz="1050" u="none" cap="none" strike="noStrike">
                <a:solidFill>
                  <a:srgbClr val="FFFFFF"/>
                </a:solidFill>
                <a:latin typeface="Arial"/>
                <a:ea typeface="Arial"/>
                <a:cs typeface="Arial"/>
                <a:sym typeface="Arial"/>
              </a:endParaRPr>
            </a:p>
          </p:txBody>
        </p:sp>
        <p:sp>
          <p:nvSpPr>
            <p:cNvPr id="161" name="Google Shape;161;p9"/>
            <p:cNvSpPr/>
            <p:nvPr/>
          </p:nvSpPr>
          <p:spPr>
            <a:xfrm>
              <a:off x="4907380" y="3568700"/>
              <a:ext cx="1704513" cy="361765"/>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Communities</a:t>
              </a:r>
              <a:endParaRPr b="0" i="0" sz="1050" u="none" cap="none" strike="noStrike">
                <a:solidFill>
                  <a:srgbClr val="FFFFFF"/>
                </a:solidFill>
                <a:latin typeface="Arial"/>
                <a:ea typeface="Arial"/>
                <a:cs typeface="Arial"/>
                <a:sym typeface="Arial"/>
              </a:endParaRPr>
            </a:p>
          </p:txBody>
        </p:sp>
        <p:cxnSp>
          <p:nvCxnSpPr>
            <p:cNvPr id="162" name="Google Shape;162;p9"/>
            <p:cNvCxnSpPr/>
            <p:nvPr/>
          </p:nvCxnSpPr>
          <p:spPr>
            <a:xfrm>
              <a:off x="1598337" y="3749582"/>
              <a:ext cx="407963" cy="0"/>
            </a:xfrm>
            <a:prstGeom prst="straightConnector1">
              <a:avLst/>
            </a:prstGeom>
            <a:noFill/>
            <a:ln cap="sq" cmpd="sng" w="12700">
              <a:solidFill>
                <a:schemeClr val="lt1"/>
              </a:solidFill>
              <a:prstDash val="solid"/>
              <a:round/>
              <a:headEnd len="sm" w="sm" type="none"/>
              <a:tailEnd len="sm" w="sm" type="none"/>
            </a:ln>
          </p:spPr>
        </p:cxnSp>
        <p:cxnSp>
          <p:nvCxnSpPr>
            <p:cNvPr id="163" name="Google Shape;163;p9"/>
            <p:cNvCxnSpPr/>
            <p:nvPr/>
          </p:nvCxnSpPr>
          <p:spPr>
            <a:xfrm>
              <a:off x="3145783" y="3749582"/>
              <a:ext cx="407963" cy="0"/>
            </a:xfrm>
            <a:prstGeom prst="straightConnector1">
              <a:avLst/>
            </a:prstGeom>
            <a:noFill/>
            <a:ln cap="sq" cmpd="sng" w="12700">
              <a:solidFill>
                <a:schemeClr val="lt1"/>
              </a:solidFill>
              <a:prstDash val="solid"/>
              <a:round/>
              <a:headEnd len="sm" w="sm" type="none"/>
              <a:tailEnd len="sm" w="sm" type="none"/>
            </a:ln>
          </p:spPr>
        </p:cxnSp>
        <p:cxnSp>
          <p:nvCxnSpPr>
            <p:cNvPr id="164" name="Google Shape;164;p9"/>
            <p:cNvCxnSpPr/>
            <p:nvPr/>
          </p:nvCxnSpPr>
          <p:spPr>
            <a:xfrm>
              <a:off x="4693229" y="3749582"/>
              <a:ext cx="407963" cy="0"/>
            </a:xfrm>
            <a:prstGeom prst="straightConnector1">
              <a:avLst/>
            </a:prstGeom>
            <a:noFill/>
            <a:ln cap="sq" cmpd="sng" w="12700">
              <a:solidFill>
                <a:schemeClr val="lt1"/>
              </a:solidFill>
              <a:prstDash val="solid"/>
              <a:round/>
              <a:headEnd len="sm" w="sm" type="none"/>
              <a:tailEnd len="sm" w="sm" type="none"/>
            </a:ln>
          </p:spPr>
        </p:cxnSp>
      </p:grpSp>
      <p:pic>
        <p:nvPicPr>
          <p:cNvPr descr="Qr code&#10;&#10;Description automatically generated" id="165" name="Google Shape;165;p9"/>
          <p:cNvPicPr preferRelativeResize="0"/>
          <p:nvPr/>
        </p:nvPicPr>
        <p:blipFill rotWithShape="1">
          <a:blip r:embed="rId2">
            <a:alphaModFix/>
          </a:blip>
          <a:srcRect b="0" l="0" r="0" t="0"/>
          <a:stretch/>
        </p:blipFill>
        <p:spPr>
          <a:xfrm>
            <a:off x="5887329" y="2789897"/>
            <a:ext cx="2335096" cy="3113461"/>
          </a:xfrm>
          <a:prstGeom prst="rect">
            <a:avLst/>
          </a:prstGeom>
          <a:noFill/>
          <a:ln>
            <a:noFill/>
          </a:ln>
        </p:spPr>
      </p:pic>
      <p:sp>
        <p:nvSpPr>
          <p:cNvPr id="166" name="Google Shape;166;p9"/>
          <p:cNvSpPr txBox="1"/>
          <p:nvPr/>
        </p:nvSpPr>
        <p:spPr>
          <a:xfrm>
            <a:off x="274320" y="365760"/>
            <a:ext cx="7479030" cy="914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0" lang="en-US" sz="2400">
                <a:solidFill>
                  <a:schemeClr val="dk1"/>
                </a:solidFill>
                <a:latin typeface="Arial"/>
                <a:ea typeface="Arial"/>
                <a:cs typeface="Arial"/>
                <a:sym typeface="Arial"/>
              </a:rPr>
              <a:t>Together, we build for boundless impact</a:t>
            </a:r>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meline history">
  <p:cSld name="1_Timeline history">
    <p:spTree>
      <p:nvGrpSpPr>
        <p:cNvPr id="167" name="Shape 167"/>
        <p:cNvGrpSpPr/>
        <p:nvPr/>
      </p:nvGrpSpPr>
      <p:grpSpPr>
        <a:xfrm>
          <a:off x="0" y="0"/>
          <a:ext cx="0" cy="0"/>
          <a:chOff x="0" y="0"/>
          <a:chExt cx="0" cy="0"/>
        </a:xfrm>
      </p:grpSpPr>
      <p:sp>
        <p:nvSpPr>
          <p:cNvPr id="168" name="Google Shape;168;p10"/>
          <p:cNvSpPr txBox="1"/>
          <p:nvPr/>
        </p:nvSpPr>
        <p:spPr>
          <a:xfrm>
            <a:off x="274320" y="365760"/>
            <a:ext cx="3052837" cy="91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2400"/>
              <a:buFont typeface="Arial"/>
              <a:buNone/>
            </a:pPr>
            <a:r>
              <a:rPr b="0" lang="en-US" sz="2400">
                <a:solidFill>
                  <a:schemeClr val="dk1"/>
                </a:solidFill>
                <a:latin typeface="Arial"/>
                <a:ea typeface="Arial"/>
                <a:cs typeface="Arial"/>
                <a:sym typeface="Arial"/>
              </a:rPr>
              <a:t>UST’s evolution</a:t>
            </a:r>
            <a:endParaRPr/>
          </a:p>
          <a:p>
            <a:pPr indent="0" lvl="0" marL="0" marR="0" rtl="0" algn="l">
              <a:lnSpc>
                <a:spcPct val="90000"/>
              </a:lnSpc>
              <a:spcBef>
                <a:spcPts val="0"/>
              </a:spcBef>
              <a:spcAft>
                <a:spcPts val="0"/>
              </a:spcAft>
              <a:buClr>
                <a:schemeClr val="dk1"/>
              </a:buClr>
              <a:buSzPts val="1800"/>
              <a:buFont typeface="Arial"/>
              <a:buNone/>
            </a:pPr>
            <a:r>
              <a:rPr b="0" lang="en-US" sz="1800">
                <a:solidFill>
                  <a:schemeClr val="dk1"/>
                </a:solidFill>
                <a:latin typeface="Arial"/>
                <a:ea typeface="Arial"/>
                <a:cs typeface="Arial"/>
                <a:sym typeface="Arial"/>
              </a:rPr>
              <a:t>Digital from day one</a:t>
            </a:r>
            <a:endParaRPr/>
          </a:p>
        </p:txBody>
      </p:sp>
      <p:grpSp>
        <p:nvGrpSpPr>
          <p:cNvPr id="169" name="Google Shape;169;p10"/>
          <p:cNvGrpSpPr/>
          <p:nvPr/>
        </p:nvGrpSpPr>
        <p:grpSpPr>
          <a:xfrm>
            <a:off x="1" y="0"/>
            <a:ext cx="9143999" cy="6172314"/>
            <a:chOff x="1" y="0"/>
            <a:chExt cx="12191998" cy="6172314"/>
          </a:xfrm>
        </p:grpSpPr>
        <p:sp>
          <p:nvSpPr>
            <p:cNvPr id="170" name="Google Shape;170;p10"/>
            <p:cNvSpPr/>
            <p:nvPr/>
          </p:nvSpPr>
          <p:spPr>
            <a:xfrm>
              <a:off x="5258260" y="0"/>
              <a:ext cx="6933739" cy="6172314"/>
            </a:xfrm>
            <a:prstGeom prst="rect">
              <a:avLst/>
            </a:prstGeom>
            <a:solidFill>
              <a:srgbClr val="C2BCB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171" name="Google Shape;171;p10"/>
            <p:cNvSpPr/>
            <p:nvPr/>
          </p:nvSpPr>
          <p:spPr>
            <a:xfrm>
              <a:off x="2183622" y="1764129"/>
              <a:ext cx="3077784" cy="4408185"/>
            </a:xfrm>
            <a:prstGeom prst="rect">
              <a:avLst/>
            </a:prstGeom>
            <a:solidFill>
              <a:srgbClr val="D7E0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172" name="Google Shape;172;p10"/>
            <p:cNvSpPr/>
            <p:nvPr/>
          </p:nvSpPr>
          <p:spPr>
            <a:xfrm>
              <a:off x="1" y="2734540"/>
              <a:ext cx="2187188" cy="3437774"/>
            </a:xfrm>
            <a:prstGeom prst="rect">
              <a:avLst/>
            </a:prstGeom>
            <a:solidFill>
              <a:srgbClr val="F2F7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173" name="Google Shape;173;p10"/>
            <p:cNvSpPr txBox="1"/>
            <p:nvPr/>
          </p:nvSpPr>
          <p:spPr>
            <a:xfrm>
              <a:off x="328336" y="3068582"/>
              <a:ext cx="1176306" cy="2815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350">
                  <a:solidFill>
                    <a:schemeClr val="dk1"/>
                  </a:solidFill>
                  <a:latin typeface="Arial"/>
                  <a:ea typeface="Arial"/>
                  <a:cs typeface="Arial"/>
                  <a:sym typeface="Arial"/>
                </a:rPr>
                <a:t>1999 – 2005</a:t>
              </a:r>
              <a:endParaRPr/>
            </a:p>
          </p:txBody>
        </p:sp>
        <p:sp>
          <p:nvSpPr>
            <p:cNvPr id="174" name="Google Shape;174;p10"/>
            <p:cNvSpPr txBox="1"/>
            <p:nvPr/>
          </p:nvSpPr>
          <p:spPr>
            <a:xfrm>
              <a:off x="2416036" y="2043150"/>
              <a:ext cx="1176306" cy="2815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350">
                  <a:solidFill>
                    <a:schemeClr val="dk1"/>
                  </a:solidFill>
                  <a:latin typeface="Arial"/>
                  <a:ea typeface="Arial"/>
                  <a:cs typeface="Arial"/>
                  <a:sym typeface="Arial"/>
                </a:rPr>
                <a:t>2006 – 2016 </a:t>
              </a:r>
              <a:endParaRPr/>
            </a:p>
          </p:txBody>
        </p:sp>
        <p:sp>
          <p:nvSpPr>
            <p:cNvPr id="175" name="Google Shape;175;p10"/>
            <p:cNvSpPr txBox="1"/>
            <p:nvPr/>
          </p:nvSpPr>
          <p:spPr>
            <a:xfrm>
              <a:off x="5511911" y="340426"/>
              <a:ext cx="1176306" cy="2815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350">
                  <a:solidFill>
                    <a:schemeClr val="dk1"/>
                  </a:solidFill>
                  <a:latin typeface="Arial"/>
                  <a:ea typeface="Arial"/>
                  <a:cs typeface="Arial"/>
                  <a:sym typeface="Arial"/>
                </a:rPr>
                <a:t>2017 – 2025</a:t>
              </a:r>
              <a:endParaRPr/>
            </a:p>
          </p:txBody>
        </p:sp>
        <p:cxnSp>
          <p:nvCxnSpPr>
            <p:cNvPr id="176" name="Google Shape;176;p10"/>
            <p:cNvCxnSpPr/>
            <p:nvPr/>
          </p:nvCxnSpPr>
          <p:spPr>
            <a:xfrm rot="10800000">
              <a:off x="6426804" y="2788084"/>
              <a:ext cx="0" cy="593940"/>
            </a:xfrm>
            <a:prstGeom prst="straightConnector1">
              <a:avLst/>
            </a:prstGeom>
            <a:noFill/>
            <a:ln cap="sq" cmpd="sng" w="12700">
              <a:solidFill>
                <a:srgbClr val="231F20"/>
              </a:solidFill>
              <a:prstDash val="solid"/>
              <a:round/>
              <a:headEnd len="sm" w="sm" type="none"/>
              <a:tailEnd len="sm" w="sm" type="none"/>
            </a:ln>
          </p:spPr>
        </p:cxnSp>
        <p:cxnSp>
          <p:nvCxnSpPr>
            <p:cNvPr id="177" name="Google Shape;177;p10"/>
            <p:cNvCxnSpPr/>
            <p:nvPr/>
          </p:nvCxnSpPr>
          <p:spPr>
            <a:xfrm rot="10800000">
              <a:off x="6118713" y="2338739"/>
              <a:ext cx="0" cy="404141"/>
            </a:xfrm>
            <a:prstGeom prst="straightConnector1">
              <a:avLst/>
            </a:prstGeom>
            <a:noFill/>
            <a:ln cap="sq" cmpd="sng" w="12700">
              <a:solidFill>
                <a:srgbClr val="231F20"/>
              </a:solidFill>
              <a:prstDash val="solid"/>
              <a:round/>
              <a:headEnd len="sm" w="sm" type="none"/>
              <a:tailEnd len="sm" w="sm" type="none"/>
            </a:ln>
          </p:spPr>
        </p:cxnSp>
        <p:sp>
          <p:nvSpPr>
            <p:cNvPr id="178" name="Google Shape;178;p10"/>
            <p:cNvSpPr txBox="1"/>
            <p:nvPr/>
          </p:nvSpPr>
          <p:spPr>
            <a:xfrm>
              <a:off x="2731139" y="3301316"/>
              <a:ext cx="828420" cy="38343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2009</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Expanded into Latin America</a:t>
              </a:r>
              <a:endParaRPr/>
            </a:p>
          </p:txBody>
        </p:sp>
        <p:cxnSp>
          <p:nvCxnSpPr>
            <p:cNvPr id="179" name="Google Shape;179;p10"/>
            <p:cNvCxnSpPr/>
            <p:nvPr/>
          </p:nvCxnSpPr>
          <p:spPr>
            <a:xfrm rot="10800000">
              <a:off x="2795527" y="3848942"/>
              <a:ext cx="0" cy="532511"/>
            </a:xfrm>
            <a:prstGeom prst="straightConnector1">
              <a:avLst/>
            </a:prstGeom>
            <a:noFill/>
            <a:ln cap="sq" cmpd="sng" w="12700">
              <a:solidFill>
                <a:srgbClr val="231F20"/>
              </a:solidFill>
              <a:prstDash val="solid"/>
              <a:round/>
              <a:headEnd len="sm" w="sm" type="none"/>
              <a:tailEnd len="sm" w="sm" type="none"/>
            </a:ln>
          </p:spPr>
        </p:cxnSp>
        <p:cxnSp>
          <p:nvCxnSpPr>
            <p:cNvPr id="180" name="Google Shape;180;p10"/>
            <p:cNvCxnSpPr/>
            <p:nvPr/>
          </p:nvCxnSpPr>
          <p:spPr>
            <a:xfrm rot="10800000">
              <a:off x="2472420" y="4522438"/>
              <a:ext cx="0" cy="780473"/>
            </a:xfrm>
            <a:prstGeom prst="straightConnector1">
              <a:avLst/>
            </a:prstGeom>
            <a:noFill/>
            <a:ln cap="sq" cmpd="sng" w="12700">
              <a:solidFill>
                <a:srgbClr val="231F20"/>
              </a:solidFill>
              <a:prstDash val="solid"/>
              <a:round/>
              <a:headEnd len="sm" w="sm" type="none"/>
              <a:tailEnd len="sm" w="sm" type="none"/>
            </a:ln>
          </p:spPr>
        </p:cxnSp>
        <p:cxnSp>
          <p:nvCxnSpPr>
            <p:cNvPr id="181" name="Google Shape;181;p10"/>
            <p:cNvCxnSpPr/>
            <p:nvPr/>
          </p:nvCxnSpPr>
          <p:spPr>
            <a:xfrm rot="10800000">
              <a:off x="1139979" y="4743865"/>
              <a:ext cx="0" cy="102558"/>
            </a:xfrm>
            <a:prstGeom prst="straightConnector1">
              <a:avLst/>
            </a:prstGeom>
            <a:noFill/>
            <a:ln cap="sq" cmpd="sng" w="12700">
              <a:solidFill>
                <a:srgbClr val="231F20"/>
              </a:solidFill>
              <a:prstDash val="solid"/>
              <a:round/>
              <a:headEnd len="sm" w="sm" type="none"/>
              <a:tailEnd len="sm" w="sm" type="none"/>
            </a:ln>
          </p:spPr>
        </p:cxnSp>
        <p:sp>
          <p:nvSpPr>
            <p:cNvPr id="182" name="Google Shape;182;p10"/>
            <p:cNvSpPr txBox="1"/>
            <p:nvPr/>
          </p:nvSpPr>
          <p:spPr>
            <a:xfrm>
              <a:off x="2416818" y="5363583"/>
              <a:ext cx="1608295" cy="38343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2006</a:t>
              </a:r>
              <a:endParaRPr b="1" i="0" sz="825" u="none" cap="none" strike="noStrike">
                <a:solidFill>
                  <a:srgbClr val="231F20"/>
                </a:solidFill>
                <a:latin typeface="Arial"/>
                <a:ea typeface="Arial"/>
                <a:cs typeface="Arial"/>
                <a:sym typeface="Arial"/>
              </a:endParaRPr>
            </a:p>
            <a:p>
              <a:pPr indent="0" lvl="0" marL="0" marR="0" rtl="0" algn="l">
                <a:spcBef>
                  <a:spcPts val="150"/>
                </a:spcBef>
                <a:spcAft>
                  <a:spcPts val="0"/>
                </a:spcAft>
                <a:buNone/>
              </a:pPr>
              <a:r>
                <a:rPr lang="en-US" sz="750">
                  <a:solidFill>
                    <a:schemeClr val="dk1"/>
                  </a:solidFill>
                  <a:latin typeface="Arial"/>
                  <a:ea typeface="Arial"/>
                  <a:cs typeface="Arial"/>
                  <a:sym typeface="Arial"/>
                </a:rPr>
                <a:t>Opened operations in the UK, expanding its EU footprint</a:t>
              </a:r>
              <a:endParaRPr/>
            </a:p>
          </p:txBody>
        </p:sp>
        <p:sp>
          <p:nvSpPr>
            <p:cNvPr id="183" name="Google Shape;183;p10"/>
            <p:cNvSpPr txBox="1"/>
            <p:nvPr/>
          </p:nvSpPr>
          <p:spPr>
            <a:xfrm>
              <a:off x="3105258" y="4932445"/>
              <a:ext cx="989101" cy="26802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2013</a:t>
              </a:r>
              <a:endParaRPr/>
            </a:p>
            <a:p>
              <a:pPr indent="0" lvl="0" marL="0" marR="0" rtl="0" algn="l">
                <a:lnSpc>
                  <a:spcPct val="100000"/>
                </a:lnSpc>
                <a:spcBef>
                  <a:spcPts val="150"/>
                </a:spcBef>
                <a:spcAft>
                  <a:spcPts val="0"/>
                </a:spcAft>
                <a:buClr>
                  <a:schemeClr val="dk1"/>
                </a:buClr>
                <a:buSzPts val="750"/>
                <a:buFont typeface="Arial"/>
                <a:buNone/>
              </a:pPr>
              <a:r>
                <a:rPr lang="en-US" sz="750">
                  <a:solidFill>
                    <a:schemeClr val="dk1"/>
                  </a:solidFill>
                  <a:latin typeface="Arial"/>
                  <a:ea typeface="Arial"/>
                  <a:cs typeface="Arial"/>
                  <a:sym typeface="Arial"/>
                </a:rPr>
                <a:t>10,000 employees</a:t>
              </a:r>
              <a:endParaRPr/>
            </a:p>
          </p:txBody>
        </p:sp>
        <p:sp>
          <p:nvSpPr>
            <p:cNvPr id="184" name="Google Shape;184;p10"/>
            <p:cNvSpPr txBox="1"/>
            <p:nvPr/>
          </p:nvSpPr>
          <p:spPr>
            <a:xfrm>
              <a:off x="6053240" y="1809997"/>
              <a:ext cx="915860" cy="38343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2018</a:t>
              </a:r>
              <a:endParaRPr/>
            </a:p>
            <a:p>
              <a:pPr indent="0" lvl="0" marL="0" marR="0" rtl="0" algn="l">
                <a:spcBef>
                  <a:spcPts val="150"/>
                </a:spcBef>
                <a:spcAft>
                  <a:spcPts val="0"/>
                </a:spcAft>
                <a:buNone/>
              </a:pPr>
              <a:r>
                <a:rPr b="0" lang="en-US" sz="750">
                  <a:solidFill>
                    <a:srgbClr val="231F20"/>
                  </a:solidFill>
                  <a:latin typeface="Arial"/>
                  <a:ea typeface="Arial"/>
                  <a:cs typeface="Arial"/>
                  <a:sym typeface="Arial"/>
                </a:rPr>
                <a:t>Temasek invested $250M</a:t>
              </a:r>
              <a:endParaRPr/>
            </a:p>
          </p:txBody>
        </p:sp>
        <p:sp>
          <p:nvSpPr>
            <p:cNvPr id="185" name="Google Shape;185;p10"/>
            <p:cNvSpPr txBox="1"/>
            <p:nvPr/>
          </p:nvSpPr>
          <p:spPr>
            <a:xfrm>
              <a:off x="6361657" y="3427651"/>
              <a:ext cx="904308" cy="38343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2018</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Reached 20,000 employees</a:t>
              </a:r>
              <a:endParaRPr/>
            </a:p>
          </p:txBody>
        </p:sp>
        <p:sp>
          <p:nvSpPr>
            <p:cNvPr id="186" name="Google Shape;186;p10"/>
            <p:cNvSpPr txBox="1"/>
            <p:nvPr/>
          </p:nvSpPr>
          <p:spPr>
            <a:xfrm>
              <a:off x="3573406" y="2859614"/>
              <a:ext cx="854262" cy="38343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2013</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Launched Step IT Up America</a:t>
              </a:r>
              <a:endParaRPr/>
            </a:p>
          </p:txBody>
        </p:sp>
        <p:sp>
          <p:nvSpPr>
            <p:cNvPr id="187" name="Google Shape;187;p10"/>
            <p:cNvSpPr/>
            <p:nvPr/>
          </p:nvSpPr>
          <p:spPr>
            <a:xfrm>
              <a:off x="343694" y="221010"/>
              <a:ext cx="11185664" cy="4735396"/>
            </a:xfrm>
            <a:custGeom>
              <a:rect b="b" l="l" r="r" t="t"/>
              <a:pathLst>
                <a:path extrusionOk="0" h="5637297" w="9472572">
                  <a:moveTo>
                    <a:pt x="0" y="5637297"/>
                  </a:moveTo>
                  <a:lnTo>
                    <a:pt x="1070776" y="5171083"/>
                  </a:lnTo>
                  <a:lnTo>
                    <a:pt x="2105921" y="5032851"/>
                  </a:lnTo>
                  <a:lnTo>
                    <a:pt x="3075739" y="4219697"/>
                  </a:lnTo>
                  <a:lnTo>
                    <a:pt x="4199252" y="3907202"/>
                  </a:lnTo>
                  <a:lnTo>
                    <a:pt x="4886514" y="3019811"/>
                  </a:lnTo>
                  <a:lnTo>
                    <a:pt x="5817988" y="2847529"/>
                  </a:lnTo>
                  <a:lnTo>
                    <a:pt x="5827248" y="2846783"/>
                  </a:lnTo>
                  <a:lnTo>
                    <a:pt x="6652279" y="2532041"/>
                  </a:lnTo>
                  <a:cubicBezTo>
                    <a:pt x="6969070" y="2322677"/>
                    <a:pt x="7219885" y="2281251"/>
                    <a:pt x="7601696" y="1948337"/>
                  </a:cubicBezTo>
                  <a:lnTo>
                    <a:pt x="8181173" y="1416313"/>
                  </a:lnTo>
                  <a:cubicBezTo>
                    <a:pt x="8350966" y="1223294"/>
                    <a:pt x="9302779" y="193019"/>
                    <a:pt x="9472572" y="0"/>
                  </a:cubicBezTo>
                </a:path>
              </a:pathLst>
            </a:custGeom>
            <a:no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50"/>
                <a:buFont typeface="Arial"/>
                <a:buNone/>
              </a:pPr>
              <a:r>
                <a:t/>
              </a:r>
              <a:endParaRPr b="0" i="0" sz="1050" u="none" cap="none" strike="noStrike">
                <a:solidFill>
                  <a:srgbClr val="525252"/>
                </a:solidFill>
                <a:latin typeface="Arial"/>
                <a:ea typeface="Arial"/>
                <a:cs typeface="Arial"/>
                <a:sym typeface="Arial"/>
              </a:endParaRPr>
            </a:p>
          </p:txBody>
        </p:sp>
        <p:sp>
          <p:nvSpPr>
            <p:cNvPr id="188" name="Google Shape;188;p10"/>
            <p:cNvSpPr txBox="1"/>
            <p:nvPr/>
          </p:nvSpPr>
          <p:spPr>
            <a:xfrm>
              <a:off x="8563121" y="905854"/>
              <a:ext cx="1196167" cy="49885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2021</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Certified “Top Employer of the year” in US, UK and Spain</a:t>
              </a:r>
              <a:endParaRPr b="1" i="0" sz="675" u="none" cap="none" strike="noStrike">
                <a:solidFill>
                  <a:schemeClr val="dk1"/>
                </a:solidFill>
                <a:latin typeface="Arial"/>
                <a:ea typeface="Arial"/>
                <a:cs typeface="Arial"/>
                <a:sym typeface="Arial"/>
              </a:endParaRPr>
            </a:p>
          </p:txBody>
        </p:sp>
        <p:sp>
          <p:nvSpPr>
            <p:cNvPr id="189" name="Google Shape;189;p10"/>
            <p:cNvSpPr/>
            <p:nvPr/>
          </p:nvSpPr>
          <p:spPr>
            <a:xfrm>
              <a:off x="1081049" y="4606900"/>
              <a:ext cx="130295" cy="13566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190" name="Google Shape;190;p10"/>
            <p:cNvSpPr/>
            <p:nvPr/>
          </p:nvSpPr>
          <p:spPr>
            <a:xfrm>
              <a:off x="2407273" y="4417303"/>
              <a:ext cx="130295" cy="13566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191" name="Google Shape;191;p10"/>
            <p:cNvSpPr/>
            <p:nvPr/>
          </p:nvSpPr>
          <p:spPr>
            <a:xfrm>
              <a:off x="2730380" y="4380198"/>
              <a:ext cx="130295" cy="13566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192" name="Google Shape;192;p10"/>
            <p:cNvSpPr/>
            <p:nvPr/>
          </p:nvSpPr>
          <p:spPr>
            <a:xfrm>
              <a:off x="6053240" y="2710692"/>
              <a:ext cx="130295" cy="1356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193" name="Google Shape;193;p10"/>
            <p:cNvSpPr/>
            <p:nvPr/>
          </p:nvSpPr>
          <p:spPr>
            <a:xfrm>
              <a:off x="6361657" y="2652424"/>
              <a:ext cx="130295" cy="13566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194" name="Google Shape;194;p10"/>
            <p:cNvSpPr txBox="1"/>
            <p:nvPr/>
          </p:nvSpPr>
          <p:spPr>
            <a:xfrm>
              <a:off x="1069317" y="4898729"/>
              <a:ext cx="950046" cy="38343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2002</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Launched UST’s Colors Program</a:t>
              </a:r>
              <a:endParaRPr/>
            </a:p>
          </p:txBody>
        </p:sp>
        <p:sp>
          <p:nvSpPr>
            <p:cNvPr id="195" name="Google Shape;195;p10"/>
            <p:cNvSpPr txBox="1"/>
            <p:nvPr/>
          </p:nvSpPr>
          <p:spPr>
            <a:xfrm>
              <a:off x="5523777" y="5474567"/>
              <a:ext cx="1356219" cy="38343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2017</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Launched CyberProof and UST SmartOps</a:t>
              </a:r>
              <a:endParaRPr/>
            </a:p>
          </p:txBody>
        </p:sp>
        <p:sp>
          <p:nvSpPr>
            <p:cNvPr id="196" name="Google Shape;196;p10"/>
            <p:cNvSpPr txBox="1"/>
            <p:nvPr/>
          </p:nvSpPr>
          <p:spPr>
            <a:xfrm>
              <a:off x="7545392" y="1609648"/>
              <a:ext cx="872942" cy="38343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2020</a:t>
              </a:r>
              <a:endParaRPr/>
            </a:p>
            <a:p>
              <a:pPr indent="0" lvl="0" marL="0" marR="0" rtl="0" algn="l">
                <a:lnSpc>
                  <a:spcPct val="100000"/>
                </a:lnSpc>
                <a:spcBef>
                  <a:spcPts val="150"/>
                </a:spcBef>
                <a:spcAft>
                  <a:spcPts val="0"/>
                </a:spcAft>
                <a:buClr>
                  <a:schemeClr val="dk1"/>
                </a:buClr>
                <a:buSzPts val="750"/>
                <a:buFont typeface="Arial"/>
                <a:buNone/>
              </a:pPr>
              <a:r>
                <a:rPr i="0" lang="en-US" sz="750" u="none" cap="none" strike="noStrike">
                  <a:solidFill>
                    <a:schemeClr val="dk1"/>
                  </a:solidFill>
                  <a:latin typeface="Arial"/>
                  <a:ea typeface="Arial"/>
                  <a:cs typeface="Arial"/>
                  <a:sym typeface="Arial"/>
                </a:rPr>
                <a:t>Glassdoor Best Places to Work</a:t>
              </a:r>
              <a:endParaRPr i="0" sz="675" u="none" cap="none" strike="noStrike">
                <a:solidFill>
                  <a:schemeClr val="dk1"/>
                </a:solidFill>
                <a:latin typeface="Arial"/>
                <a:ea typeface="Arial"/>
                <a:cs typeface="Arial"/>
                <a:sym typeface="Arial"/>
              </a:endParaRPr>
            </a:p>
          </p:txBody>
        </p:sp>
        <p:sp>
          <p:nvSpPr>
            <p:cNvPr id="197" name="Google Shape;197;p10"/>
            <p:cNvSpPr txBox="1"/>
            <p:nvPr/>
          </p:nvSpPr>
          <p:spPr>
            <a:xfrm>
              <a:off x="6895934" y="1009879"/>
              <a:ext cx="960953" cy="38343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2019</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Launched UST HealthProof</a:t>
              </a:r>
              <a:endParaRPr/>
            </a:p>
          </p:txBody>
        </p:sp>
        <p:cxnSp>
          <p:nvCxnSpPr>
            <p:cNvPr id="198" name="Google Shape;198;p10"/>
            <p:cNvCxnSpPr>
              <a:endCxn id="199" idx="0"/>
            </p:cNvCxnSpPr>
            <p:nvPr/>
          </p:nvCxnSpPr>
          <p:spPr>
            <a:xfrm>
              <a:off x="7610540" y="2139669"/>
              <a:ext cx="0" cy="278700"/>
            </a:xfrm>
            <a:prstGeom prst="straightConnector1">
              <a:avLst/>
            </a:prstGeom>
            <a:noFill/>
            <a:ln cap="sq" cmpd="sng" w="12700">
              <a:solidFill>
                <a:srgbClr val="231F20"/>
              </a:solidFill>
              <a:prstDash val="solid"/>
              <a:round/>
              <a:headEnd len="sm" w="sm" type="none"/>
              <a:tailEnd len="sm" w="sm" type="none"/>
            </a:ln>
          </p:spPr>
        </p:cxnSp>
        <p:sp>
          <p:nvSpPr>
            <p:cNvPr id="200" name="Google Shape;200;p10"/>
            <p:cNvSpPr txBox="1"/>
            <p:nvPr/>
          </p:nvSpPr>
          <p:spPr>
            <a:xfrm>
              <a:off x="7901885" y="5159246"/>
              <a:ext cx="1164459" cy="38343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2020</a:t>
              </a:r>
              <a:endParaRPr/>
            </a:p>
            <a:p>
              <a:pPr indent="0" lvl="0" marL="0" marR="0" rtl="0" algn="l">
                <a:spcBef>
                  <a:spcPts val="150"/>
                </a:spcBef>
                <a:spcAft>
                  <a:spcPts val="0"/>
                </a:spcAft>
                <a:buNone/>
              </a:pPr>
              <a:r>
                <a:rPr b="0" lang="en-US" sz="750">
                  <a:solidFill>
                    <a:srgbClr val="231F20"/>
                  </a:solidFill>
                  <a:latin typeface="Arial"/>
                  <a:ea typeface="Arial"/>
                  <a:cs typeface="Arial"/>
                  <a:sym typeface="Arial"/>
                </a:rPr>
                <a:t>Temasek follow on investment of $120M</a:t>
              </a:r>
              <a:endParaRPr/>
            </a:p>
          </p:txBody>
        </p:sp>
        <p:cxnSp>
          <p:nvCxnSpPr>
            <p:cNvPr id="201" name="Google Shape;201;p10"/>
            <p:cNvCxnSpPr/>
            <p:nvPr/>
          </p:nvCxnSpPr>
          <p:spPr>
            <a:xfrm rot="10800000">
              <a:off x="7308226" y="2585213"/>
              <a:ext cx="0" cy="3021652"/>
            </a:xfrm>
            <a:prstGeom prst="straightConnector1">
              <a:avLst/>
            </a:prstGeom>
            <a:noFill/>
            <a:ln cap="sq" cmpd="sng" w="12700">
              <a:solidFill>
                <a:srgbClr val="231F20"/>
              </a:solidFill>
              <a:prstDash val="solid"/>
              <a:round/>
              <a:headEnd len="sm" w="sm" type="none"/>
              <a:tailEnd len="sm" w="sm" type="none"/>
            </a:ln>
          </p:spPr>
        </p:cxnSp>
        <p:sp>
          <p:nvSpPr>
            <p:cNvPr id="202" name="Google Shape;202;p10"/>
            <p:cNvSpPr/>
            <p:nvPr/>
          </p:nvSpPr>
          <p:spPr>
            <a:xfrm>
              <a:off x="7243078" y="2518935"/>
              <a:ext cx="130295" cy="13566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203" name="Google Shape;203;p10"/>
            <p:cNvSpPr txBox="1"/>
            <p:nvPr/>
          </p:nvSpPr>
          <p:spPr>
            <a:xfrm>
              <a:off x="7243078" y="5628456"/>
              <a:ext cx="1823265" cy="26802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2020</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Acquired Advalent healthcare</a:t>
              </a:r>
              <a:endParaRPr/>
            </a:p>
          </p:txBody>
        </p:sp>
        <p:sp>
          <p:nvSpPr>
            <p:cNvPr id="204" name="Google Shape;204;p10"/>
            <p:cNvSpPr txBox="1"/>
            <p:nvPr/>
          </p:nvSpPr>
          <p:spPr>
            <a:xfrm>
              <a:off x="8896975" y="4387027"/>
              <a:ext cx="1115380" cy="26802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2022</a:t>
              </a:r>
              <a:endParaRPr/>
            </a:p>
            <a:p>
              <a:pPr indent="0" lvl="0" marL="0" marR="0" rtl="0" algn="l">
                <a:spcBef>
                  <a:spcPts val="150"/>
                </a:spcBef>
                <a:spcAft>
                  <a:spcPts val="0"/>
                </a:spcAft>
                <a:buNone/>
              </a:pPr>
              <a:r>
                <a:rPr b="0" lang="en-US" sz="750">
                  <a:solidFill>
                    <a:srgbClr val="231F20"/>
                  </a:solidFill>
                  <a:latin typeface="Arial"/>
                  <a:ea typeface="Arial"/>
                  <a:cs typeface="Arial"/>
                  <a:sym typeface="Arial"/>
                </a:rPr>
                <a:t>30,000+ employees</a:t>
              </a:r>
              <a:endParaRPr b="0" i="0" sz="675" u="none" cap="none" strike="noStrike">
                <a:solidFill>
                  <a:srgbClr val="231F20"/>
                </a:solidFill>
                <a:latin typeface="Arial"/>
                <a:ea typeface="Arial"/>
                <a:cs typeface="Arial"/>
                <a:sym typeface="Arial"/>
              </a:endParaRPr>
            </a:p>
          </p:txBody>
        </p:sp>
        <p:cxnSp>
          <p:nvCxnSpPr>
            <p:cNvPr id="205" name="Google Shape;205;p10"/>
            <p:cNvCxnSpPr/>
            <p:nvPr/>
          </p:nvCxnSpPr>
          <p:spPr>
            <a:xfrm rot="10800000">
              <a:off x="347365" y="5022809"/>
              <a:ext cx="0" cy="242218"/>
            </a:xfrm>
            <a:prstGeom prst="straightConnector1">
              <a:avLst/>
            </a:prstGeom>
            <a:noFill/>
            <a:ln cap="sq" cmpd="sng" w="12700">
              <a:solidFill>
                <a:srgbClr val="231F20"/>
              </a:solidFill>
              <a:prstDash val="solid"/>
              <a:round/>
              <a:headEnd len="sm" w="sm" type="none"/>
              <a:tailEnd len="sm" w="sm" type="none"/>
            </a:ln>
          </p:spPr>
        </p:cxnSp>
        <p:sp>
          <p:nvSpPr>
            <p:cNvPr id="206" name="Google Shape;206;p10"/>
            <p:cNvSpPr txBox="1"/>
            <p:nvPr/>
          </p:nvSpPr>
          <p:spPr>
            <a:xfrm>
              <a:off x="558737" y="3824376"/>
              <a:ext cx="1121503" cy="38343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1999</a:t>
              </a:r>
              <a:endParaRPr/>
            </a:p>
            <a:p>
              <a:pPr indent="0" lvl="0" marL="0" marR="0" rtl="0" algn="l">
                <a:spcBef>
                  <a:spcPts val="150"/>
                </a:spcBef>
                <a:spcAft>
                  <a:spcPts val="0"/>
                </a:spcAft>
                <a:buNone/>
              </a:pPr>
              <a:r>
                <a:rPr b="0" lang="en-US" sz="750">
                  <a:solidFill>
                    <a:srgbClr val="231F20"/>
                  </a:solidFill>
                  <a:latin typeface="Arial"/>
                  <a:ea typeface="Arial"/>
                  <a:cs typeface="Arial"/>
                  <a:sym typeface="Arial"/>
                </a:rPr>
                <a:t>Born digital with 14 employees</a:t>
              </a:r>
              <a:endParaRPr/>
            </a:p>
          </p:txBody>
        </p:sp>
        <p:sp>
          <p:nvSpPr>
            <p:cNvPr id="207" name="Google Shape;207;p10"/>
            <p:cNvSpPr/>
            <p:nvPr/>
          </p:nvSpPr>
          <p:spPr>
            <a:xfrm>
              <a:off x="282218" y="4905711"/>
              <a:ext cx="130295" cy="1356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208" name="Google Shape;208;p10"/>
            <p:cNvSpPr txBox="1"/>
            <p:nvPr/>
          </p:nvSpPr>
          <p:spPr>
            <a:xfrm>
              <a:off x="4456146" y="2168372"/>
              <a:ext cx="694546" cy="38343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2016</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Acquired BlueConch</a:t>
              </a:r>
              <a:endParaRPr/>
            </a:p>
          </p:txBody>
        </p:sp>
        <p:cxnSp>
          <p:nvCxnSpPr>
            <p:cNvPr id="209" name="Google Shape;209;p10"/>
            <p:cNvCxnSpPr/>
            <p:nvPr/>
          </p:nvCxnSpPr>
          <p:spPr>
            <a:xfrm rot="10800000">
              <a:off x="4518594" y="2722733"/>
              <a:ext cx="0" cy="877968"/>
            </a:xfrm>
            <a:prstGeom prst="straightConnector1">
              <a:avLst/>
            </a:prstGeom>
            <a:noFill/>
            <a:ln cap="sq" cmpd="sng" w="12700">
              <a:solidFill>
                <a:srgbClr val="231F20"/>
              </a:solidFill>
              <a:prstDash val="solid"/>
              <a:round/>
              <a:headEnd len="sm" w="sm" type="none"/>
              <a:tailEnd len="sm" w="sm" type="none"/>
            </a:ln>
          </p:spPr>
        </p:cxnSp>
        <p:sp>
          <p:nvSpPr>
            <p:cNvPr id="210" name="Google Shape;210;p10"/>
            <p:cNvSpPr/>
            <p:nvPr/>
          </p:nvSpPr>
          <p:spPr>
            <a:xfrm>
              <a:off x="4456146" y="3565148"/>
              <a:ext cx="130295" cy="13566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211" name="Google Shape;211;p10"/>
            <p:cNvSpPr txBox="1"/>
            <p:nvPr/>
          </p:nvSpPr>
          <p:spPr>
            <a:xfrm>
              <a:off x="3913242" y="4141727"/>
              <a:ext cx="1042705" cy="26802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2014</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Acquired Moonraft</a:t>
              </a:r>
              <a:endParaRPr/>
            </a:p>
          </p:txBody>
        </p:sp>
        <p:cxnSp>
          <p:nvCxnSpPr>
            <p:cNvPr id="212" name="Google Shape;212;p10"/>
            <p:cNvCxnSpPr/>
            <p:nvPr/>
          </p:nvCxnSpPr>
          <p:spPr>
            <a:xfrm rot="10800000">
              <a:off x="3978390" y="3774999"/>
              <a:ext cx="0" cy="316633"/>
            </a:xfrm>
            <a:prstGeom prst="straightConnector1">
              <a:avLst/>
            </a:prstGeom>
            <a:noFill/>
            <a:ln cap="sq" cmpd="sng" w="12700">
              <a:solidFill>
                <a:srgbClr val="231F20"/>
              </a:solidFill>
              <a:prstDash val="solid"/>
              <a:round/>
              <a:headEnd len="sm" w="sm" type="none"/>
              <a:tailEnd len="sm" w="sm" type="none"/>
            </a:ln>
          </p:spPr>
        </p:cxnSp>
        <p:sp>
          <p:nvSpPr>
            <p:cNvPr id="213" name="Google Shape;213;p10"/>
            <p:cNvSpPr/>
            <p:nvPr/>
          </p:nvSpPr>
          <p:spPr>
            <a:xfrm>
              <a:off x="3913242" y="3682467"/>
              <a:ext cx="130295" cy="13566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214" name="Google Shape;214;p10"/>
            <p:cNvSpPr txBox="1"/>
            <p:nvPr/>
          </p:nvSpPr>
          <p:spPr>
            <a:xfrm>
              <a:off x="9355047" y="3612689"/>
              <a:ext cx="2069808" cy="41287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2023</a:t>
              </a:r>
              <a:endParaRPr/>
            </a:p>
            <a:p>
              <a:pPr indent="0" lvl="0" marL="0" marR="0" rtl="0" algn="l">
                <a:lnSpc>
                  <a:spcPct val="110000"/>
                </a:lnSpc>
                <a:spcBef>
                  <a:spcPts val="150"/>
                </a:spcBef>
                <a:spcAft>
                  <a:spcPts val="0"/>
                </a:spcAft>
                <a:buClr>
                  <a:srgbClr val="231F20"/>
                </a:buClr>
                <a:buSzPts val="750"/>
                <a:buFont typeface="Arial"/>
                <a:buNone/>
              </a:pPr>
              <a:r>
                <a:rPr b="0" i="0" lang="en-US" sz="750" u="none" cap="none" strike="noStrike">
                  <a:solidFill>
                    <a:srgbClr val="231F20"/>
                  </a:solidFill>
                  <a:latin typeface="Arial"/>
                  <a:ea typeface="Arial"/>
                  <a:cs typeface="Arial"/>
                  <a:sym typeface="Arial"/>
                </a:rPr>
                <a:t>Acquired </a:t>
              </a:r>
              <a:r>
                <a:rPr b="0" lang="en-US" sz="750">
                  <a:solidFill>
                    <a:srgbClr val="231F20"/>
                  </a:solidFill>
                  <a:latin typeface="Arial"/>
                  <a:ea typeface="Arial"/>
                  <a:cs typeface="Arial"/>
                  <a:sym typeface="Arial"/>
                </a:rPr>
                <a:t>Prodigy Labs, Advantasure and MobileComm</a:t>
              </a:r>
              <a:endParaRPr/>
            </a:p>
          </p:txBody>
        </p:sp>
        <p:cxnSp>
          <p:nvCxnSpPr>
            <p:cNvPr id="215" name="Google Shape;215;p10"/>
            <p:cNvCxnSpPr/>
            <p:nvPr/>
          </p:nvCxnSpPr>
          <p:spPr>
            <a:xfrm rot="10800000">
              <a:off x="9392524" y="1813490"/>
              <a:ext cx="0" cy="1751658"/>
            </a:xfrm>
            <a:prstGeom prst="straightConnector1">
              <a:avLst/>
            </a:prstGeom>
            <a:noFill/>
            <a:ln cap="sq" cmpd="sng" w="12700">
              <a:solidFill>
                <a:srgbClr val="231F20"/>
              </a:solidFill>
              <a:prstDash val="solid"/>
              <a:round/>
              <a:headEnd len="sm" w="sm" type="none"/>
              <a:tailEnd len="sm" w="sm" type="none"/>
            </a:ln>
          </p:spPr>
        </p:cxnSp>
        <p:sp>
          <p:nvSpPr>
            <p:cNvPr id="216" name="Google Shape;216;p10"/>
            <p:cNvSpPr/>
            <p:nvPr/>
          </p:nvSpPr>
          <p:spPr>
            <a:xfrm>
              <a:off x="9327376" y="1720958"/>
              <a:ext cx="130295" cy="13566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217" name="Google Shape;217;p10"/>
            <p:cNvSpPr txBox="1"/>
            <p:nvPr/>
          </p:nvSpPr>
          <p:spPr>
            <a:xfrm>
              <a:off x="311003" y="5343842"/>
              <a:ext cx="1454994" cy="52450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1999</a:t>
              </a:r>
              <a:endParaRPr/>
            </a:p>
            <a:p>
              <a:pPr indent="0" lvl="0" marL="0" marR="0" rtl="0" algn="l">
                <a:spcBef>
                  <a:spcPts val="150"/>
                </a:spcBef>
                <a:spcAft>
                  <a:spcPts val="0"/>
                </a:spcAft>
                <a:buNone/>
              </a:pPr>
              <a:r>
                <a:rPr b="0" lang="en-US" sz="750">
                  <a:solidFill>
                    <a:srgbClr val="231F20"/>
                  </a:solidFill>
                  <a:latin typeface="Arial"/>
                  <a:ea typeface="Arial"/>
                  <a:cs typeface="Arial"/>
                  <a:sym typeface="Arial"/>
                </a:rPr>
                <a:t>Founded in Aliso Viejo, CA and Trivandrum, India</a:t>
              </a:r>
              <a:endParaRPr/>
            </a:p>
            <a:p>
              <a:pPr indent="0" lvl="0" marL="0" marR="0" rtl="0" algn="l">
                <a:spcBef>
                  <a:spcPts val="225"/>
                </a:spcBef>
                <a:spcAft>
                  <a:spcPts val="0"/>
                </a:spcAft>
                <a:buNone/>
              </a:pPr>
              <a:r>
                <a:rPr b="0" lang="en-US" sz="750">
                  <a:solidFill>
                    <a:srgbClr val="231F20"/>
                  </a:solidFill>
                  <a:latin typeface="Arial"/>
                  <a:ea typeface="Arial"/>
                  <a:cs typeface="Arial"/>
                  <a:sym typeface="Arial"/>
                </a:rPr>
                <a:t>Majority-owned by family </a:t>
              </a:r>
              <a:endParaRPr/>
            </a:p>
          </p:txBody>
        </p:sp>
        <p:cxnSp>
          <p:nvCxnSpPr>
            <p:cNvPr id="218" name="Google Shape;218;p10"/>
            <p:cNvCxnSpPr/>
            <p:nvPr/>
          </p:nvCxnSpPr>
          <p:spPr>
            <a:xfrm rot="10800000">
              <a:off x="612773" y="4364780"/>
              <a:ext cx="0" cy="427325"/>
            </a:xfrm>
            <a:prstGeom prst="straightConnector1">
              <a:avLst/>
            </a:prstGeom>
            <a:noFill/>
            <a:ln cap="sq" cmpd="sng" w="12700">
              <a:solidFill>
                <a:srgbClr val="231F20"/>
              </a:solidFill>
              <a:prstDash val="solid"/>
              <a:round/>
              <a:headEnd len="sm" w="sm" type="none"/>
              <a:tailEnd len="sm" w="sm" type="none"/>
            </a:ln>
          </p:spPr>
        </p:cxnSp>
        <p:sp>
          <p:nvSpPr>
            <p:cNvPr id="219" name="Google Shape;219;p10"/>
            <p:cNvSpPr txBox="1"/>
            <p:nvPr/>
          </p:nvSpPr>
          <p:spPr>
            <a:xfrm>
              <a:off x="5791041" y="4337050"/>
              <a:ext cx="823265" cy="40908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2017</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Acquired </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Round Feather </a:t>
              </a:r>
              <a:endParaRPr/>
            </a:p>
          </p:txBody>
        </p:sp>
        <p:cxnSp>
          <p:nvCxnSpPr>
            <p:cNvPr id="220" name="Google Shape;220;p10"/>
            <p:cNvCxnSpPr/>
            <p:nvPr/>
          </p:nvCxnSpPr>
          <p:spPr>
            <a:xfrm rot="10800000">
              <a:off x="8318059" y="2372703"/>
              <a:ext cx="0" cy="2302027"/>
            </a:xfrm>
            <a:prstGeom prst="straightConnector1">
              <a:avLst/>
            </a:prstGeom>
            <a:noFill/>
            <a:ln cap="sq" cmpd="sng" w="12700">
              <a:solidFill>
                <a:srgbClr val="231F20"/>
              </a:solidFill>
              <a:prstDash val="solid"/>
              <a:round/>
              <a:headEnd len="sm" w="sm" type="none"/>
              <a:tailEnd len="sm" w="sm" type="none"/>
            </a:ln>
          </p:spPr>
        </p:cxnSp>
        <p:sp>
          <p:nvSpPr>
            <p:cNvPr id="221" name="Google Shape;221;p10"/>
            <p:cNvSpPr txBox="1"/>
            <p:nvPr/>
          </p:nvSpPr>
          <p:spPr>
            <a:xfrm>
              <a:off x="8252912" y="4718698"/>
              <a:ext cx="898710" cy="26802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2020</a:t>
              </a:r>
              <a:endParaRPr/>
            </a:p>
            <a:p>
              <a:pPr indent="0" lvl="0" marL="0" marR="0" rtl="0" algn="l">
                <a:spcBef>
                  <a:spcPts val="150"/>
                </a:spcBef>
                <a:spcAft>
                  <a:spcPts val="0"/>
                </a:spcAft>
                <a:buNone/>
              </a:pPr>
              <a:r>
                <a:rPr b="0" lang="en-US" sz="750">
                  <a:solidFill>
                    <a:srgbClr val="231F20"/>
                  </a:solidFill>
                  <a:latin typeface="Arial"/>
                  <a:ea typeface="Arial"/>
                  <a:cs typeface="Arial"/>
                  <a:sym typeface="Arial"/>
                </a:rPr>
                <a:t>Revenue of $1B</a:t>
              </a:r>
              <a:endParaRPr/>
            </a:p>
          </p:txBody>
        </p:sp>
        <p:sp>
          <p:nvSpPr>
            <p:cNvPr id="222" name="Google Shape;222;p10"/>
            <p:cNvSpPr/>
            <p:nvPr/>
          </p:nvSpPr>
          <p:spPr>
            <a:xfrm>
              <a:off x="547626" y="4794910"/>
              <a:ext cx="130295" cy="13566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cxnSp>
          <p:nvCxnSpPr>
            <p:cNvPr id="223" name="Google Shape;223;p10"/>
            <p:cNvCxnSpPr/>
            <p:nvPr/>
          </p:nvCxnSpPr>
          <p:spPr>
            <a:xfrm rot="10800000">
              <a:off x="3192402" y="4268929"/>
              <a:ext cx="0" cy="598255"/>
            </a:xfrm>
            <a:prstGeom prst="straightConnector1">
              <a:avLst/>
            </a:prstGeom>
            <a:noFill/>
            <a:ln cap="sq" cmpd="sng" w="12700">
              <a:solidFill>
                <a:srgbClr val="231F20"/>
              </a:solidFill>
              <a:prstDash val="solid"/>
              <a:round/>
              <a:headEnd len="sm" w="sm" type="none"/>
              <a:tailEnd len="sm" w="sm" type="none"/>
            </a:ln>
          </p:spPr>
        </p:cxnSp>
        <p:sp>
          <p:nvSpPr>
            <p:cNvPr id="224" name="Google Shape;224;p10"/>
            <p:cNvSpPr/>
            <p:nvPr/>
          </p:nvSpPr>
          <p:spPr>
            <a:xfrm>
              <a:off x="3136080" y="4137767"/>
              <a:ext cx="130295" cy="13566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cxnSp>
          <p:nvCxnSpPr>
            <p:cNvPr id="225" name="Google Shape;225;p10"/>
            <p:cNvCxnSpPr/>
            <p:nvPr/>
          </p:nvCxnSpPr>
          <p:spPr>
            <a:xfrm rot="10800000">
              <a:off x="3607017" y="3356422"/>
              <a:ext cx="1567" cy="541702"/>
            </a:xfrm>
            <a:prstGeom prst="straightConnector1">
              <a:avLst/>
            </a:prstGeom>
            <a:noFill/>
            <a:ln cap="sq" cmpd="sng" w="12700">
              <a:solidFill>
                <a:srgbClr val="231F20"/>
              </a:solidFill>
              <a:prstDash val="solid"/>
              <a:round/>
              <a:headEnd len="sm" w="sm" type="none"/>
              <a:tailEnd len="sm" w="sm" type="none"/>
            </a:ln>
          </p:spPr>
        </p:cxnSp>
        <p:sp>
          <p:nvSpPr>
            <p:cNvPr id="226" name="Google Shape;226;p10"/>
            <p:cNvSpPr/>
            <p:nvPr/>
          </p:nvSpPr>
          <p:spPr>
            <a:xfrm>
              <a:off x="3543437" y="3893155"/>
              <a:ext cx="130295" cy="13566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1500">
                  <a:solidFill>
                    <a:schemeClr val="lt1"/>
                  </a:solidFill>
                  <a:latin typeface="Arial"/>
                  <a:ea typeface="Arial"/>
                  <a:cs typeface="Arial"/>
                  <a:sym typeface="Arial"/>
                </a:rPr>
                <a:t> </a:t>
              </a:r>
              <a:endParaRPr sz="1500">
                <a:solidFill>
                  <a:schemeClr val="lt1"/>
                </a:solidFill>
                <a:latin typeface="Arial"/>
                <a:ea typeface="Arial"/>
                <a:cs typeface="Arial"/>
                <a:sym typeface="Arial"/>
              </a:endParaRPr>
            </a:p>
          </p:txBody>
        </p:sp>
        <p:cxnSp>
          <p:nvCxnSpPr>
            <p:cNvPr id="227" name="Google Shape;227;p10"/>
            <p:cNvCxnSpPr/>
            <p:nvPr/>
          </p:nvCxnSpPr>
          <p:spPr>
            <a:xfrm rot="10800000">
              <a:off x="5588924" y="3301316"/>
              <a:ext cx="0" cy="2146984"/>
            </a:xfrm>
            <a:prstGeom prst="straightConnector1">
              <a:avLst/>
            </a:prstGeom>
            <a:noFill/>
            <a:ln cap="sq" cmpd="sng" w="12700">
              <a:solidFill>
                <a:srgbClr val="231F20"/>
              </a:solidFill>
              <a:prstDash val="solid"/>
              <a:round/>
              <a:headEnd len="sm" w="sm" type="none"/>
              <a:tailEnd len="sm" w="sm" type="none"/>
            </a:ln>
          </p:spPr>
        </p:cxnSp>
        <p:sp>
          <p:nvSpPr>
            <p:cNvPr id="228" name="Google Shape;228;p10"/>
            <p:cNvSpPr/>
            <p:nvPr/>
          </p:nvSpPr>
          <p:spPr>
            <a:xfrm>
              <a:off x="5523777" y="3165657"/>
              <a:ext cx="130295" cy="13566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cxnSp>
          <p:nvCxnSpPr>
            <p:cNvPr id="229" name="Google Shape;229;p10"/>
            <p:cNvCxnSpPr/>
            <p:nvPr/>
          </p:nvCxnSpPr>
          <p:spPr>
            <a:xfrm flipH="1" rot="10800000">
              <a:off x="5852338" y="3038721"/>
              <a:ext cx="3851" cy="1257275"/>
            </a:xfrm>
            <a:prstGeom prst="straightConnector1">
              <a:avLst/>
            </a:prstGeom>
            <a:noFill/>
            <a:ln cap="sq" cmpd="sng" w="12700">
              <a:solidFill>
                <a:srgbClr val="231F20"/>
              </a:solidFill>
              <a:prstDash val="solid"/>
              <a:round/>
              <a:headEnd len="sm" w="sm" type="none"/>
              <a:tailEnd len="sm" w="sm" type="none"/>
            </a:ln>
          </p:spPr>
        </p:cxnSp>
        <p:sp>
          <p:nvSpPr>
            <p:cNvPr id="230" name="Google Shape;230;p10"/>
            <p:cNvSpPr/>
            <p:nvPr/>
          </p:nvSpPr>
          <p:spPr>
            <a:xfrm>
              <a:off x="5791041" y="2903061"/>
              <a:ext cx="130295" cy="13566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cxnSp>
          <p:nvCxnSpPr>
            <p:cNvPr id="231" name="Google Shape;231;p10"/>
            <p:cNvCxnSpPr/>
            <p:nvPr/>
          </p:nvCxnSpPr>
          <p:spPr>
            <a:xfrm rot="10800000">
              <a:off x="6961081" y="1527412"/>
              <a:ext cx="0" cy="1054085"/>
            </a:xfrm>
            <a:prstGeom prst="straightConnector1">
              <a:avLst/>
            </a:prstGeom>
            <a:noFill/>
            <a:ln cap="sq" cmpd="sng" w="12700">
              <a:solidFill>
                <a:srgbClr val="231F20"/>
              </a:solidFill>
              <a:prstDash val="solid"/>
              <a:round/>
              <a:headEnd len="sm" w="sm" type="none"/>
              <a:tailEnd len="sm" w="sm" type="none"/>
            </a:ln>
          </p:spPr>
        </p:cxnSp>
        <p:sp>
          <p:nvSpPr>
            <p:cNvPr id="232" name="Google Shape;232;p10"/>
            <p:cNvSpPr/>
            <p:nvPr/>
          </p:nvSpPr>
          <p:spPr>
            <a:xfrm>
              <a:off x="6895934" y="2554029"/>
              <a:ext cx="130295" cy="13566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199" name="Google Shape;199;p10"/>
            <p:cNvSpPr/>
            <p:nvPr/>
          </p:nvSpPr>
          <p:spPr>
            <a:xfrm>
              <a:off x="7545392" y="2418369"/>
              <a:ext cx="130295" cy="1356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cxnSp>
          <p:nvCxnSpPr>
            <p:cNvPr id="233" name="Google Shape;233;p10"/>
            <p:cNvCxnSpPr/>
            <p:nvPr/>
          </p:nvCxnSpPr>
          <p:spPr>
            <a:xfrm rot="10800000">
              <a:off x="7957488" y="2473537"/>
              <a:ext cx="0" cy="2660119"/>
            </a:xfrm>
            <a:prstGeom prst="straightConnector1">
              <a:avLst/>
            </a:prstGeom>
            <a:noFill/>
            <a:ln cap="sq" cmpd="sng" w="12700">
              <a:solidFill>
                <a:srgbClr val="231F20"/>
              </a:solidFill>
              <a:prstDash val="solid"/>
              <a:round/>
              <a:headEnd len="sm" w="sm" type="none"/>
              <a:tailEnd len="sm" w="sm" type="none"/>
            </a:ln>
          </p:spPr>
        </p:cxnSp>
        <p:sp>
          <p:nvSpPr>
            <p:cNvPr id="234" name="Google Shape;234;p10"/>
            <p:cNvSpPr/>
            <p:nvPr/>
          </p:nvSpPr>
          <p:spPr>
            <a:xfrm>
              <a:off x="7901885" y="2337877"/>
              <a:ext cx="130295" cy="1356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235" name="Google Shape;235;p10"/>
            <p:cNvSpPr/>
            <p:nvPr/>
          </p:nvSpPr>
          <p:spPr>
            <a:xfrm>
              <a:off x="8252912" y="2232233"/>
              <a:ext cx="130295" cy="135660"/>
            </a:xfrm>
            <a:prstGeom prst="rect">
              <a:avLst/>
            </a:prstGeom>
            <a:solidFill>
              <a:srgbClr val="01B27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cxnSp>
          <p:nvCxnSpPr>
            <p:cNvPr id="236" name="Google Shape;236;p10"/>
            <p:cNvCxnSpPr/>
            <p:nvPr/>
          </p:nvCxnSpPr>
          <p:spPr>
            <a:xfrm rot="10800000">
              <a:off x="8628269" y="1599829"/>
              <a:ext cx="0" cy="498329"/>
            </a:xfrm>
            <a:prstGeom prst="straightConnector1">
              <a:avLst/>
            </a:prstGeom>
            <a:noFill/>
            <a:ln cap="sq" cmpd="sng" w="12700">
              <a:solidFill>
                <a:srgbClr val="231F20"/>
              </a:solidFill>
              <a:prstDash val="solid"/>
              <a:round/>
              <a:headEnd len="sm" w="sm" type="none"/>
              <a:tailEnd len="sm" w="sm" type="none"/>
            </a:ln>
          </p:spPr>
        </p:cxnSp>
        <p:sp>
          <p:nvSpPr>
            <p:cNvPr id="237" name="Google Shape;237;p10"/>
            <p:cNvSpPr/>
            <p:nvPr/>
          </p:nvSpPr>
          <p:spPr>
            <a:xfrm>
              <a:off x="8563122" y="2098158"/>
              <a:ext cx="130295" cy="1356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cxnSp>
          <p:nvCxnSpPr>
            <p:cNvPr id="238" name="Google Shape;238;p10"/>
            <p:cNvCxnSpPr/>
            <p:nvPr/>
          </p:nvCxnSpPr>
          <p:spPr>
            <a:xfrm>
              <a:off x="8962123" y="2107314"/>
              <a:ext cx="0" cy="2240430"/>
            </a:xfrm>
            <a:prstGeom prst="straightConnector1">
              <a:avLst/>
            </a:prstGeom>
            <a:noFill/>
            <a:ln cap="sq" cmpd="sng" w="12700">
              <a:solidFill>
                <a:srgbClr val="231F20"/>
              </a:solidFill>
              <a:prstDash val="solid"/>
              <a:round/>
              <a:headEnd len="sm" w="sm" type="none"/>
              <a:tailEnd len="sm" w="sm" type="none"/>
            </a:ln>
          </p:spPr>
        </p:cxnSp>
        <p:sp>
          <p:nvSpPr>
            <p:cNvPr id="239" name="Google Shape;239;p10"/>
            <p:cNvSpPr/>
            <p:nvPr/>
          </p:nvSpPr>
          <p:spPr>
            <a:xfrm>
              <a:off x="8896975" y="1971654"/>
              <a:ext cx="130295" cy="13566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240" name="Google Shape;240;p10"/>
            <p:cNvSpPr txBox="1"/>
            <p:nvPr/>
          </p:nvSpPr>
          <p:spPr>
            <a:xfrm>
              <a:off x="9873206" y="2853795"/>
              <a:ext cx="1908887" cy="53982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2024</a:t>
              </a:r>
              <a:endParaRPr/>
            </a:p>
            <a:p>
              <a:pPr indent="0" lvl="0" marL="0" marR="0" rtl="0" algn="l">
                <a:lnSpc>
                  <a:spcPct val="110000"/>
                </a:lnSpc>
                <a:spcBef>
                  <a:spcPts val="150"/>
                </a:spcBef>
                <a:spcAft>
                  <a:spcPts val="0"/>
                </a:spcAft>
                <a:buClr>
                  <a:srgbClr val="231F20"/>
                </a:buClr>
                <a:buSzPts val="750"/>
                <a:buFont typeface="Arial"/>
                <a:buNone/>
              </a:pPr>
              <a:r>
                <a:rPr i="0" lang="en-US" sz="750" u="none" cap="none" strike="noStrike">
                  <a:solidFill>
                    <a:srgbClr val="231F20"/>
                  </a:solidFill>
                  <a:latin typeface="Arial"/>
                  <a:ea typeface="Arial"/>
                  <a:cs typeface="Arial"/>
                  <a:sym typeface="Arial"/>
                </a:rPr>
                <a:t>Acquired </a:t>
              </a:r>
              <a:r>
                <a:rPr lang="en-US" sz="750">
                  <a:solidFill>
                    <a:srgbClr val="231F20"/>
                  </a:solidFill>
                  <a:latin typeface="Arial"/>
                  <a:ea typeface="Arial"/>
                  <a:cs typeface="Arial"/>
                  <a:sym typeface="Arial"/>
                </a:rPr>
                <a:t>Leonardo, Strativity Group, Endeavor, Consulting Group and Interpres Security</a:t>
              </a:r>
              <a:endParaRPr/>
            </a:p>
          </p:txBody>
        </p:sp>
        <p:cxnSp>
          <p:nvCxnSpPr>
            <p:cNvPr id="241" name="Google Shape;241;p10"/>
            <p:cNvCxnSpPr/>
            <p:nvPr/>
          </p:nvCxnSpPr>
          <p:spPr>
            <a:xfrm rot="10800000">
              <a:off x="9933844" y="1475780"/>
              <a:ext cx="0" cy="1343609"/>
            </a:xfrm>
            <a:prstGeom prst="straightConnector1">
              <a:avLst/>
            </a:prstGeom>
            <a:noFill/>
            <a:ln cap="sq" cmpd="sng" w="12700">
              <a:solidFill>
                <a:srgbClr val="231F20"/>
              </a:solidFill>
              <a:prstDash val="solid"/>
              <a:round/>
              <a:headEnd len="sm" w="sm" type="none"/>
              <a:tailEnd len="sm" w="sm" type="none"/>
            </a:ln>
          </p:spPr>
        </p:cxnSp>
        <p:sp>
          <p:nvSpPr>
            <p:cNvPr id="242" name="Google Shape;242;p10"/>
            <p:cNvSpPr/>
            <p:nvPr/>
          </p:nvSpPr>
          <p:spPr>
            <a:xfrm>
              <a:off x="9868697" y="1383248"/>
              <a:ext cx="130295" cy="13566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cxnSp>
          <p:nvCxnSpPr>
            <p:cNvPr id="243" name="Google Shape;243;p10"/>
            <p:cNvCxnSpPr/>
            <p:nvPr/>
          </p:nvCxnSpPr>
          <p:spPr>
            <a:xfrm rot="10800000">
              <a:off x="10319618" y="1232240"/>
              <a:ext cx="0" cy="488718"/>
            </a:xfrm>
            <a:prstGeom prst="straightConnector1">
              <a:avLst/>
            </a:prstGeom>
            <a:noFill/>
            <a:ln cap="sq" cmpd="sng" w="12700">
              <a:solidFill>
                <a:srgbClr val="231F20"/>
              </a:solidFill>
              <a:prstDash val="solid"/>
              <a:round/>
              <a:headEnd len="sm" w="sm" type="none"/>
              <a:tailEnd len="sm" w="sm" type="none"/>
            </a:ln>
          </p:spPr>
        </p:cxnSp>
        <p:sp>
          <p:nvSpPr>
            <p:cNvPr id="244" name="Google Shape;244;p10"/>
            <p:cNvSpPr/>
            <p:nvPr/>
          </p:nvSpPr>
          <p:spPr>
            <a:xfrm>
              <a:off x="10254471" y="1096580"/>
              <a:ext cx="130295" cy="13566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245" name="Google Shape;245;p10"/>
            <p:cNvSpPr txBox="1"/>
            <p:nvPr/>
          </p:nvSpPr>
          <p:spPr>
            <a:xfrm>
              <a:off x="10277563" y="1744611"/>
              <a:ext cx="1640366" cy="692434"/>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2025</a:t>
              </a:r>
              <a:endParaRPr/>
            </a:p>
            <a:p>
              <a:pPr indent="-89154" lvl="0" marL="89154" marR="0" rtl="0" algn="l">
                <a:lnSpc>
                  <a:spcPct val="110000"/>
                </a:lnSpc>
                <a:spcBef>
                  <a:spcPts val="150"/>
                </a:spcBef>
                <a:spcAft>
                  <a:spcPts val="0"/>
                </a:spcAft>
                <a:buClr>
                  <a:srgbClr val="231F20"/>
                </a:buClr>
                <a:buSzPts val="750"/>
                <a:buFont typeface="Arial"/>
                <a:buChar char="•"/>
              </a:pPr>
              <a:r>
                <a:rPr b="1" lang="en-US" sz="750">
                  <a:solidFill>
                    <a:srgbClr val="231F20"/>
                  </a:solidFill>
                  <a:latin typeface="Arial"/>
                  <a:ea typeface="Arial"/>
                  <a:cs typeface="Arial"/>
                  <a:sym typeface="Arial"/>
                </a:rPr>
                <a:t>Majority stake in Italdesign</a:t>
              </a:r>
              <a:endParaRPr/>
            </a:p>
            <a:p>
              <a:pPr indent="-89154" lvl="0" marL="89154" marR="0" rtl="0" algn="l">
                <a:lnSpc>
                  <a:spcPct val="110000"/>
                </a:lnSpc>
                <a:spcBef>
                  <a:spcPts val="75"/>
                </a:spcBef>
                <a:spcAft>
                  <a:spcPts val="0"/>
                </a:spcAft>
                <a:buClr>
                  <a:srgbClr val="231F20"/>
                </a:buClr>
                <a:buSzPts val="750"/>
                <a:buFont typeface="Arial"/>
                <a:buChar char="•"/>
              </a:pPr>
              <a:r>
                <a:rPr b="1" lang="en-US" sz="750">
                  <a:solidFill>
                    <a:srgbClr val="231F20"/>
                  </a:solidFill>
                  <a:latin typeface="Arial"/>
                  <a:ea typeface="Arial"/>
                  <a:cs typeface="Arial"/>
                  <a:sym typeface="Arial"/>
                </a:rPr>
                <a:t>Acquired Modus </a:t>
              </a:r>
              <a:endParaRPr/>
            </a:p>
            <a:p>
              <a:pPr indent="-89154" lvl="0" marL="89154" marR="0" rtl="0" algn="l">
                <a:lnSpc>
                  <a:spcPct val="110000"/>
                </a:lnSpc>
                <a:spcBef>
                  <a:spcPts val="75"/>
                </a:spcBef>
                <a:spcAft>
                  <a:spcPts val="0"/>
                </a:spcAft>
                <a:buClr>
                  <a:srgbClr val="231F20"/>
                </a:buClr>
                <a:buSzPts val="750"/>
                <a:buFont typeface="Arial"/>
                <a:buChar char="•"/>
              </a:pPr>
              <a:r>
                <a:rPr b="1" lang="en-US" sz="750">
                  <a:solidFill>
                    <a:srgbClr val="231F20"/>
                  </a:solidFill>
                  <a:latin typeface="Arial"/>
                  <a:ea typeface="Arial"/>
                  <a:cs typeface="Arial"/>
                  <a:sym typeface="Arial"/>
                </a:rPr>
                <a:t>Semicon manufacturing </a:t>
              </a:r>
              <a:br>
                <a:rPr b="1" lang="en-US" sz="750">
                  <a:solidFill>
                    <a:srgbClr val="231F20"/>
                  </a:solidFill>
                  <a:latin typeface="Arial"/>
                  <a:ea typeface="Arial"/>
                  <a:cs typeface="Arial"/>
                  <a:sym typeface="Arial"/>
                </a:rPr>
              </a:br>
              <a:r>
                <a:rPr b="1" lang="en-US" sz="750">
                  <a:solidFill>
                    <a:srgbClr val="231F20"/>
                  </a:solidFill>
                  <a:latin typeface="Arial"/>
                  <a:ea typeface="Arial"/>
                  <a:cs typeface="Arial"/>
                  <a:sym typeface="Arial"/>
                </a:rPr>
                <a:t>JV with Kaynes Semicon</a:t>
              </a:r>
              <a:endParaRPr/>
            </a:p>
          </p:txBody>
        </p:sp>
        <p:grpSp>
          <p:nvGrpSpPr>
            <p:cNvPr id="246" name="Google Shape;246;p10"/>
            <p:cNvGrpSpPr/>
            <p:nvPr/>
          </p:nvGrpSpPr>
          <p:grpSpPr>
            <a:xfrm>
              <a:off x="10027616" y="4864524"/>
              <a:ext cx="1801302" cy="1141537"/>
              <a:chOff x="10086044" y="4843757"/>
              <a:chExt cx="1801302" cy="1141537"/>
            </a:xfrm>
          </p:grpSpPr>
          <p:sp>
            <p:nvSpPr>
              <p:cNvPr id="247" name="Google Shape;247;p10"/>
              <p:cNvSpPr/>
              <p:nvPr/>
            </p:nvSpPr>
            <p:spPr>
              <a:xfrm>
                <a:off x="10086044" y="4843757"/>
                <a:ext cx="1801302" cy="114153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grpSp>
            <p:nvGrpSpPr>
              <p:cNvPr id="248" name="Google Shape;248;p10"/>
              <p:cNvGrpSpPr/>
              <p:nvPr/>
            </p:nvGrpSpPr>
            <p:grpSpPr>
              <a:xfrm>
                <a:off x="10299557" y="5015198"/>
                <a:ext cx="1294120" cy="152349"/>
                <a:chOff x="10377348" y="4992493"/>
                <a:chExt cx="1294120" cy="152349"/>
              </a:xfrm>
            </p:grpSpPr>
            <p:sp>
              <p:nvSpPr>
                <p:cNvPr id="249" name="Google Shape;249;p10"/>
                <p:cNvSpPr txBox="1"/>
                <p:nvPr/>
              </p:nvSpPr>
              <p:spPr>
                <a:xfrm>
                  <a:off x="10540817" y="4992493"/>
                  <a:ext cx="1130651" cy="152349"/>
                </a:xfrm>
                <a:prstGeom prst="rect">
                  <a:avLst/>
                </a:prstGeom>
                <a:noFill/>
                <a:ln>
                  <a:noFill/>
                </a:ln>
              </p:spPr>
              <p:txBody>
                <a:bodyPr anchorCtr="0" anchor="t" bIns="18275" lIns="0" spcFirstLastPara="1" rIns="0" wrap="square" tIns="18275">
                  <a:spAutoFit/>
                </a:bodyPr>
                <a:lstStyle/>
                <a:p>
                  <a:pPr indent="0" lvl="0" marL="0" marR="0" rtl="0" algn="l">
                    <a:lnSpc>
                      <a:spcPct val="100000"/>
                    </a:lnSpc>
                    <a:spcBef>
                      <a:spcPts val="0"/>
                    </a:spcBef>
                    <a:spcAft>
                      <a:spcPts val="0"/>
                    </a:spcAft>
                    <a:buClr>
                      <a:srgbClr val="171616"/>
                    </a:buClr>
                    <a:buSzPts val="750"/>
                    <a:buFont typeface="Arial"/>
                    <a:buNone/>
                  </a:pPr>
                  <a:r>
                    <a:rPr b="0" i="0" lang="en-US" sz="750" u="none" cap="none" strike="noStrike">
                      <a:solidFill>
                        <a:srgbClr val="171616"/>
                      </a:solidFill>
                      <a:latin typeface="Arial"/>
                      <a:ea typeface="Arial"/>
                      <a:cs typeface="Arial"/>
                      <a:sym typeface="Arial"/>
                    </a:rPr>
                    <a:t>Corporate milestones</a:t>
                  </a:r>
                  <a:endParaRPr b="0" i="0" sz="750" u="none" cap="none" strike="noStrike">
                    <a:solidFill>
                      <a:srgbClr val="171616"/>
                    </a:solidFill>
                    <a:latin typeface="Arial"/>
                    <a:ea typeface="Arial"/>
                    <a:cs typeface="Arial"/>
                    <a:sym typeface="Arial"/>
                  </a:endParaRPr>
                </a:p>
              </p:txBody>
            </p:sp>
            <p:sp>
              <p:nvSpPr>
                <p:cNvPr id="250" name="Google Shape;250;p10"/>
                <p:cNvSpPr/>
                <p:nvPr/>
              </p:nvSpPr>
              <p:spPr>
                <a:xfrm>
                  <a:off x="10377348" y="5037611"/>
                  <a:ext cx="100584" cy="100584"/>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200">
                    <a:solidFill>
                      <a:schemeClr val="lt1"/>
                    </a:solidFill>
                    <a:latin typeface="Arial"/>
                    <a:ea typeface="Arial"/>
                    <a:cs typeface="Arial"/>
                    <a:sym typeface="Arial"/>
                  </a:endParaRPr>
                </a:p>
              </p:txBody>
            </p:sp>
          </p:grpSp>
          <p:grpSp>
            <p:nvGrpSpPr>
              <p:cNvPr id="251" name="Google Shape;251;p10"/>
              <p:cNvGrpSpPr/>
              <p:nvPr/>
            </p:nvGrpSpPr>
            <p:grpSpPr>
              <a:xfrm>
                <a:off x="10299557" y="5223595"/>
                <a:ext cx="642232" cy="152349"/>
                <a:chOff x="10377348" y="5265668"/>
                <a:chExt cx="642232" cy="152349"/>
              </a:xfrm>
            </p:grpSpPr>
            <p:sp>
              <p:nvSpPr>
                <p:cNvPr id="252" name="Google Shape;252;p10"/>
                <p:cNvSpPr txBox="1"/>
                <p:nvPr/>
              </p:nvSpPr>
              <p:spPr>
                <a:xfrm>
                  <a:off x="10540817" y="5265668"/>
                  <a:ext cx="478763" cy="152349"/>
                </a:xfrm>
                <a:prstGeom prst="rect">
                  <a:avLst/>
                </a:prstGeom>
                <a:noFill/>
                <a:ln>
                  <a:noFill/>
                </a:ln>
              </p:spPr>
              <p:txBody>
                <a:bodyPr anchorCtr="0" anchor="t" bIns="18275" lIns="0" spcFirstLastPara="1" rIns="0" wrap="square" tIns="18275">
                  <a:spAutoFit/>
                </a:bodyPr>
                <a:lstStyle/>
                <a:p>
                  <a:pPr indent="0" lvl="0" marL="0" marR="0" rtl="0" algn="l">
                    <a:lnSpc>
                      <a:spcPct val="100000"/>
                    </a:lnSpc>
                    <a:spcBef>
                      <a:spcPts val="0"/>
                    </a:spcBef>
                    <a:spcAft>
                      <a:spcPts val="0"/>
                    </a:spcAft>
                    <a:buClr>
                      <a:srgbClr val="171616"/>
                    </a:buClr>
                    <a:buSzPts val="750"/>
                    <a:buFont typeface="Arial"/>
                    <a:buNone/>
                  </a:pPr>
                  <a:r>
                    <a:rPr b="0" i="0" lang="en-US" sz="750" u="none" cap="none" strike="noStrike">
                      <a:solidFill>
                        <a:srgbClr val="171616"/>
                      </a:solidFill>
                      <a:latin typeface="Arial"/>
                      <a:ea typeface="Arial"/>
                      <a:cs typeface="Arial"/>
                      <a:sym typeface="Arial"/>
                    </a:rPr>
                    <a:t>Offerings</a:t>
                  </a:r>
                  <a:endParaRPr b="0" i="0" sz="750" u="none" cap="none" strike="noStrike">
                    <a:solidFill>
                      <a:srgbClr val="171616"/>
                    </a:solidFill>
                    <a:latin typeface="Arial"/>
                    <a:ea typeface="Arial"/>
                    <a:cs typeface="Arial"/>
                    <a:sym typeface="Arial"/>
                  </a:endParaRPr>
                </a:p>
              </p:txBody>
            </p:sp>
            <p:sp>
              <p:nvSpPr>
                <p:cNvPr id="253" name="Google Shape;253;p10"/>
                <p:cNvSpPr/>
                <p:nvPr/>
              </p:nvSpPr>
              <p:spPr>
                <a:xfrm>
                  <a:off x="10377348" y="5310786"/>
                  <a:ext cx="100584" cy="100584"/>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200">
                    <a:solidFill>
                      <a:schemeClr val="lt1"/>
                    </a:solidFill>
                    <a:latin typeface="Arial"/>
                    <a:ea typeface="Arial"/>
                    <a:cs typeface="Arial"/>
                    <a:sym typeface="Arial"/>
                  </a:endParaRPr>
                </a:p>
              </p:txBody>
            </p:sp>
          </p:grpSp>
          <p:grpSp>
            <p:nvGrpSpPr>
              <p:cNvPr id="254" name="Google Shape;254;p10"/>
              <p:cNvGrpSpPr/>
              <p:nvPr/>
            </p:nvGrpSpPr>
            <p:grpSpPr>
              <a:xfrm>
                <a:off x="10299557" y="5431992"/>
                <a:ext cx="729863" cy="152349"/>
                <a:chOff x="10377348" y="5538843"/>
                <a:chExt cx="729863" cy="152349"/>
              </a:xfrm>
            </p:grpSpPr>
            <p:sp>
              <p:nvSpPr>
                <p:cNvPr id="255" name="Google Shape;255;p10"/>
                <p:cNvSpPr txBox="1"/>
                <p:nvPr/>
              </p:nvSpPr>
              <p:spPr>
                <a:xfrm>
                  <a:off x="10540817" y="5538843"/>
                  <a:ext cx="566394" cy="152349"/>
                </a:xfrm>
                <a:prstGeom prst="rect">
                  <a:avLst/>
                </a:prstGeom>
                <a:noFill/>
                <a:ln>
                  <a:noFill/>
                </a:ln>
              </p:spPr>
              <p:txBody>
                <a:bodyPr anchorCtr="0" anchor="t" bIns="18275" lIns="0" spcFirstLastPara="1" rIns="0" wrap="square" tIns="18275">
                  <a:spAutoFit/>
                </a:bodyPr>
                <a:lstStyle/>
                <a:p>
                  <a:pPr indent="0" lvl="0" marL="0" marR="0" rtl="0" algn="l">
                    <a:lnSpc>
                      <a:spcPct val="100000"/>
                    </a:lnSpc>
                    <a:spcBef>
                      <a:spcPts val="0"/>
                    </a:spcBef>
                    <a:spcAft>
                      <a:spcPts val="0"/>
                    </a:spcAft>
                    <a:buClr>
                      <a:srgbClr val="171616"/>
                    </a:buClr>
                    <a:buSzPts val="750"/>
                    <a:buFont typeface="Arial"/>
                    <a:buNone/>
                  </a:pPr>
                  <a:r>
                    <a:rPr b="0" i="0" lang="en-US" sz="750" u="none" cap="none" strike="noStrike">
                      <a:solidFill>
                        <a:srgbClr val="171616"/>
                      </a:solidFill>
                      <a:latin typeface="Arial"/>
                      <a:ea typeface="Arial"/>
                      <a:cs typeface="Arial"/>
                      <a:sym typeface="Arial"/>
                    </a:rPr>
                    <a:t>Employees</a:t>
                  </a:r>
                  <a:endParaRPr b="0" i="0" sz="750" u="none" cap="none" strike="noStrike">
                    <a:solidFill>
                      <a:srgbClr val="171616"/>
                    </a:solidFill>
                    <a:latin typeface="Arial"/>
                    <a:ea typeface="Arial"/>
                    <a:cs typeface="Arial"/>
                    <a:sym typeface="Arial"/>
                  </a:endParaRPr>
                </a:p>
              </p:txBody>
            </p:sp>
            <p:sp>
              <p:nvSpPr>
                <p:cNvPr id="256" name="Google Shape;256;p10"/>
                <p:cNvSpPr/>
                <p:nvPr/>
              </p:nvSpPr>
              <p:spPr>
                <a:xfrm>
                  <a:off x="10377348" y="5583961"/>
                  <a:ext cx="100584" cy="100584"/>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200">
                    <a:solidFill>
                      <a:schemeClr val="lt1"/>
                    </a:solidFill>
                    <a:latin typeface="Arial"/>
                    <a:ea typeface="Arial"/>
                    <a:cs typeface="Arial"/>
                    <a:sym typeface="Arial"/>
                  </a:endParaRPr>
                </a:p>
              </p:txBody>
            </p:sp>
          </p:grpSp>
          <p:grpSp>
            <p:nvGrpSpPr>
              <p:cNvPr id="257" name="Google Shape;257;p10"/>
              <p:cNvGrpSpPr/>
              <p:nvPr/>
            </p:nvGrpSpPr>
            <p:grpSpPr>
              <a:xfrm>
                <a:off x="10299557" y="5640390"/>
                <a:ext cx="1022678" cy="152349"/>
                <a:chOff x="10377348" y="5819712"/>
                <a:chExt cx="1022678" cy="152349"/>
              </a:xfrm>
            </p:grpSpPr>
            <p:sp>
              <p:nvSpPr>
                <p:cNvPr id="258" name="Google Shape;258;p10"/>
                <p:cNvSpPr txBox="1"/>
                <p:nvPr/>
              </p:nvSpPr>
              <p:spPr>
                <a:xfrm>
                  <a:off x="10540817" y="5819712"/>
                  <a:ext cx="859209" cy="152349"/>
                </a:xfrm>
                <a:prstGeom prst="rect">
                  <a:avLst/>
                </a:prstGeom>
                <a:noFill/>
                <a:ln>
                  <a:noFill/>
                </a:ln>
              </p:spPr>
              <p:txBody>
                <a:bodyPr anchorCtr="0" anchor="t" bIns="18275" lIns="0" spcFirstLastPara="1" rIns="0" wrap="square" tIns="18275">
                  <a:spAutoFit/>
                </a:bodyPr>
                <a:lstStyle/>
                <a:p>
                  <a:pPr indent="0" lvl="0" marL="0" marR="0" rtl="0" algn="l">
                    <a:lnSpc>
                      <a:spcPct val="100000"/>
                    </a:lnSpc>
                    <a:spcBef>
                      <a:spcPts val="0"/>
                    </a:spcBef>
                    <a:spcAft>
                      <a:spcPts val="0"/>
                    </a:spcAft>
                    <a:buClr>
                      <a:srgbClr val="171616"/>
                    </a:buClr>
                    <a:buSzPts val="750"/>
                    <a:buFont typeface="Arial"/>
                    <a:buNone/>
                  </a:pPr>
                  <a:r>
                    <a:rPr b="0" i="0" lang="en-US" sz="750" u="none" cap="none" strike="noStrike">
                      <a:solidFill>
                        <a:srgbClr val="171616"/>
                      </a:solidFill>
                      <a:latin typeface="Arial"/>
                      <a:ea typeface="Arial"/>
                      <a:cs typeface="Arial"/>
                      <a:sym typeface="Arial"/>
                    </a:rPr>
                    <a:t>Annual Revenue</a:t>
                  </a:r>
                  <a:endParaRPr b="0" i="0" sz="750" u="none" cap="none" strike="noStrike">
                    <a:solidFill>
                      <a:srgbClr val="171616"/>
                    </a:solidFill>
                    <a:latin typeface="Arial"/>
                    <a:ea typeface="Arial"/>
                    <a:cs typeface="Arial"/>
                    <a:sym typeface="Arial"/>
                  </a:endParaRPr>
                </a:p>
              </p:txBody>
            </p:sp>
            <p:sp>
              <p:nvSpPr>
                <p:cNvPr id="259" name="Google Shape;259;p10"/>
                <p:cNvSpPr/>
                <p:nvPr/>
              </p:nvSpPr>
              <p:spPr>
                <a:xfrm>
                  <a:off x="10377348" y="5864830"/>
                  <a:ext cx="100584" cy="100584"/>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200">
                    <a:solidFill>
                      <a:schemeClr val="lt1"/>
                    </a:solidFill>
                    <a:latin typeface="Arial"/>
                    <a:ea typeface="Arial"/>
                    <a:cs typeface="Arial"/>
                    <a:sym typeface="Arial"/>
                  </a:endParaRPr>
                </a:p>
              </p:txBody>
            </p:sp>
          </p:grpSp>
        </p:grpSp>
        <p:sp>
          <p:nvSpPr>
            <p:cNvPr id="260" name="Google Shape;260;p10"/>
            <p:cNvSpPr txBox="1"/>
            <p:nvPr/>
          </p:nvSpPr>
          <p:spPr>
            <a:xfrm>
              <a:off x="10620155" y="1068657"/>
              <a:ext cx="1211516" cy="41287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2025</a:t>
              </a:r>
              <a:endParaRPr/>
            </a:p>
            <a:p>
              <a:pPr indent="0" lvl="0" marL="0" marR="0" rtl="0" algn="l">
                <a:lnSpc>
                  <a:spcPct val="110000"/>
                </a:lnSpc>
                <a:spcBef>
                  <a:spcPts val="150"/>
                </a:spcBef>
                <a:spcAft>
                  <a:spcPts val="0"/>
                </a:spcAft>
                <a:buNone/>
              </a:pPr>
              <a:r>
                <a:rPr b="1" lang="en-US" sz="750">
                  <a:solidFill>
                    <a:schemeClr val="dk1"/>
                  </a:solidFill>
                  <a:latin typeface="Arial"/>
                  <a:ea typeface="Arial"/>
                  <a:cs typeface="Arial"/>
                  <a:sym typeface="Arial"/>
                </a:rPr>
                <a:t>Trained 25,000+ </a:t>
              </a:r>
              <a:br>
                <a:rPr b="1" lang="en-US" sz="750">
                  <a:solidFill>
                    <a:schemeClr val="dk1"/>
                  </a:solidFill>
                  <a:latin typeface="Arial"/>
                  <a:ea typeface="Arial"/>
                  <a:cs typeface="Arial"/>
                  <a:sym typeface="Arial"/>
                </a:rPr>
              </a:br>
              <a:r>
                <a:rPr b="1" lang="en-US" sz="750">
                  <a:solidFill>
                    <a:schemeClr val="dk1"/>
                  </a:solidFill>
                  <a:latin typeface="Arial"/>
                  <a:ea typeface="Arial"/>
                  <a:cs typeface="Arial"/>
                  <a:sym typeface="Arial"/>
                </a:rPr>
                <a:t>employees in Gen AI</a:t>
              </a:r>
              <a:endParaRPr/>
            </a:p>
          </p:txBody>
        </p:sp>
        <p:cxnSp>
          <p:nvCxnSpPr>
            <p:cNvPr id="261" name="Google Shape;261;p10"/>
            <p:cNvCxnSpPr/>
            <p:nvPr/>
          </p:nvCxnSpPr>
          <p:spPr>
            <a:xfrm rot="10800000">
              <a:off x="10657755" y="941727"/>
              <a:ext cx="0" cy="106023"/>
            </a:xfrm>
            <a:prstGeom prst="straightConnector1">
              <a:avLst/>
            </a:prstGeom>
            <a:noFill/>
            <a:ln cap="sq" cmpd="sng" w="12700">
              <a:solidFill>
                <a:srgbClr val="231F20"/>
              </a:solidFill>
              <a:prstDash val="solid"/>
              <a:round/>
              <a:headEnd len="sm" w="sm" type="none"/>
              <a:tailEnd len="sm" w="sm" type="none"/>
            </a:ln>
          </p:spPr>
        </p:cxnSp>
        <p:sp>
          <p:nvSpPr>
            <p:cNvPr id="262" name="Google Shape;262;p10"/>
            <p:cNvSpPr/>
            <p:nvPr/>
          </p:nvSpPr>
          <p:spPr>
            <a:xfrm>
              <a:off x="10593031" y="816784"/>
              <a:ext cx="130295" cy="1356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option 1" showMasterSp="0">
  <p:cSld name="Cover slide option 1">
    <p:spTree>
      <p:nvGrpSpPr>
        <p:cNvPr id="263" name="Shape 263"/>
        <p:cNvGrpSpPr/>
        <p:nvPr/>
      </p:nvGrpSpPr>
      <p:grpSpPr>
        <a:xfrm>
          <a:off x="0" y="0"/>
          <a:ext cx="0" cy="0"/>
          <a:chOff x="0" y="0"/>
          <a:chExt cx="0" cy="0"/>
        </a:xfrm>
      </p:grpSpPr>
      <p:sp>
        <p:nvSpPr>
          <p:cNvPr id="264" name="Google Shape;264;p11"/>
          <p:cNvSpPr/>
          <p:nvPr/>
        </p:nvSpPr>
        <p:spPr>
          <a:xfrm>
            <a:off x="891541" y="1234441"/>
            <a:ext cx="8252459" cy="5623559"/>
          </a:xfrm>
          <a:prstGeom prst="rect">
            <a:avLst/>
          </a:prstGeom>
          <a:solidFill>
            <a:srgbClr val="006E7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dk1"/>
              </a:solidFill>
              <a:latin typeface="Arial"/>
              <a:ea typeface="Arial"/>
              <a:cs typeface="Arial"/>
              <a:sym typeface="Arial"/>
            </a:endParaRPr>
          </a:p>
        </p:txBody>
      </p:sp>
      <p:sp>
        <p:nvSpPr>
          <p:cNvPr descr="UST" id="265" name="Google Shape;265;p11"/>
          <p:cNvSpPr/>
          <p:nvPr/>
        </p:nvSpPr>
        <p:spPr>
          <a:xfrm>
            <a:off x="273844" y="358775"/>
            <a:ext cx="548640" cy="809172"/>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66" name="Google Shape;266;p11"/>
          <p:cNvSpPr txBox="1"/>
          <p:nvPr>
            <p:ph type="ctrTitle"/>
          </p:nvPr>
        </p:nvSpPr>
        <p:spPr>
          <a:xfrm>
            <a:off x="1276540" y="1585468"/>
            <a:ext cx="6515100" cy="2105012"/>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a:buNone/>
              <a:defRPr b="0" sz="36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11"/>
          <p:cNvSpPr txBox="1"/>
          <p:nvPr>
            <p:ph idx="1" type="subTitle"/>
          </p:nvPr>
        </p:nvSpPr>
        <p:spPr>
          <a:xfrm>
            <a:off x="1276540" y="3931920"/>
            <a:ext cx="6515100" cy="91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None/>
              <a:defRPr sz="180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268" name="Google Shape;268;p11"/>
          <p:cNvSpPr txBox="1"/>
          <p:nvPr>
            <p:ph idx="2" type="body"/>
          </p:nvPr>
        </p:nvSpPr>
        <p:spPr>
          <a:xfrm>
            <a:off x="1276539" y="5577840"/>
            <a:ext cx="6515100" cy="9144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lt1"/>
              </a:buClr>
              <a:buSzPts val="1200"/>
              <a:buFont typeface="Arial"/>
              <a:buNone/>
              <a:defRPr b="1" sz="1200">
                <a:solidFill>
                  <a:schemeClr val="lt1"/>
                </a:solidFill>
                <a:latin typeface="Arial"/>
                <a:ea typeface="Arial"/>
                <a:cs typeface="Arial"/>
                <a:sym typeface="Arial"/>
              </a:defRPr>
            </a:lvl1pPr>
            <a:lvl2pPr indent="-228600" lvl="1" marL="914400" algn="l">
              <a:lnSpc>
                <a:spcPct val="100000"/>
              </a:lnSpc>
              <a:spcBef>
                <a:spcPts val="0"/>
              </a:spcBef>
              <a:spcAft>
                <a:spcPts val="0"/>
              </a:spcAft>
              <a:buClr>
                <a:schemeClr val="lt1"/>
              </a:buClr>
              <a:buSzPts val="1200"/>
              <a:buFont typeface="Arial"/>
              <a:buNone/>
              <a:defRPr sz="1200">
                <a:solidFill>
                  <a:schemeClr val="lt1"/>
                </a:solidFill>
              </a:defRPr>
            </a:lvl2pPr>
            <a:lvl3pPr indent="-228600" lvl="2" marL="1371600" algn="l">
              <a:lnSpc>
                <a:spcPct val="100000"/>
              </a:lnSpc>
              <a:spcBef>
                <a:spcPts val="0"/>
              </a:spcBef>
              <a:spcAft>
                <a:spcPts val="0"/>
              </a:spcAft>
              <a:buClr>
                <a:schemeClr val="lt1"/>
              </a:buClr>
              <a:buSzPts val="1200"/>
              <a:buFont typeface="Arial"/>
              <a:buNone/>
              <a:defRPr sz="1200">
                <a:solidFill>
                  <a:schemeClr val="lt1"/>
                </a:solidFill>
              </a:defRPr>
            </a:lvl3pPr>
            <a:lvl4pPr indent="-228600" lvl="3" marL="1828800" algn="l">
              <a:lnSpc>
                <a:spcPct val="100000"/>
              </a:lnSpc>
              <a:spcBef>
                <a:spcPts val="0"/>
              </a:spcBef>
              <a:spcAft>
                <a:spcPts val="0"/>
              </a:spcAft>
              <a:buClr>
                <a:schemeClr val="lt1"/>
              </a:buClr>
              <a:buSzPts val="1200"/>
              <a:buFont typeface="Arial"/>
              <a:buNone/>
              <a:defRPr sz="1200">
                <a:solidFill>
                  <a:schemeClr val="lt1"/>
                </a:solidFill>
              </a:defRPr>
            </a:lvl4pPr>
            <a:lvl5pPr indent="-228600" lvl="4" marL="2286000" algn="l">
              <a:lnSpc>
                <a:spcPct val="100000"/>
              </a:lnSpc>
              <a:spcBef>
                <a:spcPts val="0"/>
              </a:spcBef>
              <a:spcAft>
                <a:spcPts val="0"/>
              </a:spcAft>
              <a:buClr>
                <a:schemeClr val="lt1"/>
              </a:buClr>
              <a:buSzPts val="1200"/>
              <a:buFont typeface="Arial"/>
              <a:buNone/>
              <a:defRPr sz="1200">
                <a:solidFill>
                  <a:schemeClr val="lt1"/>
                </a:solidFill>
              </a:defRPr>
            </a:lvl5pPr>
            <a:lvl6pPr indent="-228600" lvl="5" marL="2743200" algn="l">
              <a:lnSpc>
                <a:spcPct val="100000"/>
              </a:lnSpc>
              <a:spcBef>
                <a:spcPts val="0"/>
              </a:spcBef>
              <a:spcAft>
                <a:spcPts val="0"/>
              </a:spcAft>
              <a:buClr>
                <a:schemeClr val="lt1"/>
              </a:buClr>
              <a:buSzPts val="1200"/>
              <a:buFont typeface="Arial"/>
              <a:buNone/>
              <a:defRPr sz="1200">
                <a:solidFill>
                  <a:schemeClr val="lt1"/>
                </a:solidFill>
              </a:defRPr>
            </a:lvl6pPr>
            <a:lvl7pPr indent="-228600" lvl="6" marL="3200400" algn="l">
              <a:lnSpc>
                <a:spcPct val="100000"/>
              </a:lnSpc>
              <a:spcBef>
                <a:spcPts val="0"/>
              </a:spcBef>
              <a:spcAft>
                <a:spcPts val="0"/>
              </a:spcAft>
              <a:buClr>
                <a:schemeClr val="lt1"/>
              </a:buClr>
              <a:buSzPts val="1200"/>
              <a:buFont typeface="Arial"/>
              <a:buNone/>
              <a:defRPr sz="1200">
                <a:solidFill>
                  <a:schemeClr val="lt1"/>
                </a:solidFill>
              </a:defRPr>
            </a:lvl7pPr>
            <a:lvl8pPr indent="-228600" lvl="7" marL="3657600" algn="l">
              <a:lnSpc>
                <a:spcPct val="100000"/>
              </a:lnSpc>
              <a:spcBef>
                <a:spcPts val="0"/>
              </a:spcBef>
              <a:spcAft>
                <a:spcPts val="0"/>
              </a:spcAft>
              <a:buClr>
                <a:schemeClr val="lt1"/>
              </a:buClr>
              <a:buSzPts val="1200"/>
              <a:buFont typeface="Arial"/>
              <a:buNone/>
              <a:defRPr sz="1200">
                <a:solidFill>
                  <a:schemeClr val="lt1"/>
                </a:solidFill>
              </a:defRPr>
            </a:lvl8pPr>
            <a:lvl9pPr indent="-228600" lvl="8" marL="4114800" algn="l">
              <a:lnSpc>
                <a:spcPct val="100000"/>
              </a:lnSpc>
              <a:spcBef>
                <a:spcPts val="0"/>
              </a:spcBef>
              <a:spcAft>
                <a:spcPts val="0"/>
              </a:spcAft>
              <a:buClr>
                <a:schemeClr val="lt1"/>
              </a:buClr>
              <a:buSzPts val="1200"/>
              <a:buFont typeface="Arial"/>
              <a:buNone/>
              <a:defRPr sz="1200">
                <a:solidFill>
                  <a:schemeClr val="lt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6546">
          <p15:clr>
            <a:srgbClr val="FBAE40"/>
          </p15:clr>
        </p15:guide>
        <p15:guide id="3" orient="horz" pos="776">
          <p15:clr>
            <a:srgbClr val="FBAE40"/>
          </p15:clr>
        </p15:guide>
        <p15:guide id="4" pos="7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option 2" showMasterSp="0">
  <p:cSld name="Cover slide option 2">
    <p:bg>
      <p:bgPr>
        <a:solidFill>
          <a:schemeClr val="lt1"/>
        </a:solidFill>
      </p:bgPr>
    </p:bg>
    <p:spTree>
      <p:nvGrpSpPr>
        <p:cNvPr id="269" name="Shape 269"/>
        <p:cNvGrpSpPr/>
        <p:nvPr/>
      </p:nvGrpSpPr>
      <p:grpSpPr>
        <a:xfrm>
          <a:off x="0" y="0"/>
          <a:ext cx="0" cy="0"/>
          <a:chOff x="0" y="0"/>
          <a:chExt cx="0" cy="0"/>
        </a:xfrm>
      </p:grpSpPr>
      <p:sp>
        <p:nvSpPr>
          <p:cNvPr id="270" name="Google Shape;270;p12"/>
          <p:cNvSpPr/>
          <p:nvPr/>
        </p:nvSpPr>
        <p:spPr>
          <a:xfrm>
            <a:off x="0" y="3840480"/>
            <a:ext cx="9144000" cy="3017520"/>
          </a:xfrm>
          <a:prstGeom prst="rect">
            <a:avLst/>
          </a:prstGeom>
          <a:solidFill>
            <a:srgbClr val="ECECE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dk1"/>
              </a:solidFill>
              <a:latin typeface="Arial"/>
              <a:ea typeface="Arial"/>
              <a:cs typeface="Arial"/>
              <a:sym typeface="Arial"/>
            </a:endParaRPr>
          </a:p>
        </p:txBody>
      </p:sp>
      <p:sp>
        <p:nvSpPr>
          <p:cNvPr descr="UST" id="271" name="Google Shape;271;p12"/>
          <p:cNvSpPr/>
          <p:nvPr/>
        </p:nvSpPr>
        <p:spPr>
          <a:xfrm>
            <a:off x="273844" y="358775"/>
            <a:ext cx="548640" cy="809172"/>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72" name="Google Shape;272;p12"/>
          <p:cNvSpPr txBox="1"/>
          <p:nvPr>
            <p:ph type="ctrTitle"/>
          </p:nvPr>
        </p:nvSpPr>
        <p:spPr>
          <a:xfrm>
            <a:off x="891540" y="1234440"/>
            <a:ext cx="3874770" cy="2304288"/>
          </a:xfrm>
          <a:prstGeom prst="rect">
            <a:avLst/>
          </a:prstGeom>
          <a:solidFill>
            <a:srgbClr val="006E74"/>
          </a:solidFill>
          <a:ln>
            <a:noFill/>
          </a:ln>
        </p:spPr>
        <p:txBody>
          <a:bodyPr anchorCtr="0" anchor="t" bIns="274300" lIns="274300" spcFirstLastPara="1" rIns="274300" wrap="square" tIns="274300">
            <a:noAutofit/>
          </a:bodyPr>
          <a:lstStyle>
            <a:lvl1pPr lvl="0" algn="l">
              <a:lnSpc>
                <a:spcPct val="90000"/>
              </a:lnSpc>
              <a:spcBef>
                <a:spcPts val="0"/>
              </a:spcBef>
              <a:spcAft>
                <a:spcPts val="0"/>
              </a:spcAft>
              <a:buClr>
                <a:schemeClr val="lt1"/>
              </a:buClr>
              <a:buSzPts val="2400"/>
              <a:buFont typeface="Arial"/>
              <a:buNone/>
              <a:defRPr b="0" sz="24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3" name="Google Shape;273;p12"/>
          <p:cNvSpPr txBox="1"/>
          <p:nvPr>
            <p:ph idx="1" type="subTitle"/>
          </p:nvPr>
        </p:nvSpPr>
        <p:spPr>
          <a:xfrm>
            <a:off x="891540" y="4114799"/>
            <a:ext cx="3874770" cy="685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500"/>
              <a:buNone/>
              <a:defRPr b="0" sz="1500">
                <a:solidFill>
                  <a:schemeClr val="dk1"/>
                </a:solidFill>
                <a:latin typeface="Arial"/>
                <a:ea typeface="Arial"/>
                <a:cs typeface="Arial"/>
                <a:sym typeface="Arial"/>
              </a:defRPr>
            </a:lvl1pPr>
            <a:lvl2pPr lvl="1" algn="l">
              <a:lnSpc>
                <a:spcPct val="100000"/>
              </a:lnSpc>
              <a:spcBef>
                <a:spcPts val="0"/>
              </a:spcBef>
              <a:spcAft>
                <a:spcPts val="0"/>
              </a:spcAft>
              <a:buClr>
                <a:schemeClr val="dk1"/>
              </a:buClr>
              <a:buSzPts val="1500"/>
              <a:buNone/>
              <a:defRPr sz="1500">
                <a:solidFill>
                  <a:schemeClr val="dk1"/>
                </a:solidFill>
              </a:defRPr>
            </a:lvl2pPr>
            <a:lvl3pPr lvl="2" algn="l">
              <a:lnSpc>
                <a:spcPct val="100000"/>
              </a:lnSpc>
              <a:spcBef>
                <a:spcPts val="0"/>
              </a:spcBef>
              <a:spcAft>
                <a:spcPts val="0"/>
              </a:spcAft>
              <a:buClr>
                <a:schemeClr val="dk1"/>
              </a:buClr>
              <a:buSzPts val="1500"/>
              <a:buNone/>
              <a:defRPr sz="1500">
                <a:solidFill>
                  <a:schemeClr val="dk1"/>
                </a:solidFill>
              </a:defRPr>
            </a:lvl3pPr>
            <a:lvl4pPr lvl="3" algn="l">
              <a:lnSpc>
                <a:spcPct val="100000"/>
              </a:lnSpc>
              <a:spcBef>
                <a:spcPts val="0"/>
              </a:spcBef>
              <a:spcAft>
                <a:spcPts val="0"/>
              </a:spcAft>
              <a:buClr>
                <a:schemeClr val="dk1"/>
              </a:buClr>
              <a:buSzPts val="1500"/>
              <a:buNone/>
              <a:defRPr sz="1500">
                <a:solidFill>
                  <a:schemeClr val="dk1"/>
                </a:solidFill>
              </a:defRPr>
            </a:lvl4pPr>
            <a:lvl5pPr lvl="4" algn="l">
              <a:lnSpc>
                <a:spcPct val="100000"/>
              </a:lnSpc>
              <a:spcBef>
                <a:spcPts val="0"/>
              </a:spcBef>
              <a:spcAft>
                <a:spcPts val="0"/>
              </a:spcAft>
              <a:buClr>
                <a:schemeClr val="dk1"/>
              </a:buClr>
              <a:buSzPts val="1500"/>
              <a:buNone/>
              <a:defRPr sz="1500">
                <a:solidFill>
                  <a:schemeClr val="dk1"/>
                </a:solidFill>
              </a:defRPr>
            </a:lvl5pPr>
            <a:lvl6pPr lvl="5" algn="l">
              <a:lnSpc>
                <a:spcPct val="100000"/>
              </a:lnSpc>
              <a:spcBef>
                <a:spcPts val="0"/>
              </a:spcBef>
              <a:spcAft>
                <a:spcPts val="0"/>
              </a:spcAft>
              <a:buClr>
                <a:schemeClr val="dk1"/>
              </a:buClr>
              <a:buSzPts val="1500"/>
              <a:buNone/>
              <a:defRPr sz="1500">
                <a:solidFill>
                  <a:schemeClr val="dk1"/>
                </a:solidFill>
              </a:defRPr>
            </a:lvl6pPr>
            <a:lvl7pPr lvl="6" algn="l">
              <a:lnSpc>
                <a:spcPct val="100000"/>
              </a:lnSpc>
              <a:spcBef>
                <a:spcPts val="0"/>
              </a:spcBef>
              <a:spcAft>
                <a:spcPts val="0"/>
              </a:spcAft>
              <a:buClr>
                <a:schemeClr val="dk1"/>
              </a:buClr>
              <a:buSzPts val="1500"/>
              <a:buNone/>
              <a:defRPr sz="1500">
                <a:solidFill>
                  <a:schemeClr val="dk1"/>
                </a:solidFill>
              </a:defRPr>
            </a:lvl7pPr>
            <a:lvl8pPr lvl="7" algn="l">
              <a:lnSpc>
                <a:spcPct val="100000"/>
              </a:lnSpc>
              <a:spcBef>
                <a:spcPts val="0"/>
              </a:spcBef>
              <a:spcAft>
                <a:spcPts val="0"/>
              </a:spcAft>
              <a:buClr>
                <a:schemeClr val="dk1"/>
              </a:buClr>
              <a:buSzPts val="1500"/>
              <a:buNone/>
              <a:defRPr sz="1500">
                <a:solidFill>
                  <a:schemeClr val="dk1"/>
                </a:solidFill>
              </a:defRPr>
            </a:lvl8pPr>
            <a:lvl9pPr lvl="8" algn="l">
              <a:lnSpc>
                <a:spcPct val="100000"/>
              </a:lnSpc>
              <a:spcBef>
                <a:spcPts val="0"/>
              </a:spcBef>
              <a:spcAft>
                <a:spcPts val="0"/>
              </a:spcAft>
              <a:buClr>
                <a:schemeClr val="dk1"/>
              </a:buClr>
              <a:buSzPts val="1500"/>
              <a:buNone/>
              <a:defRPr sz="1500">
                <a:solidFill>
                  <a:schemeClr val="dk1"/>
                </a:solidFill>
              </a:defRPr>
            </a:lvl9pPr>
          </a:lstStyle>
          <a:p/>
        </p:txBody>
      </p:sp>
      <p:sp>
        <p:nvSpPr>
          <p:cNvPr id="274" name="Google Shape;274;p12"/>
          <p:cNvSpPr txBox="1"/>
          <p:nvPr>
            <p:ph idx="2" type="body"/>
          </p:nvPr>
        </p:nvSpPr>
        <p:spPr>
          <a:xfrm>
            <a:off x="891540" y="5577840"/>
            <a:ext cx="3874770" cy="9144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solidFill>
                  <a:schemeClr val="dk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
        <p:nvSpPr>
          <p:cNvPr id="275" name="Google Shape;275;p12"/>
          <p:cNvSpPr/>
          <p:nvPr>
            <p:ph idx="3" type="pic"/>
          </p:nvPr>
        </p:nvSpPr>
        <p:spPr>
          <a:xfrm>
            <a:off x="4993005" y="2148840"/>
            <a:ext cx="3874770" cy="4343400"/>
          </a:xfrm>
          <a:prstGeom prst="rect">
            <a:avLst/>
          </a:prstGeom>
          <a:solidFill>
            <a:srgbClr val="D7E0E3"/>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option 4" showMasterSp="0">
  <p:cSld name="Cover slide option 4">
    <p:bg>
      <p:bgPr>
        <a:solidFill>
          <a:schemeClr val="lt1"/>
        </a:solidFill>
      </p:bgPr>
    </p:bg>
    <p:spTree>
      <p:nvGrpSpPr>
        <p:cNvPr id="276" name="Shape 276"/>
        <p:cNvGrpSpPr/>
        <p:nvPr/>
      </p:nvGrpSpPr>
      <p:grpSpPr>
        <a:xfrm>
          <a:off x="0" y="0"/>
          <a:ext cx="0" cy="0"/>
          <a:chOff x="0" y="0"/>
          <a:chExt cx="0" cy="0"/>
        </a:xfrm>
      </p:grpSpPr>
      <p:sp>
        <p:nvSpPr>
          <p:cNvPr id="277" name="Google Shape;277;p13"/>
          <p:cNvSpPr/>
          <p:nvPr>
            <p:ph idx="2" type="pic"/>
          </p:nvPr>
        </p:nvSpPr>
        <p:spPr>
          <a:xfrm>
            <a:off x="3103245" y="-1"/>
            <a:ext cx="6040755" cy="6856615"/>
          </a:xfrm>
          <a:prstGeom prst="rect">
            <a:avLst/>
          </a:prstGeom>
          <a:solidFill>
            <a:srgbClr val="D7E0E3"/>
          </a:solidFill>
          <a:ln>
            <a:noFill/>
          </a:ln>
        </p:spPr>
      </p:sp>
      <p:sp>
        <p:nvSpPr>
          <p:cNvPr descr="UST" id="278" name="Google Shape;278;p13"/>
          <p:cNvSpPr/>
          <p:nvPr/>
        </p:nvSpPr>
        <p:spPr>
          <a:xfrm>
            <a:off x="273844" y="358775"/>
            <a:ext cx="548640" cy="809172"/>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79" name="Google Shape;279;p13"/>
          <p:cNvSpPr txBox="1"/>
          <p:nvPr>
            <p:ph type="ctrTitle"/>
          </p:nvPr>
        </p:nvSpPr>
        <p:spPr>
          <a:xfrm>
            <a:off x="1003459" y="1623059"/>
            <a:ext cx="3399473" cy="3737611"/>
          </a:xfrm>
          <a:prstGeom prst="rect">
            <a:avLst/>
          </a:prstGeom>
          <a:solidFill>
            <a:srgbClr val="006E74"/>
          </a:solidFill>
          <a:ln>
            <a:noFill/>
          </a:ln>
        </p:spPr>
        <p:txBody>
          <a:bodyPr anchorCtr="0" anchor="t" bIns="274300" lIns="274300" spcFirstLastPara="1" rIns="274300" wrap="square" tIns="274300">
            <a:noAutofit/>
          </a:bodyPr>
          <a:lstStyle>
            <a:lvl1pPr lvl="0" algn="l">
              <a:lnSpc>
                <a:spcPct val="90000"/>
              </a:lnSpc>
              <a:spcBef>
                <a:spcPts val="0"/>
              </a:spcBef>
              <a:spcAft>
                <a:spcPts val="0"/>
              </a:spcAft>
              <a:buClr>
                <a:schemeClr val="lt1"/>
              </a:buClr>
              <a:buSzPts val="2400"/>
              <a:buFont typeface="Arial"/>
              <a:buNone/>
              <a:defRPr b="0" sz="24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0" name="Google Shape;280;p13"/>
          <p:cNvSpPr txBox="1"/>
          <p:nvPr>
            <p:ph idx="1" type="subTitle"/>
          </p:nvPr>
        </p:nvSpPr>
        <p:spPr>
          <a:xfrm>
            <a:off x="1223010" y="2903219"/>
            <a:ext cx="2891789" cy="1291591"/>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500"/>
              <a:buNone/>
              <a:defRPr b="0" sz="150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p:txBody>
      </p:sp>
      <p:sp>
        <p:nvSpPr>
          <p:cNvPr id="281" name="Google Shape;281;p13"/>
          <p:cNvSpPr txBox="1"/>
          <p:nvPr>
            <p:ph idx="3" type="body"/>
          </p:nvPr>
        </p:nvSpPr>
        <p:spPr>
          <a:xfrm>
            <a:off x="1223010" y="4194809"/>
            <a:ext cx="2891789" cy="9144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lt1"/>
              </a:buClr>
              <a:buSzPts val="1200"/>
              <a:buFont typeface="Arial"/>
              <a:buNone/>
              <a:defRPr b="1" sz="1200">
                <a:solidFill>
                  <a:schemeClr val="lt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slide option 4" showMasterSp="0">
  <p:cSld name="1_Cover slide option 4">
    <p:bg>
      <p:bgPr>
        <a:solidFill>
          <a:schemeClr val="lt1"/>
        </a:solidFill>
      </p:bgPr>
    </p:bg>
    <p:spTree>
      <p:nvGrpSpPr>
        <p:cNvPr id="282" name="Shape 282"/>
        <p:cNvGrpSpPr/>
        <p:nvPr/>
      </p:nvGrpSpPr>
      <p:grpSpPr>
        <a:xfrm>
          <a:off x="0" y="0"/>
          <a:ext cx="0" cy="0"/>
          <a:chOff x="0" y="0"/>
          <a:chExt cx="0" cy="0"/>
        </a:xfrm>
      </p:grpSpPr>
      <p:sp>
        <p:nvSpPr>
          <p:cNvPr id="283" name="Google Shape;283;p14"/>
          <p:cNvSpPr/>
          <p:nvPr>
            <p:ph idx="2" type="pic"/>
          </p:nvPr>
        </p:nvSpPr>
        <p:spPr>
          <a:xfrm>
            <a:off x="3103245" y="-1"/>
            <a:ext cx="6040755" cy="6856615"/>
          </a:xfrm>
          <a:prstGeom prst="rect">
            <a:avLst/>
          </a:prstGeom>
          <a:solidFill>
            <a:srgbClr val="D7E0E3"/>
          </a:solidFill>
          <a:ln>
            <a:noFill/>
          </a:ln>
        </p:spPr>
      </p:sp>
      <p:sp>
        <p:nvSpPr>
          <p:cNvPr id="284" name="Google Shape;284;p14"/>
          <p:cNvSpPr txBox="1"/>
          <p:nvPr>
            <p:ph type="ctrTitle"/>
          </p:nvPr>
        </p:nvSpPr>
        <p:spPr>
          <a:xfrm>
            <a:off x="1003459" y="1623059"/>
            <a:ext cx="3399473" cy="3737611"/>
          </a:xfrm>
          <a:prstGeom prst="rect">
            <a:avLst/>
          </a:prstGeom>
          <a:solidFill>
            <a:srgbClr val="006E74"/>
          </a:solidFill>
          <a:ln>
            <a:noFill/>
          </a:ln>
        </p:spPr>
        <p:txBody>
          <a:bodyPr anchorCtr="0" anchor="t" bIns="274300" lIns="274300" spcFirstLastPara="1" rIns="274300" wrap="square" tIns="274300">
            <a:noAutofit/>
          </a:bodyPr>
          <a:lstStyle>
            <a:lvl1pPr lvl="0" algn="l">
              <a:lnSpc>
                <a:spcPct val="90000"/>
              </a:lnSpc>
              <a:spcBef>
                <a:spcPts val="0"/>
              </a:spcBef>
              <a:spcAft>
                <a:spcPts val="0"/>
              </a:spcAft>
              <a:buClr>
                <a:schemeClr val="lt1"/>
              </a:buClr>
              <a:buSzPts val="2400"/>
              <a:buFont typeface="Arial"/>
              <a:buNone/>
              <a:defRPr b="0" sz="24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5" name="Google Shape;285;p14"/>
          <p:cNvSpPr txBox="1"/>
          <p:nvPr>
            <p:ph idx="1" type="subTitle"/>
          </p:nvPr>
        </p:nvSpPr>
        <p:spPr>
          <a:xfrm>
            <a:off x="1223010" y="2903219"/>
            <a:ext cx="2891789" cy="1291591"/>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500"/>
              <a:buNone/>
              <a:defRPr b="0" sz="150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p:txBody>
      </p:sp>
      <p:sp>
        <p:nvSpPr>
          <p:cNvPr id="286" name="Google Shape;286;p14"/>
          <p:cNvSpPr txBox="1"/>
          <p:nvPr>
            <p:ph idx="3" type="body"/>
          </p:nvPr>
        </p:nvSpPr>
        <p:spPr>
          <a:xfrm>
            <a:off x="1223010" y="4194809"/>
            <a:ext cx="2891789" cy="9144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lt1"/>
              </a:buClr>
              <a:buSzPts val="1200"/>
              <a:buFont typeface="Arial"/>
              <a:buNone/>
              <a:defRPr b="1" sz="1200">
                <a:solidFill>
                  <a:schemeClr val="lt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
        <p:nvSpPr>
          <p:cNvPr descr="UST" id="287" name="Google Shape;287;p14"/>
          <p:cNvSpPr/>
          <p:nvPr/>
        </p:nvSpPr>
        <p:spPr>
          <a:xfrm>
            <a:off x="273844" y="358775"/>
            <a:ext cx="549082" cy="810000"/>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cxnSp>
        <p:nvCxnSpPr>
          <p:cNvPr id="288" name="Google Shape;288;p14"/>
          <p:cNvCxnSpPr/>
          <p:nvPr/>
        </p:nvCxnSpPr>
        <p:spPr>
          <a:xfrm>
            <a:off x="1003460" y="371716"/>
            <a:ext cx="0" cy="792000"/>
          </a:xfrm>
          <a:prstGeom prst="straightConnector1">
            <a:avLst/>
          </a:prstGeom>
          <a:noFill/>
          <a:ln cap="sq" cmpd="sng" w="12700">
            <a:solidFill>
              <a:schemeClr val="dk1"/>
            </a:solidFill>
            <a:prstDash val="solid"/>
            <a:round/>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option 5" showMasterSp="0">
  <p:cSld name="Cover slide option 5">
    <p:bg>
      <p:bgPr>
        <a:solidFill>
          <a:schemeClr val="lt1"/>
        </a:solidFill>
      </p:bgPr>
    </p:bg>
    <p:spTree>
      <p:nvGrpSpPr>
        <p:cNvPr id="289" name="Shape 289"/>
        <p:cNvGrpSpPr/>
        <p:nvPr/>
      </p:nvGrpSpPr>
      <p:grpSpPr>
        <a:xfrm>
          <a:off x="0" y="0"/>
          <a:ext cx="0" cy="0"/>
          <a:chOff x="0" y="0"/>
          <a:chExt cx="0" cy="0"/>
        </a:xfrm>
      </p:grpSpPr>
      <p:pic>
        <p:nvPicPr>
          <p:cNvPr descr="A picture containing sky, water, outdoor&#10;&#10;Description automatically generated" id="290" name="Google Shape;290;p15"/>
          <p:cNvPicPr preferRelativeResize="0"/>
          <p:nvPr/>
        </p:nvPicPr>
        <p:blipFill rotWithShape="1">
          <a:blip r:embed="rId2">
            <a:alphaModFix/>
          </a:blip>
          <a:srcRect b="3765" l="74" r="3839" t="0"/>
          <a:stretch/>
        </p:blipFill>
        <p:spPr>
          <a:xfrm>
            <a:off x="0" y="1"/>
            <a:ext cx="9144000" cy="6856413"/>
          </a:xfrm>
          <a:prstGeom prst="rect">
            <a:avLst/>
          </a:prstGeom>
          <a:noFill/>
          <a:ln>
            <a:noFill/>
          </a:ln>
        </p:spPr>
      </p:pic>
      <p:sp>
        <p:nvSpPr>
          <p:cNvPr id="291" name="Google Shape;291;p15"/>
          <p:cNvSpPr txBox="1"/>
          <p:nvPr>
            <p:ph type="ctrTitle"/>
          </p:nvPr>
        </p:nvSpPr>
        <p:spPr>
          <a:xfrm>
            <a:off x="1003459" y="1623059"/>
            <a:ext cx="3399473" cy="3737611"/>
          </a:xfrm>
          <a:prstGeom prst="rect">
            <a:avLst/>
          </a:prstGeom>
          <a:solidFill>
            <a:srgbClr val="006E74"/>
          </a:solidFill>
          <a:ln>
            <a:noFill/>
          </a:ln>
        </p:spPr>
        <p:txBody>
          <a:bodyPr anchorCtr="0" anchor="t" bIns="274300" lIns="274300" spcFirstLastPara="1" rIns="274300" wrap="square" tIns="274300">
            <a:noAutofit/>
          </a:bodyPr>
          <a:lstStyle>
            <a:lvl1pPr lvl="0" algn="l">
              <a:lnSpc>
                <a:spcPct val="90000"/>
              </a:lnSpc>
              <a:spcBef>
                <a:spcPts val="0"/>
              </a:spcBef>
              <a:spcAft>
                <a:spcPts val="0"/>
              </a:spcAft>
              <a:buClr>
                <a:schemeClr val="lt1"/>
              </a:buClr>
              <a:buSzPts val="2400"/>
              <a:buFont typeface="Arial"/>
              <a:buNone/>
              <a:defRPr b="0" sz="24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2" name="Google Shape;292;p15"/>
          <p:cNvSpPr txBox="1"/>
          <p:nvPr>
            <p:ph idx="1" type="subTitle"/>
          </p:nvPr>
        </p:nvSpPr>
        <p:spPr>
          <a:xfrm>
            <a:off x="1223010" y="2903219"/>
            <a:ext cx="2891789" cy="1291591"/>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500"/>
              <a:buNone/>
              <a:defRPr b="0" sz="150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p:txBody>
      </p:sp>
      <p:sp>
        <p:nvSpPr>
          <p:cNvPr id="293" name="Google Shape;293;p15"/>
          <p:cNvSpPr txBox="1"/>
          <p:nvPr>
            <p:ph idx="2" type="body"/>
          </p:nvPr>
        </p:nvSpPr>
        <p:spPr>
          <a:xfrm>
            <a:off x="1223010" y="4194809"/>
            <a:ext cx="2891789" cy="9144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lt1"/>
              </a:buClr>
              <a:buSzPts val="1200"/>
              <a:buFont typeface="Arial"/>
              <a:buNone/>
              <a:defRPr b="1" sz="1200">
                <a:solidFill>
                  <a:schemeClr val="lt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
        <p:nvSpPr>
          <p:cNvPr descr="UST" id="294" name="Google Shape;294;p15"/>
          <p:cNvSpPr/>
          <p:nvPr/>
        </p:nvSpPr>
        <p:spPr>
          <a:xfrm>
            <a:off x="273844" y="358775"/>
            <a:ext cx="548640" cy="809172"/>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slide option 5" showMasterSp="0">
  <p:cSld name="1_Cover slide option 5">
    <p:bg>
      <p:bgPr>
        <a:solidFill>
          <a:schemeClr val="lt1"/>
        </a:solidFill>
      </p:bgPr>
    </p:bg>
    <p:spTree>
      <p:nvGrpSpPr>
        <p:cNvPr id="295" name="Shape 295"/>
        <p:cNvGrpSpPr/>
        <p:nvPr/>
      </p:nvGrpSpPr>
      <p:grpSpPr>
        <a:xfrm>
          <a:off x="0" y="0"/>
          <a:ext cx="0" cy="0"/>
          <a:chOff x="0" y="0"/>
          <a:chExt cx="0" cy="0"/>
        </a:xfrm>
      </p:grpSpPr>
      <p:pic>
        <p:nvPicPr>
          <p:cNvPr descr="A person and person looking at a tablet&#10;&#10;Description automatically generated" id="296" name="Google Shape;296;p16"/>
          <p:cNvPicPr preferRelativeResize="0"/>
          <p:nvPr/>
        </p:nvPicPr>
        <p:blipFill rotWithShape="1">
          <a:blip r:embed="rId2">
            <a:alphaModFix/>
          </a:blip>
          <a:srcRect b="0" l="0" r="2041" t="2041"/>
          <a:stretch/>
        </p:blipFill>
        <p:spPr>
          <a:xfrm>
            <a:off x="0" y="0"/>
            <a:ext cx="9144000" cy="6858000"/>
          </a:xfrm>
          <a:prstGeom prst="rect">
            <a:avLst/>
          </a:prstGeom>
          <a:noFill/>
          <a:ln>
            <a:noFill/>
          </a:ln>
        </p:spPr>
      </p:pic>
      <p:sp>
        <p:nvSpPr>
          <p:cNvPr id="297" name="Google Shape;297;p16"/>
          <p:cNvSpPr txBox="1"/>
          <p:nvPr>
            <p:ph type="ctrTitle"/>
          </p:nvPr>
        </p:nvSpPr>
        <p:spPr>
          <a:xfrm>
            <a:off x="1003459" y="1623059"/>
            <a:ext cx="3399473" cy="3737611"/>
          </a:xfrm>
          <a:prstGeom prst="rect">
            <a:avLst/>
          </a:prstGeom>
          <a:solidFill>
            <a:srgbClr val="006E74"/>
          </a:solidFill>
          <a:ln>
            <a:noFill/>
          </a:ln>
        </p:spPr>
        <p:txBody>
          <a:bodyPr anchorCtr="0" anchor="t" bIns="274300" lIns="274300" spcFirstLastPara="1" rIns="274300" wrap="square" tIns="274300">
            <a:noAutofit/>
          </a:bodyPr>
          <a:lstStyle>
            <a:lvl1pPr lvl="0" algn="l">
              <a:lnSpc>
                <a:spcPct val="90000"/>
              </a:lnSpc>
              <a:spcBef>
                <a:spcPts val="0"/>
              </a:spcBef>
              <a:spcAft>
                <a:spcPts val="0"/>
              </a:spcAft>
              <a:buClr>
                <a:schemeClr val="lt1"/>
              </a:buClr>
              <a:buSzPts val="2400"/>
              <a:buFont typeface="Arial"/>
              <a:buNone/>
              <a:defRPr b="0" sz="24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8" name="Google Shape;298;p16"/>
          <p:cNvSpPr txBox="1"/>
          <p:nvPr>
            <p:ph idx="1" type="subTitle"/>
          </p:nvPr>
        </p:nvSpPr>
        <p:spPr>
          <a:xfrm>
            <a:off x="1223010" y="2903219"/>
            <a:ext cx="2891789" cy="1291591"/>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500"/>
              <a:buNone/>
              <a:defRPr b="0" sz="150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p:txBody>
      </p:sp>
      <p:sp>
        <p:nvSpPr>
          <p:cNvPr id="299" name="Google Shape;299;p16"/>
          <p:cNvSpPr txBox="1"/>
          <p:nvPr>
            <p:ph idx="2" type="body"/>
          </p:nvPr>
        </p:nvSpPr>
        <p:spPr>
          <a:xfrm>
            <a:off x="1223010" y="4194809"/>
            <a:ext cx="2891789" cy="9144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lt1"/>
              </a:buClr>
              <a:buSzPts val="1200"/>
              <a:buFont typeface="Arial"/>
              <a:buNone/>
              <a:defRPr b="1" sz="1200">
                <a:solidFill>
                  <a:schemeClr val="lt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
        <p:nvSpPr>
          <p:cNvPr descr="UST" id="300" name="Google Shape;300;p16"/>
          <p:cNvSpPr/>
          <p:nvPr/>
        </p:nvSpPr>
        <p:spPr>
          <a:xfrm>
            <a:off x="273844" y="358775"/>
            <a:ext cx="548640" cy="809172"/>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option 7" showMasterSp="0">
  <p:cSld name="Cover slide option 7">
    <p:bg>
      <p:bgPr>
        <a:solidFill>
          <a:schemeClr val="lt1"/>
        </a:solidFill>
      </p:bgPr>
    </p:bg>
    <p:spTree>
      <p:nvGrpSpPr>
        <p:cNvPr id="301" name="Shape 301"/>
        <p:cNvGrpSpPr/>
        <p:nvPr/>
      </p:nvGrpSpPr>
      <p:grpSpPr>
        <a:xfrm>
          <a:off x="0" y="0"/>
          <a:ext cx="0" cy="0"/>
          <a:chOff x="0" y="0"/>
          <a:chExt cx="0" cy="0"/>
        </a:xfrm>
      </p:grpSpPr>
      <p:sp>
        <p:nvSpPr>
          <p:cNvPr id="302" name="Google Shape;302;p17"/>
          <p:cNvSpPr/>
          <p:nvPr>
            <p:ph idx="2" type="pic"/>
          </p:nvPr>
        </p:nvSpPr>
        <p:spPr>
          <a:xfrm>
            <a:off x="0" y="-1"/>
            <a:ext cx="9144000" cy="6856615"/>
          </a:xfrm>
          <a:prstGeom prst="rect">
            <a:avLst/>
          </a:prstGeom>
          <a:solidFill>
            <a:srgbClr val="D7E0E3"/>
          </a:solidFill>
          <a:ln>
            <a:noFill/>
          </a:ln>
        </p:spPr>
      </p:sp>
      <p:sp>
        <p:nvSpPr>
          <p:cNvPr id="303" name="Google Shape;303;p17"/>
          <p:cNvSpPr txBox="1"/>
          <p:nvPr>
            <p:ph idx="1" type="subTitle"/>
          </p:nvPr>
        </p:nvSpPr>
        <p:spPr>
          <a:xfrm>
            <a:off x="360046" y="2270758"/>
            <a:ext cx="4263389" cy="137232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2400"/>
              <a:buNone/>
              <a:defRPr b="0" sz="2400">
                <a:solidFill>
                  <a:schemeClr val="dk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p:txBody>
      </p:sp>
      <p:sp>
        <p:nvSpPr>
          <p:cNvPr id="304" name="Google Shape;304;p17"/>
          <p:cNvSpPr txBox="1"/>
          <p:nvPr>
            <p:ph idx="3" type="body"/>
          </p:nvPr>
        </p:nvSpPr>
        <p:spPr>
          <a:xfrm>
            <a:off x="360046" y="3875315"/>
            <a:ext cx="4263389" cy="87058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500"/>
              <a:buFont typeface="Arial"/>
              <a:buNone/>
              <a:defRPr b="1" sz="1500">
                <a:solidFill>
                  <a:schemeClr val="dk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
        <p:nvSpPr>
          <p:cNvPr id="305" name="Google Shape;305;p17"/>
          <p:cNvSpPr txBox="1"/>
          <p:nvPr>
            <p:ph idx="4" type="body"/>
          </p:nvPr>
        </p:nvSpPr>
        <p:spPr>
          <a:xfrm>
            <a:off x="360046" y="4967152"/>
            <a:ext cx="4263389" cy="874124"/>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350"/>
              <a:buFont typeface="Arial"/>
              <a:buNone/>
              <a:defRPr b="1" sz="1350">
                <a:solidFill>
                  <a:schemeClr val="dk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
        <p:nvSpPr>
          <p:cNvPr descr="UST" id="306" name="Google Shape;306;p17"/>
          <p:cNvSpPr/>
          <p:nvPr/>
        </p:nvSpPr>
        <p:spPr>
          <a:xfrm>
            <a:off x="273844" y="358775"/>
            <a:ext cx="548640" cy="809172"/>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option 8" showMasterSp="0">
  <p:cSld name="Cover slide option 8">
    <p:bg>
      <p:bgPr>
        <a:solidFill>
          <a:schemeClr val="lt1"/>
        </a:solidFill>
      </p:bgPr>
    </p:bg>
    <p:spTree>
      <p:nvGrpSpPr>
        <p:cNvPr id="307" name="Shape 307"/>
        <p:cNvGrpSpPr/>
        <p:nvPr/>
      </p:nvGrpSpPr>
      <p:grpSpPr>
        <a:xfrm>
          <a:off x="0" y="0"/>
          <a:ext cx="0" cy="0"/>
          <a:chOff x="0" y="0"/>
          <a:chExt cx="0" cy="0"/>
        </a:xfrm>
      </p:grpSpPr>
      <p:sp>
        <p:nvSpPr>
          <p:cNvPr id="308" name="Google Shape;308;p18"/>
          <p:cNvSpPr/>
          <p:nvPr>
            <p:ph idx="2" type="pic"/>
          </p:nvPr>
        </p:nvSpPr>
        <p:spPr>
          <a:xfrm>
            <a:off x="0" y="-1"/>
            <a:ext cx="9144000" cy="6856615"/>
          </a:xfrm>
          <a:prstGeom prst="rect">
            <a:avLst/>
          </a:prstGeom>
          <a:solidFill>
            <a:srgbClr val="D7E0E3"/>
          </a:solidFill>
          <a:ln>
            <a:noFill/>
          </a:ln>
        </p:spPr>
      </p:sp>
      <p:sp>
        <p:nvSpPr>
          <p:cNvPr descr="UST" id="309" name="Google Shape;309;p18"/>
          <p:cNvSpPr/>
          <p:nvPr/>
        </p:nvSpPr>
        <p:spPr>
          <a:xfrm>
            <a:off x="273844" y="358775"/>
            <a:ext cx="548640" cy="809172"/>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310" name="Google Shape;310;p18"/>
          <p:cNvSpPr txBox="1"/>
          <p:nvPr>
            <p:ph idx="1" type="subTitle"/>
          </p:nvPr>
        </p:nvSpPr>
        <p:spPr>
          <a:xfrm>
            <a:off x="360046" y="2270758"/>
            <a:ext cx="4263389" cy="137232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2400"/>
              <a:buNone/>
              <a:defRPr b="0" sz="240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p:txBody>
      </p:sp>
      <p:sp>
        <p:nvSpPr>
          <p:cNvPr id="311" name="Google Shape;311;p18"/>
          <p:cNvSpPr txBox="1"/>
          <p:nvPr>
            <p:ph idx="3" type="body"/>
          </p:nvPr>
        </p:nvSpPr>
        <p:spPr>
          <a:xfrm>
            <a:off x="360046" y="3875315"/>
            <a:ext cx="4263389" cy="87058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500"/>
              <a:buFont typeface="Arial"/>
              <a:buNone/>
              <a:defRPr b="1" sz="1500">
                <a:solidFill>
                  <a:schemeClr val="lt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
        <p:nvSpPr>
          <p:cNvPr id="312" name="Google Shape;312;p18"/>
          <p:cNvSpPr txBox="1"/>
          <p:nvPr>
            <p:ph idx="4" type="body"/>
          </p:nvPr>
        </p:nvSpPr>
        <p:spPr>
          <a:xfrm>
            <a:off x="360046" y="4967152"/>
            <a:ext cx="4263389" cy="874124"/>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lt1"/>
              </a:buClr>
              <a:buSzPts val="1350"/>
              <a:buFont typeface="Arial"/>
              <a:buNone/>
              <a:defRPr b="1" sz="1350">
                <a:solidFill>
                  <a:schemeClr val="lt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option 9" showMasterSp="0">
  <p:cSld name="Cover slide option 9">
    <p:bg>
      <p:bgPr>
        <a:solidFill>
          <a:schemeClr val="lt1"/>
        </a:solidFill>
      </p:bgPr>
    </p:bg>
    <p:spTree>
      <p:nvGrpSpPr>
        <p:cNvPr id="313" name="Shape 313"/>
        <p:cNvGrpSpPr/>
        <p:nvPr/>
      </p:nvGrpSpPr>
      <p:grpSpPr>
        <a:xfrm>
          <a:off x="0" y="0"/>
          <a:ext cx="0" cy="0"/>
          <a:chOff x="0" y="0"/>
          <a:chExt cx="0" cy="0"/>
        </a:xfrm>
      </p:grpSpPr>
      <p:sp>
        <p:nvSpPr>
          <p:cNvPr id="314" name="Google Shape;314;p19"/>
          <p:cNvSpPr/>
          <p:nvPr>
            <p:ph idx="2" type="pic"/>
          </p:nvPr>
        </p:nvSpPr>
        <p:spPr>
          <a:xfrm>
            <a:off x="5343525" y="-1"/>
            <a:ext cx="3800475" cy="6856615"/>
          </a:xfrm>
          <a:prstGeom prst="rect">
            <a:avLst/>
          </a:prstGeom>
          <a:solidFill>
            <a:srgbClr val="D7E0E3"/>
          </a:solidFill>
          <a:ln>
            <a:noFill/>
          </a:ln>
        </p:spPr>
      </p:sp>
      <p:sp>
        <p:nvSpPr>
          <p:cNvPr descr="UST" id="315" name="Google Shape;315;p19"/>
          <p:cNvSpPr/>
          <p:nvPr/>
        </p:nvSpPr>
        <p:spPr>
          <a:xfrm>
            <a:off x="273844" y="358775"/>
            <a:ext cx="548640" cy="809172"/>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316" name="Google Shape;316;p19"/>
          <p:cNvSpPr txBox="1"/>
          <p:nvPr>
            <p:ph idx="1" type="subTitle"/>
          </p:nvPr>
        </p:nvSpPr>
        <p:spPr>
          <a:xfrm>
            <a:off x="360046" y="2270758"/>
            <a:ext cx="4263389" cy="137232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2400"/>
              <a:buNone/>
              <a:defRPr b="0" sz="2400">
                <a:solidFill>
                  <a:schemeClr val="dk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p:txBody>
      </p:sp>
      <p:sp>
        <p:nvSpPr>
          <p:cNvPr id="317" name="Google Shape;317;p19"/>
          <p:cNvSpPr txBox="1"/>
          <p:nvPr>
            <p:ph idx="3" type="body"/>
          </p:nvPr>
        </p:nvSpPr>
        <p:spPr>
          <a:xfrm>
            <a:off x="360046" y="3875315"/>
            <a:ext cx="4263389" cy="87058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500"/>
              <a:buFont typeface="Arial"/>
              <a:buNone/>
              <a:defRPr b="1" sz="1500">
                <a:solidFill>
                  <a:schemeClr val="dk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
        <p:nvSpPr>
          <p:cNvPr id="318" name="Google Shape;318;p19"/>
          <p:cNvSpPr txBox="1"/>
          <p:nvPr>
            <p:ph idx="4" type="body"/>
          </p:nvPr>
        </p:nvSpPr>
        <p:spPr>
          <a:xfrm>
            <a:off x="360046" y="4967152"/>
            <a:ext cx="4263389" cy="874124"/>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350"/>
              <a:buFont typeface="Arial"/>
              <a:buNone/>
              <a:defRPr b="1" sz="1350">
                <a:solidFill>
                  <a:schemeClr val="dk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slide option 9" showMasterSp="0">
  <p:cSld name="1_Cover slide option 9">
    <p:bg>
      <p:bgPr>
        <a:solidFill>
          <a:schemeClr val="lt1"/>
        </a:solidFill>
      </p:bgPr>
    </p:bg>
    <p:spTree>
      <p:nvGrpSpPr>
        <p:cNvPr id="319" name="Shape 319"/>
        <p:cNvGrpSpPr/>
        <p:nvPr/>
      </p:nvGrpSpPr>
      <p:grpSpPr>
        <a:xfrm>
          <a:off x="0" y="0"/>
          <a:ext cx="0" cy="0"/>
          <a:chOff x="0" y="0"/>
          <a:chExt cx="0" cy="0"/>
        </a:xfrm>
      </p:grpSpPr>
      <p:sp>
        <p:nvSpPr>
          <p:cNvPr id="320" name="Google Shape;320;p20"/>
          <p:cNvSpPr/>
          <p:nvPr>
            <p:ph idx="2" type="pic"/>
          </p:nvPr>
        </p:nvSpPr>
        <p:spPr>
          <a:xfrm>
            <a:off x="5343525" y="-1"/>
            <a:ext cx="3800475" cy="6856615"/>
          </a:xfrm>
          <a:prstGeom prst="rect">
            <a:avLst/>
          </a:prstGeom>
          <a:solidFill>
            <a:srgbClr val="D7E0E3"/>
          </a:solidFill>
          <a:ln>
            <a:noFill/>
          </a:ln>
        </p:spPr>
      </p:sp>
      <p:sp>
        <p:nvSpPr>
          <p:cNvPr id="321" name="Google Shape;321;p20"/>
          <p:cNvSpPr txBox="1"/>
          <p:nvPr>
            <p:ph idx="1" type="subTitle"/>
          </p:nvPr>
        </p:nvSpPr>
        <p:spPr>
          <a:xfrm>
            <a:off x="360046" y="2270758"/>
            <a:ext cx="4263389" cy="137232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2400"/>
              <a:buNone/>
              <a:defRPr b="0" sz="2400">
                <a:solidFill>
                  <a:schemeClr val="dk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p:txBody>
      </p:sp>
      <p:sp>
        <p:nvSpPr>
          <p:cNvPr id="322" name="Google Shape;322;p20"/>
          <p:cNvSpPr txBox="1"/>
          <p:nvPr>
            <p:ph idx="3" type="body"/>
          </p:nvPr>
        </p:nvSpPr>
        <p:spPr>
          <a:xfrm>
            <a:off x="360046" y="3875315"/>
            <a:ext cx="4263389" cy="87058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500"/>
              <a:buFont typeface="Arial"/>
              <a:buNone/>
              <a:defRPr b="1" sz="1500">
                <a:solidFill>
                  <a:schemeClr val="dk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
        <p:nvSpPr>
          <p:cNvPr id="323" name="Google Shape;323;p20"/>
          <p:cNvSpPr txBox="1"/>
          <p:nvPr>
            <p:ph idx="4" type="body"/>
          </p:nvPr>
        </p:nvSpPr>
        <p:spPr>
          <a:xfrm>
            <a:off x="360046" y="4967152"/>
            <a:ext cx="4263389" cy="874124"/>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350"/>
              <a:buFont typeface="Arial"/>
              <a:buNone/>
              <a:defRPr b="1" sz="1350">
                <a:solidFill>
                  <a:schemeClr val="dk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
        <p:nvSpPr>
          <p:cNvPr descr="UST" id="324" name="Google Shape;324;p20"/>
          <p:cNvSpPr/>
          <p:nvPr/>
        </p:nvSpPr>
        <p:spPr>
          <a:xfrm>
            <a:off x="273844" y="358775"/>
            <a:ext cx="549082" cy="810000"/>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cxnSp>
        <p:nvCxnSpPr>
          <p:cNvPr id="325" name="Google Shape;325;p20"/>
          <p:cNvCxnSpPr/>
          <p:nvPr/>
        </p:nvCxnSpPr>
        <p:spPr>
          <a:xfrm>
            <a:off x="1003460" y="371716"/>
            <a:ext cx="0" cy="792000"/>
          </a:xfrm>
          <a:prstGeom prst="straightConnector1">
            <a:avLst/>
          </a:prstGeom>
          <a:noFill/>
          <a:ln cap="sq" cmpd="sng" w="12700">
            <a:solidFill>
              <a:schemeClr val="dk1"/>
            </a:solidFill>
            <a:prstDash val="solid"/>
            <a:round/>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ith Photo 1">
  <p:cSld name="Agenda with Photo 1">
    <p:spTree>
      <p:nvGrpSpPr>
        <p:cNvPr id="326" name="Shape 326"/>
        <p:cNvGrpSpPr/>
        <p:nvPr/>
      </p:nvGrpSpPr>
      <p:grpSpPr>
        <a:xfrm>
          <a:off x="0" y="0"/>
          <a:ext cx="0" cy="0"/>
          <a:chOff x="0" y="0"/>
          <a:chExt cx="0" cy="0"/>
        </a:xfrm>
      </p:grpSpPr>
      <p:sp>
        <p:nvSpPr>
          <p:cNvPr id="327" name="Google Shape;327;p21"/>
          <p:cNvSpPr txBox="1"/>
          <p:nvPr>
            <p:ph type="title"/>
          </p:nvPr>
        </p:nvSpPr>
        <p:spPr>
          <a:xfrm>
            <a:off x="274320" y="365760"/>
            <a:ext cx="3682825"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8" name="Google Shape;328;p21"/>
          <p:cNvSpPr/>
          <p:nvPr>
            <p:ph idx="2" type="pic"/>
          </p:nvPr>
        </p:nvSpPr>
        <p:spPr>
          <a:xfrm>
            <a:off x="4096264" y="0"/>
            <a:ext cx="5047736" cy="5288692"/>
          </a:xfrm>
          <a:prstGeom prst="rect">
            <a:avLst/>
          </a:prstGeom>
          <a:solidFill>
            <a:srgbClr val="D7E0E3"/>
          </a:solidFill>
          <a:ln>
            <a:noFill/>
          </a:ln>
        </p:spPr>
      </p:sp>
      <p:sp>
        <p:nvSpPr>
          <p:cNvPr id="329" name="Google Shape;329;p21"/>
          <p:cNvSpPr txBox="1"/>
          <p:nvPr>
            <p:ph idx="1" type="body"/>
          </p:nvPr>
        </p:nvSpPr>
        <p:spPr>
          <a:xfrm>
            <a:off x="274320" y="1828801"/>
            <a:ext cx="3139679" cy="4119563"/>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900"/>
              </a:spcBef>
              <a:spcAft>
                <a:spcPts val="0"/>
              </a:spcAft>
              <a:buClr>
                <a:schemeClr val="dk1"/>
              </a:buClr>
              <a:buSzPts val="1350"/>
              <a:buFont typeface="Arial"/>
              <a:buNone/>
              <a:defRPr>
                <a:latin typeface="Arial"/>
                <a:ea typeface="Arial"/>
                <a:cs typeface="Arial"/>
                <a:sym typeface="Arial"/>
              </a:defRPr>
            </a:lvl1pPr>
            <a:lvl2pPr indent="-228600" lvl="1" marL="914400" algn="l">
              <a:lnSpc>
                <a:spcPct val="100000"/>
              </a:lnSpc>
              <a:spcBef>
                <a:spcPts val="225"/>
              </a:spcBef>
              <a:spcAft>
                <a:spcPts val="0"/>
              </a:spcAft>
              <a:buClr>
                <a:schemeClr val="dk1"/>
              </a:buClr>
              <a:buSzPts val="1350"/>
              <a:buNone/>
              <a:defRPr>
                <a:latin typeface="Arial"/>
                <a:ea typeface="Arial"/>
                <a:cs typeface="Arial"/>
                <a:sym typeface="Arial"/>
              </a:defRPr>
            </a:lvl2pPr>
            <a:lvl3pPr indent="-228600" lvl="2" marL="1371600" algn="l">
              <a:lnSpc>
                <a:spcPct val="100000"/>
              </a:lnSpc>
              <a:spcBef>
                <a:spcPts val="225"/>
              </a:spcBef>
              <a:spcAft>
                <a:spcPts val="0"/>
              </a:spcAft>
              <a:buClr>
                <a:schemeClr val="dk1"/>
              </a:buClr>
              <a:buSzPts val="1350"/>
              <a:buNone/>
              <a:defRPr/>
            </a:lvl3pPr>
            <a:lvl4pPr indent="-228600" lvl="3" marL="1828800" algn="l">
              <a:lnSpc>
                <a:spcPct val="100000"/>
              </a:lnSpc>
              <a:spcBef>
                <a:spcPts val="225"/>
              </a:spcBef>
              <a:spcAft>
                <a:spcPts val="0"/>
              </a:spcAft>
              <a:buClr>
                <a:schemeClr val="dk1"/>
              </a:buClr>
              <a:buSzPts val="1350"/>
              <a:buNone/>
              <a:defRPr/>
            </a:lvl4pPr>
            <a:lvl5pPr indent="-228600" lvl="4" marL="2286000" algn="l">
              <a:lnSpc>
                <a:spcPct val="100000"/>
              </a:lnSpc>
              <a:spcBef>
                <a:spcPts val="225"/>
              </a:spcBef>
              <a:spcAft>
                <a:spcPts val="0"/>
              </a:spcAft>
              <a:buClr>
                <a:schemeClr val="dk1"/>
              </a:buClr>
              <a:buSzPts val="1350"/>
              <a:buNone/>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ith Photo 2">
  <p:cSld name="Agenda with Photo 2">
    <p:spTree>
      <p:nvGrpSpPr>
        <p:cNvPr id="330" name="Shape 330"/>
        <p:cNvGrpSpPr/>
        <p:nvPr/>
      </p:nvGrpSpPr>
      <p:grpSpPr>
        <a:xfrm>
          <a:off x="0" y="0"/>
          <a:ext cx="0" cy="0"/>
          <a:chOff x="0" y="0"/>
          <a:chExt cx="0" cy="0"/>
        </a:xfrm>
      </p:grpSpPr>
      <p:sp>
        <p:nvSpPr>
          <p:cNvPr id="331" name="Google Shape;331;p22"/>
          <p:cNvSpPr txBox="1"/>
          <p:nvPr>
            <p:ph idx="1" type="body"/>
          </p:nvPr>
        </p:nvSpPr>
        <p:spPr>
          <a:xfrm>
            <a:off x="5241846" y="3192780"/>
            <a:ext cx="3292039" cy="2845003"/>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200"/>
              <a:buFont typeface="Arial"/>
              <a:buNone/>
              <a:defRPr sz="1200"/>
            </a:lvl1pPr>
            <a:lvl2pPr indent="-228600" lvl="1" marL="914400" algn="l">
              <a:lnSpc>
                <a:spcPct val="100000"/>
              </a:lnSpc>
              <a:spcBef>
                <a:spcPts val="450"/>
              </a:spcBef>
              <a:spcAft>
                <a:spcPts val="0"/>
              </a:spcAft>
              <a:buClr>
                <a:schemeClr val="dk1"/>
              </a:buClr>
              <a:buSzPts val="1200"/>
              <a:buNone/>
              <a:defRPr sz="1200"/>
            </a:lvl2pPr>
            <a:lvl3pPr indent="-228600" lvl="2" marL="1371600" algn="l">
              <a:lnSpc>
                <a:spcPct val="100000"/>
              </a:lnSpc>
              <a:spcBef>
                <a:spcPts val="450"/>
              </a:spcBef>
              <a:spcAft>
                <a:spcPts val="0"/>
              </a:spcAft>
              <a:buClr>
                <a:schemeClr val="dk1"/>
              </a:buClr>
              <a:buSzPts val="1350"/>
              <a:buNone/>
              <a:defRPr/>
            </a:lvl3pPr>
            <a:lvl4pPr indent="-228600" lvl="3" marL="1828800" algn="l">
              <a:lnSpc>
                <a:spcPct val="100000"/>
              </a:lnSpc>
              <a:spcBef>
                <a:spcPts val="225"/>
              </a:spcBef>
              <a:spcAft>
                <a:spcPts val="0"/>
              </a:spcAft>
              <a:buClr>
                <a:schemeClr val="dk1"/>
              </a:buClr>
              <a:buSzPts val="1350"/>
              <a:buNone/>
              <a:defRPr/>
            </a:lvl4pPr>
            <a:lvl5pPr indent="-228600" lvl="4" marL="2286000" algn="l">
              <a:lnSpc>
                <a:spcPct val="100000"/>
              </a:lnSpc>
              <a:spcBef>
                <a:spcPts val="225"/>
              </a:spcBef>
              <a:spcAft>
                <a:spcPts val="0"/>
              </a:spcAft>
              <a:buClr>
                <a:schemeClr val="dk1"/>
              </a:buClr>
              <a:buSzPts val="1350"/>
              <a:buNone/>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332" name="Google Shape;332;p22"/>
          <p:cNvSpPr/>
          <p:nvPr/>
        </p:nvSpPr>
        <p:spPr>
          <a:xfrm>
            <a:off x="2836069" y="0"/>
            <a:ext cx="2160000" cy="2880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333" name="Google Shape;333;p22"/>
          <p:cNvSpPr txBox="1"/>
          <p:nvPr>
            <p:ph type="title"/>
          </p:nvPr>
        </p:nvSpPr>
        <p:spPr>
          <a:xfrm>
            <a:off x="3074704" y="571500"/>
            <a:ext cx="1682730" cy="70866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4" name="Google Shape;334;p22"/>
          <p:cNvSpPr/>
          <p:nvPr>
            <p:ph idx="2" type="pic"/>
          </p:nvPr>
        </p:nvSpPr>
        <p:spPr>
          <a:xfrm>
            <a:off x="610115" y="1521684"/>
            <a:ext cx="3490398" cy="4650517"/>
          </a:xfrm>
          <a:prstGeom prst="rect">
            <a:avLst/>
          </a:prstGeom>
          <a:solidFill>
            <a:srgbClr val="D7E0E3"/>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ith Numbers">
  <p:cSld name="Agenda with Numbers">
    <p:bg>
      <p:bgPr>
        <a:blipFill>
          <a:blip r:embed="rId2">
            <a:alphaModFix/>
          </a:blip>
          <a:stretch>
            <a:fillRect/>
          </a:stretch>
        </a:blipFill>
      </p:bgPr>
    </p:bg>
    <p:spTree>
      <p:nvGrpSpPr>
        <p:cNvPr id="335" name="Shape 335"/>
        <p:cNvGrpSpPr/>
        <p:nvPr/>
      </p:nvGrpSpPr>
      <p:grpSpPr>
        <a:xfrm>
          <a:off x="0" y="0"/>
          <a:ext cx="0" cy="0"/>
          <a:chOff x="0" y="0"/>
          <a:chExt cx="0" cy="0"/>
        </a:xfrm>
      </p:grpSpPr>
      <p:sp>
        <p:nvSpPr>
          <p:cNvPr id="336" name="Google Shape;336;p23"/>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7" name="Google Shape;337;p23"/>
          <p:cNvSpPr txBox="1"/>
          <p:nvPr>
            <p:ph idx="1" type="body"/>
          </p:nvPr>
        </p:nvSpPr>
        <p:spPr>
          <a:xfrm>
            <a:off x="273842" y="2011680"/>
            <a:ext cx="61722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indent="-228600" lvl="1" marL="914400" algn="l">
              <a:lnSpc>
                <a:spcPct val="85000"/>
              </a:lnSpc>
              <a:spcBef>
                <a:spcPts val="0"/>
              </a:spcBef>
              <a:spcAft>
                <a:spcPts val="0"/>
              </a:spcAft>
              <a:buClr>
                <a:schemeClr val="dk1"/>
              </a:buClr>
              <a:buSzPts val="4500"/>
              <a:buNone/>
              <a:defRPr sz="4500">
                <a:solidFill>
                  <a:schemeClr val="dk1"/>
                </a:solidFill>
              </a:defRPr>
            </a:lvl2pPr>
            <a:lvl3pPr indent="-228600" lvl="2" marL="1371600" algn="l">
              <a:lnSpc>
                <a:spcPct val="85000"/>
              </a:lnSpc>
              <a:spcBef>
                <a:spcPts val="0"/>
              </a:spcBef>
              <a:spcAft>
                <a:spcPts val="0"/>
              </a:spcAft>
              <a:buClr>
                <a:schemeClr val="dk1"/>
              </a:buClr>
              <a:buSzPts val="4500"/>
              <a:buNone/>
              <a:defRPr sz="4500">
                <a:solidFill>
                  <a:schemeClr val="dk1"/>
                </a:solidFill>
              </a:defRPr>
            </a:lvl3pPr>
            <a:lvl4pPr indent="-228600" lvl="3" marL="1828800" algn="l">
              <a:lnSpc>
                <a:spcPct val="85000"/>
              </a:lnSpc>
              <a:spcBef>
                <a:spcPts val="0"/>
              </a:spcBef>
              <a:spcAft>
                <a:spcPts val="0"/>
              </a:spcAft>
              <a:buClr>
                <a:schemeClr val="dk1"/>
              </a:buClr>
              <a:buSzPts val="4500"/>
              <a:buNone/>
              <a:defRPr sz="4500">
                <a:solidFill>
                  <a:schemeClr val="dk1"/>
                </a:solidFill>
              </a:defRPr>
            </a:lvl4pPr>
            <a:lvl5pPr indent="-228600" lvl="4" marL="2286000" algn="l">
              <a:lnSpc>
                <a:spcPct val="85000"/>
              </a:lnSpc>
              <a:spcBef>
                <a:spcPts val="0"/>
              </a:spcBef>
              <a:spcAft>
                <a:spcPts val="0"/>
              </a:spcAft>
              <a:buClr>
                <a:schemeClr val="dk1"/>
              </a:buClr>
              <a:buSzPts val="4500"/>
              <a:buNone/>
              <a:defRPr sz="4500">
                <a:solidFill>
                  <a:schemeClr val="dk1"/>
                </a:solidFill>
              </a:defRPr>
            </a:lvl5pPr>
            <a:lvl6pPr indent="-228600" lvl="5" marL="2743200" algn="l">
              <a:lnSpc>
                <a:spcPct val="85000"/>
              </a:lnSpc>
              <a:spcBef>
                <a:spcPts val="0"/>
              </a:spcBef>
              <a:spcAft>
                <a:spcPts val="0"/>
              </a:spcAft>
              <a:buClr>
                <a:schemeClr val="dk1"/>
              </a:buClr>
              <a:buSzPts val="4500"/>
              <a:buNone/>
              <a:defRPr sz="4500">
                <a:solidFill>
                  <a:schemeClr val="dk1"/>
                </a:solidFill>
              </a:defRPr>
            </a:lvl6pPr>
            <a:lvl7pPr indent="-228600" lvl="6" marL="3200400" algn="l">
              <a:lnSpc>
                <a:spcPct val="85000"/>
              </a:lnSpc>
              <a:spcBef>
                <a:spcPts val="0"/>
              </a:spcBef>
              <a:spcAft>
                <a:spcPts val="0"/>
              </a:spcAft>
              <a:buClr>
                <a:schemeClr val="dk1"/>
              </a:buClr>
              <a:buSzPts val="4500"/>
              <a:buNone/>
              <a:defRPr sz="4500">
                <a:solidFill>
                  <a:schemeClr val="dk1"/>
                </a:solidFill>
              </a:defRPr>
            </a:lvl7pPr>
            <a:lvl8pPr indent="-228600" lvl="7" marL="3657600" algn="l">
              <a:lnSpc>
                <a:spcPct val="85000"/>
              </a:lnSpc>
              <a:spcBef>
                <a:spcPts val="0"/>
              </a:spcBef>
              <a:spcAft>
                <a:spcPts val="0"/>
              </a:spcAft>
              <a:buClr>
                <a:schemeClr val="dk1"/>
              </a:buClr>
              <a:buSzPts val="4500"/>
              <a:buNone/>
              <a:defRPr sz="4500">
                <a:solidFill>
                  <a:schemeClr val="dk1"/>
                </a:solidFill>
              </a:defRPr>
            </a:lvl8pPr>
            <a:lvl9pPr indent="-228600" lvl="8" marL="4114800" algn="l">
              <a:lnSpc>
                <a:spcPct val="85000"/>
              </a:lnSpc>
              <a:spcBef>
                <a:spcPts val="0"/>
              </a:spcBef>
              <a:spcAft>
                <a:spcPts val="0"/>
              </a:spcAft>
              <a:buClr>
                <a:schemeClr val="dk1"/>
              </a:buClr>
              <a:buSzPts val="4500"/>
              <a:buNone/>
              <a:defRPr sz="4500">
                <a:solidFill>
                  <a:schemeClr val="dk1"/>
                </a:solidFill>
              </a:defRPr>
            </a:lvl9pPr>
          </a:lstStyle>
          <a:p/>
        </p:txBody>
      </p:sp>
      <p:sp>
        <p:nvSpPr>
          <p:cNvPr id="338" name="Google Shape;338;p23"/>
          <p:cNvSpPr txBox="1"/>
          <p:nvPr>
            <p:ph idx="2" type="body"/>
          </p:nvPr>
        </p:nvSpPr>
        <p:spPr>
          <a:xfrm>
            <a:off x="994886" y="2011680"/>
            <a:ext cx="198882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339" name="Google Shape;339;p23"/>
          <p:cNvSpPr txBox="1"/>
          <p:nvPr>
            <p:ph idx="3" type="body"/>
          </p:nvPr>
        </p:nvSpPr>
        <p:spPr>
          <a:xfrm>
            <a:off x="273842" y="3475990"/>
            <a:ext cx="61722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indent="-228600" lvl="1" marL="914400" algn="l">
              <a:lnSpc>
                <a:spcPct val="85000"/>
              </a:lnSpc>
              <a:spcBef>
                <a:spcPts val="0"/>
              </a:spcBef>
              <a:spcAft>
                <a:spcPts val="0"/>
              </a:spcAft>
              <a:buClr>
                <a:schemeClr val="dk1"/>
              </a:buClr>
              <a:buSzPts val="4500"/>
              <a:buNone/>
              <a:defRPr sz="4500">
                <a:solidFill>
                  <a:schemeClr val="dk1"/>
                </a:solidFill>
              </a:defRPr>
            </a:lvl2pPr>
            <a:lvl3pPr indent="-228600" lvl="2" marL="1371600" algn="l">
              <a:lnSpc>
                <a:spcPct val="85000"/>
              </a:lnSpc>
              <a:spcBef>
                <a:spcPts val="0"/>
              </a:spcBef>
              <a:spcAft>
                <a:spcPts val="0"/>
              </a:spcAft>
              <a:buClr>
                <a:schemeClr val="dk1"/>
              </a:buClr>
              <a:buSzPts val="4500"/>
              <a:buNone/>
              <a:defRPr sz="4500">
                <a:solidFill>
                  <a:schemeClr val="dk1"/>
                </a:solidFill>
              </a:defRPr>
            </a:lvl3pPr>
            <a:lvl4pPr indent="-228600" lvl="3" marL="1828800" algn="l">
              <a:lnSpc>
                <a:spcPct val="85000"/>
              </a:lnSpc>
              <a:spcBef>
                <a:spcPts val="0"/>
              </a:spcBef>
              <a:spcAft>
                <a:spcPts val="0"/>
              </a:spcAft>
              <a:buClr>
                <a:schemeClr val="dk1"/>
              </a:buClr>
              <a:buSzPts val="4500"/>
              <a:buNone/>
              <a:defRPr sz="4500">
                <a:solidFill>
                  <a:schemeClr val="dk1"/>
                </a:solidFill>
              </a:defRPr>
            </a:lvl4pPr>
            <a:lvl5pPr indent="-228600" lvl="4" marL="2286000" algn="l">
              <a:lnSpc>
                <a:spcPct val="85000"/>
              </a:lnSpc>
              <a:spcBef>
                <a:spcPts val="0"/>
              </a:spcBef>
              <a:spcAft>
                <a:spcPts val="0"/>
              </a:spcAft>
              <a:buClr>
                <a:schemeClr val="dk1"/>
              </a:buClr>
              <a:buSzPts val="4500"/>
              <a:buNone/>
              <a:defRPr sz="4500">
                <a:solidFill>
                  <a:schemeClr val="dk1"/>
                </a:solidFill>
              </a:defRPr>
            </a:lvl5pPr>
            <a:lvl6pPr indent="-228600" lvl="5" marL="2743200" algn="l">
              <a:lnSpc>
                <a:spcPct val="85000"/>
              </a:lnSpc>
              <a:spcBef>
                <a:spcPts val="0"/>
              </a:spcBef>
              <a:spcAft>
                <a:spcPts val="0"/>
              </a:spcAft>
              <a:buClr>
                <a:schemeClr val="dk1"/>
              </a:buClr>
              <a:buSzPts val="4500"/>
              <a:buNone/>
              <a:defRPr sz="4500">
                <a:solidFill>
                  <a:schemeClr val="dk1"/>
                </a:solidFill>
              </a:defRPr>
            </a:lvl6pPr>
            <a:lvl7pPr indent="-228600" lvl="6" marL="3200400" algn="l">
              <a:lnSpc>
                <a:spcPct val="85000"/>
              </a:lnSpc>
              <a:spcBef>
                <a:spcPts val="0"/>
              </a:spcBef>
              <a:spcAft>
                <a:spcPts val="0"/>
              </a:spcAft>
              <a:buClr>
                <a:schemeClr val="dk1"/>
              </a:buClr>
              <a:buSzPts val="4500"/>
              <a:buNone/>
              <a:defRPr sz="4500">
                <a:solidFill>
                  <a:schemeClr val="dk1"/>
                </a:solidFill>
              </a:defRPr>
            </a:lvl7pPr>
            <a:lvl8pPr indent="-228600" lvl="7" marL="3657600" algn="l">
              <a:lnSpc>
                <a:spcPct val="85000"/>
              </a:lnSpc>
              <a:spcBef>
                <a:spcPts val="0"/>
              </a:spcBef>
              <a:spcAft>
                <a:spcPts val="0"/>
              </a:spcAft>
              <a:buClr>
                <a:schemeClr val="dk1"/>
              </a:buClr>
              <a:buSzPts val="4500"/>
              <a:buNone/>
              <a:defRPr sz="4500">
                <a:solidFill>
                  <a:schemeClr val="dk1"/>
                </a:solidFill>
              </a:defRPr>
            </a:lvl8pPr>
            <a:lvl9pPr indent="-228600" lvl="8" marL="4114800" algn="l">
              <a:lnSpc>
                <a:spcPct val="85000"/>
              </a:lnSpc>
              <a:spcBef>
                <a:spcPts val="0"/>
              </a:spcBef>
              <a:spcAft>
                <a:spcPts val="0"/>
              </a:spcAft>
              <a:buClr>
                <a:schemeClr val="dk1"/>
              </a:buClr>
              <a:buSzPts val="4500"/>
              <a:buNone/>
              <a:defRPr sz="4500">
                <a:solidFill>
                  <a:schemeClr val="dk1"/>
                </a:solidFill>
              </a:defRPr>
            </a:lvl9pPr>
          </a:lstStyle>
          <a:p/>
        </p:txBody>
      </p:sp>
      <p:sp>
        <p:nvSpPr>
          <p:cNvPr id="340" name="Google Shape;340;p23"/>
          <p:cNvSpPr txBox="1"/>
          <p:nvPr>
            <p:ph idx="4" type="body"/>
          </p:nvPr>
        </p:nvSpPr>
        <p:spPr>
          <a:xfrm>
            <a:off x="994886" y="3475990"/>
            <a:ext cx="198882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341" name="Google Shape;341;p23"/>
          <p:cNvSpPr txBox="1"/>
          <p:nvPr>
            <p:ph idx="5" type="body"/>
          </p:nvPr>
        </p:nvSpPr>
        <p:spPr>
          <a:xfrm>
            <a:off x="273842" y="4940300"/>
            <a:ext cx="61722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indent="-228600" lvl="1" marL="914400" algn="l">
              <a:lnSpc>
                <a:spcPct val="85000"/>
              </a:lnSpc>
              <a:spcBef>
                <a:spcPts val="0"/>
              </a:spcBef>
              <a:spcAft>
                <a:spcPts val="0"/>
              </a:spcAft>
              <a:buClr>
                <a:schemeClr val="dk1"/>
              </a:buClr>
              <a:buSzPts val="4500"/>
              <a:buNone/>
              <a:defRPr sz="4500">
                <a:solidFill>
                  <a:schemeClr val="dk1"/>
                </a:solidFill>
              </a:defRPr>
            </a:lvl2pPr>
            <a:lvl3pPr indent="-228600" lvl="2" marL="1371600" algn="l">
              <a:lnSpc>
                <a:spcPct val="85000"/>
              </a:lnSpc>
              <a:spcBef>
                <a:spcPts val="0"/>
              </a:spcBef>
              <a:spcAft>
                <a:spcPts val="0"/>
              </a:spcAft>
              <a:buClr>
                <a:schemeClr val="dk1"/>
              </a:buClr>
              <a:buSzPts val="4500"/>
              <a:buNone/>
              <a:defRPr sz="4500">
                <a:solidFill>
                  <a:schemeClr val="dk1"/>
                </a:solidFill>
              </a:defRPr>
            </a:lvl3pPr>
            <a:lvl4pPr indent="-228600" lvl="3" marL="1828800" algn="l">
              <a:lnSpc>
                <a:spcPct val="85000"/>
              </a:lnSpc>
              <a:spcBef>
                <a:spcPts val="0"/>
              </a:spcBef>
              <a:spcAft>
                <a:spcPts val="0"/>
              </a:spcAft>
              <a:buClr>
                <a:schemeClr val="dk1"/>
              </a:buClr>
              <a:buSzPts val="4500"/>
              <a:buNone/>
              <a:defRPr sz="4500">
                <a:solidFill>
                  <a:schemeClr val="dk1"/>
                </a:solidFill>
              </a:defRPr>
            </a:lvl4pPr>
            <a:lvl5pPr indent="-228600" lvl="4" marL="2286000" algn="l">
              <a:lnSpc>
                <a:spcPct val="85000"/>
              </a:lnSpc>
              <a:spcBef>
                <a:spcPts val="0"/>
              </a:spcBef>
              <a:spcAft>
                <a:spcPts val="0"/>
              </a:spcAft>
              <a:buClr>
                <a:schemeClr val="dk1"/>
              </a:buClr>
              <a:buSzPts val="4500"/>
              <a:buNone/>
              <a:defRPr sz="4500">
                <a:solidFill>
                  <a:schemeClr val="dk1"/>
                </a:solidFill>
              </a:defRPr>
            </a:lvl5pPr>
            <a:lvl6pPr indent="-228600" lvl="5" marL="2743200" algn="l">
              <a:lnSpc>
                <a:spcPct val="85000"/>
              </a:lnSpc>
              <a:spcBef>
                <a:spcPts val="0"/>
              </a:spcBef>
              <a:spcAft>
                <a:spcPts val="0"/>
              </a:spcAft>
              <a:buClr>
                <a:schemeClr val="dk1"/>
              </a:buClr>
              <a:buSzPts val="4500"/>
              <a:buNone/>
              <a:defRPr sz="4500">
                <a:solidFill>
                  <a:schemeClr val="dk1"/>
                </a:solidFill>
              </a:defRPr>
            </a:lvl6pPr>
            <a:lvl7pPr indent="-228600" lvl="6" marL="3200400" algn="l">
              <a:lnSpc>
                <a:spcPct val="85000"/>
              </a:lnSpc>
              <a:spcBef>
                <a:spcPts val="0"/>
              </a:spcBef>
              <a:spcAft>
                <a:spcPts val="0"/>
              </a:spcAft>
              <a:buClr>
                <a:schemeClr val="dk1"/>
              </a:buClr>
              <a:buSzPts val="4500"/>
              <a:buNone/>
              <a:defRPr sz="4500">
                <a:solidFill>
                  <a:schemeClr val="dk1"/>
                </a:solidFill>
              </a:defRPr>
            </a:lvl7pPr>
            <a:lvl8pPr indent="-228600" lvl="7" marL="3657600" algn="l">
              <a:lnSpc>
                <a:spcPct val="85000"/>
              </a:lnSpc>
              <a:spcBef>
                <a:spcPts val="0"/>
              </a:spcBef>
              <a:spcAft>
                <a:spcPts val="0"/>
              </a:spcAft>
              <a:buClr>
                <a:schemeClr val="dk1"/>
              </a:buClr>
              <a:buSzPts val="4500"/>
              <a:buNone/>
              <a:defRPr sz="4500">
                <a:solidFill>
                  <a:schemeClr val="dk1"/>
                </a:solidFill>
              </a:defRPr>
            </a:lvl8pPr>
            <a:lvl9pPr indent="-228600" lvl="8" marL="4114800" algn="l">
              <a:lnSpc>
                <a:spcPct val="85000"/>
              </a:lnSpc>
              <a:spcBef>
                <a:spcPts val="0"/>
              </a:spcBef>
              <a:spcAft>
                <a:spcPts val="0"/>
              </a:spcAft>
              <a:buClr>
                <a:schemeClr val="dk1"/>
              </a:buClr>
              <a:buSzPts val="4500"/>
              <a:buNone/>
              <a:defRPr sz="4500">
                <a:solidFill>
                  <a:schemeClr val="dk1"/>
                </a:solidFill>
              </a:defRPr>
            </a:lvl9pPr>
          </a:lstStyle>
          <a:p/>
        </p:txBody>
      </p:sp>
      <p:sp>
        <p:nvSpPr>
          <p:cNvPr id="342" name="Google Shape;342;p23"/>
          <p:cNvSpPr txBox="1"/>
          <p:nvPr>
            <p:ph idx="6" type="body"/>
          </p:nvPr>
        </p:nvSpPr>
        <p:spPr>
          <a:xfrm>
            <a:off x="994886" y="4940300"/>
            <a:ext cx="198882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343" name="Google Shape;343;p23"/>
          <p:cNvSpPr txBox="1"/>
          <p:nvPr>
            <p:ph idx="7" type="body"/>
          </p:nvPr>
        </p:nvSpPr>
        <p:spPr>
          <a:xfrm>
            <a:off x="3215448" y="2011680"/>
            <a:ext cx="61722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indent="-228600" lvl="1" marL="914400" algn="l">
              <a:lnSpc>
                <a:spcPct val="85000"/>
              </a:lnSpc>
              <a:spcBef>
                <a:spcPts val="0"/>
              </a:spcBef>
              <a:spcAft>
                <a:spcPts val="0"/>
              </a:spcAft>
              <a:buClr>
                <a:schemeClr val="dk1"/>
              </a:buClr>
              <a:buSzPts val="4500"/>
              <a:buNone/>
              <a:defRPr sz="4500">
                <a:solidFill>
                  <a:schemeClr val="dk1"/>
                </a:solidFill>
              </a:defRPr>
            </a:lvl2pPr>
            <a:lvl3pPr indent="-228600" lvl="2" marL="1371600" algn="l">
              <a:lnSpc>
                <a:spcPct val="85000"/>
              </a:lnSpc>
              <a:spcBef>
                <a:spcPts val="0"/>
              </a:spcBef>
              <a:spcAft>
                <a:spcPts val="0"/>
              </a:spcAft>
              <a:buClr>
                <a:schemeClr val="dk1"/>
              </a:buClr>
              <a:buSzPts val="4500"/>
              <a:buNone/>
              <a:defRPr sz="4500">
                <a:solidFill>
                  <a:schemeClr val="dk1"/>
                </a:solidFill>
              </a:defRPr>
            </a:lvl3pPr>
            <a:lvl4pPr indent="-228600" lvl="3" marL="1828800" algn="l">
              <a:lnSpc>
                <a:spcPct val="85000"/>
              </a:lnSpc>
              <a:spcBef>
                <a:spcPts val="0"/>
              </a:spcBef>
              <a:spcAft>
                <a:spcPts val="0"/>
              </a:spcAft>
              <a:buClr>
                <a:schemeClr val="dk1"/>
              </a:buClr>
              <a:buSzPts val="4500"/>
              <a:buNone/>
              <a:defRPr sz="4500">
                <a:solidFill>
                  <a:schemeClr val="dk1"/>
                </a:solidFill>
              </a:defRPr>
            </a:lvl4pPr>
            <a:lvl5pPr indent="-228600" lvl="4" marL="2286000" algn="l">
              <a:lnSpc>
                <a:spcPct val="85000"/>
              </a:lnSpc>
              <a:spcBef>
                <a:spcPts val="0"/>
              </a:spcBef>
              <a:spcAft>
                <a:spcPts val="0"/>
              </a:spcAft>
              <a:buClr>
                <a:schemeClr val="dk1"/>
              </a:buClr>
              <a:buSzPts val="4500"/>
              <a:buNone/>
              <a:defRPr sz="4500">
                <a:solidFill>
                  <a:schemeClr val="dk1"/>
                </a:solidFill>
              </a:defRPr>
            </a:lvl5pPr>
            <a:lvl6pPr indent="-228600" lvl="5" marL="2743200" algn="l">
              <a:lnSpc>
                <a:spcPct val="85000"/>
              </a:lnSpc>
              <a:spcBef>
                <a:spcPts val="0"/>
              </a:spcBef>
              <a:spcAft>
                <a:spcPts val="0"/>
              </a:spcAft>
              <a:buClr>
                <a:schemeClr val="dk1"/>
              </a:buClr>
              <a:buSzPts val="4500"/>
              <a:buNone/>
              <a:defRPr sz="4500">
                <a:solidFill>
                  <a:schemeClr val="dk1"/>
                </a:solidFill>
              </a:defRPr>
            </a:lvl6pPr>
            <a:lvl7pPr indent="-228600" lvl="6" marL="3200400" algn="l">
              <a:lnSpc>
                <a:spcPct val="85000"/>
              </a:lnSpc>
              <a:spcBef>
                <a:spcPts val="0"/>
              </a:spcBef>
              <a:spcAft>
                <a:spcPts val="0"/>
              </a:spcAft>
              <a:buClr>
                <a:schemeClr val="dk1"/>
              </a:buClr>
              <a:buSzPts val="4500"/>
              <a:buNone/>
              <a:defRPr sz="4500">
                <a:solidFill>
                  <a:schemeClr val="dk1"/>
                </a:solidFill>
              </a:defRPr>
            </a:lvl7pPr>
            <a:lvl8pPr indent="-228600" lvl="7" marL="3657600" algn="l">
              <a:lnSpc>
                <a:spcPct val="85000"/>
              </a:lnSpc>
              <a:spcBef>
                <a:spcPts val="0"/>
              </a:spcBef>
              <a:spcAft>
                <a:spcPts val="0"/>
              </a:spcAft>
              <a:buClr>
                <a:schemeClr val="dk1"/>
              </a:buClr>
              <a:buSzPts val="4500"/>
              <a:buNone/>
              <a:defRPr sz="4500">
                <a:solidFill>
                  <a:schemeClr val="dk1"/>
                </a:solidFill>
              </a:defRPr>
            </a:lvl8pPr>
            <a:lvl9pPr indent="-228600" lvl="8" marL="4114800" algn="l">
              <a:lnSpc>
                <a:spcPct val="85000"/>
              </a:lnSpc>
              <a:spcBef>
                <a:spcPts val="0"/>
              </a:spcBef>
              <a:spcAft>
                <a:spcPts val="0"/>
              </a:spcAft>
              <a:buClr>
                <a:schemeClr val="dk1"/>
              </a:buClr>
              <a:buSzPts val="4500"/>
              <a:buNone/>
              <a:defRPr sz="4500">
                <a:solidFill>
                  <a:schemeClr val="dk1"/>
                </a:solidFill>
              </a:defRPr>
            </a:lvl9pPr>
          </a:lstStyle>
          <a:p/>
        </p:txBody>
      </p:sp>
      <p:sp>
        <p:nvSpPr>
          <p:cNvPr id="344" name="Google Shape;344;p23"/>
          <p:cNvSpPr txBox="1"/>
          <p:nvPr>
            <p:ph idx="8" type="body"/>
          </p:nvPr>
        </p:nvSpPr>
        <p:spPr>
          <a:xfrm>
            <a:off x="3936492" y="2011680"/>
            <a:ext cx="198882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345" name="Google Shape;345;p23"/>
          <p:cNvSpPr txBox="1"/>
          <p:nvPr>
            <p:ph idx="9" type="body"/>
          </p:nvPr>
        </p:nvSpPr>
        <p:spPr>
          <a:xfrm>
            <a:off x="3215448" y="3475990"/>
            <a:ext cx="61722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indent="-228600" lvl="1" marL="914400" algn="l">
              <a:lnSpc>
                <a:spcPct val="85000"/>
              </a:lnSpc>
              <a:spcBef>
                <a:spcPts val="0"/>
              </a:spcBef>
              <a:spcAft>
                <a:spcPts val="0"/>
              </a:spcAft>
              <a:buClr>
                <a:schemeClr val="dk1"/>
              </a:buClr>
              <a:buSzPts val="4500"/>
              <a:buNone/>
              <a:defRPr sz="4500">
                <a:solidFill>
                  <a:schemeClr val="dk1"/>
                </a:solidFill>
              </a:defRPr>
            </a:lvl2pPr>
            <a:lvl3pPr indent="-228600" lvl="2" marL="1371600" algn="l">
              <a:lnSpc>
                <a:spcPct val="85000"/>
              </a:lnSpc>
              <a:spcBef>
                <a:spcPts val="0"/>
              </a:spcBef>
              <a:spcAft>
                <a:spcPts val="0"/>
              </a:spcAft>
              <a:buClr>
                <a:schemeClr val="dk1"/>
              </a:buClr>
              <a:buSzPts val="4500"/>
              <a:buNone/>
              <a:defRPr sz="4500">
                <a:solidFill>
                  <a:schemeClr val="dk1"/>
                </a:solidFill>
              </a:defRPr>
            </a:lvl3pPr>
            <a:lvl4pPr indent="-228600" lvl="3" marL="1828800" algn="l">
              <a:lnSpc>
                <a:spcPct val="85000"/>
              </a:lnSpc>
              <a:spcBef>
                <a:spcPts val="0"/>
              </a:spcBef>
              <a:spcAft>
                <a:spcPts val="0"/>
              </a:spcAft>
              <a:buClr>
                <a:schemeClr val="dk1"/>
              </a:buClr>
              <a:buSzPts val="4500"/>
              <a:buNone/>
              <a:defRPr sz="4500">
                <a:solidFill>
                  <a:schemeClr val="dk1"/>
                </a:solidFill>
              </a:defRPr>
            </a:lvl4pPr>
            <a:lvl5pPr indent="-228600" lvl="4" marL="2286000" algn="l">
              <a:lnSpc>
                <a:spcPct val="85000"/>
              </a:lnSpc>
              <a:spcBef>
                <a:spcPts val="0"/>
              </a:spcBef>
              <a:spcAft>
                <a:spcPts val="0"/>
              </a:spcAft>
              <a:buClr>
                <a:schemeClr val="dk1"/>
              </a:buClr>
              <a:buSzPts val="4500"/>
              <a:buNone/>
              <a:defRPr sz="4500">
                <a:solidFill>
                  <a:schemeClr val="dk1"/>
                </a:solidFill>
              </a:defRPr>
            </a:lvl5pPr>
            <a:lvl6pPr indent="-228600" lvl="5" marL="2743200" algn="l">
              <a:lnSpc>
                <a:spcPct val="85000"/>
              </a:lnSpc>
              <a:spcBef>
                <a:spcPts val="0"/>
              </a:spcBef>
              <a:spcAft>
                <a:spcPts val="0"/>
              </a:spcAft>
              <a:buClr>
                <a:schemeClr val="dk1"/>
              </a:buClr>
              <a:buSzPts val="4500"/>
              <a:buNone/>
              <a:defRPr sz="4500">
                <a:solidFill>
                  <a:schemeClr val="dk1"/>
                </a:solidFill>
              </a:defRPr>
            </a:lvl6pPr>
            <a:lvl7pPr indent="-228600" lvl="6" marL="3200400" algn="l">
              <a:lnSpc>
                <a:spcPct val="85000"/>
              </a:lnSpc>
              <a:spcBef>
                <a:spcPts val="0"/>
              </a:spcBef>
              <a:spcAft>
                <a:spcPts val="0"/>
              </a:spcAft>
              <a:buClr>
                <a:schemeClr val="dk1"/>
              </a:buClr>
              <a:buSzPts val="4500"/>
              <a:buNone/>
              <a:defRPr sz="4500">
                <a:solidFill>
                  <a:schemeClr val="dk1"/>
                </a:solidFill>
              </a:defRPr>
            </a:lvl7pPr>
            <a:lvl8pPr indent="-228600" lvl="7" marL="3657600" algn="l">
              <a:lnSpc>
                <a:spcPct val="85000"/>
              </a:lnSpc>
              <a:spcBef>
                <a:spcPts val="0"/>
              </a:spcBef>
              <a:spcAft>
                <a:spcPts val="0"/>
              </a:spcAft>
              <a:buClr>
                <a:schemeClr val="dk1"/>
              </a:buClr>
              <a:buSzPts val="4500"/>
              <a:buNone/>
              <a:defRPr sz="4500">
                <a:solidFill>
                  <a:schemeClr val="dk1"/>
                </a:solidFill>
              </a:defRPr>
            </a:lvl8pPr>
            <a:lvl9pPr indent="-228600" lvl="8" marL="4114800" algn="l">
              <a:lnSpc>
                <a:spcPct val="85000"/>
              </a:lnSpc>
              <a:spcBef>
                <a:spcPts val="0"/>
              </a:spcBef>
              <a:spcAft>
                <a:spcPts val="0"/>
              </a:spcAft>
              <a:buClr>
                <a:schemeClr val="dk1"/>
              </a:buClr>
              <a:buSzPts val="4500"/>
              <a:buNone/>
              <a:defRPr sz="4500">
                <a:solidFill>
                  <a:schemeClr val="dk1"/>
                </a:solidFill>
              </a:defRPr>
            </a:lvl9pPr>
          </a:lstStyle>
          <a:p/>
        </p:txBody>
      </p:sp>
      <p:sp>
        <p:nvSpPr>
          <p:cNvPr id="346" name="Google Shape;346;p23"/>
          <p:cNvSpPr txBox="1"/>
          <p:nvPr>
            <p:ph idx="13" type="body"/>
          </p:nvPr>
        </p:nvSpPr>
        <p:spPr>
          <a:xfrm>
            <a:off x="3936492" y="3475990"/>
            <a:ext cx="198882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347" name="Google Shape;347;p23"/>
          <p:cNvSpPr txBox="1"/>
          <p:nvPr>
            <p:ph idx="14" type="body"/>
          </p:nvPr>
        </p:nvSpPr>
        <p:spPr>
          <a:xfrm>
            <a:off x="3215448" y="4940300"/>
            <a:ext cx="61722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indent="-228600" lvl="1" marL="914400" algn="l">
              <a:lnSpc>
                <a:spcPct val="85000"/>
              </a:lnSpc>
              <a:spcBef>
                <a:spcPts val="0"/>
              </a:spcBef>
              <a:spcAft>
                <a:spcPts val="0"/>
              </a:spcAft>
              <a:buClr>
                <a:schemeClr val="dk1"/>
              </a:buClr>
              <a:buSzPts val="4500"/>
              <a:buNone/>
              <a:defRPr sz="4500">
                <a:solidFill>
                  <a:schemeClr val="dk1"/>
                </a:solidFill>
              </a:defRPr>
            </a:lvl2pPr>
            <a:lvl3pPr indent="-228600" lvl="2" marL="1371600" algn="l">
              <a:lnSpc>
                <a:spcPct val="85000"/>
              </a:lnSpc>
              <a:spcBef>
                <a:spcPts val="0"/>
              </a:spcBef>
              <a:spcAft>
                <a:spcPts val="0"/>
              </a:spcAft>
              <a:buClr>
                <a:schemeClr val="dk1"/>
              </a:buClr>
              <a:buSzPts val="4500"/>
              <a:buNone/>
              <a:defRPr sz="4500">
                <a:solidFill>
                  <a:schemeClr val="dk1"/>
                </a:solidFill>
              </a:defRPr>
            </a:lvl3pPr>
            <a:lvl4pPr indent="-228600" lvl="3" marL="1828800" algn="l">
              <a:lnSpc>
                <a:spcPct val="85000"/>
              </a:lnSpc>
              <a:spcBef>
                <a:spcPts val="0"/>
              </a:spcBef>
              <a:spcAft>
                <a:spcPts val="0"/>
              </a:spcAft>
              <a:buClr>
                <a:schemeClr val="dk1"/>
              </a:buClr>
              <a:buSzPts val="4500"/>
              <a:buNone/>
              <a:defRPr sz="4500">
                <a:solidFill>
                  <a:schemeClr val="dk1"/>
                </a:solidFill>
              </a:defRPr>
            </a:lvl4pPr>
            <a:lvl5pPr indent="-228600" lvl="4" marL="2286000" algn="l">
              <a:lnSpc>
                <a:spcPct val="85000"/>
              </a:lnSpc>
              <a:spcBef>
                <a:spcPts val="0"/>
              </a:spcBef>
              <a:spcAft>
                <a:spcPts val="0"/>
              </a:spcAft>
              <a:buClr>
                <a:schemeClr val="dk1"/>
              </a:buClr>
              <a:buSzPts val="4500"/>
              <a:buNone/>
              <a:defRPr sz="4500">
                <a:solidFill>
                  <a:schemeClr val="dk1"/>
                </a:solidFill>
              </a:defRPr>
            </a:lvl5pPr>
            <a:lvl6pPr indent="-228600" lvl="5" marL="2743200" algn="l">
              <a:lnSpc>
                <a:spcPct val="85000"/>
              </a:lnSpc>
              <a:spcBef>
                <a:spcPts val="0"/>
              </a:spcBef>
              <a:spcAft>
                <a:spcPts val="0"/>
              </a:spcAft>
              <a:buClr>
                <a:schemeClr val="dk1"/>
              </a:buClr>
              <a:buSzPts val="4500"/>
              <a:buNone/>
              <a:defRPr sz="4500">
                <a:solidFill>
                  <a:schemeClr val="dk1"/>
                </a:solidFill>
              </a:defRPr>
            </a:lvl6pPr>
            <a:lvl7pPr indent="-228600" lvl="6" marL="3200400" algn="l">
              <a:lnSpc>
                <a:spcPct val="85000"/>
              </a:lnSpc>
              <a:spcBef>
                <a:spcPts val="0"/>
              </a:spcBef>
              <a:spcAft>
                <a:spcPts val="0"/>
              </a:spcAft>
              <a:buClr>
                <a:schemeClr val="dk1"/>
              </a:buClr>
              <a:buSzPts val="4500"/>
              <a:buNone/>
              <a:defRPr sz="4500">
                <a:solidFill>
                  <a:schemeClr val="dk1"/>
                </a:solidFill>
              </a:defRPr>
            </a:lvl7pPr>
            <a:lvl8pPr indent="-228600" lvl="7" marL="3657600" algn="l">
              <a:lnSpc>
                <a:spcPct val="85000"/>
              </a:lnSpc>
              <a:spcBef>
                <a:spcPts val="0"/>
              </a:spcBef>
              <a:spcAft>
                <a:spcPts val="0"/>
              </a:spcAft>
              <a:buClr>
                <a:schemeClr val="dk1"/>
              </a:buClr>
              <a:buSzPts val="4500"/>
              <a:buNone/>
              <a:defRPr sz="4500">
                <a:solidFill>
                  <a:schemeClr val="dk1"/>
                </a:solidFill>
              </a:defRPr>
            </a:lvl8pPr>
            <a:lvl9pPr indent="-228600" lvl="8" marL="4114800" algn="l">
              <a:lnSpc>
                <a:spcPct val="85000"/>
              </a:lnSpc>
              <a:spcBef>
                <a:spcPts val="0"/>
              </a:spcBef>
              <a:spcAft>
                <a:spcPts val="0"/>
              </a:spcAft>
              <a:buClr>
                <a:schemeClr val="dk1"/>
              </a:buClr>
              <a:buSzPts val="4500"/>
              <a:buNone/>
              <a:defRPr sz="4500">
                <a:solidFill>
                  <a:schemeClr val="dk1"/>
                </a:solidFill>
              </a:defRPr>
            </a:lvl9pPr>
          </a:lstStyle>
          <a:p/>
        </p:txBody>
      </p:sp>
      <p:sp>
        <p:nvSpPr>
          <p:cNvPr id="348" name="Google Shape;348;p23"/>
          <p:cNvSpPr txBox="1"/>
          <p:nvPr>
            <p:ph idx="15" type="body"/>
          </p:nvPr>
        </p:nvSpPr>
        <p:spPr>
          <a:xfrm>
            <a:off x="3936492" y="4940300"/>
            <a:ext cx="198882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349" name="Google Shape;349;p23"/>
          <p:cNvSpPr txBox="1"/>
          <p:nvPr>
            <p:ph idx="16" type="body"/>
          </p:nvPr>
        </p:nvSpPr>
        <p:spPr>
          <a:xfrm>
            <a:off x="6157530" y="2011680"/>
            <a:ext cx="61722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indent="-228600" lvl="1" marL="914400" algn="l">
              <a:lnSpc>
                <a:spcPct val="85000"/>
              </a:lnSpc>
              <a:spcBef>
                <a:spcPts val="0"/>
              </a:spcBef>
              <a:spcAft>
                <a:spcPts val="0"/>
              </a:spcAft>
              <a:buClr>
                <a:schemeClr val="dk1"/>
              </a:buClr>
              <a:buSzPts val="4500"/>
              <a:buNone/>
              <a:defRPr sz="4500">
                <a:solidFill>
                  <a:schemeClr val="dk1"/>
                </a:solidFill>
              </a:defRPr>
            </a:lvl2pPr>
            <a:lvl3pPr indent="-228600" lvl="2" marL="1371600" algn="l">
              <a:lnSpc>
                <a:spcPct val="85000"/>
              </a:lnSpc>
              <a:spcBef>
                <a:spcPts val="0"/>
              </a:spcBef>
              <a:spcAft>
                <a:spcPts val="0"/>
              </a:spcAft>
              <a:buClr>
                <a:schemeClr val="dk1"/>
              </a:buClr>
              <a:buSzPts val="4500"/>
              <a:buNone/>
              <a:defRPr sz="4500">
                <a:solidFill>
                  <a:schemeClr val="dk1"/>
                </a:solidFill>
              </a:defRPr>
            </a:lvl3pPr>
            <a:lvl4pPr indent="-228600" lvl="3" marL="1828800" algn="l">
              <a:lnSpc>
                <a:spcPct val="85000"/>
              </a:lnSpc>
              <a:spcBef>
                <a:spcPts val="0"/>
              </a:spcBef>
              <a:spcAft>
                <a:spcPts val="0"/>
              </a:spcAft>
              <a:buClr>
                <a:schemeClr val="dk1"/>
              </a:buClr>
              <a:buSzPts val="4500"/>
              <a:buNone/>
              <a:defRPr sz="4500">
                <a:solidFill>
                  <a:schemeClr val="dk1"/>
                </a:solidFill>
              </a:defRPr>
            </a:lvl4pPr>
            <a:lvl5pPr indent="-228600" lvl="4" marL="2286000" algn="l">
              <a:lnSpc>
                <a:spcPct val="85000"/>
              </a:lnSpc>
              <a:spcBef>
                <a:spcPts val="0"/>
              </a:spcBef>
              <a:spcAft>
                <a:spcPts val="0"/>
              </a:spcAft>
              <a:buClr>
                <a:schemeClr val="dk1"/>
              </a:buClr>
              <a:buSzPts val="4500"/>
              <a:buNone/>
              <a:defRPr sz="4500">
                <a:solidFill>
                  <a:schemeClr val="dk1"/>
                </a:solidFill>
              </a:defRPr>
            </a:lvl5pPr>
            <a:lvl6pPr indent="-228600" lvl="5" marL="2743200" algn="l">
              <a:lnSpc>
                <a:spcPct val="85000"/>
              </a:lnSpc>
              <a:spcBef>
                <a:spcPts val="0"/>
              </a:spcBef>
              <a:spcAft>
                <a:spcPts val="0"/>
              </a:spcAft>
              <a:buClr>
                <a:schemeClr val="dk1"/>
              </a:buClr>
              <a:buSzPts val="4500"/>
              <a:buNone/>
              <a:defRPr sz="4500">
                <a:solidFill>
                  <a:schemeClr val="dk1"/>
                </a:solidFill>
              </a:defRPr>
            </a:lvl6pPr>
            <a:lvl7pPr indent="-228600" lvl="6" marL="3200400" algn="l">
              <a:lnSpc>
                <a:spcPct val="85000"/>
              </a:lnSpc>
              <a:spcBef>
                <a:spcPts val="0"/>
              </a:spcBef>
              <a:spcAft>
                <a:spcPts val="0"/>
              </a:spcAft>
              <a:buClr>
                <a:schemeClr val="dk1"/>
              </a:buClr>
              <a:buSzPts val="4500"/>
              <a:buNone/>
              <a:defRPr sz="4500">
                <a:solidFill>
                  <a:schemeClr val="dk1"/>
                </a:solidFill>
              </a:defRPr>
            </a:lvl7pPr>
            <a:lvl8pPr indent="-228600" lvl="7" marL="3657600" algn="l">
              <a:lnSpc>
                <a:spcPct val="85000"/>
              </a:lnSpc>
              <a:spcBef>
                <a:spcPts val="0"/>
              </a:spcBef>
              <a:spcAft>
                <a:spcPts val="0"/>
              </a:spcAft>
              <a:buClr>
                <a:schemeClr val="dk1"/>
              </a:buClr>
              <a:buSzPts val="4500"/>
              <a:buNone/>
              <a:defRPr sz="4500">
                <a:solidFill>
                  <a:schemeClr val="dk1"/>
                </a:solidFill>
              </a:defRPr>
            </a:lvl8pPr>
            <a:lvl9pPr indent="-228600" lvl="8" marL="4114800" algn="l">
              <a:lnSpc>
                <a:spcPct val="85000"/>
              </a:lnSpc>
              <a:spcBef>
                <a:spcPts val="0"/>
              </a:spcBef>
              <a:spcAft>
                <a:spcPts val="0"/>
              </a:spcAft>
              <a:buClr>
                <a:schemeClr val="dk1"/>
              </a:buClr>
              <a:buSzPts val="4500"/>
              <a:buNone/>
              <a:defRPr sz="4500">
                <a:solidFill>
                  <a:schemeClr val="dk1"/>
                </a:solidFill>
              </a:defRPr>
            </a:lvl9pPr>
          </a:lstStyle>
          <a:p/>
        </p:txBody>
      </p:sp>
      <p:sp>
        <p:nvSpPr>
          <p:cNvPr id="350" name="Google Shape;350;p23"/>
          <p:cNvSpPr txBox="1"/>
          <p:nvPr>
            <p:ph idx="17" type="body"/>
          </p:nvPr>
        </p:nvSpPr>
        <p:spPr>
          <a:xfrm>
            <a:off x="6878574" y="2011680"/>
            <a:ext cx="198882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351" name="Google Shape;351;p23"/>
          <p:cNvSpPr txBox="1"/>
          <p:nvPr>
            <p:ph idx="18" type="body"/>
          </p:nvPr>
        </p:nvSpPr>
        <p:spPr>
          <a:xfrm>
            <a:off x="6157530" y="3475990"/>
            <a:ext cx="61722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indent="-228600" lvl="1" marL="914400" algn="l">
              <a:lnSpc>
                <a:spcPct val="85000"/>
              </a:lnSpc>
              <a:spcBef>
                <a:spcPts val="0"/>
              </a:spcBef>
              <a:spcAft>
                <a:spcPts val="0"/>
              </a:spcAft>
              <a:buClr>
                <a:schemeClr val="dk1"/>
              </a:buClr>
              <a:buSzPts val="4500"/>
              <a:buNone/>
              <a:defRPr sz="4500">
                <a:solidFill>
                  <a:schemeClr val="dk1"/>
                </a:solidFill>
              </a:defRPr>
            </a:lvl2pPr>
            <a:lvl3pPr indent="-228600" lvl="2" marL="1371600" algn="l">
              <a:lnSpc>
                <a:spcPct val="85000"/>
              </a:lnSpc>
              <a:spcBef>
                <a:spcPts val="0"/>
              </a:spcBef>
              <a:spcAft>
                <a:spcPts val="0"/>
              </a:spcAft>
              <a:buClr>
                <a:schemeClr val="dk1"/>
              </a:buClr>
              <a:buSzPts val="4500"/>
              <a:buNone/>
              <a:defRPr sz="4500">
                <a:solidFill>
                  <a:schemeClr val="dk1"/>
                </a:solidFill>
              </a:defRPr>
            </a:lvl3pPr>
            <a:lvl4pPr indent="-228600" lvl="3" marL="1828800" algn="l">
              <a:lnSpc>
                <a:spcPct val="85000"/>
              </a:lnSpc>
              <a:spcBef>
                <a:spcPts val="0"/>
              </a:spcBef>
              <a:spcAft>
                <a:spcPts val="0"/>
              </a:spcAft>
              <a:buClr>
                <a:schemeClr val="dk1"/>
              </a:buClr>
              <a:buSzPts val="4500"/>
              <a:buNone/>
              <a:defRPr sz="4500">
                <a:solidFill>
                  <a:schemeClr val="dk1"/>
                </a:solidFill>
              </a:defRPr>
            </a:lvl4pPr>
            <a:lvl5pPr indent="-228600" lvl="4" marL="2286000" algn="l">
              <a:lnSpc>
                <a:spcPct val="85000"/>
              </a:lnSpc>
              <a:spcBef>
                <a:spcPts val="0"/>
              </a:spcBef>
              <a:spcAft>
                <a:spcPts val="0"/>
              </a:spcAft>
              <a:buClr>
                <a:schemeClr val="dk1"/>
              </a:buClr>
              <a:buSzPts val="4500"/>
              <a:buNone/>
              <a:defRPr sz="4500">
                <a:solidFill>
                  <a:schemeClr val="dk1"/>
                </a:solidFill>
              </a:defRPr>
            </a:lvl5pPr>
            <a:lvl6pPr indent="-228600" lvl="5" marL="2743200" algn="l">
              <a:lnSpc>
                <a:spcPct val="85000"/>
              </a:lnSpc>
              <a:spcBef>
                <a:spcPts val="0"/>
              </a:spcBef>
              <a:spcAft>
                <a:spcPts val="0"/>
              </a:spcAft>
              <a:buClr>
                <a:schemeClr val="dk1"/>
              </a:buClr>
              <a:buSzPts val="4500"/>
              <a:buNone/>
              <a:defRPr sz="4500">
                <a:solidFill>
                  <a:schemeClr val="dk1"/>
                </a:solidFill>
              </a:defRPr>
            </a:lvl6pPr>
            <a:lvl7pPr indent="-228600" lvl="6" marL="3200400" algn="l">
              <a:lnSpc>
                <a:spcPct val="85000"/>
              </a:lnSpc>
              <a:spcBef>
                <a:spcPts val="0"/>
              </a:spcBef>
              <a:spcAft>
                <a:spcPts val="0"/>
              </a:spcAft>
              <a:buClr>
                <a:schemeClr val="dk1"/>
              </a:buClr>
              <a:buSzPts val="4500"/>
              <a:buNone/>
              <a:defRPr sz="4500">
                <a:solidFill>
                  <a:schemeClr val="dk1"/>
                </a:solidFill>
              </a:defRPr>
            </a:lvl7pPr>
            <a:lvl8pPr indent="-228600" lvl="7" marL="3657600" algn="l">
              <a:lnSpc>
                <a:spcPct val="85000"/>
              </a:lnSpc>
              <a:spcBef>
                <a:spcPts val="0"/>
              </a:spcBef>
              <a:spcAft>
                <a:spcPts val="0"/>
              </a:spcAft>
              <a:buClr>
                <a:schemeClr val="dk1"/>
              </a:buClr>
              <a:buSzPts val="4500"/>
              <a:buNone/>
              <a:defRPr sz="4500">
                <a:solidFill>
                  <a:schemeClr val="dk1"/>
                </a:solidFill>
              </a:defRPr>
            </a:lvl8pPr>
            <a:lvl9pPr indent="-228600" lvl="8" marL="4114800" algn="l">
              <a:lnSpc>
                <a:spcPct val="85000"/>
              </a:lnSpc>
              <a:spcBef>
                <a:spcPts val="0"/>
              </a:spcBef>
              <a:spcAft>
                <a:spcPts val="0"/>
              </a:spcAft>
              <a:buClr>
                <a:schemeClr val="dk1"/>
              </a:buClr>
              <a:buSzPts val="4500"/>
              <a:buNone/>
              <a:defRPr sz="4500">
                <a:solidFill>
                  <a:schemeClr val="dk1"/>
                </a:solidFill>
              </a:defRPr>
            </a:lvl9pPr>
          </a:lstStyle>
          <a:p/>
        </p:txBody>
      </p:sp>
      <p:sp>
        <p:nvSpPr>
          <p:cNvPr id="352" name="Google Shape;352;p23"/>
          <p:cNvSpPr txBox="1"/>
          <p:nvPr>
            <p:ph idx="19" type="body"/>
          </p:nvPr>
        </p:nvSpPr>
        <p:spPr>
          <a:xfrm>
            <a:off x="6878574" y="3475990"/>
            <a:ext cx="198882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353" name="Google Shape;353;p23"/>
          <p:cNvSpPr txBox="1"/>
          <p:nvPr>
            <p:ph idx="20" type="body"/>
          </p:nvPr>
        </p:nvSpPr>
        <p:spPr>
          <a:xfrm>
            <a:off x="6157530" y="4940300"/>
            <a:ext cx="61722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indent="-228600" lvl="1" marL="914400" algn="l">
              <a:lnSpc>
                <a:spcPct val="85000"/>
              </a:lnSpc>
              <a:spcBef>
                <a:spcPts val="0"/>
              </a:spcBef>
              <a:spcAft>
                <a:spcPts val="0"/>
              </a:spcAft>
              <a:buClr>
                <a:schemeClr val="dk1"/>
              </a:buClr>
              <a:buSzPts val="4500"/>
              <a:buNone/>
              <a:defRPr sz="4500">
                <a:solidFill>
                  <a:schemeClr val="dk1"/>
                </a:solidFill>
              </a:defRPr>
            </a:lvl2pPr>
            <a:lvl3pPr indent="-228600" lvl="2" marL="1371600" algn="l">
              <a:lnSpc>
                <a:spcPct val="85000"/>
              </a:lnSpc>
              <a:spcBef>
                <a:spcPts val="0"/>
              </a:spcBef>
              <a:spcAft>
                <a:spcPts val="0"/>
              </a:spcAft>
              <a:buClr>
                <a:schemeClr val="dk1"/>
              </a:buClr>
              <a:buSzPts val="4500"/>
              <a:buNone/>
              <a:defRPr sz="4500">
                <a:solidFill>
                  <a:schemeClr val="dk1"/>
                </a:solidFill>
              </a:defRPr>
            </a:lvl3pPr>
            <a:lvl4pPr indent="-228600" lvl="3" marL="1828800" algn="l">
              <a:lnSpc>
                <a:spcPct val="85000"/>
              </a:lnSpc>
              <a:spcBef>
                <a:spcPts val="0"/>
              </a:spcBef>
              <a:spcAft>
                <a:spcPts val="0"/>
              </a:spcAft>
              <a:buClr>
                <a:schemeClr val="dk1"/>
              </a:buClr>
              <a:buSzPts val="4500"/>
              <a:buNone/>
              <a:defRPr sz="4500">
                <a:solidFill>
                  <a:schemeClr val="dk1"/>
                </a:solidFill>
              </a:defRPr>
            </a:lvl4pPr>
            <a:lvl5pPr indent="-228600" lvl="4" marL="2286000" algn="l">
              <a:lnSpc>
                <a:spcPct val="85000"/>
              </a:lnSpc>
              <a:spcBef>
                <a:spcPts val="0"/>
              </a:spcBef>
              <a:spcAft>
                <a:spcPts val="0"/>
              </a:spcAft>
              <a:buClr>
                <a:schemeClr val="dk1"/>
              </a:buClr>
              <a:buSzPts val="4500"/>
              <a:buNone/>
              <a:defRPr sz="4500">
                <a:solidFill>
                  <a:schemeClr val="dk1"/>
                </a:solidFill>
              </a:defRPr>
            </a:lvl5pPr>
            <a:lvl6pPr indent="-228600" lvl="5" marL="2743200" algn="l">
              <a:lnSpc>
                <a:spcPct val="85000"/>
              </a:lnSpc>
              <a:spcBef>
                <a:spcPts val="0"/>
              </a:spcBef>
              <a:spcAft>
                <a:spcPts val="0"/>
              </a:spcAft>
              <a:buClr>
                <a:schemeClr val="dk1"/>
              </a:buClr>
              <a:buSzPts val="4500"/>
              <a:buNone/>
              <a:defRPr sz="4500">
                <a:solidFill>
                  <a:schemeClr val="dk1"/>
                </a:solidFill>
              </a:defRPr>
            </a:lvl6pPr>
            <a:lvl7pPr indent="-228600" lvl="6" marL="3200400" algn="l">
              <a:lnSpc>
                <a:spcPct val="85000"/>
              </a:lnSpc>
              <a:spcBef>
                <a:spcPts val="0"/>
              </a:spcBef>
              <a:spcAft>
                <a:spcPts val="0"/>
              </a:spcAft>
              <a:buClr>
                <a:schemeClr val="dk1"/>
              </a:buClr>
              <a:buSzPts val="4500"/>
              <a:buNone/>
              <a:defRPr sz="4500">
                <a:solidFill>
                  <a:schemeClr val="dk1"/>
                </a:solidFill>
              </a:defRPr>
            </a:lvl7pPr>
            <a:lvl8pPr indent="-228600" lvl="7" marL="3657600" algn="l">
              <a:lnSpc>
                <a:spcPct val="85000"/>
              </a:lnSpc>
              <a:spcBef>
                <a:spcPts val="0"/>
              </a:spcBef>
              <a:spcAft>
                <a:spcPts val="0"/>
              </a:spcAft>
              <a:buClr>
                <a:schemeClr val="dk1"/>
              </a:buClr>
              <a:buSzPts val="4500"/>
              <a:buNone/>
              <a:defRPr sz="4500">
                <a:solidFill>
                  <a:schemeClr val="dk1"/>
                </a:solidFill>
              </a:defRPr>
            </a:lvl8pPr>
            <a:lvl9pPr indent="-228600" lvl="8" marL="4114800" algn="l">
              <a:lnSpc>
                <a:spcPct val="85000"/>
              </a:lnSpc>
              <a:spcBef>
                <a:spcPts val="0"/>
              </a:spcBef>
              <a:spcAft>
                <a:spcPts val="0"/>
              </a:spcAft>
              <a:buClr>
                <a:schemeClr val="dk1"/>
              </a:buClr>
              <a:buSzPts val="4500"/>
              <a:buNone/>
              <a:defRPr sz="4500">
                <a:solidFill>
                  <a:schemeClr val="dk1"/>
                </a:solidFill>
              </a:defRPr>
            </a:lvl9pPr>
          </a:lstStyle>
          <a:p/>
        </p:txBody>
      </p:sp>
      <p:sp>
        <p:nvSpPr>
          <p:cNvPr id="354" name="Google Shape;354;p23"/>
          <p:cNvSpPr txBox="1"/>
          <p:nvPr>
            <p:ph idx="21" type="body"/>
          </p:nvPr>
        </p:nvSpPr>
        <p:spPr>
          <a:xfrm>
            <a:off x="6878574" y="4940300"/>
            <a:ext cx="198882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506">
          <p15:clr>
            <a:srgbClr val="FBAE40"/>
          </p15:clr>
        </p15:guide>
        <p15:guide id="2" pos="2700">
          <p15:clr>
            <a:srgbClr val="FBAE40"/>
          </p15:clr>
        </p15:guide>
        <p15:guide id="3" orient="horz" pos="1266">
          <p15:clr>
            <a:srgbClr val="FBAE40"/>
          </p15:clr>
        </p15:guide>
        <p15:guide id="4" orient="horz" pos="4148">
          <p15:clr>
            <a:srgbClr val="FBAE40"/>
          </p15:clr>
        </p15:guide>
        <p15:guide id="5" pos="4978">
          <p15:clr>
            <a:srgbClr val="FBAE40"/>
          </p15:clr>
        </p15:guide>
        <p15:guide id="6" pos="5172">
          <p15:clr>
            <a:srgbClr val="FBAE40"/>
          </p15:clr>
        </p15:guide>
        <p15:guide id="7" orient="horz" pos="3688">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p:cSld name="Three Content">
    <p:spTree>
      <p:nvGrpSpPr>
        <p:cNvPr id="355" name="Shape 355"/>
        <p:cNvGrpSpPr/>
        <p:nvPr/>
      </p:nvGrpSpPr>
      <p:grpSpPr>
        <a:xfrm>
          <a:off x="0" y="0"/>
          <a:ext cx="0" cy="0"/>
          <a:chOff x="0" y="0"/>
          <a:chExt cx="0" cy="0"/>
        </a:xfrm>
      </p:grpSpPr>
      <p:sp>
        <p:nvSpPr>
          <p:cNvPr id="356" name="Google Shape;356;p24"/>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7" name="Google Shape;357;p24"/>
          <p:cNvSpPr txBox="1"/>
          <p:nvPr>
            <p:ph idx="1" type="body"/>
          </p:nvPr>
        </p:nvSpPr>
        <p:spPr>
          <a:xfrm>
            <a:off x="274320" y="1828800"/>
            <a:ext cx="2708910" cy="425196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358" name="Google Shape;358;p24"/>
          <p:cNvSpPr txBox="1"/>
          <p:nvPr>
            <p:ph idx="2" type="body"/>
          </p:nvPr>
        </p:nvSpPr>
        <p:spPr>
          <a:xfrm>
            <a:off x="3216402" y="1828800"/>
            <a:ext cx="2708910" cy="425196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359" name="Google Shape;359;p24"/>
          <p:cNvSpPr txBox="1"/>
          <p:nvPr>
            <p:ph idx="3" type="body"/>
          </p:nvPr>
        </p:nvSpPr>
        <p:spPr>
          <a:xfrm>
            <a:off x="6158484" y="1828800"/>
            <a:ext cx="2708910" cy="425196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tent">
  <p:cSld name="Four Content">
    <p:spTree>
      <p:nvGrpSpPr>
        <p:cNvPr id="360" name="Shape 360"/>
        <p:cNvGrpSpPr/>
        <p:nvPr/>
      </p:nvGrpSpPr>
      <p:grpSpPr>
        <a:xfrm>
          <a:off x="0" y="0"/>
          <a:ext cx="0" cy="0"/>
          <a:chOff x="0" y="0"/>
          <a:chExt cx="0" cy="0"/>
        </a:xfrm>
      </p:grpSpPr>
      <p:sp>
        <p:nvSpPr>
          <p:cNvPr id="361" name="Google Shape;361;p25"/>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2" name="Google Shape;362;p25"/>
          <p:cNvSpPr txBox="1"/>
          <p:nvPr>
            <p:ph idx="1" type="body"/>
          </p:nvPr>
        </p:nvSpPr>
        <p:spPr>
          <a:xfrm>
            <a:off x="274320" y="1828800"/>
            <a:ext cx="1975104" cy="4251960"/>
          </a:xfrm>
          <a:prstGeom prst="rect">
            <a:avLst/>
          </a:prstGeom>
          <a:noFill/>
          <a:ln>
            <a:noFill/>
          </a:ln>
        </p:spPr>
        <p:txBody>
          <a:bodyPr anchorCtr="0" anchor="t" bIns="0" lIns="0" spcFirstLastPara="1" rIns="0" wrap="square" tIns="0">
            <a:normAutofit/>
          </a:bodyPr>
          <a:lstStyle>
            <a:lvl1pPr indent="-304800" lvl="0" marL="4572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indent="-304800" lvl="1" marL="9144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indent="-304800" lvl="5" marL="2743200" algn="l">
              <a:lnSpc>
                <a:spcPct val="100000"/>
              </a:lnSpc>
              <a:spcBef>
                <a:spcPts val="225"/>
              </a:spcBef>
              <a:spcAft>
                <a:spcPts val="0"/>
              </a:spcAft>
              <a:buClr>
                <a:schemeClr val="dk1"/>
              </a:buClr>
              <a:buSzPts val="1200"/>
              <a:buChar char="–"/>
              <a:defRPr sz="1200"/>
            </a:lvl6pPr>
            <a:lvl7pPr indent="-304800" lvl="6" marL="3200400" algn="l">
              <a:lnSpc>
                <a:spcPct val="100000"/>
              </a:lnSpc>
              <a:spcBef>
                <a:spcPts val="225"/>
              </a:spcBef>
              <a:spcAft>
                <a:spcPts val="0"/>
              </a:spcAft>
              <a:buClr>
                <a:schemeClr val="dk1"/>
              </a:buClr>
              <a:buSzPts val="1200"/>
              <a:buChar char="–"/>
              <a:defRPr sz="1200"/>
            </a:lvl7pPr>
            <a:lvl8pPr indent="-304800" lvl="7" marL="3657600" algn="l">
              <a:lnSpc>
                <a:spcPct val="100000"/>
              </a:lnSpc>
              <a:spcBef>
                <a:spcPts val="225"/>
              </a:spcBef>
              <a:spcAft>
                <a:spcPts val="0"/>
              </a:spcAft>
              <a:buClr>
                <a:schemeClr val="dk1"/>
              </a:buClr>
              <a:buSzPts val="1200"/>
              <a:buChar char="–"/>
              <a:defRPr sz="1200"/>
            </a:lvl8pPr>
            <a:lvl9pPr indent="-304800" lvl="8" marL="4114800" algn="l">
              <a:lnSpc>
                <a:spcPct val="100000"/>
              </a:lnSpc>
              <a:spcBef>
                <a:spcPts val="225"/>
              </a:spcBef>
              <a:spcAft>
                <a:spcPts val="0"/>
              </a:spcAft>
              <a:buClr>
                <a:schemeClr val="dk1"/>
              </a:buClr>
              <a:buSzPts val="1200"/>
              <a:buChar char="–"/>
              <a:defRPr sz="1200"/>
            </a:lvl9pPr>
          </a:lstStyle>
          <a:p/>
        </p:txBody>
      </p:sp>
      <p:sp>
        <p:nvSpPr>
          <p:cNvPr id="363" name="Google Shape;363;p25"/>
          <p:cNvSpPr txBox="1"/>
          <p:nvPr>
            <p:ph idx="2" type="body"/>
          </p:nvPr>
        </p:nvSpPr>
        <p:spPr>
          <a:xfrm>
            <a:off x="2482596" y="1828800"/>
            <a:ext cx="1975104" cy="4251960"/>
          </a:xfrm>
          <a:prstGeom prst="rect">
            <a:avLst/>
          </a:prstGeom>
          <a:noFill/>
          <a:ln>
            <a:noFill/>
          </a:ln>
        </p:spPr>
        <p:txBody>
          <a:bodyPr anchorCtr="0" anchor="t" bIns="0" lIns="0" spcFirstLastPara="1" rIns="0" wrap="square" tIns="0">
            <a:normAutofit/>
          </a:bodyPr>
          <a:lstStyle>
            <a:lvl1pPr indent="-304800" lvl="0" marL="4572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indent="-304800" lvl="1" marL="9144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indent="-304800" lvl="5" marL="2743200" algn="l">
              <a:lnSpc>
                <a:spcPct val="100000"/>
              </a:lnSpc>
              <a:spcBef>
                <a:spcPts val="225"/>
              </a:spcBef>
              <a:spcAft>
                <a:spcPts val="0"/>
              </a:spcAft>
              <a:buClr>
                <a:schemeClr val="dk1"/>
              </a:buClr>
              <a:buSzPts val="1200"/>
              <a:buChar char="–"/>
              <a:defRPr sz="1200"/>
            </a:lvl6pPr>
            <a:lvl7pPr indent="-304800" lvl="6" marL="3200400" algn="l">
              <a:lnSpc>
                <a:spcPct val="100000"/>
              </a:lnSpc>
              <a:spcBef>
                <a:spcPts val="225"/>
              </a:spcBef>
              <a:spcAft>
                <a:spcPts val="0"/>
              </a:spcAft>
              <a:buClr>
                <a:schemeClr val="dk1"/>
              </a:buClr>
              <a:buSzPts val="1200"/>
              <a:buChar char="–"/>
              <a:defRPr sz="1200"/>
            </a:lvl7pPr>
            <a:lvl8pPr indent="-304800" lvl="7" marL="3657600" algn="l">
              <a:lnSpc>
                <a:spcPct val="100000"/>
              </a:lnSpc>
              <a:spcBef>
                <a:spcPts val="225"/>
              </a:spcBef>
              <a:spcAft>
                <a:spcPts val="0"/>
              </a:spcAft>
              <a:buClr>
                <a:schemeClr val="dk1"/>
              </a:buClr>
              <a:buSzPts val="1200"/>
              <a:buChar char="–"/>
              <a:defRPr sz="1200"/>
            </a:lvl8pPr>
            <a:lvl9pPr indent="-304800" lvl="8" marL="4114800" algn="l">
              <a:lnSpc>
                <a:spcPct val="100000"/>
              </a:lnSpc>
              <a:spcBef>
                <a:spcPts val="225"/>
              </a:spcBef>
              <a:spcAft>
                <a:spcPts val="0"/>
              </a:spcAft>
              <a:buClr>
                <a:schemeClr val="dk1"/>
              </a:buClr>
              <a:buSzPts val="1200"/>
              <a:buChar char="–"/>
              <a:defRPr sz="1200"/>
            </a:lvl9pPr>
          </a:lstStyle>
          <a:p/>
        </p:txBody>
      </p:sp>
      <p:sp>
        <p:nvSpPr>
          <p:cNvPr id="364" name="Google Shape;364;p25"/>
          <p:cNvSpPr txBox="1"/>
          <p:nvPr>
            <p:ph idx="3" type="body"/>
          </p:nvPr>
        </p:nvSpPr>
        <p:spPr>
          <a:xfrm>
            <a:off x="4684014" y="1828800"/>
            <a:ext cx="1975104" cy="4251960"/>
          </a:xfrm>
          <a:prstGeom prst="rect">
            <a:avLst/>
          </a:prstGeom>
          <a:noFill/>
          <a:ln>
            <a:noFill/>
          </a:ln>
        </p:spPr>
        <p:txBody>
          <a:bodyPr anchorCtr="0" anchor="t" bIns="0" lIns="0" spcFirstLastPara="1" rIns="0" wrap="square" tIns="0">
            <a:normAutofit/>
          </a:bodyPr>
          <a:lstStyle>
            <a:lvl1pPr indent="-304800" lvl="0" marL="4572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indent="-304800" lvl="1" marL="9144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indent="-304800" lvl="5" marL="2743200" algn="l">
              <a:lnSpc>
                <a:spcPct val="100000"/>
              </a:lnSpc>
              <a:spcBef>
                <a:spcPts val="225"/>
              </a:spcBef>
              <a:spcAft>
                <a:spcPts val="0"/>
              </a:spcAft>
              <a:buClr>
                <a:schemeClr val="dk1"/>
              </a:buClr>
              <a:buSzPts val="1200"/>
              <a:buChar char="–"/>
              <a:defRPr sz="1200"/>
            </a:lvl6pPr>
            <a:lvl7pPr indent="-304800" lvl="6" marL="3200400" algn="l">
              <a:lnSpc>
                <a:spcPct val="100000"/>
              </a:lnSpc>
              <a:spcBef>
                <a:spcPts val="225"/>
              </a:spcBef>
              <a:spcAft>
                <a:spcPts val="0"/>
              </a:spcAft>
              <a:buClr>
                <a:schemeClr val="dk1"/>
              </a:buClr>
              <a:buSzPts val="1200"/>
              <a:buChar char="–"/>
              <a:defRPr sz="1200"/>
            </a:lvl7pPr>
            <a:lvl8pPr indent="-304800" lvl="7" marL="3657600" algn="l">
              <a:lnSpc>
                <a:spcPct val="100000"/>
              </a:lnSpc>
              <a:spcBef>
                <a:spcPts val="225"/>
              </a:spcBef>
              <a:spcAft>
                <a:spcPts val="0"/>
              </a:spcAft>
              <a:buClr>
                <a:schemeClr val="dk1"/>
              </a:buClr>
              <a:buSzPts val="1200"/>
              <a:buChar char="–"/>
              <a:defRPr sz="1200"/>
            </a:lvl8pPr>
            <a:lvl9pPr indent="-304800" lvl="8" marL="4114800" algn="l">
              <a:lnSpc>
                <a:spcPct val="100000"/>
              </a:lnSpc>
              <a:spcBef>
                <a:spcPts val="225"/>
              </a:spcBef>
              <a:spcAft>
                <a:spcPts val="0"/>
              </a:spcAft>
              <a:buClr>
                <a:schemeClr val="dk1"/>
              </a:buClr>
              <a:buSzPts val="1200"/>
              <a:buChar char="–"/>
              <a:defRPr sz="1200"/>
            </a:lvl9pPr>
          </a:lstStyle>
          <a:p/>
        </p:txBody>
      </p:sp>
      <p:sp>
        <p:nvSpPr>
          <p:cNvPr id="365" name="Google Shape;365;p25"/>
          <p:cNvSpPr txBox="1"/>
          <p:nvPr>
            <p:ph idx="4" type="body"/>
          </p:nvPr>
        </p:nvSpPr>
        <p:spPr>
          <a:xfrm>
            <a:off x="6892290" y="1828800"/>
            <a:ext cx="1975104" cy="4251960"/>
          </a:xfrm>
          <a:prstGeom prst="rect">
            <a:avLst/>
          </a:prstGeom>
          <a:noFill/>
          <a:ln>
            <a:noFill/>
          </a:ln>
        </p:spPr>
        <p:txBody>
          <a:bodyPr anchorCtr="0" anchor="t" bIns="0" lIns="0" spcFirstLastPara="1" rIns="0" wrap="square" tIns="0">
            <a:normAutofit/>
          </a:bodyPr>
          <a:lstStyle>
            <a:lvl1pPr indent="-304800" lvl="0" marL="4572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indent="-304800" lvl="1" marL="9144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indent="-304800" lvl="5" marL="2743200" algn="l">
              <a:lnSpc>
                <a:spcPct val="100000"/>
              </a:lnSpc>
              <a:spcBef>
                <a:spcPts val="225"/>
              </a:spcBef>
              <a:spcAft>
                <a:spcPts val="0"/>
              </a:spcAft>
              <a:buClr>
                <a:schemeClr val="dk1"/>
              </a:buClr>
              <a:buSzPts val="1200"/>
              <a:buChar char="–"/>
              <a:defRPr sz="1200"/>
            </a:lvl6pPr>
            <a:lvl7pPr indent="-304800" lvl="6" marL="3200400" algn="l">
              <a:lnSpc>
                <a:spcPct val="100000"/>
              </a:lnSpc>
              <a:spcBef>
                <a:spcPts val="225"/>
              </a:spcBef>
              <a:spcAft>
                <a:spcPts val="0"/>
              </a:spcAft>
              <a:buClr>
                <a:schemeClr val="dk1"/>
              </a:buClr>
              <a:buSzPts val="1200"/>
              <a:buChar char="–"/>
              <a:defRPr sz="1200"/>
            </a:lvl7pPr>
            <a:lvl8pPr indent="-304800" lvl="7" marL="3657600" algn="l">
              <a:lnSpc>
                <a:spcPct val="100000"/>
              </a:lnSpc>
              <a:spcBef>
                <a:spcPts val="225"/>
              </a:spcBef>
              <a:spcAft>
                <a:spcPts val="0"/>
              </a:spcAft>
              <a:buClr>
                <a:schemeClr val="dk1"/>
              </a:buClr>
              <a:buSzPts val="1200"/>
              <a:buChar char="–"/>
              <a:defRPr sz="1200"/>
            </a:lvl8pPr>
            <a:lvl9pPr indent="-304800" lvl="8" marL="4114800" algn="l">
              <a:lnSpc>
                <a:spcPct val="100000"/>
              </a:lnSpc>
              <a:spcBef>
                <a:spcPts val="225"/>
              </a:spcBef>
              <a:spcAft>
                <a:spcPts val="0"/>
              </a:spcAft>
              <a:buClr>
                <a:schemeClr val="dk1"/>
              </a:buClr>
              <a:buSzPts val="1200"/>
              <a:buChar char="–"/>
              <a:defRPr sz="120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084">
          <p15:clr>
            <a:srgbClr val="FBAE40"/>
          </p15:clr>
        </p15:guide>
        <p15:guide id="2" pos="1890">
          <p15:clr>
            <a:srgbClr val="FBAE40"/>
          </p15:clr>
        </p15:guide>
        <p15:guide id="3" pos="5594">
          <p15:clr>
            <a:srgbClr val="FBAE40"/>
          </p15:clr>
        </p15:guide>
        <p15:guide id="4" pos="5788">
          <p15:clr>
            <a:srgbClr val="FBAE40"/>
          </p15:clr>
        </p15:guide>
        <p15:guide id="5" pos="3744">
          <p15:clr>
            <a:srgbClr val="FBAE40"/>
          </p15:clr>
        </p15:guide>
        <p15:guide id="6" pos="3934">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T Overview">
  <p:cSld name="UST Overview">
    <p:spTree>
      <p:nvGrpSpPr>
        <p:cNvPr id="366" name="Shape 366"/>
        <p:cNvGrpSpPr/>
        <p:nvPr/>
      </p:nvGrpSpPr>
      <p:grpSpPr>
        <a:xfrm>
          <a:off x="0" y="0"/>
          <a:ext cx="0" cy="0"/>
          <a:chOff x="0" y="0"/>
          <a:chExt cx="0" cy="0"/>
        </a:xfrm>
      </p:grpSpPr>
      <p:sp>
        <p:nvSpPr>
          <p:cNvPr id="367" name="Google Shape;367;p26"/>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with Image">
  <p:cSld name="Three Content with Image">
    <p:spTree>
      <p:nvGrpSpPr>
        <p:cNvPr id="368" name="Shape 368"/>
        <p:cNvGrpSpPr/>
        <p:nvPr/>
      </p:nvGrpSpPr>
      <p:grpSpPr>
        <a:xfrm>
          <a:off x="0" y="0"/>
          <a:ext cx="0" cy="0"/>
          <a:chOff x="0" y="0"/>
          <a:chExt cx="0" cy="0"/>
        </a:xfrm>
      </p:grpSpPr>
      <p:sp>
        <p:nvSpPr>
          <p:cNvPr id="369" name="Google Shape;369;p27"/>
          <p:cNvSpPr txBox="1"/>
          <p:nvPr>
            <p:ph type="title"/>
          </p:nvPr>
        </p:nvSpPr>
        <p:spPr>
          <a:xfrm>
            <a:off x="274320" y="365760"/>
            <a:ext cx="4503420" cy="180594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0" name="Google Shape;370;p27"/>
          <p:cNvSpPr txBox="1"/>
          <p:nvPr>
            <p:ph idx="1" type="body"/>
          </p:nvPr>
        </p:nvSpPr>
        <p:spPr>
          <a:xfrm>
            <a:off x="274320" y="3848102"/>
            <a:ext cx="2708910" cy="1695448"/>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371" name="Google Shape;371;p27"/>
          <p:cNvSpPr txBox="1"/>
          <p:nvPr>
            <p:ph idx="2" type="body"/>
          </p:nvPr>
        </p:nvSpPr>
        <p:spPr>
          <a:xfrm>
            <a:off x="3216402" y="3848102"/>
            <a:ext cx="2708910" cy="1695448"/>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372" name="Google Shape;372;p27"/>
          <p:cNvSpPr txBox="1"/>
          <p:nvPr>
            <p:ph idx="3" type="body"/>
          </p:nvPr>
        </p:nvSpPr>
        <p:spPr>
          <a:xfrm>
            <a:off x="6158484" y="3848102"/>
            <a:ext cx="2708910" cy="1695448"/>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373" name="Google Shape;373;p27"/>
          <p:cNvSpPr/>
          <p:nvPr>
            <p:ph idx="4" type="pic"/>
          </p:nvPr>
        </p:nvSpPr>
        <p:spPr>
          <a:xfrm>
            <a:off x="5234940" y="365760"/>
            <a:ext cx="3909060" cy="2339340"/>
          </a:xfrm>
          <a:prstGeom prst="rect">
            <a:avLst/>
          </a:prstGeom>
          <a:solidFill>
            <a:srgbClr val="D7E0E3"/>
          </a:solidFill>
          <a:ln>
            <a:noFill/>
          </a:ln>
        </p:spPr>
      </p:sp>
      <p:sp>
        <p:nvSpPr>
          <p:cNvPr id="374" name="Google Shape;374;p27"/>
          <p:cNvSpPr txBox="1"/>
          <p:nvPr>
            <p:ph idx="5" type="body"/>
          </p:nvPr>
        </p:nvSpPr>
        <p:spPr>
          <a:xfrm>
            <a:off x="274320" y="5646420"/>
            <a:ext cx="5650992" cy="4343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375" name="Google Shape;375;p27"/>
          <p:cNvSpPr txBox="1"/>
          <p:nvPr>
            <p:ph idx="6" type="body"/>
          </p:nvPr>
        </p:nvSpPr>
        <p:spPr>
          <a:xfrm>
            <a:off x="273844" y="3422651"/>
            <a:ext cx="2708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376" name="Google Shape;376;p27"/>
          <p:cNvSpPr txBox="1"/>
          <p:nvPr>
            <p:ph idx="7" type="body"/>
          </p:nvPr>
        </p:nvSpPr>
        <p:spPr>
          <a:xfrm>
            <a:off x="3216640" y="3422651"/>
            <a:ext cx="2708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377" name="Google Shape;377;p27"/>
          <p:cNvSpPr txBox="1"/>
          <p:nvPr>
            <p:ph idx="8" type="body"/>
          </p:nvPr>
        </p:nvSpPr>
        <p:spPr>
          <a:xfrm>
            <a:off x="6158722" y="3422651"/>
            <a:ext cx="2708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378" name="Google Shape;378;p27"/>
          <p:cNvSpPr txBox="1"/>
          <p:nvPr>
            <p:ph idx="9" type="body"/>
          </p:nvPr>
        </p:nvSpPr>
        <p:spPr>
          <a:xfrm>
            <a:off x="273844" y="2997200"/>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379" name="Google Shape;379;p27"/>
          <p:cNvSpPr txBox="1"/>
          <p:nvPr>
            <p:ph idx="13" type="body"/>
          </p:nvPr>
        </p:nvSpPr>
        <p:spPr>
          <a:xfrm>
            <a:off x="3216640" y="2997200"/>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380" name="Google Shape;380;p27"/>
          <p:cNvSpPr txBox="1"/>
          <p:nvPr>
            <p:ph idx="14" type="body"/>
          </p:nvPr>
        </p:nvSpPr>
        <p:spPr>
          <a:xfrm>
            <a:off x="6158722" y="2997200"/>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with Image G">
  <p:cSld name="Three Content with Image G">
    <p:spTree>
      <p:nvGrpSpPr>
        <p:cNvPr id="381" name="Shape 381"/>
        <p:cNvGrpSpPr/>
        <p:nvPr/>
      </p:nvGrpSpPr>
      <p:grpSpPr>
        <a:xfrm>
          <a:off x="0" y="0"/>
          <a:ext cx="0" cy="0"/>
          <a:chOff x="0" y="0"/>
          <a:chExt cx="0" cy="0"/>
        </a:xfrm>
      </p:grpSpPr>
      <p:sp>
        <p:nvSpPr>
          <p:cNvPr id="382" name="Google Shape;382;p28"/>
          <p:cNvSpPr/>
          <p:nvPr/>
        </p:nvSpPr>
        <p:spPr>
          <a:xfrm>
            <a:off x="0" y="0"/>
            <a:ext cx="9144000" cy="6858000"/>
          </a:xfrm>
          <a:prstGeom prst="rect">
            <a:avLst/>
          </a:prstGeom>
          <a:solidFill>
            <a:srgbClr val="F2F7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descr="UST" id="383" name="Google Shape;383;p28"/>
          <p:cNvSpPr/>
          <p:nvPr/>
        </p:nvSpPr>
        <p:spPr>
          <a:xfrm>
            <a:off x="274320" y="6238277"/>
            <a:ext cx="240030" cy="354090"/>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384" name="Google Shape;384;p28"/>
          <p:cNvSpPr txBox="1"/>
          <p:nvPr/>
        </p:nvSpPr>
        <p:spPr>
          <a:xfrm>
            <a:off x="6167470" y="6402070"/>
            <a:ext cx="2357024" cy="1828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385" name="Google Shape;385;p28"/>
          <p:cNvSpPr txBox="1"/>
          <p:nvPr/>
        </p:nvSpPr>
        <p:spPr>
          <a:xfrm>
            <a:off x="8524494" y="6317731"/>
            <a:ext cx="342900" cy="274637"/>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386" name="Google Shape;386;p28"/>
          <p:cNvSpPr txBox="1"/>
          <p:nvPr>
            <p:ph type="title"/>
          </p:nvPr>
        </p:nvSpPr>
        <p:spPr>
          <a:xfrm>
            <a:off x="274320" y="365760"/>
            <a:ext cx="4503420" cy="180594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7" name="Google Shape;387;p28"/>
          <p:cNvSpPr txBox="1"/>
          <p:nvPr>
            <p:ph idx="1" type="body"/>
          </p:nvPr>
        </p:nvSpPr>
        <p:spPr>
          <a:xfrm>
            <a:off x="274320" y="3848102"/>
            <a:ext cx="2708910" cy="1695448"/>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388" name="Google Shape;388;p28"/>
          <p:cNvSpPr txBox="1"/>
          <p:nvPr>
            <p:ph idx="2" type="body"/>
          </p:nvPr>
        </p:nvSpPr>
        <p:spPr>
          <a:xfrm>
            <a:off x="3216402" y="3848102"/>
            <a:ext cx="2708910" cy="1695448"/>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389" name="Google Shape;389;p28"/>
          <p:cNvSpPr txBox="1"/>
          <p:nvPr>
            <p:ph idx="3" type="body"/>
          </p:nvPr>
        </p:nvSpPr>
        <p:spPr>
          <a:xfrm>
            <a:off x="6158484" y="3848102"/>
            <a:ext cx="2708910" cy="1695448"/>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390" name="Google Shape;390;p28"/>
          <p:cNvSpPr/>
          <p:nvPr>
            <p:ph idx="4" type="pic"/>
          </p:nvPr>
        </p:nvSpPr>
        <p:spPr>
          <a:xfrm>
            <a:off x="5234940" y="365760"/>
            <a:ext cx="3909060" cy="2339340"/>
          </a:xfrm>
          <a:prstGeom prst="rect">
            <a:avLst/>
          </a:prstGeom>
          <a:solidFill>
            <a:srgbClr val="D7E0E3"/>
          </a:solidFill>
          <a:ln>
            <a:noFill/>
          </a:ln>
        </p:spPr>
      </p:sp>
      <p:sp>
        <p:nvSpPr>
          <p:cNvPr id="391" name="Google Shape;391;p28"/>
          <p:cNvSpPr txBox="1"/>
          <p:nvPr>
            <p:ph idx="5" type="body"/>
          </p:nvPr>
        </p:nvSpPr>
        <p:spPr>
          <a:xfrm>
            <a:off x="274320" y="5646420"/>
            <a:ext cx="5650992" cy="4343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392" name="Google Shape;392;p28"/>
          <p:cNvSpPr txBox="1"/>
          <p:nvPr>
            <p:ph idx="6" type="body"/>
          </p:nvPr>
        </p:nvSpPr>
        <p:spPr>
          <a:xfrm>
            <a:off x="273844" y="3422651"/>
            <a:ext cx="2708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393" name="Google Shape;393;p28"/>
          <p:cNvSpPr txBox="1"/>
          <p:nvPr>
            <p:ph idx="7" type="body"/>
          </p:nvPr>
        </p:nvSpPr>
        <p:spPr>
          <a:xfrm>
            <a:off x="3216640" y="3422651"/>
            <a:ext cx="2708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394" name="Google Shape;394;p28"/>
          <p:cNvSpPr txBox="1"/>
          <p:nvPr>
            <p:ph idx="8" type="body"/>
          </p:nvPr>
        </p:nvSpPr>
        <p:spPr>
          <a:xfrm>
            <a:off x="6158722" y="3422651"/>
            <a:ext cx="2708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395" name="Google Shape;395;p28"/>
          <p:cNvSpPr txBox="1"/>
          <p:nvPr>
            <p:ph idx="9" type="body"/>
          </p:nvPr>
        </p:nvSpPr>
        <p:spPr>
          <a:xfrm>
            <a:off x="273844" y="2997200"/>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396" name="Google Shape;396;p28"/>
          <p:cNvSpPr txBox="1"/>
          <p:nvPr>
            <p:ph idx="13" type="body"/>
          </p:nvPr>
        </p:nvSpPr>
        <p:spPr>
          <a:xfrm>
            <a:off x="3216640" y="2997200"/>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397" name="Google Shape;397;p28"/>
          <p:cNvSpPr txBox="1"/>
          <p:nvPr>
            <p:ph idx="14" type="body"/>
          </p:nvPr>
        </p:nvSpPr>
        <p:spPr>
          <a:xfrm>
            <a:off x="6158722" y="2997200"/>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with Image B">
  <p:cSld name="Three Content with Image B">
    <p:bg>
      <p:bgPr>
        <a:solidFill>
          <a:srgbClr val="231F20"/>
        </a:solidFill>
      </p:bgPr>
    </p:bg>
    <p:spTree>
      <p:nvGrpSpPr>
        <p:cNvPr id="398" name="Shape 398"/>
        <p:cNvGrpSpPr/>
        <p:nvPr/>
      </p:nvGrpSpPr>
      <p:grpSpPr>
        <a:xfrm>
          <a:off x="0" y="0"/>
          <a:ext cx="0" cy="0"/>
          <a:chOff x="0" y="0"/>
          <a:chExt cx="0" cy="0"/>
        </a:xfrm>
      </p:grpSpPr>
      <p:sp>
        <p:nvSpPr>
          <p:cNvPr id="399" name="Google Shape;399;p29"/>
          <p:cNvSpPr txBox="1"/>
          <p:nvPr>
            <p:ph type="title"/>
          </p:nvPr>
        </p:nvSpPr>
        <p:spPr>
          <a:xfrm>
            <a:off x="274320" y="365760"/>
            <a:ext cx="4503420" cy="180594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0" name="Google Shape;400;p29"/>
          <p:cNvSpPr txBox="1"/>
          <p:nvPr>
            <p:ph idx="1" type="body"/>
          </p:nvPr>
        </p:nvSpPr>
        <p:spPr>
          <a:xfrm>
            <a:off x="274320" y="3848102"/>
            <a:ext cx="2708910" cy="1695448"/>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lt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lt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lt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lt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401" name="Google Shape;401;p29"/>
          <p:cNvSpPr txBox="1"/>
          <p:nvPr>
            <p:ph idx="2" type="body"/>
          </p:nvPr>
        </p:nvSpPr>
        <p:spPr>
          <a:xfrm>
            <a:off x="3216402" y="3848102"/>
            <a:ext cx="2708910" cy="1695448"/>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lt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lt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lt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lt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402" name="Google Shape;402;p29"/>
          <p:cNvSpPr txBox="1"/>
          <p:nvPr>
            <p:ph idx="3" type="body"/>
          </p:nvPr>
        </p:nvSpPr>
        <p:spPr>
          <a:xfrm>
            <a:off x="6158484" y="3848102"/>
            <a:ext cx="2708910" cy="1695448"/>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lt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lt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lt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lt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403" name="Google Shape;403;p29"/>
          <p:cNvSpPr/>
          <p:nvPr>
            <p:ph idx="4" type="pic"/>
          </p:nvPr>
        </p:nvSpPr>
        <p:spPr>
          <a:xfrm>
            <a:off x="5234940" y="365760"/>
            <a:ext cx="3909060" cy="2339340"/>
          </a:xfrm>
          <a:prstGeom prst="rect">
            <a:avLst/>
          </a:prstGeom>
          <a:solidFill>
            <a:srgbClr val="D7E0E3"/>
          </a:solidFill>
          <a:ln>
            <a:noFill/>
          </a:ln>
        </p:spPr>
      </p:sp>
      <p:sp>
        <p:nvSpPr>
          <p:cNvPr id="404" name="Google Shape;404;p29"/>
          <p:cNvSpPr txBox="1"/>
          <p:nvPr>
            <p:ph idx="5" type="body"/>
          </p:nvPr>
        </p:nvSpPr>
        <p:spPr>
          <a:xfrm>
            <a:off x="274320" y="5646420"/>
            <a:ext cx="5650992" cy="4343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lt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lt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lt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405" name="Google Shape;405;p29"/>
          <p:cNvSpPr txBox="1"/>
          <p:nvPr>
            <p:ph idx="6" type="body"/>
          </p:nvPr>
        </p:nvSpPr>
        <p:spPr>
          <a:xfrm>
            <a:off x="273844" y="3422651"/>
            <a:ext cx="2708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1"/>
              </a:buClr>
              <a:buSzPts val="1200"/>
              <a:buFont typeface="Arial"/>
              <a:buNone/>
              <a:defRPr b="1" sz="1200"/>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406" name="Google Shape;406;p29"/>
          <p:cNvSpPr txBox="1"/>
          <p:nvPr>
            <p:ph idx="7" type="body"/>
          </p:nvPr>
        </p:nvSpPr>
        <p:spPr>
          <a:xfrm>
            <a:off x="3216640" y="3422651"/>
            <a:ext cx="2708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1"/>
              </a:buClr>
              <a:buSzPts val="1200"/>
              <a:buFont typeface="Arial"/>
              <a:buNone/>
              <a:defRPr b="1" sz="1200"/>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407" name="Google Shape;407;p29"/>
          <p:cNvSpPr txBox="1"/>
          <p:nvPr>
            <p:ph idx="8" type="body"/>
          </p:nvPr>
        </p:nvSpPr>
        <p:spPr>
          <a:xfrm>
            <a:off x="6158722" y="3422651"/>
            <a:ext cx="2708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1"/>
              </a:buClr>
              <a:buSzPts val="1200"/>
              <a:buFont typeface="Arial"/>
              <a:buNone/>
              <a:defRPr b="1" sz="1200"/>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408" name="Google Shape;408;p29"/>
          <p:cNvSpPr txBox="1"/>
          <p:nvPr>
            <p:ph idx="9" type="body"/>
          </p:nvPr>
        </p:nvSpPr>
        <p:spPr>
          <a:xfrm>
            <a:off x="273844" y="2997200"/>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2"/>
              </a:buClr>
              <a:buSzPts val="1800"/>
              <a:buFont typeface="Arial"/>
              <a:buNone/>
              <a:defRPr b="1" sz="1800">
                <a:solidFill>
                  <a:schemeClr val="lt2"/>
                </a:solidFill>
              </a:defRPr>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409" name="Google Shape;409;p29"/>
          <p:cNvSpPr txBox="1"/>
          <p:nvPr>
            <p:ph idx="13" type="body"/>
          </p:nvPr>
        </p:nvSpPr>
        <p:spPr>
          <a:xfrm>
            <a:off x="3216640" y="2997200"/>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2"/>
              </a:buClr>
              <a:buSzPts val="1800"/>
              <a:buFont typeface="Arial"/>
              <a:buNone/>
              <a:defRPr b="1" sz="1800">
                <a:solidFill>
                  <a:schemeClr val="lt2"/>
                </a:solidFill>
              </a:defRPr>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410" name="Google Shape;410;p29"/>
          <p:cNvSpPr txBox="1"/>
          <p:nvPr>
            <p:ph idx="14" type="body"/>
          </p:nvPr>
        </p:nvSpPr>
        <p:spPr>
          <a:xfrm>
            <a:off x="6158722" y="2997200"/>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2"/>
              </a:buClr>
              <a:buSzPts val="1800"/>
              <a:buFont typeface="Arial"/>
              <a:buNone/>
              <a:defRPr b="1" sz="1800">
                <a:solidFill>
                  <a:schemeClr val="lt2"/>
                </a:solidFill>
              </a:defRPr>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guide id="2" orient="horz" pos="4148">
          <p15:clr>
            <a:srgbClr val="FBAE40"/>
          </p15:clr>
        </p15:guide>
        <p15:guide id="3" pos="5588">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Option 2 with Image">
  <p:cSld name="Three Content Option 2 with Image">
    <p:spTree>
      <p:nvGrpSpPr>
        <p:cNvPr id="411" name="Shape 411"/>
        <p:cNvGrpSpPr/>
        <p:nvPr/>
      </p:nvGrpSpPr>
      <p:grpSpPr>
        <a:xfrm>
          <a:off x="0" y="0"/>
          <a:ext cx="0" cy="0"/>
          <a:chOff x="0" y="0"/>
          <a:chExt cx="0" cy="0"/>
        </a:xfrm>
      </p:grpSpPr>
      <p:sp>
        <p:nvSpPr>
          <p:cNvPr id="412" name="Google Shape;412;p30"/>
          <p:cNvSpPr txBox="1"/>
          <p:nvPr>
            <p:ph type="title"/>
          </p:nvPr>
        </p:nvSpPr>
        <p:spPr>
          <a:xfrm>
            <a:off x="274320" y="365760"/>
            <a:ext cx="4503420" cy="180594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3" name="Google Shape;413;p30"/>
          <p:cNvSpPr txBox="1"/>
          <p:nvPr>
            <p:ph idx="1" type="body"/>
          </p:nvPr>
        </p:nvSpPr>
        <p:spPr>
          <a:xfrm>
            <a:off x="274320" y="3277131"/>
            <a:ext cx="2708910" cy="2217895"/>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14" name="Google Shape;414;p30"/>
          <p:cNvSpPr txBox="1"/>
          <p:nvPr>
            <p:ph idx="2" type="body"/>
          </p:nvPr>
        </p:nvSpPr>
        <p:spPr>
          <a:xfrm>
            <a:off x="3216402" y="3277131"/>
            <a:ext cx="2708910" cy="2217895"/>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15" name="Google Shape;415;p30"/>
          <p:cNvSpPr txBox="1"/>
          <p:nvPr>
            <p:ph idx="3" type="body"/>
          </p:nvPr>
        </p:nvSpPr>
        <p:spPr>
          <a:xfrm>
            <a:off x="6158484" y="3277131"/>
            <a:ext cx="2708910" cy="2217895"/>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16" name="Google Shape;416;p30"/>
          <p:cNvSpPr/>
          <p:nvPr>
            <p:ph idx="4" type="pic"/>
          </p:nvPr>
        </p:nvSpPr>
        <p:spPr>
          <a:xfrm>
            <a:off x="5234940" y="365760"/>
            <a:ext cx="3909060" cy="1805940"/>
          </a:xfrm>
          <a:prstGeom prst="rect">
            <a:avLst/>
          </a:prstGeom>
          <a:solidFill>
            <a:srgbClr val="D7E0E3"/>
          </a:solidFill>
          <a:ln>
            <a:noFill/>
          </a:ln>
        </p:spPr>
      </p:sp>
      <p:sp>
        <p:nvSpPr>
          <p:cNvPr id="417" name="Google Shape;417;p30"/>
          <p:cNvSpPr txBox="1"/>
          <p:nvPr>
            <p:ph idx="5" type="body"/>
          </p:nvPr>
        </p:nvSpPr>
        <p:spPr>
          <a:xfrm>
            <a:off x="274320" y="5646420"/>
            <a:ext cx="5650992" cy="4343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18" name="Google Shape;418;p30"/>
          <p:cNvSpPr txBox="1"/>
          <p:nvPr>
            <p:ph idx="6" type="body"/>
          </p:nvPr>
        </p:nvSpPr>
        <p:spPr>
          <a:xfrm>
            <a:off x="273844" y="2851680"/>
            <a:ext cx="2708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19" name="Google Shape;419;p30"/>
          <p:cNvSpPr txBox="1"/>
          <p:nvPr>
            <p:ph idx="7" type="body"/>
          </p:nvPr>
        </p:nvSpPr>
        <p:spPr>
          <a:xfrm>
            <a:off x="3216640" y="2851680"/>
            <a:ext cx="2708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20" name="Google Shape;420;p30"/>
          <p:cNvSpPr txBox="1"/>
          <p:nvPr>
            <p:ph idx="8" type="body"/>
          </p:nvPr>
        </p:nvSpPr>
        <p:spPr>
          <a:xfrm>
            <a:off x="6158722" y="2851680"/>
            <a:ext cx="2708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21" name="Google Shape;421;p30"/>
          <p:cNvSpPr txBox="1"/>
          <p:nvPr>
            <p:ph idx="9" type="body"/>
          </p:nvPr>
        </p:nvSpPr>
        <p:spPr>
          <a:xfrm>
            <a:off x="273844" y="2426229"/>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22" name="Google Shape;422;p30"/>
          <p:cNvSpPr txBox="1"/>
          <p:nvPr>
            <p:ph idx="13" type="body"/>
          </p:nvPr>
        </p:nvSpPr>
        <p:spPr>
          <a:xfrm>
            <a:off x="3216640" y="2426229"/>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23" name="Google Shape;423;p30"/>
          <p:cNvSpPr txBox="1"/>
          <p:nvPr>
            <p:ph idx="14" type="body"/>
          </p:nvPr>
        </p:nvSpPr>
        <p:spPr>
          <a:xfrm>
            <a:off x="6158722" y="2426229"/>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with Image and icon">
  <p:cSld name="Three Content with Image and icon">
    <p:spTree>
      <p:nvGrpSpPr>
        <p:cNvPr id="424" name="Shape 424"/>
        <p:cNvGrpSpPr/>
        <p:nvPr/>
      </p:nvGrpSpPr>
      <p:grpSpPr>
        <a:xfrm>
          <a:off x="0" y="0"/>
          <a:ext cx="0" cy="0"/>
          <a:chOff x="0" y="0"/>
          <a:chExt cx="0" cy="0"/>
        </a:xfrm>
      </p:grpSpPr>
      <p:sp>
        <p:nvSpPr>
          <p:cNvPr id="425" name="Google Shape;425;p31"/>
          <p:cNvSpPr txBox="1"/>
          <p:nvPr>
            <p:ph type="title"/>
          </p:nvPr>
        </p:nvSpPr>
        <p:spPr>
          <a:xfrm>
            <a:off x="274320" y="365760"/>
            <a:ext cx="85941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6" name="Google Shape;426;p31"/>
          <p:cNvSpPr txBox="1"/>
          <p:nvPr>
            <p:ph idx="1" type="body"/>
          </p:nvPr>
        </p:nvSpPr>
        <p:spPr>
          <a:xfrm>
            <a:off x="274320" y="2485154"/>
            <a:ext cx="2708910" cy="2153522"/>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27" name="Google Shape;427;p31"/>
          <p:cNvSpPr txBox="1"/>
          <p:nvPr>
            <p:ph idx="2" type="body"/>
          </p:nvPr>
        </p:nvSpPr>
        <p:spPr>
          <a:xfrm>
            <a:off x="3216402" y="2485154"/>
            <a:ext cx="2708910" cy="2153522"/>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28" name="Google Shape;428;p31"/>
          <p:cNvSpPr txBox="1"/>
          <p:nvPr>
            <p:ph idx="3" type="body"/>
          </p:nvPr>
        </p:nvSpPr>
        <p:spPr>
          <a:xfrm>
            <a:off x="6158484" y="2485154"/>
            <a:ext cx="2708910" cy="2153522"/>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29" name="Google Shape;429;p31"/>
          <p:cNvSpPr/>
          <p:nvPr>
            <p:ph idx="4" type="pic"/>
          </p:nvPr>
        </p:nvSpPr>
        <p:spPr>
          <a:xfrm>
            <a:off x="273844" y="4703048"/>
            <a:ext cx="2709863" cy="1380252"/>
          </a:xfrm>
          <a:prstGeom prst="rect">
            <a:avLst/>
          </a:prstGeom>
          <a:solidFill>
            <a:srgbClr val="D7E0E3"/>
          </a:solidFill>
          <a:ln>
            <a:noFill/>
          </a:ln>
        </p:spPr>
      </p:sp>
      <p:sp>
        <p:nvSpPr>
          <p:cNvPr id="430" name="Google Shape;430;p31"/>
          <p:cNvSpPr/>
          <p:nvPr>
            <p:ph idx="5" type="pic"/>
          </p:nvPr>
        </p:nvSpPr>
        <p:spPr>
          <a:xfrm>
            <a:off x="3217069" y="4703048"/>
            <a:ext cx="2709863" cy="1380252"/>
          </a:xfrm>
          <a:prstGeom prst="rect">
            <a:avLst/>
          </a:prstGeom>
          <a:solidFill>
            <a:srgbClr val="D7E0E3"/>
          </a:solidFill>
          <a:ln>
            <a:noFill/>
          </a:ln>
        </p:spPr>
      </p:sp>
      <p:sp>
        <p:nvSpPr>
          <p:cNvPr id="431" name="Google Shape;431;p31"/>
          <p:cNvSpPr/>
          <p:nvPr>
            <p:ph idx="6" type="pic"/>
          </p:nvPr>
        </p:nvSpPr>
        <p:spPr>
          <a:xfrm>
            <a:off x="6157531" y="4703048"/>
            <a:ext cx="2709863" cy="1380252"/>
          </a:xfrm>
          <a:prstGeom prst="rect">
            <a:avLst/>
          </a:prstGeom>
          <a:solidFill>
            <a:srgbClr val="D7E0E3"/>
          </a:solidFill>
          <a:ln>
            <a:noFill/>
          </a:ln>
        </p:spPr>
      </p:sp>
      <p:sp>
        <p:nvSpPr>
          <p:cNvPr id="432" name="Google Shape;432;p31"/>
          <p:cNvSpPr txBox="1"/>
          <p:nvPr>
            <p:ph idx="7" type="body"/>
          </p:nvPr>
        </p:nvSpPr>
        <p:spPr>
          <a:xfrm>
            <a:off x="651844" y="1828799"/>
            <a:ext cx="2330672" cy="5048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33" name="Google Shape;433;p31"/>
          <p:cNvSpPr txBox="1"/>
          <p:nvPr>
            <p:ph idx="8" type="body"/>
          </p:nvPr>
        </p:nvSpPr>
        <p:spPr>
          <a:xfrm>
            <a:off x="3594640" y="1828799"/>
            <a:ext cx="2330672" cy="5048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34" name="Google Shape;434;p31"/>
          <p:cNvSpPr txBox="1"/>
          <p:nvPr>
            <p:ph idx="9" type="body"/>
          </p:nvPr>
        </p:nvSpPr>
        <p:spPr>
          <a:xfrm>
            <a:off x="6536722" y="1828799"/>
            <a:ext cx="2330672" cy="5048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35" name="Google Shape;435;p31"/>
          <p:cNvSpPr/>
          <p:nvPr>
            <p:ph idx="13" type="pic"/>
          </p:nvPr>
        </p:nvSpPr>
        <p:spPr>
          <a:xfrm>
            <a:off x="273844" y="1828800"/>
            <a:ext cx="335255" cy="495222"/>
          </a:xfrm>
          <a:prstGeom prst="rect">
            <a:avLst/>
          </a:prstGeom>
          <a:noFill/>
          <a:ln>
            <a:noFill/>
          </a:ln>
        </p:spPr>
      </p:sp>
      <p:sp>
        <p:nvSpPr>
          <p:cNvPr id="436" name="Google Shape;436;p31"/>
          <p:cNvSpPr/>
          <p:nvPr>
            <p:ph idx="14" type="pic"/>
          </p:nvPr>
        </p:nvSpPr>
        <p:spPr>
          <a:xfrm>
            <a:off x="3216403" y="1828800"/>
            <a:ext cx="335255" cy="495222"/>
          </a:xfrm>
          <a:prstGeom prst="rect">
            <a:avLst/>
          </a:prstGeom>
          <a:noFill/>
          <a:ln>
            <a:noFill/>
          </a:ln>
        </p:spPr>
      </p:sp>
      <p:sp>
        <p:nvSpPr>
          <p:cNvPr id="437" name="Google Shape;437;p31"/>
          <p:cNvSpPr/>
          <p:nvPr>
            <p:ph idx="15" type="pic"/>
          </p:nvPr>
        </p:nvSpPr>
        <p:spPr>
          <a:xfrm>
            <a:off x="6158485" y="1828800"/>
            <a:ext cx="335255" cy="495222"/>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ntent Option 1 with Image">
  <p:cSld name="Six Content Option 1 with Image">
    <p:spTree>
      <p:nvGrpSpPr>
        <p:cNvPr id="438" name="Shape 438"/>
        <p:cNvGrpSpPr/>
        <p:nvPr/>
      </p:nvGrpSpPr>
      <p:grpSpPr>
        <a:xfrm>
          <a:off x="0" y="0"/>
          <a:ext cx="0" cy="0"/>
          <a:chOff x="0" y="0"/>
          <a:chExt cx="0" cy="0"/>
        </a:xfrm>
      </p:grpSpPr>
      <p:sp>
        <p:nvSpPr>
          <p:cNvPr id="439" name="Google Shape;439;p32"/>
          <p:cNvSpPr txBox="1"/>
          <p:nvPr>
            <p:ph type="title"/>
          </p:nvPr>
        </p:nvSpPr>
        <p:spPr>
          <a:xfrm>
            <a:off x="274320" y="365760"/>
            <a:ext cx="4503420" cy="180594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0" name="Google Shape;440;p32"/>
          <p:cNvSpPr txBox="1"/>
          <p:nvPr>
            <p:ph idx="1" type="body"/>
          </p:nvPr>
        </p:nvSpPr>
        <p:spPr>
          <a:xfrm>
            <a:off x="274320" y="2795839"/>
            <a:ext cx="2708910" cy="1247591"/>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41" name="Google Shape;441;p32"/>
          <p:cNvSpPr txBox="1"/>
          <p:nvPr>
            <p:ph idx="2" type="body"/>
          </p:nvPr>
        </p:nvSpPr>
        <p:spPr>
          <a:xfrm>
            <a:off x="3216402" y="2795839"/>
            <a:ext cx="2708910" cy="1247591"/>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42" name="Google Shape;442;p32"/>
          <p:cNvSpPr txBox="1"/>
          <p:nvPr>
            <p:ph idx="3" type="body"/>
          </p:nvPr>
        </p:nvSpPr>
        <p:spPr>
          <a:xfrm>
            <a:off x="6158484" y="2795839"/>
            <a:ext cx="2708910" cy="1247591"/>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43" name="Google Shape;443;p32"/>
          <p:cNvSpPr/>
          <p:nvPr>
            <p:ph idx="4" type="pic"/>
          </p:nvPr>
        </p:nvSpPr>
        <p:spPr>
          <a:xfrm>
            <a:off x="5234940" y="365760"/>
            <a:ext cx="3909060" cy="1805940"/>
          </a:xfrm>
          <a:prstGeom prst="rect">
            <a:avLst/>
          </a:prstGeom>
          <a:solidFill>
            <a:srgbClr val="D7E0E3"/>
          </a:solidFill>
          <a:ln>
            <a:noFill/>
          </a:ln>
        </p:spPr>
      </p:sp>
      <p:sp>
        <p:nvSpPr>
          <p:cNvPr id="444" name="Google Shape;444;p32"/>
          <p:cNvSpPr txBox="1"/>
          <p:nvPr>
            <p:ph idx="5" type="body"/>
          </p:nvPr>
        </p:nvSpPr>
        <p:spPr>
          <a:xfrm>
            <a:off x="651844" y="2365974"/>
            <a:ext cx="2330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45" name="Google Shape;445;p32"/>
          <p:cNvSpPr txBox="1"/>
          <p:nvPr>
            <p:ph idx="6" type="body"/>
          </p:nvPr>
        </p:nvSpPr>
        <p:spPr>
          <a:xfrm>
            <a:off x="3594640" y="2365974"/>
            <a:ext cx="2330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46" name="Google Shape;446;p32"/>
          <p:cNvSpPr txBox="1"/>
          <p:nvPr>
            <p:ph idx="7" type="body"/>
          </p:nvPr>
        </p:nvSpPr>
        <p:spPr>
          <a:xfrm>
            <a:off x="6536722" y="2365974"/>
            <a:ext cx="2330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47" name="Google Shape;447;p32"/>
          <p:cNvSpPr txBox="1"/>
          <p:nvPr>
            <p:ph idx="8" type="body"/>
          </p:nvPr>
        </p:nvSpPr>
        <p:spPr>
          <a:xfrm>
            <a:off x="273844" y="2365974"/>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48" name="Google Shape;448;p32"/>
          <p:cNvSpPr txBox="1"/>
          <p:nvPr>
            <p:ph idx="9" type="body"/>
          </p:nvPr>
        </p:nvSpPr>
        <p:spPr>
          <a:xfrm>
            <a:off x="3216640" y="2365974"/>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49" name="Google Shape;449;p32"/>
          <p:cNvSpPr txBox="1"/>
          <p:nvPr>
            <p:ph idx="13" type="body"/>
          </p:nvPr>
        </p:nvSpPr>
        <p:spPr>
          <a:xfrm>
            <a:off x="6158722" y="2365974"/>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50" name="Google Shape;450;p32"/>
          <p:cNvSpPr txBox="1"/>
          <p:nvPr>
            <p:ph idx="14" type="body"/>
          </p:nvPr>
        </p:nvSpPr>
        <p:spPr>
          <a:xfrm>
            <a:off x="274320" y="4820026"/>
            <a:ext cx="2708910" cy="1247591"/>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51" name="Google Shape;451;p32"/>
          <p:cNvSpPr txBox="1"/>
          <p:nvPr>
            <p:ph idx="15" type="body"/>
          </p:nvPr>
        </p:nvSpPr>
        <p:spPr>
          <a:xfrm>
            <a:off x="3216402" y="4820026"/>
            <a:ext cx="2708910" cy="1247591"/>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52" name="Google Shape;452;p32"/>
          <p:cNvSpPr txBox="1"/>
          <p:nvPr>
            <p:ph idx="16" type="body"/>
          </p:nvPr>
        </p:nvSpPr>
        <p:spPr>
          <a:xfrm>
            <a:off x="6158484" y="4820026"/>
            <a:ext cx="2708910" cy="1247591"/>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53" name="Google Shape;453;p32"/>
          <p:cNvSpPr txBox="1"/>
          <p:nvPr>
            <p:ph idx="17" type="body"/>
          </p:nvPr>
        </p:nvSpPr>
        <p:spPr>
          <a:xfrm>
            <a:off x="651844" y="4383741"/>
            <a:ext cx="2330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54" name="Google Shape;454;p32"/>
          <p:cNvSpPr txBox="1"/>
          <p:nvPr>
            <p:ph idx="18" type="body"/>
          </p:nvPr>
        </p:nvSpPr>
        <p:spPr>
          <a:xfrm>
            <a:off x="3594640" y="4383741"/>
            <a:ext cx="2330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55" name="Google Shape;455;p32"/>
          <p:cNvSpPr txBox="1"/>
          <p:nvPr>
            <p:ph idx="19" type="body"/>
          </p:nvPr>
        </p:nvSpPr>
        <p:spPr>
          <a:xfrm>
            <a:off x="6536722" y="4383741"/>
            <a:ext cx="2330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56" name="Google Shape;456;p32"/>
          <p:cNvSpPr txBox="1"/>
          <p:nvPr>
            <p:ph idx="20" type="body"/>
          </p:nvPr>
        </p:nvSpPr>
        <p:spPr>
          <a:xfrm>
            <a:off x="273844" y="4383741"/>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57" name="Google Shape;457;p32"/>
          <p:cNvSpPr txBox="1"/>
          <p:nvPr>
            <p:ph idx="21" type="body"/>
          </p:nvPr>
        </p:nvSpPr>
        <p:spPr>
          <a:xfrm>
            <a:off x="3216640" y="4383741"/>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58" name="Google Shape;458;p32"/>
          <p:cNvSpPr txBox="1"/>
          <p:nvPr>
            <p:ph idx="22" type="body"/>
          </p:nvPr>
        </p:nvSpPr>
        <p:spPr>
          <a:xfrm>
            <a:off x="6158722" y="4383741"/>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ntent with Image and icon">
  <p:cSld name="Six Content with Image and icon">
    <p:spTree>
      <p:nvGrpSpPr>
        <p:cNvPr id="459" name="Shape 459"/>
        <p:cNvGrpSpPr/>
        <p:nvPr/>
      </p:nvGrpSpPr>
      <p:grpSpPr>
        <a:xfrm>
          <a:off x="0" y="0"/>
          <a:ext cx="0" cy="0"/>
          <a:chOff x="0" y="0"/>
          <a:chExt cx="0" cy="0"/>
        </a:xfrm>
      </p:grpSpPr>
      <p:sp>
        <p:nvSpPr>
          <p:cNvPr id="460" name="Google Shape;460;p33"/>
          <p:cNvSpPr txBox="1"/>
          <p:nvPr>
            <p:ph type="title"/>
          </p:nvPr>
        </p:nvSpPr>
        <p:spPr>
          <a:xfrm>
            <a:off x="274320" y="365760"/>
            <a:ext cx="4503420" cy="180594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1" name="Google Shape;461;p33"/>
          <p:cNvSpPr txBox="1"/>
          <p:nvPr>
            <p:ph idx="1" type="body"/>
          </p:nvPr>
        </p:nvSpPr>
        <p:spPr>
          <a:xfrm>
            <a:off x="274320" y="2795839"/>
            <a:ext cx="2708910" cy="1247591"/>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62" name="Google Shape;462;p33"/>
          <p:cNvSpPr txBox="1"/>
          <p:nvPr>
            <p:ph idx="2" type="body"/>
          </p:nvPr>
        </p:nvSpPr>
        <p:spPr>
          <a:xfrm>
            <a:off x="3216402" y="2795839"/>
            <a:ext cx="2708910" cy="1247591"/>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63" name="Google Shape;463;p33"/>
          <p:cNvSpPr txBox="1"/>
          <p:nvPr>
            <p:ph idx="3" type="body"/>
          </p:nvPr>
        </p:nvSpPr>
        <p:spPr>
          <a:xfrm>
            <a:off x="6158484" y="2795839"/>
            <a:ext cx="2708910" cy="1247591"/>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64" name="Google Shape;464;p33"/>
          <p:cNvSpPr/>
          <p:nvPr>
            <p:ph idx="4" type="pic"/>
          </p:nvPr>
        </p:nvSpPr>
        <p:spPr>
          <a:xfrm>
            <a:off x="5234940" y="365760"/>
            <a:ext cx="3909060" cy="1805940"/>
          </a:xfrm>
          <a:prstGeom prst="rect">
            <a:avLst/>
          </a:prstGeom>
          <a:solidFill>
            <a:srgbClr val="D7E0E3"/>
          </a:solidFill>
          <a:ln>
            <a:noFill/>
          </a:ln>
        </p:spPr>
      </p:sp>
      <p:sp>
        <p:nvSpPr>
          <p:cNvPr id="465" name="Google Shape;465;p33"/>
          <p:cNvSpPr txBox="1"/>
          <p:nvPr>
            <p:ph idx="5" type="body"/>
          </p:nvPr>
        </p:nvSpPr>
        <p:spPr>
          <a:xfrm>
            <a:off x="651844" y="2365974"/>
            <a:ext cx="2330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66" name="Google Shape;466;p33"/>
          <p:cNvSpPr txBox="1"/>
          <p:nvPr>
            <p:ph idx="6" type="body"/>
          </p:nvPr>
        </p:nvSpPr>
        <p:spPr>
          <a:xfrm>
            <a:off x="3594640" y="2365974"/>
            <a:ext cx="2330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67" name="Google Shape;467;p33"/>
          <p:cNvSpPr txBox="1"/>
          <p:nvPr>
            <p:ph idx="7" type="body"/>
          </p:nvPr>
        </p:nvSpPr>
        <p:spPr>
          <a:xfrm>
            <a:off x="6536722" y="2365974"/>
            <a:ext cx="2330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68" name="Google Shape;468;p33"/>
          <p:cNvSpPr txBox="1"/>
          <p:nvPr>
            <p:ph idx="8" type="body"/>
          </p:nvPr>
        </p:nvSpPr>
        <p:spPr>
          <a:xfrm>
            <a:off x="274320" y="4820026"/>
            <a:ext cx="2708910" cy="1247591"/>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69" name="Google Shape;469;p33"/>
          <p:cNvSpPr txBox="1"/>
          <p:nvPr>
            <p:ph idx="9" type="body"/>
          </p:nvPr>
        </p:nvSpPr>
        <p:spPr>
          <a:xfrm>
            <a:off x="3216402" y="4820026"/>
            <a:ext cx="2708910" cy="1247591"/>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70" name="Google Shape;470;p33"/>
          <p:cNvSpPr txBox="1"/>
          <p:nvPr>
            <p:ph idx="13" type="body"/>
          </p:nvPr>
        </p:nvSpPr>
        <p:spPr>
          <a:xfrm>
            <a:off x="6158484" y="4820026"/>
            <a:ext cx="2708910" cy="1247591"/>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71" name="Google Shape;471;p33"/>
          <p:cNvSpPr txBox="1"/>
          <p:nvPr>
            <p:ph idx="14" type="body"/>
          </p:nvPr>
        </p:nvSpPr>
        <p:spPr>
          <a:xfrm>
            <a:off x="651844" y="4383741"/>
            <a:ext cx="2330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72" name="Google Shape;472;p33"/>
          <p:cNvSpPr txBox="1"/>
          <p:nvPr>
            <p:ph idx="15" type="body"/>
          </p:nvPr>
        </p:nvSpPr>
        <p:spPr>
          <a:xfrm>
            <a:off x="3594640" y="4383741"/>
            <a:ext cx="2330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73" name="Google Shape;473;p33"/>
          <p:cNvSpPr txBox="1"/>
          <p:nvPr>
            <p:ph idx="16" type="body"/>
          </p:nvPr>
        </p:nvSpPr>
        <p:spPr>
          <a:xfrm>
            <a:off x="6536722" y="4383741"/>
            <a:ext cx="2330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74" name="Google Shape;474;p33"/>
          <p:cNvSpPr/>
          <p:nvPr>
            <p:ph idx="17" type="pic"/>
          </p:nvPr>
        </p:nvSpPr>
        <p:spPr>
          <a:xfrm>
            <a:off x="273844" y="2365975"/>
            <a:ext cx="335255" cy="300179"/>
          </a:xfrm>
          <a:prstGeom prst="rect">
            <a:avLst/>
          </a:prstGeom>
          <a:noFill/>
          <a:ln>
            <a:noFill/>
          </a:ln>
        </p:spPr>
      </p:sp>
      <p:sp>
        <p:nvSpPr>
          <p:cNvPr id="475" name="Google Shape;475;p33"/>
          <p:cNvSpPr/>
          <p:nvPr>
            <p:ph idx="18" type="pic"/>
          </p:nvPr>
        </p:nvSpPr>
        <p:spPr>
          <a:xfrm>
            <a:off x="273844" y="4389563"/>
            <a:ext cx="335255" cy="300179"/>
          </a:xfrm>
          <a:prstGeom prst="rect">
            <a:avLst/>
          </a:prstGeom>
          <a:noFill/>
          <a:ln>
            <a:noFill/>
          </a:ln>
        </p:spPr>
      </p:sp>
      <p:sp>
        <p:nvSpPr>
          <p:cNvPr id="476" name="Google Shape;476;p33"/>
          <p:cNvSpPr/>
          <p:nvPr>
            <p:ph idx="19" type="pic"/>
          </p:nvPr>
        </p:nvSpPr>
        <p:spPr>
          <a:xfrm>
            <a:off x="3216403" y="2365975"/>
            <a:ext cx="335255" cy="300179"/>
          </a:xfrm>
          <a:prstGeom prst="rect">
            <a:avLst/>
          </a:prstGeom>
          <a:noFill/>
          <a:ln>
            <a:noFill/>
          </a:ln>
        </p:spPr>
      </p:sp>
      <p:sp>
        <p:nvSpPr>
          <p:cNvPr id="477" name="Google Shape;477;p33"/>
          <p:cNvSpPr/>
          <p:nvPr>
            <p:ph idx="20" type="pic"/>
          </p:nvPr>
        </p:nvSpPr>
        <p:spPr>
          <a:xfrm>
            <a:off x="3216403" y="4389563"/>
            <a:ext cx="335255" cy="300179"/>
          </a:xfrm>
          <a:prstGeom prst="rect">
            <a:avLst/>
          </a:prstGeom>
          <a:noFill/>
          <a:ln>
            <a:noFill/>
          </a:ln>
        </p:spPr>
      </p:sp>
      <p:sp>
        <p:nvSpPr>
          <p:cNvPr id="478" name="Google Shape;478;p33"/>
          <p:cNvSpPr/>
          <p:nvPr>
            <p:ph idx="21" type="pic"/>
          </p:nvPr>
        </p:nvSpPr>
        <p:spPr>
          <a:xfrm>
            <a:off x="6158485" y="2365975"/>
            <a:ext cx="335255" cy="300179"/>
          </a:xfrm>
          <a:prstGeom prst="rect">
            <a:avLst/>
          </a:prstGeom>
          <a:noFill/>
          <a:ln>
            <a:noFill/>
          </a:ln>
        </p:spPr>
      </p:sp>
      <p:sp>
        <p:nvSpPr>
          <p:cNvPr id="479" name="Google Shape;479;p33"/>
          <p:cNvSpPr/>
          <p:nvPr>
            <p:ph idx="22" type="pic"/>
          </p:nvPr>
        </p:nvSpPr>
        <p:spPr>
          <a:xfrm>
            <a:off x="6158485" y="4389563"/>
            <a:ext cx="335255" cy="300179"/>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ntent Option 2 with Image">
  <p:cSld name="Six Content Option 2 with Image">
    <p:spTree>
      <p:nvGrpSpPr>
        <p:cNvPr id="480" name="Shape 480"/>
        <p:cNvGrpSpPr/>
        <p:nvPr/>
      </p:nvGrpSpPr>
      <p:grpSpPr>
        <a:xfrm>
          <a:off x="0" y="0"/>
          <a:ext cx="0" cy="0"/>
          <a:chOff x="0" y="0"/>
          <a:chExt cx="0" cy="0"/>
        </a:xfrm>
      </p:grpSpPr>
      <p:sp>
        <p:nvSpPr>
          <p:cNvPr id="481" name="Google Shape;481;p34"/>
          <p:cNvSpPr/>
          <p:nvPr>
            <p:ph idx="2" type="pic"/>
          </p:nvPr>
        </p:nvSpPr>
        <p:spPr>
          <a:xfrm>
            <a:off x="273844" y="2152592"/>
            <a:ext cx="2708672" cy="2667433"/>
          </a:xfrm>
          <a:prstGeom prst="rect">
            <a:avLst/>
          </a:prstGeom>
          <a:solidFill>
            <a:srgbClr val="D7E0E3"/>
          </a:solidFill>
          <a:ln>
            <a:noFill/>
          </a:ln>
        </p:spPr>
      </p:sp>
      <p:sp>
        <p:nvSpPr>
          <p:cNvPr id="482" name="Google Shape;482;p34"/>
          <p:cNvSpPr txBox="1"/>
          <p:nvPr>
            <p:ph type="title"/>
          </p:nvPr>
        </p:nvSpPr>
        <p:spPr>
          <a:xfrm>
            <a:off x="274320" y="365760"/>
            <a:ext cx="2708196" cy="1666322"/>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3" name="Google Shape;483;p34"/>
          <p:cNvSpPr txBox="1"/>
          <p:nvPr>
            <p:ph idx="1" type="body"/>
          </p:nvPr>
        </p:nvSpPr>
        <p:spPr>
          <a:xfrm>
            <a:off x="3216164" y="784492"/>
            <a:ext cx="2708910" cy="1247591"/>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84" name="Google Shape;484;p34"/>
          <p:cNvSpPr txBox="1"/>
          <p:nvPr>
            <p:ph idx="3" type="body"/>
          </p:nvPr>
        </p:nvSpPr>
        <p:spPr>
          <a:xfrm>
            <a:off x="3593689" y="348207"/>
            <a:ext cx="2330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85" name="Google Shape;485;p34"/>
          <p:cNvSpPr txBox="1"/>
          <p:nvPr>
            <p:ph idx="4" type="body"/>
          </p:nvPr>
        </p:nvSpPr>
        <p:spPr>
          <a:xfrm>
            <a:off x="3215688" y="348207"/>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86" name="Google Shape;486;p34"/>
          <p:cNvSpPr txBox="1"/>
          <p:nvPr>
            <p:ph idx="5" type="body"/>
          </p:nvPr>
        </p:nvSpPr>
        <p:spPr>
          <a:xfrm>
            <a:off x="6157532" y="784492"/>
            <a:ext cx="2708910" cy="1247591"/>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87" name="Google Shape;487;p34"/>
          <p:cNvSpPr txBox="1"/>
          <p:nvPr>
            <p:ph idx="6" type="body"/>
          </p:nvPr>
        </p:nvSpPr>
        <p:spPr>
          <a:xfrm>
            <a:off x="6535057" y="348207"/>
            <a:ext cx="2330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88" name="Google Shape;488;p34"/>
          <p:cNvSpPr txBox="1"/>
          <p:nvPr>
            <p:ph idx="7" type="body"/>
          </p:nvPr>
        </p:nvSpPr>
        <p:spPr>
          <a:xfrm>
            <a:off x="6157056" y="348207"/>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89" name="Google Shape;489;p34"/>
          <p:cNvSpPr txBox="1"/>
          <p:nvPr>
            <p:ph idx="8" type="body"/>
          </p:nvPr>
        </p:nvSpPr>
        <p:spPr>
          <a:xfrm>
            <a:off x="274320" y="5141344"/>
            <a:ext cx="2708196" cy="93941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90" name="Google Shape;490;p34"/>
          <p:cNvSpPr txBox="1"/>
          <p:nvPr>
            <p:ph idx="9" type="body"/>
          </p:nvPr>
        </p:nvSpPr>
        <p:spPr>
          <a:xfrm>
            <a:off x="3216402" y="2795839"/>
            <a:ext cx="2708910" cy="1247591"/>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91" name="Google Shape;491;p34"/>
          <p:cNvSpPr txBox="1"/>
          <p:nvPr>
            <p:ph idx="13" type="body"/>
          </p:nvPr>
        </p:nvSpPr>
        <p:spPr>
          <a:xfrm>
            <a:off x="6158484" y="2795839"/>
            <a:ext cx="2708910" cy="1247591"/>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92" name="Google Shape;492;p34"/>
          <p:cNvSpPr txBox="1"/>
          <p:nvPr>
            <p:ph idx="14" type="body"/>
          </p:nvPr>
        </p:nvSpPr>
        <p:spPr>
          <a:xfrm>
            <a:off x="3594640" y="2365974"/>
            <a:ext cx="2330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93" name="Google Shape;493;p34"/>
          <p:cNvSpPr txBox="1"/>
          <p:nvPr>
            <p:ph idx="15" type="body"/>
          </p:nvPr>
        </p:nvSpPr>
        <p:spPr>
          <a:xfrm>
            <a:off x="6536722" y="2365974"/>
            <a:ext cx="2330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94" name="Google Shape;494;p34"/>
          <p:cNvSpPr txBox="1"/>
          <p:nvPr>
            <p:ph idx="16" type="body"/>
          </p:nvPr>
        </p:nvSpPr>
        <p:spPr>
          <a:xfrm>
            <a:off x="3216640" y="2365974"/>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95" name="Google Shape;495;p34"/>
          <p:cNvSpPr txBox="1"/>
          <p:nvPr>
            <p:ph idx="17" type="body"/>
          </p:nvPr>
        </p:nvSpPr>
        <p:spPr>
          <a:xfrm>
            <a:off x="6158722" y="2365974"/>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96" name="Google Shape;496;p34"/>
          <p:cNvSpPr txBox="1"/>
          <p:nvPr>
            <p:ph idx="18" type="body"/>
          </p:nvPr>
        </p:nvSpPr>
        <p:spPr>
          <a:xfrm>
            <a:off x="3216402" y="4820026"/>
            <a:ext cx="2708910" cy="1247591"/>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97" name="Google Shape;497;p34"/>
          <p:cNvSpPr txBox="1"/>
          <p:nvPr>
            <p:ph idx="19" type="body"/>
          </p:nvPr>
        </p:nvSpPr>
        <p:spPr>
          <a:xfrm>
            <a:off x="6158484" y="4820026"/>
            <a:ext cx="2708910" cy="1247591"/>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98" name="Google Shape;498;p34"/>
          <p:cNvSpPr txBox="1"/>
          <p:nvPr>
            <p:ph idx="20" type="body"/>
          </p:nvPr>
        </p:nvSpPr>
        <p:spPr>
          <a:xfrm>
            <a:off x="3594640" y="4383741"/>
            <a:ext cx="2330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499" name="Google Shape;499;p34"/>
          <p:cNvSpPr txBox="1"/>
          <p:nvPr>
            <p:ph idx="21" type="body"/>
          </p:nvPr>
        </p:nvSpPr>
        <p:spPr>
          <a:xfrm>
            <a:off x="6536722" y="4383741"/>
            <a:ext cx="2330672"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00" name="Google Shape;500;p34"/>
          <p:cNvSpPr txBox="1"/>
          <p:nvPr>
            <p:ph idx="22" type="body"/>
          </p:nvPr>
        </p:nvSpPr>
        <p:spPr>
          <a:xfrm>
            <a:off x="3216640" y="4383741"/>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01" name="Google Shape;501;p34"/>
          <p:cNvSpPr txBox="1"/>
          <p:nvPr>
            <p:ph idx="23" type="body"/>
          </p:nvPr>
        </p:nvSpPr>
        <p:spPr>
          <a:xfrm>
            <a:off x="6158722" y="4383741"/>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ntent Option 3 with Image">
  <p:cSld name="Six Content Option 3 with Image">
    <p:spTree>
      <p:nvGrpSpPr>
        <p:cNvPr id="502" name="Shape 502"/>
        <p:cNvGrpSpPr/>
        <p:nvPr/>
      </p:nvGrpSpPr>
      <p:grpSpPr>
        <a:xfrm>
          <a:off x="0" y="0"/>
          <a:ext cx="0" cy="0"/>
          <a:chOff x="0" y="0"/>
          <a:chExt cx="0" cy="0"/>
        </a:xfrm>
      </p:grpSpPr>
      <p:sp>
        <p:nvSpPr>
          <p:cNvPr descr="UST" id="503" name="Google Shape;503;p35"/>
          <p:cNvSpPr/>
          <p:nvPr/>
        </p:nvSpPr>
        <p:spPr>
          <a:xfrm>
            <a:off x="274320" y="6238277"/>
            <a:ext cx="240030" cy="354090"/>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04" name="Google Shape;504;p35"/>
          <p:cNvSpPr/>
          <p:nvPr>
            <p:ph idx="2" type="pic"/>
          </p:nvPr>
        </p:nvSpPr>
        <p:spPr>
          <a:xfrm>
            <a:off x="6890994" y="1"/>
            <a:ext cx="2253006" cy="3711295"/>
          </a:xfrm>
          <a:prstGeom prst="rect">
            <a:avLst/>
          </a:prstGeom>
          <a:solidFill>
            <a:srgbClr val="D7E0E3"/>
          </a:solidFill>
          <a:ln>
            <a:noFill/>
          </a:ln>
        </p:spPr>
      </p:sp>
      <p:sp>
        <p:nvSpPr>
          <p:cNvPr id="505" name="Google Shape;505;p35"/>
          <p:cNvSpPr/>
          <p:nvPr/>
        </p:nvSpPr>
        <p:spPr>
          <a:xfrm>
            <a:off x="273844" y="1599921"/>
            <a:ext cx="1976400" cy="2111375"/>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506" name="Google Shape;506;p35"/>
          <p:cNvSpPr/>
          <p:nvPr/>
        </p:nvSpPr>
        <p:spPr>
          <a:xfrm>
            <a:off x="2479719" y="1599921"/>
            <a:ext cx="1976400" cy="2111375"/>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507" name="Google Shape;507;p35"/>
          <p:cNvSpPr/>
          <p:nvPr/>
        </p:nvSpPr>
        <p:spPr>
          <a:xfrm>
            <a:off x="4685357" y="1599921"/>
            <a:ext cx="1976400" cy="2111375"/>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508" name="Google Shape;508;p35"/>
          <p:cNvSpPr txBox="1"/>
          <p:nvPr>
            <p:ph idx="1" type="body"/>
          </p:nvPr>
        </p:nvSpPr>
        <p:spPr>
          <a:xfrm>
            <a:off x="384544" y="2401325"/>
            <a:ext cx="1755000" cy="1188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09" name="Google Shape;509;p35"/>
          <p:cNvSpPr txBox="1"/>
          <p:nvPr>
            <p:ph idx="3" type="body"/>
          </p:nvPr>
        </p:nvSpPr>
        <p:spPr>
          <a:xfrm>
            <a:off x="2590419" y="2401325"/>
            <a:ext cx="1755000" cy="1188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10" name="Google Shape;510;p35"/>
          <p:cNvSpPr txBox="1"/>
          <p:nvPr>
            <p:ph idx="4" type="body"/>
          </p:nvPr>
        </p:nvSpPr>
        <p:spPr>
          <a:xfrm>
            <a:off x="4796057" y="2401325"/>
            <a:ext cx="1755000" cy="1188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11" name="Google Shape;511;p35"/>
          <p:cNvSpPr txBox="1"/>
          <p:nvPr>
            <p:ph idx="5" type="body"/>
          </p:nvPr>
        </p:nvSpPr>
        <p:spPr>
          <a:xfrm>
            <a:off x="384544" y="1746008"/>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12" name="Google Shape;512;p35"/>
          <p:cNvSpPr txBox="1"/>
          <p:nvPr>
            <p:ph idx="6" type="body"/>
          </p:nvPr>
        </p:nvSpPr>
        <p:spPr>
          <a:xfrm>
            <a:off x="2590419" y="1746008"/>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13" name="Google Shape;513;p35"/>
          <p:cNvSpPr txBox="1"/>
          <p:nvPr>
            <p:ph idx="7" type="body"/>
          </p:nvPr>
        </p:nvSpPr>
        <p:spPr>
          <a:xfrm>
            <a:off x="4796057" y="1746008"/>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14" name="Google Shape;514;p35"/>
          <p:cNvSpPr txBox="1"/>
          <p:nvPr>
            <p:ph type="title"/>
          </p:nvPr>
        </p:nvSpPr>
        <p:spPr>
          <a:xfrm>
            <a:off x="274320" y="365760"/>
            <a:ext cx="6387437"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5" name="Google Shape;515;p35"/>
          <p:cNvSpPr/>
          <p:nvPr/>
        </p:nvSpPr>
        <p:spPr>
          <a:xfrm>
            <a:off x="273844" y="3971926"/>
            <a:ext cx="1976400" cy="2111375"/>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516" name="Google Shape;516;p35"/>
          <p:cNvSpPr/>
          <p:nvPr/>
        </p:nvSpPr>
        <p:spPr>
          <a:xfrm>
            <a:off x="2479719" y="3971926"/>
            <a:ext cx="1976400" cy="2111375"/>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517" name="Google Shape;517;p35"/>
          <p:cNvSpPr/>
          <p:nvPr/>
        </p:nvSpPr>
        <p:spPr>
          <a:xfrm>
            <a:off x="4685356" y="3971926"/>
            <a:ext cx="4458644" cy="2111375"/>
          </a:xfrm>
          <a:prstGeom prst="rect">
            <a:avLst/>
          </a:prstGeom>
          <a:solidFill>
            <a:schemeClr val="accent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518" name="Google Shape;518;p35"/>
          <p:cNvSpPr txBox="1"/>
          <p:nvPr>
            <p:ph idx="8" type="body"/>
          </p:nvPr>
        </p:nvSpPr>
        <p:spPr>
          <a:xfrm>
            <a:off x="384544" y="4773331"/>
            <a:ext cx="1755000" cy="1188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19" name="Google Shape;519;p35"/>
          <p:cNvSpPr txBox="1"/>
          <p:nvPr>
            <p:ph idx="9" type="body"/>
          </p:nvPr>
        </p:nvSpPr>
        <p:spPr>
          <a:xfrm>
            <a:off x="2590419" y="4773331"/>
            <a:ext cx="1755000" cy="1188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20" name="Google Shape;520;p35"/>
          <p:cNvSpPr txBox="1"/>
          <p:nvPr>
            <p:ph idx="13" type="body"/>
          </p:nvPr>
        </p:nvSpPr>
        <p:spPr>
          <a:xfrm>
            <a:off x="4796056" y="4536819"/>
            <a:ext cx="4071338" cy="1424513"/>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21" name="Google Shape;521;p35"/>
          <p:cNvSpPr txBox="1"/>
          <p:nvPr>
            <p:ph idx="14" type="body"/>
          </p:nvPr>
        </p:nvSpPr>
        <p:spPr>
          <a:xfrm>
            <a:off x="384544" y="4118013"/>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22" name="Google Shape;522;p35"/>
          <p:cNvSpPr txBox="1"/>
          <p:nvPr>
            <p:ph idx="15" type="body"/>
          </p:nvPr>
        </p:nvSpPr>
        <p:spPr>
          <a:xfrm>
            <a:off x="2590419" y="4118013"/>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23" name="Google Shape;523;p35"/>
          <p:cNvSpPr txBox="1"/>
          <p:nvPr>
            <p:ph idx="16" type="body"/>
          </p:nvPr>
        </p:nvSpPr>
        <p:spPr>
          <a:xfrm>
            <a:off x="4796056" y="4118013"/>
            <a:ext cx="4071338" cy="27271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1"/>
              </a:buClr>
              <a:buSzPts val="1200"/>
              <a:buFont typeface="Arial"/>
              <a:buNone/>
              <a:defRPr b="1" sz="1200">
                <a:solidFill>
                  <a:schemeClr val="lt1"/>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ayout for Next step: Six content">
  <p:cSld name="1_Layout for Next step: Six content">
    <p:spTree>
      <p:nvGrpSpPr>
        <p:cNvPr id="524" name="Shape 524"/>
        <p:cNvGrpSpPr/>
        <p:nvPr/>
      </p:nvGrpSpPr>
      <p:grpSpPr>
        <a:xfrm>
          <a:off x="0" y="0"/>
          <a:ext cx="0" cy="0"/>
          <a:chOff x="0" y="0"/>
          <a:chExt cx="0" cy="0"/>
        </a:xfrm>
      </p:grpSpPr>
      <p:cxnSp>
        <p:nvCxnSpPr>
          <p:cNvPr id="525" name="Google Shape;525;p36"/>
          <p:cNvCxnSpPr>
            <a:stCxn id="526" idx="2"/>
            <a:endCxn id="527" idx="0"/>
          </p:cNvCxnSpPr>
          <p:nvPr/>
        </p:nvCxnSpPr>
        <p:spPr>
          <a:xfrm>
            <a:off x="4470559" y="1039248"/>
            <a:ext cx="0" cy="3564600"/>
          </a:xfrm>
          <a:prstGeom prst="straightConnector1">
            <a:avLst/>
          </a:prstGeom>
          <a:noFill/>
          <a:ln cap="sq" cmpd="sng" w="12700">
            <a:solidFill>
              <a:schemeClr val="dk1"/>
            </a:solidFill>
            <a:prstDash val="solid"/>
            <a:round/>
            <a:headEnd len="sm" w="sm" type="none"/>
            <a:tailEnd len="sm" w="sm" type="none"/>
          </a:ln>
        </p:spPr>
      </p:cxnSp>
      <p:sp>
        <p:nvSpPr>
          <p:cNvPr id="528" name="Google Shape;528;p36"/>
          <p:cNvSpPr txBox="1"/>
          <p:nvPr>
            <p:ph type="title"/>
          </p:nvPr>
        </p:nvSpPr>
        <p:spPr>
          <a:xfrm>
            <a:off x="274321" y="365760"/>
            <a:ext cx="3614261"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9" name="Google Shape;529;p36"/>
          <p:cNvSpPr/>
          <p:nvPr>
            <p:ph idx="2" type="pic"/>
          </p:nvPr>
        </p:nvSpPr>
        <p:spPr>
          <a:xfrm>
            <a:off x="1" y="1778423"/>
            <a:ext cx="3888581" cy="2651063"/>
          </a:xfrm>
          <a:prstGeom prst="rect">
            <a:avLst/>
          </a:prstGeom>
          <a:solidFill>
            <a:srgbClr val="D7E0E3"/>
          </a:solidFill>
          <a:ln>
            <a:noFill/>
          </a:ln>
        </p:spPr>
      </p:sp>
      <p:sp>
        <p:nvSpPr>
          <p:cNvPr id="530" name="Google Shape;530;p36"/>
          <p:cNvSpPr txBox="1"/>
          <p:nvPr>
            <p:ph idx="1" type="body"/>
          </p:nvPr>
        </p:nvSpPr>
        <p:spPr>
          <a:xfrm>
            <a:off x="4254817" y="1778423"/>
            <a:ext cx="431483" cy="673101"/>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900"/>
              <a:buFont typeface="Arial"/>
              <a:buNone/>
              <a:defRPr b="1" sz="900">
                <a:solidFill>
                  <a:schemeClr val="dk2"/>
                </a:solidFill>
              </a:defRPr>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31" name="Google Shape;531;p36"/>
          <p:cNvSpPr txBox="1"/>
          <p:nvPr>
            <p:ph idx="3" type="body"/>
          </p:nvPr>
        </p:nvSpPr>
        <p:spPr>
          <a:xfrm>
            <a:off x="4822032" y="1778422"/>
            <a:ext cx="4045124" cy="1238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32" name="Google Shape;532;p36"/>
          <p:cNvSpPr txBox="1"/>
          <p:nvPr>
            <p:ph idx="4" type="body"/>
          </p:nvPr>
        </p:nvSpPr>
        <p:spPr>
          <a:xfrm>
            <a:off x="274321" y="4724400"/>
            <a:ext cx="3614261" cy="111668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500"/>
              <a:buFont typeface="Arial"/>
              <a:buNone/>
              <a:defRPr sz="15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33" name="Google Shape;533;p36"/>
          <p:cNvSpPr txBox="1"/>
          <p:nvPr>
            <p:ph idx="5" type="body"/>
          </p:nvPr>
        </p:nvSpPr>
        <p:spPr>
          <a:xfrm>
            <a:off x="4822032" y="3191085"/>
            <a:ext cx="4045124" cy="1238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34" name="Google Shape;534;p36"/>
          <p:cNvSpPr txBox="1"/>
          <p:nvPr>
            <p:ph idx="6" type="body"/>
          </p:nvPr>
        </p:nvSpPr>
        <p:spPr>
          <a:xfrm>
            <a:off x="4254817" y="3191086"/>
            <a:ext cx="431483" cy="673101"/>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900"/>
              <a:buFont typeface="Arial"/>
              <a:buNone/>
              <a:defRPr b="1" sz="900">
                <a:solidFill>
                  <a:schemeClr val="dk2"/>
                </a:solidFill>
              </a:defRPr>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26" name="Google Shape;526;p36"/>
          <p:cNvSpPr txBox="1"/>
          <p:nvPr>
            <p:ph idx="7" type="body"/>
          </p:nvPr>
        </p:nvSpPr>
        <p:spPr>
          <a:xfrm>
            <a:off x="4254817" y="366147"/>
            <a:ext cx="431483" cy="673101"/>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900"/>
              <a:buFont typeface="Arial"/>
              <a:buNone/>
              <a:defRPr b="1" sz="900">
                <a:solidFill>
                  <a:schemeClr val="dk2"/>
                </a:solidFill>
              </a:defRPr>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35" name="Google Shape;535;p36"/>
          <p:cNvSpPr txBox="1"/>
          <p:nvPr>
            <p:ph idx="8" type="body"/>
          </p:nvPr>
        </p:nvSpPr>
        <p:spPr>
          <a:xfrm>
            <a:off x="4822032" y="365759"/>
            <a:ext cx="4045124" cy="1238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36" name="Google Shape;536;p36"/>
          <p:cNvSpPr txBox="1"/>
          <p:nvPr>
            <p:ph idx="9" type="body"/>
          </p:nvPr>
        </p:nvSpPr>
        <p:spPr>
          <a:xfrm>
            <a:off x="4822032" y="4603749"/>
            <a:ext cx="4045124" cy="1238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27" name="Google Shape;527;p36"/>
          <p:cNvSpPr txBox="1"/>
          <p:nvPr>
            <p:ph idx="13" type="body"/>
          </p:nvPr>
        </p:nvSpPr>
        <p:spPr>
          <a:xfrm>
            <a:off x="4254817" y="4603750"/>
            <a:ext cx="431483" cy="673101"/>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900"/>
              <a:buFont typeface="Arial"/>
              <a:buNone/>
              <a:defRPr b="1" sz="900">
                <a:solidFill>
                  <a:schemeClr val="dk2"/>
                </a:solidFill>
              </a:defRPr>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936">
          <p15:clr>
            <a:srgbClr val="FBAE40"/>
          </p15:clr>
        </p15:guide>
        <p15:guide id="2" pos="3744">
          <p15:clr>
            <a:srgbClr val="FBAE40"/>
          </p15:clr>
        </p15:guide>
        <p15:guide id="3" orient="horz" pos="1139">
          <p15:clr>
            <a:srgbClr val="FBAE40"/>
          </p15:clr>
        </p15:guide>
        <p15:guide id="4" orient="horz" pos="3832">
          <p15:clr>
            <a:srgbClr val="FBAE40"/>
          </p15:clr>
        </p15:guide>
        <p15:guide id="5" orient="horz" pos="4148">
          <p15:clr>
            <a:srgbClr val="FBAE40"/>
          </p15:clr>
        </p15:guide>
        <p15:guide id="6" orient="horz" pos="3168">
          <p15:clr>
            <a:srgbClr val="FBAE40"/>
          </p15:clr>
        </p15:guide>
        <p15:guide id="7" pos="476">
          <p15:clr>
            <a:srgbClr val="FBAE40"/>
          </p15:clr>
        </p15:guide>
        <p15:guide id="8" orient="horz" pos="216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with Chart">
  <p:cSld name="Two Content with Chart">
    <p:spTree>
      <p:nvGrpSpPr>
        <p:cNvPr id="537" name="Shape 537"/>
        <p:cNvGrpSpPr/>
        <p:nvPr/>
      </p:nvGrpSpPr>
      <p:grpSpPr>
        <a:xfrm>
          <a:off x="0" y="0"/>
          <a:ext cx="0" cy="0"/>
          <a:chOff x="0" y="0"/>
          <a:chExt cx="0" cy="0"/>
        </a:xfrm>
      </p:grpSpPr>
      <p:sp>
        <p:nvSpPr>
          <p:cNvPr id="538" name="Google Shape;538;p37"/>
          <p:cNvSpPr/>
          <p:nvPr/>
        </p:nvSpPr>
        <p:spPr>
          <a:xfrm>
            <a:off x="4685356" y="3165154"/>
            <a:ext cx="4458644" cy="3108647"/>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539" name="Google Shape;539;p37"/>
          <p:cNvSpPr txBox="1"/>
          <p:nvPr>
            <p:ph idx="1" type="body"/>
          </p:nvPr>
        </p:nvSpPr>
        <p:spPr>
          <a:xfrm>
            <a:off x="273844" y="5067300"/>
            <a:ext cx="4071575" cy="101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40" name="Google Shape;540;p37"/>
          <p:cNvSpPr txBox="1"/>
          <p:nvPr>
            <p:ph idx="2" type="body"/>
          </p:nvPr>
        </p:nvSpPr>
        <p:spPr>
          <a:xfrm>
            <a:off x="4685357" y="799262"/>
            <a:ext cx="4181561" cy="2231593"/>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41" name="Google Shape;541;p37"/>
          <p:cNvSpPr txBox="1"/>
          <p:nvPr>
            <p:ph idx="3" type="body"/>
          </p:nvPr>
        </p:nvSpPr>
        <p:spPr>
          <a:xfrm>
            <a:off x="4685357" y="365760"/>
            <a:ext cx="4181561" cy="297814"/>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42" name="Google Shape;542;p37"/>
          <p:cNvSpPr txBox="1"/>
          <p:nvPr>
            <p:ph type="title"/>
          </p:nvPr>
        </p:nvSpPr>
        <p:spPr>
          <a:xfrm>
            <a:off x="274320" y="365760"/>
            <a:ext cx="4071099"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3" name="Google Shape;543;p37"/>
          <p:cNvSpPr txBox="1"/>
          <p:nvPr>
            <p:ph idx="4" type="body"/>
          </p:nvPr>
        </p:nvSpPr>
        <p:spPr>
          <a:xfrm>
            <a:off x="4906280" y="3863137"/>
            <a:ext cx="3960638" cy="2231593"/>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44" name="Google Shape;544;p37"/>
          <p:cNvSpPr txBox="1"/>
          <p:nvPr>
            <p:ph idx="5" type="body"/>
          </p:nvPr>
        </p:nvSpPr>
        <p:spPr>
          <a:xfrm>
            <a:off x="4906280" y="3429635"/>
            <a:ext cx="3960638" cy="297814"/>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45" name="Google Shape;545;p37"/>
          <p:cNvSpPr txBox="1"/>
          <p:nvPr>
            <p:ph idx="6" type="body"/>
          </p:nvPr>
        </p:nvSpPr>
        <p:spPr>
          <a:xfrm>
            <a:off x="273844" y="1828800"/>
            <a:ext cx="4071575" cy="2924175"/>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imonials 6 content">
  <p:cSld name="Testimonials 6 content">
    <p:spTree>
      <p:nvGrpSpPr>
        <p:cNvPr id="546" name="Shape 546"/>
        <p:cNvGrpSpPr/>
        <p:nvPr/>
      </p:nvGrpSpPr>
      <p:grpSpPr>
        <a:xfrm>
          <a:off x="0" y="0"/>
          <a:ext cx="0" cy="0"/>
          <a:chOff x="0" y="0"/>
          <a:chExt cx="0" cy="0"/>
        </a:xfrm>
      </p:grpSpPr>
      <p:sp>
        <p:nvSpPr>
          <p:cNvPr id="547" name="Google Shape;547;p38"/>
          <p:cNvSpPr/>
          <p:nvPr/>
        </p:nvSpPr>
        <p:spPr>
          <a:xfrm>
            <a:off x="277668" y="1709099"/>
            <a:ext cx="930264" cy="1138877"/>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548" name="Google Shape;548;p38"/>
          <p:cNvSpPr txBox="1"/>
          <p:nvPr>
            <p:ph type="title"/>
          </p:nvPr>
        </p:nvSpPr>
        <p:spPr>
          <a:xfrm>
            <a:off x="274320" y="365760"/>
            <a:ext cx="4071099"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9" name="Google Shape;549;p38"/>
          <p:cNvSpPr txBox="1"/>
          <p:nvPr>
            <p:ph idx="1" type="body"/>
          </p:nvPr>
        </p:nvSpPr>
        <p:spPr>
          <a:xfrm>
            <a:off x="1462993" y="1841182"/>
            <a:ext cx="2144601" cy="13718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50" name="Google Shape;550;p38"/>
          <p:cNvSpPr txBox="1"/>
          <p:nvPr>
            <p:ph idx="2" type="body"/>
          </p:nvPr>
        </p:nvSpPr>
        <p:spPr>
          <a:xfrm>
            <a:off x="1462993" y="3439475"/>
            <a:ext cx="2144601" cy="4213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51" name="Google Shape;551;p38"/>
          <p:cNvSpPr txBox="1"/>
          <p:nvPr>
            <p:ph idx="3" type="body"/>
          </p:nvPr>
        </p:nvSpPr>
        <p:spPr>
          <a:xfrm>
            <a:off x="4092362" y="1841182"/>
            <a:ext cx="2144601" cy="13718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52" name="Google Shape;552;p38"/>
          <p:cNvSpPr txBox="1"/>
          <p:nvPr>
            <p:ph idx="4" type="body"/>
          </p:nvPr>
        </p:nvSpPr>
        <p:spPr>
          <a:xfrm>
            <a:off x="6721731" y="1841182"/>
            <a:ext cx="2144601" cy="13718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53" name="Google Shape;553;p38"/>
          <p:cNvSpPr txBox="1"/>
          <p:nvPr/>
        </p:nvSpPr>
        <p:spPr>
          <a:xfrm>
            <a:off x="378619" y="1485900"/>
            <a:ext cx="685800" cy="914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12450"/>
              <a:buFont typeface="Arial"/>
              <a:buNone/>
            </a:pPr>
            <a:r>
              <a:rPr lang="en-US" sz="12450">
                <a:solidFill>
                  <a:schemeClr val="lt1"/>
                </a:solidFill>
                <a:latin typeface="Arial"/>
                <a:ea typeface="Arial"/>
                <a:cs typeface="Arial"/>
                <a:sym typeface="Arial"/>
              </a:rPr>
              <a:t>“</a:t>
            </a:r>
            <a:endParaRPr/>
          </a:p>
        </p:txBody>
      </p:sp>
      <p:sp>
        <p:nvSpPr>
          <p:cNvPr id="554" name="Google Shape;554;p38"/>
          <p:cNvSpPr/>
          <p:nvPr/>
        </p:nvSpPr>
        <p:spPr>
          <a:xfrm>
            <a:off x="1449244" y="3288326"/>
            <a:ext cx="343838"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555" name="Google Shape;555;p38"/>
          <p:cNvSpPr txBox="1"/>
          <p:nvPr>
            <p:ph idx="5" type="body"/>
          </p:nvPr>
        </p:nvSpPr>
        <p:spPr>
          <a:xfrm>
            <a:off x="1462993" y="4102654"/>
            <a:ext cx="2144601" cy="13718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56" name="Google Shape;556;p38"/>
          <p:cNvSpPr txBox="1"/>
          <p:nvPr>
            <p:ph idx="6" type="body"/>
          </p:nvPr>
        </p:nvSpPr>
        <p:spPr>
          <a:xfrm>
            <a:off x="4092362" y="4102654"/>
            <a:ext cx="2144601" cy="13718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57" name="Google Shape;557;p38"/>
          <p:cNvSpPr txBox="1"/>
          <p:nvPr>
            <p:ph idx="7" type="body"/>
          </p:nvPr>
        </p:nvSpPr>
        <p:spPr>
          <a:xfrm>
            <a:off x="6721731" y="4102654"/>
            <a:ext cx="2144601" cy="13718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58" name="Google Shape;558;p38"/>
          <p:cNvSpPr txBox="1"/>
          <p:nvPr>
            <p:ph idx="8" type="body"/>
          </p:nvPr>
        </p:nvSpPr>
        <p:spPr>
          <a:xfrm>
            <a:off x="4106112" y="3439475"/>
            <a:ext cx="2144601" cy="4213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59" name="Google Shape;559;p38"/>
          <p:cNvSpPr/>
          <p:nvPr/>
        </p:nvSpPr>
        <p:spPr>
          <a:xfrm>
            <a:off x="4092363" y="3288326"/>
            <a:ext cx="343838"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560" name="Google Shape;560;p38"/>
          <p:cNvSpPr txBox="1"/>
          <p:nvPr>
            <p:ph idx="9" type="body"/>
          </p:nvPr>
        </p:nvSpPr>
        <p:spPr>
          <a:xfrm>
            <a:off x="6735481" y="3439475"/>
            <a:ext cx="2144601" cy="4213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61" name="Google Shape;561;p38"/>
          <p:cNvSpPr/>
          <p:nvPr/>
        </p:nvSpPr>
        <p:spPr>
          <a:xfrm>
            <a:off x="6721732" y="3288326"/>
            <a:ext cx="343838"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562" name="Google Shape;562;p38"/>
          <p:cNvSpPr txBox="1"/>
          <p:nvPr>
            <p:ph idx="13" type="body"/>
          </p:nvPr>
        </p:nvSpPr>
        <p:spPr>
          <a:xfrm>
            <a:off x="1462993" y="5696900"/>
            <a:ext cx="2144601" cy="4213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63" name="Google Shape;563;p38"/>
          <p:cNvSpPr/>
          <p:nvPr/>
        </p:nvSpPr>
        <p:spPr>
          <a:xfrm>
            <a:off x="1449244" y="5545751"/>
            <a:ext cx="343838"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564" name="Google Shape;564;p38"/>
          <p:cNvSpPr txBox="1"/>
          <p:nvPr>
            <p:ph idx="14" type="body"/>
          </p:nvPr>
        </p:nvSpPr>
        <p:spPr>
          <a:xfrm>
            <a:off x="4106112" y="5696900"/>
            <a:ext cx="2144601" cy="4213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65" name="Google Shape;565;p38"/>
          <p:cNvSpPr/>
          <p:nvPr/>
        </p:nvSpPr>
        <p:spPr>
          <a:xfrm>
            <a:off x="4092363" y="5545751"/>
            <a:ext cx="343838"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566" name="Google Shape;566;p38"/>
          <p:cNvSpPr txBox="1"/>
          <p:nvPr>
            <p:ph idx="15" type="body"/>
          </p:nvPr>
        </p:nvSpPr>
        <p:spPr>
          <a:xfrm>
            <a:off x="6735481" y="5696900"/>
            <a:ext cx="2144601" cy="4213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67" name="Google Shape;567;p38"/>
          <p:cNvSpPr/>
          <p:nvPr/>
        </p:nvSpPr>
        <p:spPr>
          <a:xfrm>
            <a:off x="6721732" y="5545751"/>
            <a:ext cx="343838"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imonials 6 content with Image">
  <p:cSld name="Testimonials 6 content with Image">
    <p:spTree>
      <p:nvGrpSpPr>
        <p:cNvPr id="568" name="Shape 568"/>
        <p:cNvGrpSpPr/>
        <p:nvPr/>
      </p:nvGrpSpPr>
      <p:grpSpPr>
        <a:xfrm>
          <a:off x="0" y="0"/>
          <a:ext cx="0" cy="0"/>
          <a:chOff x="0" y="0"/>
          <a:chExt cx="0" cy="0"/>
        </a:xfrm>
      </p:grpSpPr>
      <p:sp>
        <p:nvSpPr>
          <p:cNvPr id="569" name="Google Shape;569;p39"/>
          <p:cNvSpPr txBox="1"/>
          <p:nvPr>
            <p:ph idx="1" type="body"/>
          </p:nvPr>
        </p:nvSpPr>
        <p:spPr>
          <a:xfrm>
            <a:off x="1462993" y="3439475"/>
            <a:ext cx="2144601" cy="4213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70" name="Google Shape;570;p39"/>
          <p:cNvSpPr/>
          <p:nvPr/>
        </p:nvSpPr>
        <p:spPr>
          <a:xfrm>
            <a:off x="1449244" y="3288326"/>
            <a:ext cx="343838"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571" name="Google Shape;571;p39"/>
          <p:cNvSpPr txBox="1"/>
          <p:nvPr>
            <p:ph idx="2" type="body"/>
          </p:nvPr>
        </p:nvSpPr>
        <p:spPr>
          <a:xfrm>
            <a:off x="4106112" y="3439475"/>
            <a:ext cx="2144601" cy="4213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72" name="Google Shape;572;p39"/>
          <p:cNvSpPr/>
          <p:nvPr/>
        </p:nvSpPr>
        <p:spPr>
          <a:xfrm>
            <a:off x="4092363" y="3288326"/>
            <a:ext cx="343838"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573" name="Google Shape;573;p39"/>
          <p:cNvSpPr txBox="1"/>
          <p:nvPr>
            <p:ph idx="3" type="body"/>
          </p:nvPr>
        </p:nvSpPr>
        <p:spPr>
          <a:xfrm>
            <a:off x="6735481" y="3439475"/>
            <a:ext cx="2144601" cy="4213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74" name="Google Shape;574;p39"/>
          <p:cNvSpPr/>
          <p:nvPr/>
        </p:nvSpPr>
        <p:spPr>
          <a:xfrm>
            <a:off x="6721732" y="3288326"/>
            <a:ext cx="343838"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575" name="Google Shape;575;p39"/>
          <p:cNvSpPr txBox="1"/>
          <p:nvPr>
            <p:ph idx="4" type="body"/>
          </p:nvPr>
        </p:nvSpPr>
        <p:spPr>
          <a:xfrm>
            <a:off x="1462993" y="5696900"/>
            <a:ext cx="2144601" cy="4213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76" name="Google Shape;576;p39"/>
          <p:cNvSpPr/>
          <p:nvPr/>
        </p:nvSpPr>
        <p:spPr>
          <a:xfrm>
            <a:off x="1449244" y="5545751"/>
            <a:ext cx="343838"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577" name="Google Shape;577;p39"/>
          <p:cNvSpPr txBox="1"/>
          <p:nvPr>
            <p:ph idx="5" type="body"/>
          </p:nvPr>
        </p:nvSpPr>
        <p:spPr>
          <a:xfrm>
            <a:off x="4106112" y="5696900"/>
            <a:ext cx="2144601" cy="4213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78" name="Google Shape;578;p39"/>
          <p:cNvSpPr/>
          <p:nvPr/>
        </p:nvSpPr>
        <p:spPr>
          <a:xfrm>
            <a:off x="4092363" y="5545751"/>
            <a:ext cx="343838"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579" name="Google Shape;579;p39"/>
          <p:cNvSpPr txBox="1"/>
          <p:nvPr>
            <p:ph idx="6" type="body"/>
          </p:nvPr>
        </p:nvSpPr>
        <p:spPr>
          <a:xfrm>
            <a:off x="6735481" y="5696900"/>
            <a:ext cx="2144601" cy="4213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80" name="Google Shape;580;p39"/>
          <p:cNvSpPr/>
          <p:nvPr/>
        </p:nvSpPr>
        <p:spPr>
          <a:xfrm>
            <a:off x="6721732" y="5545751"/>
            <a:ext cx="343838"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581" name="Google Shape;581;p39"/>
          <p:cNvSpPr/>
          <p:nvPr/>
        </p:nvSpPr>
        <p:spPr>
          <a:xfrm>
            <a:off x="277668" y="1709099"/>
            <a:ext cx="930264" cy="1138877"/>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582" name="Google Shape;582;p39"/>
          <p:cNvSpPr txBox="1"/>
          <p:nvPr>
            <p:ph type="title"/>
          </p:nvPr>
        </p:nvSpPr>
        <p:spPr>
          <a:xfrm>
            <a:off x="274320" y="365760"/>
            <a:ext cx="4071099"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3" name="Google Shape;583;p39"/>
          <p:cNvSpPr txBox="1"/>
          <p:nvPr>
            <p:ph idx="7" type="body"/>
          </p:nvPr>
        </p:nvSpPr>
        <p:spPr>
          <a:xfrm>
            <a:off x="1462993" y="1841182"/>
            <a:ext cx="2144601" cy="13718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84" name="Google Shape;584;p39"/>
          <p:cNvSpPr txBox="1"/>
          <p:nvPr>
            <p:ph idx="8" type="body"/>
          </p:nvPr>
        </p:nvSpPr>
        <p:spPr>
          <a:xfrm>
            <a:off x="4092362" y="1841182"/>
            <a:ext cx="2144601" cy="13718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85" name="Google Shape;585;p39"/>
          <p:cNvSpPr txBox="1"/>
          <p:nvPr>
            <p:ph idx="9" type="body"/>
          </p:nvPr>
        </p:nvSpPr>
        <p:spPr>
          <a:xfrm>
            <a:off x="6721731" y="1841182"/>
            <a:ext cx="2144601" cy="13718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86" name="Google Shape;586;p39"/>
          <p:cNvSpPr txBox="1"/>
          <p:nvPr>
            <p:ph idx="13" type="body"/>
          </p:nvPr>
        </p:nvSpPr>
        <p:spPr>
          <a:xfrm>
            <a:off x="1462993" y="4102654"/>
            <a:ext cx="2144601" cy="13718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87" name="Google Shape;587;p39"/>
          <p:cNvSpPr txBox="1"/>
          <p:nvPr>
            <p:ph idx="14" type="body"/>
          </p:nvPr>
        </p:nvSpPr>
        <p:spPr>
          <a:xfrm>
            <a:off x="4092362" y="4102654"/>
            <a:ext cx="2144601" cy="13718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88" name="Google Shape;588;p39"/>
          <p:cNvSpPr txBox="1"/>
          <p:nvPr>
            <p:ph idx="15" type="body"/>
          </p:nvPr>
        </p:nvSpPr>
        <p:spPr>
          <a:xfrm>
            <a:off x="6721731" y="4102654"/>
            <a:ext cx="2144601" cy="13718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589" name="Google Shape;589;p39"/>
          <p:cNvSpPr/>
          <p:nvPr>
            <p:ph idx="16" type="pic"/>
          </p:nvPr>
        </p:nvSpPr>
        <p:spPr>
          <a:xfrm>
            <a:off x="3121594" y="3096375"/>
            <a:ext cx="486000" cy="720000"/>
          </a:xfrm>
          <a:prstGeom prst="rect">
            <a:avLst/>
          </a:prstGeom>
          <a:solidFill>
            <a:srgbClr val="D7E0E3"/>
          </a:solidFill>
          <a:ln>
            <a:noFill/>
          </a:ln>
        </p:spPr>
      </p:sp>
      <p:sp>
        <p:nvSpPr>
          <p:cNvPr id="590" name="Google Shape;590;p39"/>
          <p:cNvSpPr/>
          <p:nvPr>
            <p:ph idx="17" type="pic"/>
          </p:nvPr>
        </p:nvSpPr>
        <p:spPr>
          <a:xfrm>
            <a:off x="5750963" y="3096375"/>
            <a:ext cx="486000" cy="720000"/>
          </a:xfrm>
          <a:prstGeom prst="rect">
            <a:avLst/>
          </a:prstGeom>
          <a:solidFill>
            <a:srgbClr val="D7E0E3"/>
          </a:solidFill>
          <a:ln>
            <a:noFill/>
          </a:ln>
        </p:spPr>
      </p:sp>
      <p:sp>
        <p:nvSpPr>
          <p:cNvPr id="591" name="Google Shape;591;p39"/>
          <p:cNvSpPr/>
          <p:nvPr>
            <p:ph idx="18" type="pic"/>
          </p:nvPr>
        </p:nvSpPr>
        <p:spPr>
          <a:xfrm>
            <a:off x="8380332" y="3096375"/>
            <a:ext cx="486000" cy="720000"/>
          </a:xfrm>
          <a:prstGeom prst="rect">
            <a:avLst/>
          </a:prstGeom>
          <a:solidFill>
            <a:srgbClr val="D7E0E3"/>
          </a:solidFill>
          <a:ln>
            <a:noFill/>
          </a:ln>
        </p:spPr>
      </p:sp>
      <p:sp>
        <p:nvSpPr>
          <p:cNvPr id="592" name="Google Shape;592;p39"/>
          <p:cNvSpPr/>
          <p:nvPr>
            <p:ph idx="19" type="pic"/>
          </p:nvPr>
        </p:nvSpPr>
        <p:spPr>
          <a:xfrm>
            <a:off x="3121594" y="5357847"/>
            <a:ext cx="486000" cy="720000"/>
          </a:xfrm>
          <a:prstGeom prst="rect">
            <a:avLst/>
          </a:prstGeom>
          <a:solidFill>
            <a:srgbClr val="D7E0E3"/>
          </a:solidFill>
          <a:ln>
            <a:noFill/>
          </a:ln>
        </p:spPr>
      </p:sp>
      <p:sp>
        <p:nvSpPr>
          <p:cNvPr id="593" name="Google Shape;593;p39"/>
          <p:cNvSpPr/>
          <p:nvPr>
            <p:ph idx="20" type="pic"/>
          </p:nvPr>
        </p:nvSpPr>
        <p:spPr>
          <a:xfrm>
            <a:off x="5750963" y="5357847"/>
            <a:ext cx="486000" cy="720000"/>
          </a:xfrm>
          <a:prstGeom prst="rect">
            <a:avLst/>
          </a:prstGeom>
          <a:solidFill>
            <a:srgbClr val="D7E0E3"/>
          </a:solidFill>
          <a:ln>
            <a:noFill/>
          </a:ln>
        </p:spPr>
      </p:sp>
      <p:sp>
        <p:nvSpPr>
          <p:cNvPr id="594" name="Google Shape;594;p39"/>
          <p:cNvSpPr/>
          <p:nvPr>
            <p:ph idx="21" type="pic"/>
          </p:nvPr>
        </p:nvSpPr>
        <p:spPr>
          <a:xfrm>
            <a:off x="8380332" y="5357847"/>
            <a:ext cx="486000" cy="720000"/>
          </a:xfrm>
          <a:prstGeom prst="rect">
            <a:avLst/>
          </a:prstGeom>
          <a:solidFill>
            <a:srgbClr val="D7E0E3"/>
          </a:solidFill>
          <a:ln>
            <a:noFill/>
          </a:ln>
        </p:spPr>
      </p:sp>
      <p:sp>
        <p:nvSpPr>
          <p:cNvPr id="595" name="Google Shape;595;p39"/>
          <p:cNvSpPr txBox="1"/>
          <p:nvPr/>
        </p:nvSpPr>
        <p:spPr>
          <a:xfrm>
            <a:off x="378619" y="1485900"/>
            <a:ext cx="685800" cy="914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12450"/>
              <a:buFont typeface="Arial"/>
              <a:buNone/>
            </a:pPr>
            <a:r>
              <a:rPr lang="en-US" sz="12450">
                <a:solidFill>
                  <a:schemeClr val="lt1"/>
                </a:solidFill>
                <a:latin typeface="Arial"/>
                <a:ea typeface="Arial"/>
                <a:cs typeface="Arial"/>
                <a:sym typeface="Arial"/>
              </a:rPr>
              <a:t>“</a:t>
            </a:r>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imonials 4 content">
  <p:cSld name="Testimonials 4 content">
    <p:spTree>
      <p:nvGrpSpPr>
        <p:cNvPr id="596" name="Shape 596"/>
        <p:cNvGrpSpPr/>
        <p:nvPr/>
      </p:nvGrpSpPr>
      <p:grpSpPr>
        <a:xfrm>
          <a:off x="0" y="0"/>
          <a:ext cx="0" cy="0"/>
          <a:chOff x="0" y="0"/>
          <a:chExt cx="0" cy="0"/>
        </a:xfrm>
      </p:grpSpPr>
      <p:sp>
        <p:nvSpPr>
          <p:cNvPr id="597" name="Google Shape;597;p40"/>
          <p:cNvSpPr/>
          <p:nvPr/>
        </p:nvSpPr>
        <p:spPr>
          <a:xfrm>
            <a:off x="277668" y="1709099"/>
            <a:ext cx="930264" cy="1138877"/>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598" name="Google Shape;598;p40"/>
          <p:cNvSpPr txBox="1"/>
          <p:nvPr>
            <p:ph type="title"/>
          </p:nvPr>
        </p:nvSpPr>
        <p:spPr>
          <a:xfrm>
            <a:off x="274320" y="365760"/>
            <a:ext cx="4071099"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9" name="Google Shape;599;p40"/>
          <p:cNvSpPr txBox="1"/>
          <p:nvPr>
            <p:ph idx="1" type="body"/>
          </p:nvPr>
        </p:nvSpPr>
        <p:spPr>
          <a:xfrm>
            <a:off x="1462992" y="1841182"/>
            <a:ext cx="3510000" cy="13718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00" name="Google Shape;600;p40"/>
          <p:cNvSpPr txBox="1"/>
          <p:nvPr>
            <p:ph idx="2" type="body"/>
          </p:nvPr>
        </p:nvSpPr>
        <p:spPr>
          <a:xfrm>
            <a:off x="5356805" y="1841182"/>
            <a:ext cx="3510000" cy="13718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01" name="Google Shape;601;p40"/>
          <p:cNvSpPr txBox="1"/>
          <p:nvPr>
            <p:ph idx="3" type="body"/>
          </p:nvPr>
        </p:nvSpPr>
        <p:spPr>
          <a:xfrm>
            <a:off x="1462992" y="4102654"/>
            <a:ext cx="3510000" cy="13718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02" name="Google Shape;602;p40"/>
          <p:cNvSpPr txBox="1"/>
          <p:nvPr>
            <p:ph idx="4" type="body"/>
          </p:nvPr>
        </p:nvSpPr>
        <p:spPr>
          <a:xfrm>
            <a:off x="5356805" y="4102654"/>
            <a:ext cx="3510000" cy="13718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03" name="Google Shape;603;p40"/>
          <p:cNvSpPr txBox="1"/>
          <p:nvPr>
            <p:ph idx="5" type="body"/>
          </p:nvPr>
        </p:nvSpPr>
        <p:spPr>
          <a:xfrm>
            <a:off x="1462993" y="3439475"/>
            <a:ext cx="3496250" cy="4213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04" name="Google Shape;604;p40"/>
          <p:cNvSpPr/>
          <p:nvPr/>
        </p:nvSpPr>
        <p:spPr>
          <a:xfrm>
            <a:off x="1449244" y="3288326"/>
            <a:ext cx="343838"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605" name="Google Shape;605;p40"/>
          <p:cNvSpPr txBox="1"/>
          <p:nvPr>
            <p:ph idx="6" type="body"/>
          </p:nvPr>
        </p:nvSpPr>
        <p:spPr>
          <a:xfrm>
            <a:off x="5370555" y="3439475"/>
            <a:ext cx="3496250" cy="4213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06" name="Google Shape;606;p40"/>
          <p:cNvSpPr/>
          <p:nvPr/>
        </p:nvSpPr>
        <p:spPr>
          <a:xfrm>
            <a:off x="5356806" y="3288326"/>
            <a:ext cx="343838"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607" name="Google Shape;607;p40"/>
          <p:cNvSpPr txBox="1"/>
          <p:nvPr>
            <p:ph idx="7" type="body"/>
          </p:nvPr>
        </p:nvSpPr>
        <p:spPr>
          <a:xfrm>
            <a:off x="1462993" y="5696900"/>
            <a:ext cx="3496250" cy="4213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08" name="Google Shape;608;p40"/>
          <p:cNvSpPr/>
          <p:nvPr/>
        </p:nvSpPr>
        <p:spPr>
          <a:xfrm>
            <a:off x="1449244" y="5545751"/>
            <a:ext cx="343838"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609" name="Google Shape;609;p40"/>
          <p:cNvSpPr txBox="1"/>
          <p:nvPr>
            <p:ph idx="8" type="body"/>
          </p:nvPr>
        </p:nvSpPr>
        <p:spPr>
          <a:xfrm>
            <a:off x="5370555" y="5696900"/>
            <a:ext cx="3496250" cy="4213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10" name="Google Shape;610;p40"/>
          <p:cNvSpPr/>
          <p:nvPr/>
        </p:nvSpPr>
        <p:spPr>
          <a:xfrm>
            <a:off x="5356806" y="5545751"/>
            <a:ext cx="343838"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611" name="Google Shape;611;p40"/>
          <p:cNvSpPr txBox="1"/>
          <p:nvPr/>
        </p:nvSpPr>
        <p:spPr>
          <a:xfrm>
            <a:off x="378619" y="1485900"/>
            <a:ext cx="685800" cy="914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12450"/>
              <a:buFont typeface="Arial"/>
              <a:buNone/>
            </a:pPr>
            <a:r>
              <a:rPr lang="en-US" sz="12450">
                <a:solidFill>
                  <a:schemeClr val="lt1"/>
                </a:solidFill>
                <a:latin typeface="Arial"/>
                <a:ea typeface="Arial"/>
                <a:cs typeface="Arial"/>
                <a:sym typeface="Arial"/>
              </a:rPr>
              <a:t>“</a:t>
            </a:r>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imonials 4 content with Image">
  <p:cSld name="Testimonials 4 content with Image">
    <p:spTree>
      <p:nvGrpSpPr>
        <p:cNvPr id="612" name="Shape 612"/>
        <p:cNvGrpSpPr/>
        <p:nvPr/>
      </p:nvGrpSpPr>
      <p:grpSpPr>
        <a:xfrm>
          <a:off x="0" y="0"/>
          <a:ext cx="0" cy="0"/>
          <a:chOff x="0" y="0"/>
          <a:chExt cx="0" cy="0"/>
        </a:xfrm>
      </p:grpSpPr>
      <p:sp>
        <p:nvSpPr>
          <p:cNvPr id="613" name="Google Shape;613;p41"/>
          <p:cNvSpPr txBox="1"/>
          <p:nvPr>
            <p:ph idx="1" type="body"/>
          </p:nvPr>
        </p:nvSpPr>
        <p:spPr>
          <a:xfrm>
            <a:off x="1462992" y="1841182"/>
            <a:ext cx="3510000" cy="13718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14" name="Google Shape;614;p41"/>
          <p:cNvSpPr txBox="1"/>
          <p:nvPr>
            <p:ph idx="2" type="body"/>
          </p:nvPr>
        </p:nvSpPr>
        <p:spPr>
          <a:xfrm>
            <a:off x="5356805" y="1841182"/>
            <a:ext cx="3510000" cy="13718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15" name="Google Shape;615;p41"/>
          <p:cNvSpPr txBox="1"/>
          <p:nvPr>
            <p:ph idx="3" type="body"/>
          </p:nvPr>
        </p:nvSpPr>
        <p:spPr>
          <a:xfrm>
            <a:off x="1462992" y="4102654"/>
            <a:ext cx="3510000" cy="13718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16" name="Google Shape;616;p41"/>
          <p:cNvSpPr txBox="1"/>
          <p:nvPr>
            <p:ph idx="4" type="body"/>
          </p:nvPr>
        </p:nvSpPr>
        <p:spPr>
          <a:xfrm>
            <a:off x="5356805" y="4102654"/>
            <a:ext cx="3510000" cy="13718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17" name="Google Shape;617;p41"/>
          <p:cNvSpPr/>
          <p:nvPr>
            <p:ph idx="5" type="pic"/>
          </p:nvPr>
        </p:nvSpPr>
        <p:spPr>
          <a:xfrm>
            <a:off x="1462992" y="3096375"/>
            <a:ext cx="486000" cy="720000"/>
          </a:xfrm>
          <a:prstGeom prst="rect">
            <a:avLst/>
          </a:prstGeom>
          <a:solidFill>
            <a:srgbClr val="D7E0E3"/>
          </a:solidFill>
          <a:ln>
            <a:noFill/>
          </a:ln>
        </p:spPr>
      </p:sp>
      <p:sp>
        <p:nvSpPr>
          <p:cNvPr id="618" name="Google Shape;618;p41"/>
          <p:cNvSpPr/>
          <p:nvPr>
            <p:ph idx="6" type="pic"/>
          </p:nvPr>
        </p:nvSpPr>
        <p:spPr>
          <a:xfrm>
            <a:off x="5356805" y="3096375"/>
            <a:ext cx="486000" cy="720000"/>
          </a:xfrm>
          <a:prstGeom prst="rect">
            <a:avLst/>
          </a:prstGeom>
          <a:solidFill>
            <a:srgbClr val="D7E0E3"/>
          </a:solidFill>
          <a:ln>
            <a:noFill/>
          </a:ln>
        </p:spPr>
      </p:sp>
      <p:sp>
        <p:nvSpPr>
          <p:cNvPr id="619" name="Google Shape;619;p41"/>
          <p:cNvSpPr/>
          <p:nvPr>
            <p:ph idx="7" type="pic"/>
          </p:nvPr>
        </p:nvSpPr>
        <p:spPr>
          <a:xfrm>
            <a:off x="1462992" y="5357847"/>
            <a:ext cx="486000" cy="720000"/>
          </a:xfrm>
          <a:prstGeom prst="rect">
            <a:avLst/>
          </a:prstGeom>
          <a:solidFill>
            <a:srgbClr val="D7E0E3"/>
          </a:solidFill>
          <a:ln>
            <a:noFill/>
          </a:ln>
        </p:spPr>
      </p:sp>
      <p:sp>
        <p:nvSpPr>
          <p:cNvPr id="620" name="Google Shape;620;p41"/>
          <p:cNvSpPr/>
          <p:nvPr>
            <p:ph idx="8" type="pic"/>
          </p:nvPr>
        </p:nvSpPr>
        <p:spPr>
          <a:xfrm>
            <a:off x="5356805" y="5357847"/>
            <a:ext cx="486000" cy="720000"/>
          </a:xfrm>
          <a:prstGeom prst="rect">
            <a:avLst/>
          </a:prstGeom>
          <a:solidFill>
            <a:srgbClr val="D7E0E3"/>
          </a:solidFill>
          <a:ln>
            <a:noFill/>
          </a:ln>
        </p:spPr>
      </p:sp>
      <p:sp>
        <p:nvSpPr>
          <p:cNvPr id="621" name="Google Shape;621;p41"/>
          <p:cNvSpPr/>
          <p:nvPr/>
        </p:nvSpPr>
        <p:spPr>
          <a:xfrm>
            <a:off x="277668" y="1709099"/>
            <a:ext cx="930264" cy="1138877"/>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622" name="Google Shape;622;p41"/>
          <p:cNvSpPr txBox="1"/>
          <p:nvPr>
            <p:ph type="title"/>
          </p:nvPr>
        </p:nvSpPr>
        <p:spPr>
          <a:xfrm>
            <a:off x="274320" y="365760"/>
            <a:ext cx="4071099"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3" name="Google Shape;623;p41"/>
          <p:cNvSpPr txBox="1"/>
          <p:nvPr>
            <p:ph idx="9" type="body"/>
          </p:nvPr>
        </p:nvSpPr>
        <p:spPr>
          <a:xfrm>
            <a:off x="2039071" y="3439475"/>
            <a:ext cx="2933922" cy="4213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24" name="Google Shape;624;p41"/>
          <p:cNvSpPr/>
          <p:nvPr/>
        </p:nvSpPr>
        <p:spPr>
          <a:xfrm>
            <a:off x="2025322" y="3288326"/>
            <a:ext cx="343838"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625" name="Google Shape;625;p41"/>
          <p:cNvSpPr txBox="1"/>
          <p:nvPr>
            <p:ph idx="13" type="body"/>
          </p:nvPr>
        </p:nvSpPr>
        <p:spPr>
          <a:xfrm>
            <a:off x="5946633" y="3439475"/>
            <a:ext cx="2933922" cy="4213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26" name="Google Shape;626;p41"/>
          <p:cNvSpPr/>
          <p:nvPr/>
        </p:nvSpPr>
        <p:spPr>
          <a:xfrm>
            <a:off x="5932884" y="3288326"/>
            <a:ext cx="343838"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627" name="Google Shape;627;p41"/>
          <p:cNvSpPr txBox="1"/>
          <p:nvPr>
            <p:ph idx="14" type="body"/>
          </p:nvPr>
        </p:nvSpPr>
        <p:spPr>
          <a:xfrm>
            <a:off x="2039071" y="5696900"/>
            <a:ext cx="2933922" cy="4213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28" name="Google Shape;628;p41"/>
          <p:cNvSpPr/>
          <p:nvPr/>
        </p:nvSpPr>
        <p:spPr>
          <a:xfrm>
            <a:off x="2025322" y="5545751"/>
            <a:ext cx="343838"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629" name="Google Shape;629;p41"/>
          <p:cNvSpPr txBox="1"/>
          <p:nvPr>
            <p:ph idx="15" type="body"/>
          </p:nvPr>
        </p:nvSpPr>
        <p:spPr>
          <a:xfrm>
            <a:off x="5946633" y="5696900"/>
            <a:ext cx="2933922" cy="4213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30" name="Google Shape;630;p41"/>
          <p:cNvSpPr/>
          <p:nvPr/>
        </p:nvSpPr>
        <p:spPr>
          <a:xfrm>
            <a:off x="5932884" y="5545751"/>
            <a:ext cx="343838"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631" name="Google Shape;631;p41"/>
          <p:cNvSpPr txBox="1"/>
          <p:nvPr/>
        </p:nvSpPr>
        <p:spPr>
          <a:xfrm>
            <a:off x="378619" y="1485900"/>
            <a:ext cx="685800" cy="914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12450"/>
              <a:buFont typeface="Arial"/>
              <a:buNone/>
            </a:pPr>
            <a:r>
              <a:rPr lang="en-US" sz="12450">
                <a:solidFill>
                  <a:schemeClr val="lt1"/>
                </a:solidFill>
                <a:latin typeface="Arial"/>
                <a:ea typeface="Arial"/>
                <a:cs typeface="Arial"/>
                <a:sym typeface="Arial"/>
              </a:rPr>
              <a:t>“</a:t>
            </a:r>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with chart and image">
  <p:cSld name="Three Content with chart and image">
    <p:spTree>
      <p:nvGrpSpPr>
        <p:cNvPr id="632" name="Shape 632"/>
        <p:cNvGrpSpPr/>
        <p:nvPr/>
      </p:nvGrpSpPr>
      <p:grpSpPr>
        <a:xfrm>
          <a:off x="0" y="0"/>
          <a:ext cx="0" cy="0"/>
          <a:chOff x="0" y="0"/>
          <a:chExt cx="0" cy="0"/>
        </a:xfrm>
      </p:grpSpPr>
      <p:sp>
        <p:nvSpPr>
          <p:cNvPr id="633" name="Google Shape;633;p42"/>
          <p:cNvSpPr/>
          <p:nvPr/>
        </p:nvSpPr>
        <p:spPr>
          <a:xfrm>
            <a:off x="4685356" y="1561381"/>
            <a:ext cx="4458644" cy="4684144"/>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634" name="Google Shape;634;p42"/>
          <p:cNvSpPr txBox="1"/>
          <p:nvPr>
            <p:ph idx="1" type="body"/>
          </p:nvPr>
        </p:nvSpPr>
        <p:spPr>
          <a:xfrm>
            <a:off x="274082" y="4826001"/>
            <a:ext cx="4068375" cy="1257301"/>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35" name="Google Shape;635;p42"/>
          <p:cNvSpPr txBox="1"/>
          <p:nvPr>
            <p:ph idx="2" type="body"/>
          </p:nvPr>
        </p:nvSpPr>
        <p:spPr>
          <a:xfrm>
            <a:off x="274081" y="4445154"/>
            <a:ext cx="4071338" cy="288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36" name="Google Shape;636;p42"/>
          <p:cNvSpPr txBox="1"/>
          <p:nvPr>
            <p:ph type="title"/>
          </p:nvPr>
        </p:nvSpPr>
        <p:spPr>
          <a:xfrm>
            <a:off x="274320" y="365760"/>
            <a:ext cx="4071099"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7" name="Google Shape;637;p42"/>
          <p:cNvSpPr txBox="1"/>
          <p:nvPr>
            <p:ph idx="3" type="body"/>
          </p:nvPr>
        </p:nvSpPr>
        <p:spPr>
          <a:xfrm>
            <a:off x="4906279" y="3881887"/>
            <a:ext cx="1863000" cy="2212843"/>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38" name="Google Shape;638;p42"/>
          <p:cNvSpPr txBox="1"/>
          <p:nvPr>
            <p:ph idx="4" type="body"/>
          </p:nvPr>
        </p:nvSpPr>
        <p:spPr>
          <a:xfrm>
            <a:off x="4906280" y="1828800"/>
            <a:ext cx="3960638" cy="288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39" name="Google Shape;639;p42"/>
          <p:cNvSpPr txBox="1"/>
          <p:nvPr>
            <p:ph idx="5" type="body"/>
          </p:nvPr>
        </p:nvSpPr>
        <p:spPr>
          <a:xfrm>
            <a:off x="7109217" y="2280762"/>
            <a:ext cx="1757701" cy="3813968"/>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40" name="Google Shape;640;p42"/>
          <p:cNvSpPr txBox="1"/>
          <p:nvPr>
            <p:ph idx="6" type="body"/>
          </p:nvPr>
        </p:nvSpPr>
        <p:spPr>
          <a:xfrm>
            <a:off x="273844" y="1828800"/>
            <a:ext cx="4071575" cy="225138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41" name="Google Shape;641;p42"/>
          <p:cNvSpPr txBox="1"/>
          <p:nvPr/>
        </p:nvSpPr>
        <p:spPr>
          <a:xfrm>
            <a:off x="8524494" y="6317731"/>
            <a:ext cx="342900" cy="274637"/>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642" name="Google Shape;642;p42"/>
          <p:cNvSpPr/>
          <p:nvPr>
            <p:ph idx="7" type="pic"/>
          </p:nvPr>
        </p:nvSpPr>
        <p:spPr>
          <a:xfrm>
            <a:off x="4906566" y="2208213"/>
            <a:ext cx="1862714" cy="1509712"/>
          </a:xfrm>
          <a:prstGeom prst="rect">
            <a:avLst/>
          </a:prstGeom>
          <a:solidFill>
            <a:srgbClr val="D7E0E3"/>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tent with Image Option 1">
  <p:cSld name="Four Content with Image Option 1">
    <p:spTree>
      <p:nvGrpSpPr>
        <p:cNvPr id="643" name="Shape 643"/>
        <p:cNvGrpSpPr/>
        <p:nvPr/>
      </p:nvGrpSpPr>
      <p:grpSpPr>
        <a:xfrm>
          <a:off x="0" y="0"/>
          <a:ext cx="0" cy="0"/>
          <a:chOff x="0" y="0"/>
          <a:chExt cx="0" cy="0"/>
        </a:xfrm>
      </p:grpSpPr>
      <p:sp>
        <p:nvSpPr>
          <p:cNvPr id="644" name="Google Shape;644;p43"/>
          <p:cNvSpPr/>
          <p:nvPr/>
        </p:nvSpPr>
        <p:spPr>
          <a:xfrm>
            <a:off x="273844" y="1828800"/>
            <a:ext cx="1976400" cy="33909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645" name="Google Shape;645;p43"/>
          <p:cNvSpPr/>
          <p:nvPr/>
        </p:nvSpPr>
        <p:spPr>
          <a:xfrm>
            <a:off x="2479719" y="1828800"/>
            <a:ext cx="1976400" cy="33909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646" name="Google Shape;646;p43"/>
          <p:cNvSpPr txBox="1"/>
          <p:nvPr>
            <p:ph idx="1" type="body"/>
          </p:nvPr>
        </p:nvSpPr>
        <p:spPr>
          <a:xfrm>
            <a:off x="384544" y="2691443"/>
            <a:ext cx="1755000" cy="2394908"/>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47" name="Google Shape;647;p43"/>
          <p:cNvSpPr txBox="1"/>
          <p:nvPr>
            <p:ph idx="2" type="body"/>
          </p:nvPr>
        </p:nvSpPr>
        <p:spPr>
          <a:xfrm>
            <a:off x="2590419" y="2691443"/>
            <a:ext cx="1755000" cy="2394908"/>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48" name="Google Shape;648;p43"/>
          <p:cNvSpPr txBox="1"/>
          <p:nvPr>
            <p:ph idx="3" type="body"/>
          </p:nvPr>
        </p:nvSpPr>
        <p:spPr>
          <a:xfrm>
            <a:off x="4796057" y="3530601"/>
            <a:ext cx="1863000" cy="2530077"/>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49" name="Google Shape;649;p43"/>
          <p:cNvSpPr txBox="1"/>
          <p:nvPr>
            <p:ph idx="4" type="body"/>
          </p:nvPr>
        </p:nvSpPr>
        <p:spPr>
          <a:xfrm>
            <a:off x="384544" y="2040256"/>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50" name="Google Shape;650;p43"/>
          <p:cNvSpPr txBox="1"/>
          <p:nvPr>
            <p:ph idx="5" type="body"/>
          </p:nvPr>
        </p:nvSpPr>
        <p:spPr>
          <a:xfrm>
            <a:off x="2590419" y="2040256"/>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51" name="Google Shape;651;p43"/>
          <p:cNvSpPr txBox="1"/>
          <p:nvPr>
            <p:ph idx="6" type="body"/>
          </p:nvPr>
        </p:nvSpPr>
        <p:spPr>
          <a:xfrm>
            <a:off x="4796057" y="2894966"/>
            <a:ext cx="1863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52" name="Google Shape;652;p43"/>
          <p:cNvSpPr txBox="1"/>
          <p:nvPr>
            <p:ph idx="7" type="body"/>
          </p:nvPr>
        </p:nvSpPr>
        <p:spPr>
          <a:xfrm>
            <a:off x="7001694" y="3530601"/>
            <a:ext cx="1863000" cy="2530077"/>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53" name="Google Shape;653;p43"/>
          <p:cNvSpPr txBox="1"/>
          <p:nvPr>
            <p:ph idx="8" type="body"/>
          </p:nvPr>
        </p:nvSpPr>
        <p:spPr>
          <a:xfrm>
            <a:off x="7001694" y="2894966"/>
            <a:ext cx="1863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54" name="Google Shape;654;p43"/>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5" name="Google Shape;655;p43"/>
          <p:cNvSpPr/>
          <p:nvPr>
            <p:ph idx="9" type="pic"/>
          </p:nvPr>
        </p:nvSpPr>
        <p:spPr>
          <a:xfrm>
            <a:off x="4796056" y="2"/>
            <a:ext cx="4071719" cy="2415394"/>
          </a:xfrm>
          <a:prstGeom prst="rect">
            <a:avLst/>
          </a:prstGeom>
          <a:solidFill>
            <a:srgbClr val="D7E0E3"/>
          </a:solidFill>
          <a:ln>
            <a:noFill/>
          </a:ln>
        </p:spPr>
      </p:sp>
      <p:sp>
        <p:nvSpPr>
          <p:cNvPr id="656" name="Google Shape;656;p43"/>
          <p:cNvSpPr txBox="1"/>
          <p:nvPr>
            <p:ph idx="13" type="body"/>
          </p:nvPr>
        </p:nvSpPr>
        <p:spPr>
          <a:xfrm>
            <a:off x="274320" y="5543550"/>
            <a:ext cx="4181799" cy="53721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39">
          <p15:clr>
            <a:srgbClr val="FBAE40"/>
          </p15:clr>
        </p15:guide>
        <p15:guide id="6" orient="horz" pos="3832">
          <p15:clr>
            <a:srgbClr val="FBAE40"/>
          </p15:clr>
        </p15:guide>
        <p15:guide id="7" orient="horz" pos="4148">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tent with Numbered and Image Option 2">
  <p:cSld name="Four Content with Numbered and Image Option 2">
    <p:spTree>
      <p:nvGrpSpPr>
        <p:cNvPr id="657" name="Shape 657"/>
        <p:cNvGrpSpPr/>
        <p:nvPr/>
      </p:nvGrpSpPr>
      <p:grpSpPr>
        <a:xfrm>
          <a:off x="0" y="0"/>
          <a:ext cx="0" cy="0"/>
          <a:chOff x="0" y="0"/>
          <a:chExt cx="0" cy="0"/>
        </a:xfrm>
      </p:grpSpPr>
      <p:sp>
        <p:nvSpPr>
          <p:cNvPr id="658" name="Google Shape;658;p44"/>
          <p:cNvSpPr/>
          <p:nvPr/>
        </p:nvSpPr>
        <p:spPr>
          <a:xfrm>
            <a:off x="4687118" y="2669777"/>
            <a:ext cx="1976400" cy="33909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659" name="Google Shape;659;p44"/>
          <p:cNvSpPr/>
          <p:nvPr/>
        </p:nvSpPr>
        <p:spPr>
          <a:xfrm>
            <a:off x="6893756" y="2669777"/>
            <a:ext cx="1976400" cy="33909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660" name="Google Shape;660;p44"/>
          <p:cNvSpPr/>
          <p:nvPr/>
        </p:nvSpPr>
        <p:spPr>
          <a:xfrm>
            <a:off x="273844" y="2669777"/>
            <a:ext cx="1976400" cy="33909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661" name="Google Shape;661;p44"/>
          <p:cNvSpPr/>
          <p:nvPr/>
        </p:nvSpPr>
        <p:spPr>
          <a:xfrm>
            <a:off x="2480481" y="2669777"/>
            <a:ext cx="1976400" cy="33909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662" name="Google Shape;662;p44"/>
          <p:cNvSpPr txBox="1"/>
          <p:nvPr>
            <p:ph idx="1" type="body"/>
          </p:nvPr>
        </p:nvSpPr>
        <p:spPr>
          <a:xfrm>
            <a:off x="384544" y="4066471"/>
            <a:ext cx="1755000" cy="1860857"/>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63" name="Google Shape;663;p44"/>
          <p:cNvSpPr txBox="1"/>
          <p:nvPr>
            <p:ph idx="2" type="body"/>
          </p:nvPr>
        </p:nvSpPr>
        <p:spPr>
          <a:xfrm>
            <a:off x="2590419" y="4066471"/>
            <a:ext cx="1755000" cy="1860857"/>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64" name="Google Shape;664;p44"/>
          <p:cNvSpPr txBox="1"/>
          <p:nvPr>
            <p:ph idx="3" type="body"/>
          </p:nvPr>
        </p:nvSpPr>
        <p:spPr>
          <a:xfrm>
            <a:off x="4797818" y="4067175"/>
            <a:ext cx="1755000" cy="1860152"/>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65" name="Google Shape;665;p44"/>
          <p:cNvSpPr txBox="1"/>
          <p:nvPr>
            <p:ph idx="4" type="body"/>
          </p:nvPr>
        </p:nvSpPr>
        <p:spPr>
          <a:xfrm>
            <a:off x="384544" y="3416232"/>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66" name="Google Shape;666;p44"/>
          <p:cNvSpPr txBox="1"/>
          <p:nvPr>
            <p:ph idx="5" type="body"/>
          </p:nvPr>
        </p:nvSpPr>
        <p:spPr>
          <a:xfrm>
            <a:off x="2590419" y="3416232"/>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67" name="Google Shape;667;p44"/>
          <p:cNvSpPr txBox="1"/>
          <p:nvPr>
            <p:ph idx="6" type="body"/>
          </p:nvPr>
        </p:nvSpPr>
        <p:spPr>
          <a:xfrm>
            <a:off x="4797818" y="3416232"/>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68" name="Google Shape;668;p44"/>
          <p:cNvSpPr txBox="1"/>
          <p:nvPr>
            <p:ph idx="7" type="body"/>
          </p:nvPr>
        </p:nvSpPr>
        <p:spPr>
          <a:xfrm>
            <a:off x="7004456" y="4067175"/>
            <a:ext cx="1755000" cy="1860152"/>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69" name="Google Shape;669;p44"/>
          <p:cNvSpPr txBox="1"/>
          <p:nvPr>
            <p:ph idx="8" type="body"/>
          </p:nvPr>
        </p:nvSpPr>
        <p:spPr>
          <a:xfrm>
            <a:off x="7004456" y="3416232"/>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70" name="Google Shape;670;p44"/>
          <p:cNvSpPr txBox="1"/>
          <p:nvPr>
            <p:ph type="title"/>
          </p:nvPr>
        </p:nvSpPr>
        <p:spPr>
          <a:xfrm>
            <a:off x="274320" y="365760"/>
            <a:ext cx="4181799"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1" name="Google Shape;671;p44"/>
          <p:cNvSpPr/>
          <p:nvPr>
            <p:ph idx="9" type="pic"/>
          </p:nvPr>
        </p:nvSpPr>
        <p:spPr>
          <a:xfrm>
            <a:off x="4796056" y="2"/>
            <a:ext cx="4071719" cy="2415394"/>
          </a:xfrm>
          <a:prstGeom prst="rect">
            <a:avLst/>
          </a:prstGeom>
          <a:solidFill>
            <a:srgbClr val="D7E0E3"/>
          </a:solidFill>
          <a:ln>
            <a:noFill/>
          </a:ln>
        </p:spPr>
      </p:sp>
      <p:sp>
        <p:nvSpPr>
          <p:cNvPr id="672" name="Google Shape;672;p44"/>
          <p:cNvSpPr txBox="1"/>
          <p:nvPr/>
        </p:nvSpPr>
        <p:spPr>
          <a:xfrm>
            <a:off x="1832363" y="5490616"/>
            <a:ext cx="468077" cy="55399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3600"/>
              <a:buFont typeface="Arial"/>
              <a:buNone/>
            </a:pPr>
            <a:r>
              <a:rPr b="1" lang="en-US" sz="3600">
                <a:solidFill>
                  <a:schemeClr val="lt1"/>
                </a:solidFill>
                <a:latin typeface="Arial"/>
                <a:ea typeface="Arial"/>
                <a:cs typeface="Arial"/>
                <a:sym typeface="Arial"/>
              </a:rPr>
              <a:t>01</a:t>
            </a:r>
            <a:endParaRPr/>
          </a:p>
        </p:txBody>
      </p:sp>
      <p:sp>
        <p:nvSpPr>
          <p:cNvPr id="673" name="Google Shape;673;p44"/>
          <p:cNvSpPr txBox="1"/>
          <p:nvPr/>
        </p:nvSpPr>
        <p:spPr>
          <a:xfrm>
            <a:off x="3996058" y="5490616"/>
            <a:ext cx="468077" cy="55399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3600"/>
              <a:buFont typeface="Arial"/>
              <a:buNone/>
            </a:pPr>
            <a:r>
              <a:rPr b="1" lang="en-US" sz="3600">
                <a:solidFill>
                  <a:schemeClr val="lt1"/>
                </a:solidFill>
                <a:latin typeface="Arial"/>
                <a:ea typeface="Arial"/>
                <a:cs typeface="Arial"/>
                <a:sym typeface="Arial"/>
              </a:rPr>
              <a:t>02</a:t>
            </a:r>
            <a:endParaRPr/>
          </a:p>
        </p:txBody>
      </p:sp>
      <p:sp>
        <p:nvSpPr>
          <p:cNvPr id="674" name="Google Shape;674;p44"/>
          <p:cNvSpPr txBox="1"/>
          <p:nvPr/>
        </p:nvSpPr>
        <p:spPr>
          <a:xfrm>
            <a:off x="6190010" y="5490616"/>
            <a:ext cx="468077" cy="55399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3600"/>
              <a:buFont typeface="Arial"/>
              <a:buNone/>
            </a:pPr>
            <a:r>
              <a:rPr b="1" lang="en-US" sz="3600">
                <a:solidFill>
                  <a:schemeClr val="lt1"/>
                </a:solidFill>
                <a:latin typeface="Arial"/>
                <a:ea typeface="Arial"/>
                <a:cs typeface="Arial"/>
                <a:sym typeface="Arial"/>
              </a:rPr>
              <a:t>03</a:t>
            </a:r>
            <a:endParaRPr/>
          </a:p>
        </p:txBody>
      </p:sp>
      <p:sp>
        <p:nvSpPr>
          <p:cNvPr id="675" name="Google Shape;675;p44"/>
          <p:cNvSpPr txBox="1"/>
          <p:nvPr/>
        </p:nvSpPr>
        <p:spPr>
          <a:xfrm>
            <a:off x="8396648" y="5490616"/>
            <a:ext cx="468077" cy="55399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3600"/>
              <a:buFont typeface="Arial"/>
              <a:buNone/>
            </a:pPr>
            <a:r>
              <a:rPr b="1" lang="en-US" sz="3600">
                <a:solidFill>
                  <a:schemeClr val="lt1"/>
                </a:solidFill>
                <a:latin typeface="Arial"/>
                <a:ea typeface="Arial"/>
                <a:cs typeface="Arial"/>
                <a:sym typeface="Arial"/>
              </a:rPr>
              <a:t>04</a:t>
            </a:r>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39">
          <p15:clr>
            <a:srgbClr val="FBAE40"/>
          </p15:clr>
        </p15:guide>
        <p15:guide id="6" orient="horz" pos="3832">
          <p15:clr>
            <a:srgbClr val="FBAE40"/>
          </p15:clr>
        </p15:guide>
        <p15:guide id="7" orient="horz" pos="4269">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tent with Map Option 1">
  <p:cSld name="Four Content with Map Option 1">
    <p:spTree>
      <p:nvGrpSpPr>
        <p:cNvPr id="676" name="Shape 676"/>
        <p:cNvGrpSpPr/>
        <p:nvPr/>
      </p:nvGrpSpPr>
      <p:grpSpPr>
        <a:xfrm>
          <a:off x="0" y="0"/>
          <a:ext cx="0" cy="0"/>
          <a:chOff x="0" y="0"/>
          <a:chExt cx="0" cy="0"/>
        </a:xfrm>
      </p:grpSpPr>
      <p:sp>
        <p:nvSpPr>
          <p:cNvPr id="677" name="Google Shape;677;p45"/>
          <p:cNvSpPr/>
          <p:nvPr/>
        </p:nvSpPr>
        <p:spPr>
          <a:xfrm>
            <a:off x="4685356" y="1"/>
            <a:ext cx="4458644" cy="6857999"/>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678" name="Google Shape;678;p45"/>
          <p:cNvSpPr txBox="1"/>
          <p:nvPr>
            <p:ph idx="1" type="body"/>
          </p:nvPr>
        </p:nvSpPr>
        <p:spPr>
          <a:xfrm>
            <a:off x="273844" y="5067300"/>
            <a:ext cx="4071575" cy="101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79" name="Google Shape;679;p45"/>
          <p:cNvSpPr txBox="1"/>
          <p:nvPr>
            <p:ph idx="2" type="body"/>
          </p:nvPr>
        </p:nvSpPr>
        <p:spPr>
          <a:xfrm>
            <a:off x="4906280" y="1016314"/>
            <a:ext cx="1755000" cy="2014541"/>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80" name="Google Shape;680;p45"/>
          <p:cNvSpPr txBox="1"/>
          <p:nvPr>
            <p:ph idx="3" type="body"/>
          </p:nvPr>
        </p:nvSpPr>
        <p:spPr>
          <a:xfrm>
            <a:off x="4906280" y="365126"/>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81" name="Google Shape;681;p45"/>
          <p:cNvSpPr txBox="1"/>
          <p:nvPr>
            <p:ph idx="4" type="body"/>
          </p:nvPr>
        </p:nvSpPr>
        <p:spPr>
          <a:xfrm>
            <a:off x="7111918" y="1016314"/>
            <a:ext cx="1755000" cy="2014541"/>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82" name="Google Shape;682;p45"/>
          <p:cNvSpPr txBox="1"/>
          <p:nvPr>
            <p:ph idx="5" type="body"/>
          </p:nvPr>
        </p:nvSpPr>
        <p:spPr>
          <a:xfrm>
            <a:off x="7111918" y="365126"/>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83" name="Google Shape;683;p45"/>
          <p:cNvSpPr txBox="1"/>
          <p:nvPr>
            <p:ph type="title"/>
          </p:nvPr>
        </p:nvSpPr>
        <p:spPr>
          <a:xfrm>
            <a:off x="274320" y="365760"/>
            <a:ext cx="4071099"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4" name="Google Shape;684;p45"/>
          <p:cNvSpPr txBox="1"/>
          <p:nvPr>
            <p:ph idx="6" type="body"/>
          </p:nvPr>
        </p:nvSpPr>
        <p:spPr>
          <a:xfrm>
            <a:off x="4906280" y="4080189"/>
            <a:ext cx="1755000" cy="2014541"/>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85" name="Google Shape;685;p45"/>
          <p:cNvSpPr txBox="1"/>
          <p:nvPr>
            <p:ph idx="7" type="body"/>
          </p:nvPr>
        </p:nvSpPr>
        <p:spPr>
          <a:xfrm>
            <a:off x="4906280" y="3429001"/>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86" name="Google Shape;686;p45"/>
          <p:cNvSpPr txBox="1"/>
          <p:nvPr>
            <p:ph idx="8" type="body"/>
          </p:nvPr>
        </p:nvSpPr>
        <p:spPr>
          <a:xfrm>
            <a:off x="7111918" y="4080189"/>
            <a:ext cx="1755000" cy="2014541"/>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87" name="Google Shape;687;p45"/>
          <p:cNvSpPr txBox="1"/>
          <p:nvPr>
            <p:ph idx="9" type="body"/>
          </p:nvPr>
        </p:nvSpPr>
        <p:spPr>
          <a:xfrm>
            <a:off x="7111918" y="3429001"/>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88" name="Google Shape;688;p45"/>
          <p:cNvSpPr/>
          <p:nvPr/>
        </p:nvSpPr>
        <p:spPr>
          <a:xfrm>
            <a:off x="282516" y="1943101"/>
            <a:ext cx="4054232" cy="2802255"/>
          </a:xfrm>
          <a:custGeom>
            <a:rect b="b" l="l" r="r" t="t"/>
            <a:pathLst>
              <a:path extrusionOk="0" h="4463" w="8611">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689" name="Google Shape;689;p45"/>
          <p:cNvSpPr txBox="1"/>
          <p:nvPr/>
        </p:nvSpPr>
        <p:spPr>
          <a:xfrm>
            <a:off x="6167470" y="6402070"/>
            <a:ext cx="2357024" cy="1828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690" name="Google Shape;690;p45"/>
          <p:cNvSpPr txBox="1"/>
          <p:nvPr/>
        </p:nvSpPr>
        <p:spPr>
          <a:xfrm>
            <a:off x="8524494" y="6317731"/>
            <a:ext cx="342900" cy="274637"/>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with chart">
  <p:cSld name="Three Content with chart">
    <p:spTree>
      <p:nvGrpSpPr>
        <p:cNvPr id="691" name="Shape 691"/>
        <p:cNvGrpSpPr/>
        <p:nvPr/>
      </p:nvGrpSpPr>
      <p:grpSpPr>
        <a:xfrm>
          <a:off x="0" y="0"/>
          <a:ext cx="0" cy="0"/>
          <a:chOff x="0" y="0"/>
          <a:chExt cx="0" cy="0"/>
        </a:xfrm>
      </p:grpSpPr>
      <p:sp>
        <p:nvSpPr>
          <p:cNvPr id="692" name="Google Shape;692;p46"/>
          <p:cNvSpPr/>
          <p:nvPr/>
        </p:nvSpPr>
        <p:spPr>
          <a:xfrm>
            <a:off x="4685356" y="1"/>
            <a:ext cx="4458644" cy="6857999"/>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693" name="Google Shape;693;p46"/>
          <p:cNvSpPr txBox="1"/>
          <p:nvPr>
            <p:ph idx="1" type="body"/>
          </p:nvPr>
        </p:nvSpPr>
        <p:spPr>
          <a:xfrm>
            <a:off x="273844" y="5067300"/>
            <a:ext cx="4071575" cy="101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94" name="Google Shape;694;p46"/>
          <p:cNvSpPr txBox="1"/>
          <p:nvPr>
            <p:ph idx="2" type="body"/>
          </p:nvPr>
        </p:nvSpPr>
        <p:spPr>
          <a:xfrm>
            <a:off x="4906280" y="1016314"/>
            <a:ext cx="1755000" cy="2014541"/>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95" name="Google Shape;695;p46"/>
          <p:cNvSpPr txBox="1"/>
          <p:nvPr>
            <p:ph idx="3" type="body"/>
          </p:nvPr>
        </p:nvSpPr>
        <p:spPr>
          <a:xfrm>
            <a:off x="4906280" y="365126"/>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96" name="Google Shape;696;p46"/>
          <p:cNvSpPr txBox="1"/>
          <p:nvPr>
            <p:ph idx="4" type="body"/>
          </p:nvPr>
        </p:nvSpPr>
        <p:spPr>
          <a:xfrm>
            <a:off x="7111918" y="1016314"/>
            <a:ext cx="1755000" cy="2014541"/>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97" name="Google Shape;697;p46"/>
          <p:cNvSpPr txBox="1"/>
          <p:nvPr>
            <p:ph idx="5" type="body"/>
          </p:nvPr>
        </p:nvSpPr>
        <p:spPr>
          <a:xfrm>
            <a:off x="7111918" y="365126"/>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698" name="Google Shape;698;p46"/>
          <p:cNvSpPr txBox="1"/>
          <p:nvPr>
            <p:ph type="title"/>
          </p:nvPr>
        </p:nvSpPr>
        <p:spPr>
          <a:xfrm>
            <a:off x="274320" y="365760"/>
            <a:ext cx="4071099"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9" name="Google Shape;699;p46"/>
          <p:cNvSpPr txBox="1"/>
          <p:nvPr>
            <p:ph idx="6" type="body"/>
          </p:nvPr>
        </p:nvSpPr>
        <p:spPr>
          <a:xfrm>
            <a:off x="4906280" y="4080189"/>
            <a:ext cx="1755000" cy="2014541"/>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00" name="Google Shape;700;p46"/>
          <p:cNvSpPr txBox="1"/>
          <p:nvPr>
            <p:ph idx="7" type="body"/>
          </p:nvPr>
        </p:nvSpPr>
        <p:spPr>
          <a:xfrm>
            <a:off x="4906280" y="3429001"/>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01" name="Google Shape;701;p46"/>
          <p:cNvSpPr txBox="1"/>
          <p:nvPr>
            <p:ph idx="8" type="body"/>
          </p:nvPr>
        </p:nvSpPr>
        <p:spPr>
          <a:xfrm>
            <a:off x="7111918" y="4080189"/>
            <a:ext cx="1755000" cy="2014541"/>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02" name="Google Shape;702;p46"/>
          <p:cNvSpPr txBox="1"/>
          <p:nvPr>
            <p:ph idx="9" type="body"/>
          </p:nvPr>
        </p:nvSpPr>
        <p:spPr>
          <a:xfrm>
            <a:off x="7111918" y="3429001"/>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03" name="Google Shape;703;p46"/>
          <p:cNvSpPr txBox="1"/>
          <p:nvPr>
            <p:ph idx="13" type="body"/>
          </p:nvPr>
        </p:nvSpPr>
        <p:spPr>
          <a:xfrm>
            <a:off x="273844" y="1828800"/>
            <a:ext cx="4071575" cy="2924175"/>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04" name="Google Shape;704;p46"/>
          <p:cNvSpPr txBox="1"/>
          <p:nvPr/>
        </p:nvSpPr>
        <p:spPr>
          <a:xfrm>
            <a:off x="6167470" y="6402070"/>
            <a:ext cx="2357024" cy="1828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705" name="Google Shape;705;p46"/>
          <p:cNvSpPr txBox="1"/>
          <p:nvPr/>
        </p:nvSpPr>
        <p:spPr>
          <a:xfrm>
            <a:off x="8524494" y="6317731"/>
            <a:ext cx="342900" cy="274637"/>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with Image ">
  <p:cSld name="Three Content with Image ">
    <p:spTree>
      <p:nvGrpSpPr>
        <p:cNvPr id="706" name="Shape 706"/>
        <p:cNvGrpSpPr/>
        <p:nvPr/>
      </p:nvGrpSpPr>
      <p:grpSpPr>
        <a:xfrm>
          <a:off x="0" y="0"/>
          <a:ext cx="0" cy="0"/>
          <a:chOff x="0" y="0"/>
          <a:chExt cx="0" cy="0"/>
        </a:xfrm>
      </p:grpSpPr>
      <p:sp>
        <p:nvSpPr>
          <p:cNvPr id="707" name="Google Shape;707;p47"/>
          <p:cNvSpPr/>
          <p:nvPr/>
        </p:nvSpPr>
        <p:spPr>
          <a:xfrm>
            <a:off x="6551056" y="0"/>
            <a:ext cx="2592944" cy="68580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708" name="Google Shape;708;p47"/>
          <p:cNvSpPr/>
          <p:nvPr>
            <p:ph idx="2" type="pic"/>
          </p:nvPr>
        </p:nvSpPr>
        <p:spPr>
          <a:xfrm>
            <a:off x="273844" y="1828800"/>
            <a:ext cx="2920604" cy="2462057"/>
          </a:xfrm>
          <a:prstGeom prst="rect">
            <a:avLst/>
          </a:prstGeom>
          <a:solidFill>
            <a:schemeClr val="lt1"/>
          </a:solidFill>
          <a:ln>
            <a:noFill/>
          </a:ln>
        </p:spPr>
      </p:sp>
      <p:sp>
        <p:nvSpPr>
          <p:cNvPr id="709" name="Google Shape;709;p47"/>
          <p:cNvSpPr txBox="1"/>
          <p:nvPr>
            <p:ph idx="1" type="body"/>
          </p:nvPr>
        </p:nvSpPr>
        <p:spPr>
          <a:xfrm>
            <a:off x="6769494" y="2410416"/>
            <a:ext cx="2097900" cy="3672884"/>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10" name="Google Shape;710;p47"/>
          <p:cNvSpPr txBox="1"/>
          <p:nvPr>
            <p:ph idx="3" type="body"/>
          </p:nvPr>
        </p:nvSpPr>
        <p:spPr>
          <a:xfrm>
            <a:off x="1475210" y="4958641"/>
            <a:ext cx="4850528" cy="1061158"/>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11" name="Google Shape;711;p47"/>
          <p:cNvSpPr txBox="1"/>
          <p:nvPr>
            <p:ph idx="4" type="body"/>
          </p:nvPr>
        </p:nvSpPr>
        <p:spPr>
          <a:xfrm>
            <a:off x="3419766" y="2522973"/>
            <a:ext cx="2905972" cy="1767884"/>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12" name="Google Shape;712;p47"/>
          <p:cNvSpPr txBox="1"/>
          <p:nvPr>
            <p:ph idx="5" type="body"/>
          </p:nvPr>
        </p:nvSpPr>
        <p:spPr>
          <a:xfrm>
            <a:off x="6769494" y="1755097"/>
            <a:ext cx="20979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13" name="Google Shape;713;p47"/>
          <p:cNvSpPr txBox="1"/>
          <p:nvPr>
            <p:ph idx="6" type="body"/>
          </p:nvPr>
        </p:nvSpPr>
        <p:spPr>
          <a:xfrm>
            <a:off x="1475209" y="4495757"/>
            <a:ext cx="4850528" cy="3384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14" name="Google Shape;714;p47"/>
          <p:cNvSpPr txBox="1"/>
          <p:nvPr>
            <p:ph idx="7" type="body"/>
          </p:nvPr>
        </p:nvSpPr>
        <p:spPr>
          <a:xfrm>
            <a:off x="3419766" y="1867655"/>
            <a:ext cx="2905972"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15" name="Google Shape;715;p47"/>
          <p:cNvSpPr txBox="1"/>
          <p:nvPr>
            <p:ph type="title"/>
          </p:nvPr>
        </p:nvSpPr>
        <p:spPr>
          <a:xfrm>
            <a:off x="274320" y="365760"/>
            <a:ext cx="6051417"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descr="UST" id="716" name="Google Shape;716;p47"/>
          <p:cNvSpPr/>
          <p:nvPr/>
        </p:nvSpPr>
        <p:spPr>
          <a:xfrm>
            <a:off x="274320" y="6238277"/>
            <a:ext cx="240030" cy="354090"/>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17" name="Google Shape;717;p47"/>
          <p:cNvSpPr txBox="1"/>
          <p:nvPr/>
        </p:nvSpPr>
        <p:spPr>
          <a:xfrm>
            <a:off x="6167470" y="6402070"/>
            <a:ext cx="2357024" cy="1828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718" name="Google Shape;718;p47"/>
          <p:cNvSpPr txBox="1"/>
          <p:nvPr/>
        </p:nvSpPr>
        <p:spPr>
          <a:xfrm>
            <a:off x="8524494" y="6317731"/>
            <a:ext cx="342900" cy="274637"/>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683">
          <p15:clr>
            <a:srgbClr val="FBAE40"/>
          </p15:clr>
        </p15:guide>
        <p15:guide id="2" pos="2506">
          <p15:clr>
            <a:srgbClr val="FBAE40"/>
          </p15:clr>
        </p15:guide>
        <p15:guide id="3" pos="4978">
          <p15:clr>
            <a:srgbClr val="FBAE40"/>
          </p15:clr>
        </p15:guide>
        <p15:guide id="4" pos="5155">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with chart and icons">
  <p:cSld name="Three Content with chart and icons">
    <p:spTree>
      <p:nvGrpSpPr>
        <p:cNvPr id="719" name="Shape 719"/>
        <p:cNvGrpSpPr/>
        <p:nvPr/>
      </p:nvGrpSpPr>
      <p:grpSpPr>
        <a:xfrm>
          <a:off x="0" y="0"/>
          <a:ext cx="0" cy="0"/>
          <a:chOff x="0" y="0"/>
          <a:chExt cx="0" cy="0"/>
        </a:xfrm>
      </p:grpSpPr>
      <p:sp>
        <p:nvSpPr>
          <p:cNvPr id="720" name="Google Shape;720;p48"/>
          <p:cNvSpPr txBox="1"/>
          <p:nvPr>
            <p:ph idx="1" type="body"/>
          </p:nvPr>
        </p:nvSpPr>
        <p:spPr>
          <a:xfrm>
            <a:off x="3216402" y="3200400"/>
            <a:ext cx="1755000" cy="205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21" name="Google Shape;721;p48"/>
          <p:cNvSpPr txBox="1"/>
          <p:nvPr>
            <p:ph idx="2" type="body"/>
          </p:nvPr>
        </p:nvSpPr>
        <p:spPr>
          <a:xfrm>
            <a:off x="7112394" y="3200400"/>
            <a:ext cx="1755000" cy="205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22" name="Google Shape;722;p48"/>
          <p:cNvSpPr txBox="1"/>
          <p:nvPr>
            <p:ph idx="3" type="body"/>
          </p:nvPr>
        </p:nvSpPr>
        <p:spPr>
          <a:xfrm>
            <a:off x="274320" y="5554278"/>
            <a:ext cx="6685968" cy="52648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23" name="Google Shape;723;p48"/>
          <p:cNvSpPr txBox="1"/>
          <p:nvPr>
            <p:ph idx="4" type="body"/>
          </p:nvPr>
        </p:nvSpPr>
        <p:spPr>
          <a:xfrm>
            <a:off x="3216640" y="1619955"/>
            <a:ext cx="5650754" cy="56765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0"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24" name="Google Shape;724;p48"/>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5" name="Google Shape;725;p48"/>
          <p:cNvSpPr txBox="1"/>
          <p:nvPr>
            <p:ph idx="5" type="body"/>
          </p:nvPr>
        </p:nvSpPr>
        <p:spPr>
          <a:xfrm>
            <a:off x="5205288" y="3200400"/>
            <a:ext cx="1755000" cy="205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26" name="Google Shape;726;p48"/>
          <p:cNvSpPr/>
          <p:nvPr>
            <p:ph idx="6" type="pic"/>
          </p:nvPr>
        </p:nvSpPr>
        <p:spPr>
          <a:xfrm>
            <a:off x="3216403" y="2544378"/>
            <a:ext cx="394862" cy="526483"/>
          </a:xfrm>
          <a:prstGeom prst="rect">
            <a:avLst/>
          </a:prstGeom>
          <a:noFill/>
          <a:ln>
            <a:noFill/>
          </a:ln>
        </p:spPr>
      </p:sp>
      <p:sp>
        <p:nvSpPr>
          <p:cNvPr id="727" name="Google Shape;727;p48"/>
          <p:cNvSpPr/>
          <p:nvPr>
            <p:ph idx="7" type="pic"/>
          </p:nvPr>
        </p:nvSpPr>
        <p:spPr>
          <a:xfrm>
            <a:off x="5205288" y="2544378"/>
            <a:ext cx="394862" cy="526483"/>
          </a:xfrm>
          <a:prstGeom prst="rect">
            <a:avLst/>
          </a:prstGeom>
          <a:noFill/>
          <a:ln>
            <a:noFill/>
          </a:ln>
        </p:spPr>
      </p:sp>
      <p:sp>
        <p:nvSpPr>
          <p:cNvPr id="728" name="Google Shape;728;p48"/>
          <p:cNvSpPr/>
          <p:nvPr>
            <p:ph idx="8" type="pic"/>
          </p:nvPr>
        </p:nvSpPr>
        <p:spPr>
          <a:xfrm>
            <a:off x="7112395" y="2544378"/>
            <a:ext cx="394862" cy="526483"/>
          </a:xfrm>
          <a:prstGeom prst="rect">
            <a:avLst/>
          </a:prstGeom>
          <a:noFill/>
          <a:ln>
            <a:noFill/>
          </a:ln>
        </p:spPr>
      </p:sp>
      <p:sp>
        <p:nvSpPr>
          <p:cNvPr id="729" name="Google Shape;729;p48"/>
          <p:cNvSpPr/>
          <p:nvPr>
            <p:ph idx="9" type="pic"/>
          </p:nvPr>
        </p:nvSpPr>
        <p:spPr>
          <a:xfrm>
            <a:off x="273844" y="1619955"/>
            <a:ext cx="2708673" cy="3637845"/>
          </a:xfrm>
          <a:prstGeom prst="rect">
            <a:avLst/>
          </a:prstGeom>
          <a:solidFill>
            <a:schemeClr val="lt1"/>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Table with Image">
  <p:cSld name="Two Content/Table with Image">
    <p:spTree>
      <p:nvGrpSpPr>
        <p:cNvPr id="730" name="Shape 730"/>
        <p:cNvGrpSpPr/>
        <p:nvPr/>
      </p:nvGrpSpPr>
      <p:grpSpPr>
        <a:xfrm>
          <a:off x="0" y="0"/>
          <a:ext cx="0" cy="0"/>
          <a:chOff x="0" y="0"/>
          <a:chExt cx="0" cy="0"/>
        </a:xfrm>
      </p:grpSpPr>
      <p:sp>
        <p:nvSpPr>
          <p:cNvPr id="731" name="Google Shape;731;p49"/>
          <p:cNvSpPr txBox="1"/>
          <p:nvPr>
            <p:ph idx="1" type="body"/>
          </p:nvPr>
        </p:nvSpPr>
        <p:spPr>
          <a:xfrm>
            <a:off x="2121694" y="2314575"/>
            <a:ext cx="4243388" cy="2943225"/>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32" name="Google Shape;732;p49"/>
          <p:cNvSpPr txBox="1"/>
          <p:nvPr>
            <p:ph idx="2" type="body"/>
          </p:nvPr>
        </p:nvSpPr>
        <p:spPr>
          <a:xfrm>
            <a:off x="274321" y="5554278"/>
            <a:ext cx="6090761" cy="52648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33" name="Google Shape;733;p49"/>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4" name="Google Shape;734;p49"/>
          <p:cNvSpPr/>
          <p:nvPr>
            <p:ph idx="3" type="pic"/>
          </p:nvPr>
        </p:nvSpPr>
        <p:spPr>
          <a:xfrm>
            <a:off x="273844" y="1619955"/>
            <a:ext cx="1633538" cy="3637845"/>
          </a:xfrm>
          <a:prstGeom prst="rect">
            <a:avLst/>
          </a:prstGeom>
          <a:solidFill>
            <a:schemeClr val="lt1"/>
          </a:solidFill>
          <a:ln>
            <a:noFill/>
          </a:ln>
        </p:spPr>
      </p:sp>
      <p:sp>
        <p:nvSpPr>
          <p:cNvPr id="735" name="Google Shape;735;p49"/>
          <p:cNvSpPr txBox="1"/>
          <p:nvPr>
            <p:ph idx="4" type="body"/>
          </p:nvPr>
        </p:nvSpPr>
        <p:spPr>
          <a:xfrm>
            <a:off x="2121694" y="1619955"/>
            <a:ext cx="6745700" cy="52648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0"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36" name="Google Shape;736;p49"/>
          <p:cNvSpPr txBox="1"/>
          <p:nvPr>
            <p:ph idx="5" type="body"/>
          </p:nvPr>
        </p:nvSpPr>
        <p:spPr>
          <a:xfrm>
            <a:off x="6657975" y="2314574"/>
            <a:ext cx="2209419" cy="3766186"/>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Table layout">
  <p:cSld name="Content/Table layout">
    <p:spTree>
      <p:nvGrpSpPr>
        <p:cNvPr id="737" name="Shape 737"/>
        <p:cNvGrpSpPr/>
        <p:nvPr/>
      </p:nvGrpSpPr>
      <p:grpSpPr>
        <a:xfrm>
          <a:off x="0" y="0"/>
          <a:ext cx="0" cy="0"/>
          <a:chOff x="0" y="0"/>
          <a:chExt cx="0" cy="0"/>
        </a:xfrm>
      </p:grpSpPr>
      <p:sp>
        <p:nvSpPr>
          <p:cNvPr id="738" name="Google Shape;738;p50"/>
          <p:cNvSpPr/>
          <p:nvPr/>
        </p:nvSpPr>
        <p:spPr>
          <a:xfrm>
            <a:off x="6551056" y="0"/>
            <a:ext cx="2592944" cy="68580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739" name="Google Shape;739;p50"/>
          <p:cNvSpPr txBox="1"/>
          <p:nvPr/>
        </p:nvSpPr>
        <p:spPr>
          <a:xfrm>
            <a:off x="6167470" y="6402070"/>
            <a:ext cx="2357024" cy="1828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740" name="Google Shape;740;p50"/>
          <p:cNvSpPr txBox="1"/>
          <p:nvPr/>
        </p:nvSpPr>
        <p:spPr>
          <a:xfrm>
            <a:off x="8524494" y="6317731"/>
            <a:ext cx="342900" cy="274637"/>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741" name="Google Shape;741;p50"/>
          <p:cNvSpPr txBox="1"/>
          <p:nvPr>
            <p:ph idx="1" type="body"/>
          </p:nvPr>
        </p:nvSpPr>
        <p:spPr>
          <a:xfrm>
            <a:off x="6769494" y="2410416"/>
            <a:ext cx="2097900" cy="3672884"/>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42" name="Google Shape;742;p50"/>
          <p:cNvSpPr txBox="1"/>
          <p:nvPr>
            <p:ph idx="2" type="body"/>
          </p:nvPr>
        </p:nvSpPr>
        <p:spPr>
          <a:xfrm>
            <a:off x="6769494" y="1755097"/>
            <a:ext cx="20979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43" name="Google Shape;743;p50"/>
          <p:cNvSpPr txBox="1"/>
          <p:nvPr>
            <p:ph idx="3" type="body"/>
          </p:nvPr>
        </p:nvSpPr>
        <p:spPr>
          <a:xfrm>
            <a:off x="273844" y="1619955"/>
            <a:ext cx="6091238" cy="3637845"/>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44" name="Google Shape;744;p50"/>
          <p:cNvSpPr txBox="1"/>
          <p:nvPr>
            <p:ph idx="4" type="body"/>
          </p:nvPr>
        </p:nvSpPr>
        <p:spPr>
          <a:xfrm>
            <a:off x="274321" y="5554278"/>
            <a:ext cx="6090761" cy="52648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45" name="Google Shape;745;p50"/>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tent with Icons">
  <p:cSld name="Four Content with Icons">
    <p:spTree>
      <p:nvGrpSpPr>
        <p:cNvPr id="746" name="Shape 746"/>
        <p:cNvGrpSpPr/>
        <p:nvPr/>
      </p:nvGrpSpPr>
      <p:grpSpPr>
        <a:xfrm>
          <a:off x="0" y="0"/>
          <a:ext cx="0" cy="0"/>
          <a:chOff x="0" y="0"/>
          <a:chExt cx="0" cy="0"/>
        </a:xfrm>
      </p:grpSpPr>
      <p:sp>
        <p:nvSpPr>
          <p:cNvPr id="747" name="Google Shape;747;p51"/>
          <p:cNvSpPr/>
          <p:nvPr/>
        </p:nvSpPr>
        <p:spPr>
          <a:xfrm>
            <a:off x="273844" y="1828800"/>
            <a:ext cx="1976400" cy="371475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748" name="Google Shape;748;p51"/>
          <p:cNvSpPr/>
          <p:nvPr/>
        </p:nvSpPr>
        <p:spPr>
          <a:xfrm>
            <a:off x="2479719" y="1828800"/>
            <a:ext cx="1976400" cy="371475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749" name="Google Shape;749;p51"/>
          <p:cNvSpPr/>
          <p:nvPr/>
        </p:nvSpPr>
        <p:spPr>
          <a:xfrm>
            <a:off x="4685357" y="1828800"/>
            <a:ext cx="1976400" cy="371475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750" name="Google Shape;750;p51"/>
          <p:cNvSpPr/>
          <p:nvPr/>
        </p:nvSpPr>
        <p:spPr>
          <a:xfrm>
            <a:off x="6890994" y="1828800"/>
            <a:ext cx="1976400" cy="371475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751" name="Google Shape;751;p51"/>
          <p:cNvSpPr txBox="1"/>
          <p:nvPr>
            <p:ph idx="1" type="body"/>
          </p:nvPr>
        </p:nvSpPr>
        <p:spPr>
          <a:xfrm>
            <a:off x="384544"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52" name="Google Shape;752;p51"/>
          <p:cNvSpPr txBox="1"/>
          <p:nvPr>
            <p:ph idx="2" type="body"/>
          </p:nvPr>
        </p:nvSpPr>
        <p:spPr>
          <a:xfrm>
            <a:off x="2590419"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53" name="Google Shape;753;p51"/>
          <p:cNvSpPr txBox="1"/>
          <p:nvPr>
            <p:ph idx="3" type="body"/>
          </p:nvPr>
        </p:nvSpPr>
        <p:spPr>
          <a:xfrm>
            <a:off x="4796057"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54" name="Google Shape;754;p51"/>
          <p:cNvSpPr txBox="1"/>
          <p:nvPr>
            <p:ph idx="4" type="body"/>
          </p:nvPr>
        </p:nvSpPr>
        <p:spPr>
          <a:xfrm>
            <a:off x="384544" y="2630171"/>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55" name="Google Shape;755;p51"/>
          <p:cNvSpPr txBox="1"/>
          <p:nvPr>
            <p:ph idx="5" type="body"/>
          </p:nvPr>
        </p:nvSpPr>
        <p:spPr>
          <a:xfrm>
            <a:off x="2590419" y="2630171"/>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56" name="Google Shape;756;p51"/>
          <p:cNvSpPr txBox="1"/>
          <p:nvPr>
            <p:ph idx="6" type="body"/>
          </p:nvPr>
        </p:nvSpPr>
        <p:spPr>
          <a:xfrm>
            <a:off x="4796057" y="2630171"/>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57" name="Google Shape;757;p51"/>
          <p:cNvSpPr txBox="1"/>
          <p:nvPr>
            <p:ph idx="7" type="body"/>
          </p:nvPr>
        </p:nvSpPr>
        <p:spPr>
          <a:xfrm>
            <a:off x="7001694"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58" name="Google Shape;758;p51"/>
          <p:cNvSpPr txBox="1"/>
          <p:nvPr>
            <p:ph idx="8" type="body"/>
          </p:nvPr>
        </p:nvSpPr>
        <p:spPr>
          <a:xfrm>
            <a:off x="7001694" y="2630171"/>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59" name="Google Shape;759;p51"/>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0" name="Google Shape;760;p51"/>
          <p:cNvSpPr/>
          <p:nvPr>
            <p:ph idx="9" type="pic"/>
          </p:nvPr>
        </p:nvSpPr>
        <p:spPr>
          <a:xfrm>
            <a:off x="384544" y="1965325"/>
            <a:ext cx="404813" cy="539750"/>
          </a:xfrm>
          <a:prstGeom prst="rect">
            <a:avLst/>
          </a:prstGeom>
          <a:noFill/>
          <a:ln>
            <a:noFill/>
          </a:ln>
        </p:spPr>
      </p:sp>
      <p:sp>
        <p:nvSpPr>
          <p:cNvPr id="761" name="Google Shape;761;p51"/>
          <p:cNvSpPr/>
          <p:nvPr>
            <p:ph idx="13" type="pic"/>
          </p:nvPr>
        </p:nvSpPr>
        <p:spPr>
          <a:xfrm>
            <a:off x="2590419" y="1965325"/>
            <a:ext cx="404813" cy="539750"/>
          </a:xfrm>
          <a:prstGeom prst="rect">
            <a:avLst/>
          </a:prstGeom>
          <a:noFill/>
          <a:ln>
            <a:noFill/>
          </a:ln>
        </p:spPr>
      </p:sp>
      <p:sp>
        <p:nvSpPr>
          <p:cNvPr id="762" name="Google Shape;762;p51"/>
          <p:cNvSpPr/>
          <p:nvPr>
            <p:ph idx="14" type="pic"/>
          </p:nvPr>
        </p:nvSpPr>
        <p:spPr>
          <a:xfrm>
            <a:off x="4796056" y="1965325"/>
            <a:ext cx="404813" cy="539750"/>
          </a:xfrm>
          <a:prstGeom prst="rect">
            <a:avLst/>
          </a:prstGeom>
          <a:noFill/>
          <a:ln>
            <a:noFill/>
          </a:ln>
        </p:spPr>
      </p:sp>
      <p:sp>
        <p:nvSpPr>
          <p:cNvPr id="763" name="Google Shape;763;p51"/>
          <p:cNvSpPr/>
          <p:nvPr>
            <p:ph idx="15" type="pic"/>
          </p:nvPr>
        </p:nvSpPr>
        <p:spPr>
          <a:xfrm>
            <a:off x="7001694" y="1965325"/>
            <a:ext cx="404813" cy="539750"/>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tent with Icons G">
  <p:cSld name="Four Content with Icons G">
    <p:spTree>
      <p:nvGrpSpPr>
        <p:cNvPr id="764" name="Shape 764"/>
        <p:cNvGrpSpPr/>
        <p:nvPr/>
      </p:nvGrpSpPr>
      <p:grpSpPr>
        <a:xfrm>
          <a:off x="0" y="0"/>
          <a:ext cx="0" cy="0"/>
          <a:chOff x="0" y="0"/>
          <a:chExt cx="0" cy="0"/>
        </a:xfrm>
      </p:grpSpPr>
      <p:sp>
        <p:nvSpPr>
          <p:cNvPr id="765" name="Google Shape;765;p52"/>
          <p:cNvSpPr/>
          <p:nvPr/>
        </p:nvSpPr>
        <p:spPr>
          <a:xfrm>
            <a:off x="0" y="0"/>
            <a:ext cx="9144000" cy="6858000"/>
          </a:xfrm>
          <a:prstGeom prst="rect">
            <a:avLst/>
          </a:prstGeom>
          <a:solidFill>
            <a:srgbClr val="F2F7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descr="UST" id="766" name="Google Shape;766;p52"/>
          <p:cNvSpPr/>
          <p:nvPr/>
        </p:nvSpPr>
        <p:spPr>
          <a:xfrm>
            <a:off x="274320" y="6238277"/>
            <a:ext cx="240030" cy="354090"/>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67" name="Google Shape;767;p52"/>
          <p:cNvSpPr txBox="1"/>
          <p:nvPr/>
        </p:nvSpPr>
        <p:spPr>
          <a:xfrm>
            <a:off x="6167470" y="6402070"/>
            <a:ext cx="2357024" cy="1828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768" name="Google Shape;768;p52"/>
          <p:cNvSpPr txBox="1"/>
          <p:nvPr/>
        </p:nvSpPr>
        <p:spPr>
          <a:xfrm>
            <a:off x="8524494" y="6317731"/>
            <a:ext cx="342900" cy="274637"/>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769" name="Google Shape;769;p52"/>
          <p:cNvSpPr/>
          <p:nvPr/>
        </p:nvSpPr>
        <p:spPr>
          <a:xfrm>
            <a:off x="273844" y="1828800"/>
            <a:ext cx="1976400" cy="3714750"/>
          </a:xfrm>
          <a:prstGeom prst="rect">
            <a:avLst/>
          </a:prstGeom>
          <a:solidFill>
            <a:srgbClr val="D7E0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770" name="Google Shape;770;p52"/>
          <p:cNvSpPr/>
          <p:nvPr/>
        </p:nvSpPr>
        <p:spPr>
          <a:xfrm>
            <a:off x="2479719" y="1828800"/>
            <a:ext cx="1976400" cy="3714750"/>
          </a:xfrm>
          <a:prstGeom prst="rect">
            <a:avLst/>
          </a:prstGeom>
          <a:solidFill>
            <a:srgbClr val="D7E0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771" name="Google Shape;771;p52"/>
          <p:cNvSpPr/>
          <p:nvPr/>
        </p:nvSpPr>
        <p:spPr>
          <a:xfrm>
            <a:off x="4685357" y="1828800"/>
            <a:ext cx="1976400" cy="3714750"/>
          </a:xfrm>
          <a:prstGeom prst="rect">
            <a:avLst/>
          </a:prstGeom>
          <a:solidFill>
            <a:srgbClr val="D7E0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772" name="Google Shape;772;p52"/>
          <p:cNvSpPr/>
          <p:nvPr/>
        </p:nvSpPr>
        <p:spPr>
          <a:xfrm>
            <a:off x="6890994" y="1828800"/>
            <a:ext cx="1976400" cy="3714750"/>
          </a:xfrm>
          <a:prstGeom prst="rect">
            <a:avLst/>
          </a:prstGeom>
          <a:solidFill>
            <a:srgbClr val="D7E0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773" name="Google Shape;773;p52"/>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4" name="Google Shape;774;p52"/>
          <p:cNvSpPr txBox="1"/>
          <p:nvPr>
            <p:ph idx="1" type="body"/>
          </p:nvPr>
        </p:nvSpPr>
        <p:spPr>
          <a:xfrm>
            <a:off x="384544"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75" name="Google Shape;775;p52"/>
          <p:cNvSpPr txBox="1"/>
          <p:nvPr>
            <p:ph idx="2" type="body"/>
          </p:nvPr>
        </p:nvSpPr>
        <p:spPr>
          <a:xfrm>
            <a:off x="2590419"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76" name="Google Shape;776;p52"/>
          <p:cNvSpPr txBox="1"/>
          <p:nvPr>
            <p:ph idx="3" type="body"/>
          </p:nvPr>
        </p:nvSpPr>
        <p:spPr>
          <a:xfrm>
            <a:off x="4796057"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77" name="Google Shape;777;p52"/>
          <p:cNvSpPr txBox="1"/>
          <p:nvPr>
            <p:ph idx="4" type="body"/>
          </p:nvPr>
        </p:nvSpPr>
        <p:spPr>
          <a:xfrm>
            <a:off x="384544" y="2630171"/>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78" name="Google Shape;778;p52"/>
          <p:cNvSpPr txBox="1"/>
          <p:nvPr>
            <p:ph idx="5" type="body"/>
          </p:nvPr>
        </p:nvSpPr>
        <p:spPr>
          <a:xfrm>
            <a:off x="2590419" y="2630171"/>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79" name="Google Shape;779;p52"/>
          <p:cNvSpPr txBox="1"/>
          <p:nvPr>
            <p:ph idx="6" type="body"/>
          </p:nvPr>
        </p:nvSpPr>
        <p:spPr>
          <a:xfrm>
            <a:off x="4796057" y="2630171"/>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80" name="Google Shape;780;p52"/>
          <p:cNvSpPr txBox="1"/>
          <p:nvPr>
            <p:ph idx="7" type="body"/>
          </p:nvPr>
        </p:nvSpPr>
        <p:spPr>
          <a:xfrm>
            <a:off x="7001694"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81" name="Google Shape;781;p52"/>
          <p:cNvSpPr txBox="1"/>
          <p:nvPr>
            <p:ph idx="8" type="body"/>
          </p:nvPr>
        </p:nvSpPr>
        <p:spPr>
          <a:xfrm>
            <a:off x="7001694" y="2630171"/>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82" name="Google Shape;782;p52"/>
          <p:cNvSpPr/>
          <p:nvPr>
            <p:ph idx="9" type="pic"/>
          </p:nvPr>
        </p:nvSpPr>
        <p:spPr>
          <a:xfrm>
            <a:off x="384544" y="1965325"/>
            <a:ext cx="404813" cy="539750"/>
          </a:xfrm>
          <a:prstGeom prst="rect">
            <a:avLst/>
          </a:prstGeom>
          <a:noFill/>
          <a:ln>
            <a:noFill/>
          </a:ln>
        </p:spPr>
      </p:sp>
      <p:sp>
        <p:nvSpPr>
          <p:cNvPr id="783" name="Google Shape;783;p52"/>
          <p:cNvSpPr/>
          <p:nvPr>
            <p:ph idx="13" type="pic"/>
          </p:nvPr>
        </p:nvSpPr>
        <p:spPr>
          <a:xfrm>
            <a:off x="2590419" y="1965325"/>
            <a:ext cx="404813" cy="539750"/>
          </a:xfrm>
          <a:prstGeom prst="rect">
            <a:avLst/>
          </a:prstGeom>
          <a:noFill/>
          <a:ln>
            <a:noFill/>
          </a:ln>
        </p:spPr>
      </p:sp>
      <p:sp>
        <p:nvSpPr>
          <p:cNvPr id="784" name="Google Shape;784;p52"/>
          <p:cNvSpPr/>
          <p:nvPr>
            <p:ph idx="14" type="pic"/>
          </p:nvPr>
        </p:nvSpPr>
        <p:spPr>
          <a:xfrm>
            <a:off x="4796056" y="1965325"/>
            <a:ext cx="404813" cy="539750"/>
          </a:xfrm>
          <a:prstGeom prst="rect">
            <a:avLst/>
          </a:prstGeom>
          <a:noFill/>
          <a:ln>
            <a:noFill/>
          </a:ln>
        </p:spPr>
      </p:sp>
      <p:sp>
        <p:nvSpPr>
          <p:cNvPr id="785" name="Google Shape;785;p52"/>
          <p:cNvSpPr/>
          <p:nvPr>
            <p:ph idx="15" type="pic"/>
          </p:nvPr>
        </p:nvSpPr>
        <p:spPr>
          <a:xfrm>
            <a:off x="7001694" y="1965325"/>
            <a:ext cx="404813" cy="539750"/>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with numbering and Image">
  <p:cSld name="Three Content with numbering and Image">
    <p:spTree>
      <p:nvGrpSpPr>
        <p:cNvPr id="786" name="Shape 786"/>
        <p:cNvGrpSpPr/>
        <p:nvPr/>
      </p:nvGrpSpPr>
      <p:grpSpPr>
        <a:xfrm>
          <a:off x="0" y="0"/>
          <a:ext cx="0" cy="0"/>
          <a:chOff x="0" y="0"/>
          <a:chExt cx="0" cy="0"/>
        </a:xfrm>
      </p:grpSpPr>
      <p:sp>
        <p:nvSpPr>
          <p:cNvPr id="787" name="Google Shape;787;p53"/>
          <p:cNvSpPr/>
          <p:nvPr>
            <p:ph idx="2" type="pic"/>
          </p:nvPr>
        </p:nvSpPr>
        <p:spPr>
          <a:xfrm>
            <a:off x="6890994" y="1828800"/>
            <a:ext cx="1976400" cy="3714750"/>
          </a:xfrm>
          <a:prstGeom prst="rect">
            <a:avLst/>
          </a:prstGeom>
          <a:solidFill>
            <a:srgbClr val="D7E0E3"/>
          </a:solidFill>
          <a:ln>
            <a:noFill/>
          </a:ln>
        </p:spPr>
      </p:sp>
      <p:sp>
        <p:nvSpPr>
          <p:cNvPr id="788" name="Google Shape;788;p53"/>
          <p:cNvSpPr/>
          <p:nvPr/>
        </p:nvSpPr>
        <p:spPr>
          <a:xfrm>
            <a:off x="273844" y="1828800"/>
            <a:ext cx="1976400" cy="371475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789" name="Google Shape;789;p53"/>
          <p:cNvSpPr/>
          <p:nvPr/>
        </p:nvSpPr>
        <p:spPr>
          <a:xfrm>
            <a:off x="2479719" y="1828800"/>
            <a:ext cx="1976400" cy="371475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790" name="Google Shape;790;p53"/>
          <p:cNvSpPr/>
          <p:nvPr/>
        </p:nvSpPr>
        <p:spPr>
          <a:xfrm>
            <a:off x="4685357" y="1828800"/>
            <a:ext cx="1976400" cy="371475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791" name="Google Shape;791;p53"/>
          <p:cNvSpPr txBox="1"/>
          <p:nvPr>
            <p:ph idx="1" type="body"/>
          </p:nvPr>
        </p:nvSpPr>
        <p:spPr>
          <a:xfrm>
            <a:off x="384544"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92" name="Google Shape;792;p53"/>
          <p:cNvSpPr txBox="1"/>
          <p:nvPr>
            <p:ph idx="3" type="body"/>
          </p:nvPr>
        </p:nvSpPr>
        <p:spPr>
          <a:xfrm>
            <a:off x="2590419"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93" name="Google Shape;793;p53"/>
          <p:cNvSpPr txBox="1"/>
          <p:nvPr>
            <p:ph idx="4" type="body"/>
          </p:nvPr>
        </p:nvSpPr>
        <p:spPr>
          <a:xfrm>
            <a:off x="4796057"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94" name="Google Shape;794;p53"/>
          <p:cNvSpPr txBox="1"/>
          <p:nvPr>
            <p:ph idx="5" type="body"/>
          </p:nvPr>
        </p:nvSpPr>
        <p:spPr>
          <a:xfrm>
            <a:off x="384544" y="2630171"/>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95" name="Google Shape;795;p53"/>
          <p:cNvSpPr txBox="1"/>
          <p:nvPr>
            <p:ph idx="6" type="body"/>
          </p:nvPr>
        </p:nvSpPr>
        <p:spPr>
          <a:xfrm>
            <a:off x="2590419" y="2630171"/>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96" name="Google Shape;796;p53"/>
          <p:cNvSpPr txBox="1"/>
          <p:nvPr>
            <p:ph idx="7" type="body"/>
          </p:nvPr>
        </p:nvSpPr>
        <p:spPr>
          <a:xfrm>
            <a:off x="4796057" y="2630171"/>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97" name="Google Shape;797;p53"/>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8" name="Google Shape;798;p53"/>
          <p:cNvSpPr txBox="1"/>
          <p:nvPr>
            <p:ph idx="8" type="body"/>
          </p:nvPr>
        </p:nvSpPr>
        <p:spPr>
          <a:xfrm>
            <a:off x="384544" y="1990091"/>
            <a:ext cx="381734"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2100"/>
              <a:buFont typeface="Arial"/>
              <a:buNone/>
              <a:defRPr b="1" sz="21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799" name="Google Shape;799;p53"/>
          <p:cNvSpPr txBox="1"/>
          <p:nvPr>
            <p:ph idx="9" type="body"/>
          </p:nvPr>
        </p:nvSpPr>
        <p:spPr>
          <a:xfrm>
            <a:off x="2590419" y="1990091"/>
            <a:ext cx="381734"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2100"/>
              <a:buFont typeface="Arial"/>
              <a:buNone/>
              <a:defRPr b="1" sz="21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00" name="Google Shape;800;p53"/>
          <p:cNvSpPr txBox="1"/>
          <p:nvPr>
            <p:ph idx="13" type="body"/>
          </p:nvPr>
        </p:nvSpPr>
        <p:spPr>
          <a:xfrm>
            <a:off x="4796056" y="1990091"/>
            <a:ext cx="381734"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2100"/>
              <a:buFont typeface="Arial"/>
              <a:buNone/>
              <a:defRPr b="1" sz="21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with numbering and Image G">
  <p:cSld name="Three Content with numbering and Image G">
    <p:spTree>
      <p:nvGrpSpPr>
        <p:cNvPr id="801" name="Shape 801"/>
        <p:cNvGrpSpPr/>
        <p:nvPr/>
      </p:nvGrpSpPr>
      <p:grpSpPr>
        <a:xfrm>
          <a:off x="0" y="0"/>
          <a:ext cx="0" cy="0"/>
          <a:chOff x="0" y="0"/>
          <a:chExt cx="0" cy="0"/>
        </a:xfrm>
      </p:grpSpPr>
      <p:sp>
        <p:nvSpPr>
          <p:cNvPr id="802" name="Google Shape;802;p54"/>
          <p:cNvSpPr/>
          <p:nvPr/>
        </p:nvSpPr>
        <p:spPr>
          <a:xfrm>
            <a:off x="0" y="0"/>
            <a:ext cx="9144000" cy="6858000"/>
          </a:xfrm>
          <a:prstGeom prst="rect">
            <a:avLst/>
          </a:prstGeom>
          <a:solidFill>
            <a:srgbClr val="F2F7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descr="UST" id="803" name="Google Shape;803;p54"/>
          <p:cNvSpPr/>
          <p:nvPr/>
        </p:nvSpPr>
        <p:spPr>
          <a:xfrm>
            <a:off x="274320" y="6238277"/>
            <a:ext cx="240030" cy="354090"/>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804" name="Google Shape;804;p54"/>
          <p:cNvSpPr txBox="1"/>
          <p:nvPr/>
        </p:nvSpPr>
        <p:spPr>
          <a:xfrm>
            <a:off x="6167470" y="6402070"/>
            <a:ext cx="2357024" cy="1828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805" name="Google Shape;805;p54"/>
          <p:cNvSpPr txBox="1"/>
          <p:nvPr/>
        </p:nvSpPr>
        <p:spPr>
          <a:xfrm>
            <a:off x="8524494" y="6317731"/>
            <a:ext cx="342900" cy="274637"/>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806" name="Google Shape;806;p54"/>
          <p:cNvSpPr/>
          <p:nvPr>
            <p:ph idx="2" type="pic"/>
          </p:nvPr>
        </p:nvSpPr>
        <p:spPr>
          <a:xfrm>
            <a:off x="6890994" y="1828800"/>
            <a:ext cx="1976400" cy="3714750"/>
          </a:xfrm>
          <a:prstGeom prst="rect">
            <a:avLst/>
          </a:prstGeom>
          <a:solidFill>
            <a:schemeClr val="lt1"/>
          </a:solidFill>
          <a:ln>
            <a:noFill/>
          </a:ln>
        </p:spPr>
      </p:sp>
      <p:sp>
        <p:nvSpPr>
          <p:cNvPr id="807" name="Google Shape;807;p54"/>
          <p:cNvSpPr/>
          <p:nvPr/>
        </p:nvSpPr>
        <p:spPr>
          <a:xfrm>
            <a:off x="273844" y="1828800"/>
            <a:ext cx="1976400" cy="3714750"/>
          </a:xfrm>
          <a:prstGeom prst="rect">
            <a:avLst/>
          </a:prstGeom>
          <a:solidFill>
            <a:srgbClr val="D7E0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808" name="Google Shape;808;p54"/>
          <p:cNvSpPr/>
          <p:nvPr/>
        </p:nvSpPr>
        <p:spPr>
          <a:xfrm>
            <a:off x="2479719" y="1828800"/>
            <a:ext cx="1976400" cy="3714750"/>
          </a:xfrm>
          <a:prstGeom prst="rect">
            <a:avLst/>
          </a:prstGeom>
          <a:solidFill>
            <a:srgbClr val="D7E0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809" name="Google Shape;809;p54"/>
          <p:cNvSpPr/>
          <p:nvPr/>
        </p:nvSpPr>
        <p:spPr>
          <a:xfrm>
            <a:off x="4685357" y="1828800"/>
            <a:ext cx="1976400" cy="3714750"/>
          </a:xfrm>
          <a:prstGeom prst="rect">
            <a:avLst/>
          </a:prstGeom>
          <a:solidFill>
            <a:srgbClr val="D7E0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810" name="Google Shape;810;p54"/>
          <p:cNvSpPr txBox="1"/>
          <p:nvPr>
            <p:ph idx="1" type="body"/>
          </p:nvPr>
        </p:nvSpPr>
        <p:spPr>
          <a:xfrm>
            <a:off x="384544"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11" name="Google Shape;811;p54"/>
          <p:cNvSpPr txBox="1"/>
          <p:nvPr>
            <p:ph idx="3" type="body"/>
          </p:nvPr>
        </p:nvSpPr>
        <p:spPr>
          <a:xfrm>
            <a:off x="2590419"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12" name="Google Shape;812;p54"/>
          <p:cNvSpPr txBox="1"/>
          <p:nvPr>
            <p:ph idx="4" type="body"/>
          </p:nvPr>
        </p:nvSpPr>
        <p:spPr>
          <a:xfrm>
            <a:off x="4796057"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13" name="Google Shape;813;p54"/>
          <p:cNvSpPr txBox="1"/>
          <p:nvPr>
            <p:ph idx="5" type="body"/>
          </p:nvPr>
        </p:nvSpPr>
        <p:spPr>
          <a:xfrm>
            <a:off x="384544" y="2630171"/>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14" name="Google Shape;814;p54"/>
          <p:cNvSpPr txBox="1"/>
          <p:nvPr>
            <p:ph idx="6" type="body"/>
          </p:nvPr>
        </p:nvSpPr>
        <p:spPr>
          <a:xfrm>
            <a:off x="2590419" y="2630171"/>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15" name="Google Shape;815;p54"/>
          <p:cNvSpPr txBox="1"/>
          <p:nvPr>
            <p:ph idx="7" type="body"/>
          </p:nvPr>
        </p:nvSpPr>
        <p:spPr>
          <a:xfrm>
            <a:off x="4796057" y="2630171"/>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16" name="Google Shape;816;p54"/>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7" name="Google Shape;817;p54"/>
          <p:cNvSpPr txBox="1"/>
          <p:nvPr>
            <p:ph idx="8" type="body"/>
          </p:nvPr>
        </p:nvSpPr>
        <p:spPr>
          <a:xfrm>
            <a:off x="384544" y="1990091"/>
            <a:ext cx="381734"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2100"/>
              <a:buFont typeface="Arial"/>
              <a:buNone/>
              <a:defRPr b="1" sz="21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18" name="Google Shape;818;p54"/>
          <p:cNvSpPr txBox="1"/>
          <p:nvPr>
            <p:ph idx="9" type="body"/>
          </p:nvPr>
        </p:nvSpPr>
        <p:spPr>
          <a:xfrm>
            <a:off x="2590419" y="1990091"/>
            <a:ext cx="381734"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2100"/>
              <a:buFont typeface="Arial"/>
              <a:buNone/>
              <a:defRPr b="1" sz="21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19" name="Google Shape;819;p54"/>
          <p:cNvSpPr txBox="1"/>
          <p:nvPr>
            <p:ph idx="13" type="body"/>
          </p:nvPr>
        </p:nvSpPr>
        <p:spPr>
          <a:xfrm>
            <a:off x="4796056" y="1990091"/>
            <a:ext cx="381734"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2100"/>
              <a:buFont typeface="Arial"/>
              <a:buNone/>
              <a:defRPr b="1" sz="21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with numbering and Image B">
  <p:cSld name="Three Content with numbering and Image B">
    <p:bg>
      <p:bgPr>
        <a:solidFill>
          <a:srgbClr val="231F20"/>
        </a:solidFill>
      </p:bgPr>
    </p:bg>
    <p:spTree>
      <p:nvGrpSpPr>
        <p:cNvPr id="820" name="Shape 820"/>
        <p:cNvGrpSpPr/>
        <p:nvPr/>
      </p:nvGrpSpPr>
      <p:grpSpPr>
        <a:xfrm>
          <a:off x="0" y="0"/>
          <a:ext cx="0" cy="0"/>
          <a:chOff x="0" y="0"/>
          <a:chExt cx="0" cy="0"/>
        </a:xfrm>
      </p:grpSpPr>
      <p:sp>
        <p:nvSpPr>
          <p:cNvPr id="821" name="Google Shape;821;p55"/>
          <p:cNvSpPr/>
          <p:nvPr>
            <p:ph idx="2" type="pic"/>
          </p:nvPr>
        </p:nvSpPr>
        <p:spPr>
          <a:xfrm>
            <a:off x="6890994" y="1828800"/>
            <a:ext cx="1976400" cy="3714750"/>
          </a:xfrm>
          <a:prstGeom prst="rect">
            <a:avLst/>
          </a:prstGeom>
          <a:solidFill>
            <a:schemeClr val="lt1"/>
          </a:solidFill>
          <a:ln>
            <a:noFill/>
          </a:ln>
        </p:spPr>
      </p:sp>
      <p:sp>
        <p:nvSpPr>
          <p:cNvPr id="822" name="Google Shape;822;p55"/>
          <p:cNvSpPr/>
          <p:nvPr/>
        </p:nvSpPr>
        <p:spPr>
          <a:xfrm>
            <a:off x="273844" y="1828800"/>
            <a:ext cx="1976400" cy="3714750"/>
          </a:xfrm>
          <a:prstGeom prst="rect">
            <a:avLst/>
          </a:prstGeom>
          <a:solidFill>
            <a:schemeClr val="accent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lt1"/>
              </a:solidFill>
              <a:latin typeface="Arial"/>
              <a:ea typeface="Arial"/>
              <a:cs typeface="Arial"/>
              <a:sym typeface="Arial"/>
            </a:endParaRPr>
          </a:p>
        </p:txBody>
      </p:sp>
      <p:sp>
        <p:nvSpPr>
          <p:cNvPr id="823" name="Google Shape;823;p55"/>
          <p:cNvSpPr/>
          <p:nvPr/>
        </p:nvSpPr>
        <p:spPr>
          <a:xfrm>
            <a:off x="2479719" y="1828800"/>
            <a:ext cx="1976400" cy="3714750"/>
          </a:xfrm>
          <a:prstGeom prst="rect">
            <a:avLst/>
          </a:prstGeom>
          <a:solidFill>
            <a:schemeClr val="accent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lt1"/>
              </a:solidFill>
              <a:latin typeface="Arial"/>
              <a:ea typeface="Arial"/>
              <a:cs typeface="Arial"/>
              <a:sym typeface="Arial"/>
            </a:endParaRPr>
          </a:p>
        </p:txBody>
      </p:sp>
      <p:sp>
        <p:nvSpPr>
          <p:cNvPr id="824" name="Google Shape;824;p55"/>
          <p:cNvSpPr/>
          <p:nvPr/>
        </p:nvSpPr>
        <p:spPr>
          <a:xfrm>
            <a:off x="4685357" y="1828800"/>
            <a:ext cx="1976400" cy="3714750"/>
          </a:xfrm>
          <a:prstGeom prst="rect">
            <a:avLst/>
          </a:prstGeom>
          <a:solidFill>
            <a:schemeClr val="accent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lt1"/>
              </a:solidFill>
              <a:latin typeface="Arial"/>
              <a:ea typeface="Arial"/>
              <a:cs typeface="Arial"/>
              <a:sym typeface="Arial"/>
            </a:endParaRPr>
          </a:p>
        </p:txBody>
      </p:sp>
      <p:sp>
        <p:nvSpPr>
          <p:cNvPr id="825" name="Google Shape;825;p55"/>
          <p:cNvSpPr txBox="1"/>
          <p:nvPr>
            <p:ph idx="1" type="body"/>
          </p:nvPr>
        </p:nvSpPr>
        <p:spPr>
          <a:xfrm>
            <a:off x="384544"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indent="-228600" lvl="1" marL="914400" algn="l">
              <a:lnSpc>
                <a:spcPct val="100000"/>
              </a:lnSpc>
              <a:spcBef>
                <a:spcPts val="225"/>
              </a:spcBef>
              <a:spcAft>
                <a:spcPts val="0"/>
              </a:spcAft>
              <a:buClr>
                <a:schemeClr val="lt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lt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lt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826" name="Google Shape;826;p55"/>
          <p:cNvSpPr txBox="1"/>
          <p:nvPr>
            <p:ph idx="3" type="body"/>
          </p:nvPr>
        </p:nvSpPr>
        <p:spPr>
          <a:xfrm>
            <a:off x="2590419"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indent="-228600" lvl="1" marL="914400" algn="l">
              <a:lnSpc>
                <a:spcPct val="100000"/>
              </a:lnSpc>
              <a:spcBef>
                <a:spcPts val="225"/>
              </a:spcBef>
              <a:spcAft>
                <a:spcPts val="0"/>
              </a:spcAft>
              <a:buClr>
                <a:schemeClr val="lt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lt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lt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827" name="Google Shape;827;p55"/>
          <p:cNvSpPr txBox="1"/>
          <p:nvPr>
            <p:ph idx="4" type="body"/>
          </p:nvPr>
        </p:nvSpPr>
        <p:spPr>
          <a:xfrm>
            <a:off x="4796057"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indent="-228600" lvl="1" marL="914400" algn="l">
              <a:lnSpc>
                <a:spcPct val="100000"/>
              </a:lnSpc>
              <a:spcBef>
                <a:spcPts val="225"/>
              </a:spcBef>
              <a:spcAft>
                <a:spcPts val="0"/>
              </a:spcAft>
              <a:buClr>
                <a:schemeClr val="lt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lt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lt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828" name="Google Shape;828;p55"/>
          <p:cNvSpPr txBox="1"/>
          <p:nvPr>
            <p:ph idx="5" type="body"/>
          </p:nvPr>
        </p:nvSpPr>
        <p:spPr>
          <a:xfrm>
            <a:off x="384544" y="2630171"/>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1"/>
              </a:buClr>
              <a:buSzPts val="1200"/>
              <a:buFont typeface="Arial"/>
              <a:buNone/>
              <a:defRPr b="1" sz="1200">
                <a:solidFill>
                  <a:schemeClr val="lt1"/>
                </a:solidFill>
              </a:defRPr>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829" name="Google Shape;829;p55"/>
          <p:cNvSpPr txBox="1"/>
          <p:nvPr>
            <p:ph idx="6" type="body"/>
          </p:nvPr>
        </p:nvSpPr>
        <p:spPr>
          <a:xfrm>
            <a:off x="2590419" y="2630171"/>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1"/>
              </a:buClr>
              <a:buSzPts val="1200"/>
              <a:buFont typeface="Arial"/>
              <a:buNone/>
              <a:defRPr b="1" sz="1200">
                <a:solidFill>
                  <a:schemeClr val="lt1"/>
                </a:solidFill>
              </a:defRPr>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830" name="Google Shape;830;p55"/>
          <p:cNvSpPr txBox="1"/>
          <p:nvPr>
            <p:ph idx="7" type="body"/>
          </p:nvPr>
        </p:nvSpPr>
        <p:spPr>
          <a:xfrm>
            <a:off x="4796057" y="2630171"/>
            <a:ext cx="1755000"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1"/>
              </a:buClr>
              <a:buSzPts val="1200"/>
              <a:buFont typeface="Arial"/>
              <a:buNone/>
              <a:defRPr b="1" sz="1200">
                <a:solidFill>
                  <a:schemeClr val="lt1"/>
                </a:solidFill>
              </a:defRPr>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831" name="Google Shape;831;p55"/>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2" name="Google Shape;832;p55"/>
          <p:cNvSpPr txBox="1"/>
          <p:nvPr>
            <p:ph idx="8" type="body"/>
          </p:nvPr>
        </p:nvSpPr>
        <p:spPr>
          <a:xfrm>
            <a:off x="384544" y="1990091"/>
            <a:ext cx="381734"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1"/>
              </a:buClr>
              <a:buSzPts val="2100"/>
              <a:buFont typeface="Arial"/>
              <a:buNone/>
              <a:defRPr b="1" sz="2100">
                <a:solidFill>
                  <a:schemeClr val="lt1"/>
                </a:solidFill>
              </a:defRPr>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833" name="Google Shape;833;p55"/>
          <p:cNvSpPr txBox="1"/>
          <p:nvPr>
            <p:ph idx="9" type="body"/>
          </p:nvPr>
        </p:nvSpPr>
        <p:spPr>
          <a:xfrm>
            <a:off x="2590419" y="1990091"/>
            <a:ext cx="381734"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1"/>
              </a:buClr>
              <a:buSzPts val="2100"/>
              <a:buFont typeface="Arial"/>
              <a:buNone/>
              <a:defRPr b="1" sz="2100">
                <a:solidFill>
                  <a:schemeClr val="lt1"/>
                </a:solidFill>
              </a:defRPr>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834" name="Google Shape;834;p55"/>
          <p:cNvSpPr txBox="1"/>
          <p:nvPr>
            <p:ph idx="13" type="body"/>
          </p:nvPr>
        </p:nvSpPr>
        <p:spPr>
          <a:xfrm>
            <a:off x="4796056" y="1990091"/>
            <a:ext cx="381734" cy="5168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1"/>
              </a:buClr>
              <a:buSzPts val="2100"/>
              <a:buFont typeface="Arial"/>
              <a:buNone/>
              <a:defRPr b="1" sz="2100">
                <a:solidFill>
                  <a:schemeClr val="lt1"/>
                </a:solidFill>
              </a:defRPr>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guide id="2" orient="horz" pos="4148">
          <p15:clr>
            <a:srgbClr val="FBAE40"/>
          </p15:clr>
        </p15:guide>
        <p15:guide id="3" pos="5588">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Image with Icons">
  <p:cSld name="Three Content Image with Icons">
    <p:spTree>
      <p:nvGrpSpPr>
        <p:cNvPr id="835" name="Shape 835"/>
        <p:cNvGrpSpPr/>
        <p:nvPr/>
      </p:nvGrpSpPr>
      <p:grpSpPr>
        <a:xfrm>
          <a:off x="0" y="0"/>
          <a:ext cx="0" cy="0"/>
          <a:chOff x="0" y="0"/>
          <a:chExt cx="0" cy="0"/>
        </a:xfrm>
      </p:grpSpPr>
      <p:sp>
        <p:nvSpPr>
          <p:cNvPr id="836" name="Google Shape;836;p56"/>
          <p:cNvSpPr/>
          <p:nvPr>
            <p:ph idx="2" type="pic"/>
          </p:nvPr>
        </p:nvSpPr>
        <p:spPr>
          <a:xfrm>
            <a:off x="0" y="1508762"/>
            <a:ext cx="2982516" cy="3749038"/>
          </a:xfrm>
          <a:prstGeom prst="rect">
            <a:avLst/>
          </a:prstGeom>
          <a:solidFill>
            <a:srgbClr val="D7E0E3"/>
          </a:solidFill>
          <a:ln>
            <a:noFill/>
          </a:ln>
        </p:spPr>
      </p:sp>
      <p:sp>
        <p:nvSpPr>
          <p:cNvPr id="837" name="Google Shape;837;p56"/>
          <p:cNvSpPr txBox="1"/>
          <p:nvPr>
            <p:ph idx="1" type="body"/>
          </p:nvPr>
        </p:nvSpPr>
        <p:spPr>
          <a:xfrm>
            <a:off x="3216402" y="3200400"/>
            <a:ext cx="1755000" cy="205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38" name="Google Shape;838;p56"/>
          <p:cNvSpPr txBox="1"/>
          <p:nvPr>
            <p:ph idx="3" type="body"/>
          </p:nvPr>
        </p:nvSpPr>
        <p:spPr>
          <a:xfrm>
            <a:off x="7112394" y="3200400"/>
            <a:ext cx="1755000" cy="205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39" name="Google Shape;839;p56"/>
          <p:cNvSpPr txBox="1"/>
          <p:nvPr>
            <p:ph idx="4" type="body"/>
          </p:nvPr>
        </p:nvSpPr>
        <p:spPr>
          <a:xfrm>
            <a:off x="274320" y="5554278"/>
            <a:ext cx="6685968" cy="52648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40" name="Google Shape;840;p56"/>
          <p:cNvSpPr txBox="1"/>
          <p:nvPr>
            <p:ph idx="5" type="body"/>
          </p:nvPr>
        </p:nvSpPr>
        <p:spPr>
          <a:xfrm>
            <a:off x="3216640" y="1619955"/>
            <a:ext cx="5650754" cy="56765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0"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41" name="Google Shape;841;p56"/>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2" name="Google Shape;842;p56"/>
          <p:cNvSpPr txBox="1"/>
          <p:nvPr>
            <p:ph idx="6" type="body"/>
          </p:nvPr>
        </p:nvSpPr>
        <p:spPr>
          <a:xfrm>
            <a:off x="5205288" y="3200400"/>
            <a:ext cx="1755000" cy="205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43" name="Google Shape;843;p56"/>
          <p:cNvSpPr/>
          <p:nvPr>
            <p:ph idx="7" type="pic"/>
          </p:nvPr>
        </p:nvSpPr>
        <p:spPr>
          <a:xfrm>
            <a:off x="3216403" y="2544378"/>
            <a:ext cx="394862" cy="526483"/>
          </a:xfrm>
          <a:prstGeom prst="rect">
            <a:avLst/>
          </a:prstGeom>
          <a:noFill/>
          <a:ln>
            <a:noFill/>
          </a:ln>
        </p:spPr>
      </p:sp>
      <p:sp>
        <p:nvSpPr>
          <p:cNvPr id="844" name="Google Shape;844;p56"/>
          <p:cNvSpPr/>
          <p:nvPr>
            <p:ph idx="8" type="pic"/>
          </p:nvPr>
        </p:nvSpPr>
        <p:spPr>
          <a:xfrm>
            <a:off x="5205288" y="2544378"/>
            <a:ext cx="394862" cy="526483"/>
          </a:xfrm>
          <a:prstGeom prst="rect">
            <a:avLst/>
          </a:prstGeom>
          <a:noFill/>
          <a:ln>
            <a:noFill/>
          </a:ln>
        </p:spPr>
      </p:sp>
      <p:sp>
        <p:nvSpPr>
          <p:cNvPr id="845" name="Google Shape;845;p56"/>
          <p:cNvSpPr/>
          <p:nvPr>
            <p:ph idx="9" type="pic"/>
          </p:nvPr>
        </p:nvSpPr>
        <p:spPr>
          <a:xfrm>
            <a:off x="7112395" y="2544378"/>
            <a:ext cx="394862" cy="526483"/>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Image with Icons G">
  <p:cSld name="Three Content Image with Icons G">
    <p:spTree>
      <p:nvGrpSpPr>
        <p:cNvPr id="846" name="Shape 846"/>
        <p:cNvGrpSpPr/>
        <p:nvPr/>
      </p:nvGrpSpPr>
      <p:grpSpPr>
        <a:xfrm>
          <a:off x="0" y="0"/>
          <a:ext cx="0" cy="0"/>
          <a:chOff x="0" y="0"/>
          <a:chExt cx="0" cy="0"/>
        </a:xfrm>
      </p:grpSpPr>
      <p:sp>
        <p:nvSpPr>
          <p:cNvPr id="847" name="Google Shape;847;p57"/>
          <p:cNvSpPr/>
          <p:nvPr/>
        </p:nvSpPr>
        <p:spPr>
          <a:xfrm>
            <a:off x="0" y="0"/>
            <a:ext cx="9144000" cy="6858000"/>
          </a:xfrm>
          <a:prstGeom prst="rect">
            <a:avLst/>
          </a:prstGeom>
          <a:solidFill>
            <a:srgbClr val="F2F7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descr="UST" id="848" name="Google Shape;848;p57"/>
          <p:cNvSpPr/>
          <p:nvPr/>
        </p:nvSpPr>
        <p:spPr>
          <a:xfrm>
            <a:off x="274320" y="6238277"/>
            <a:ext cx="240030" cy="354090"/>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849" name="Google Shape;849;p57"/>
          <p:cNvSpPr txBox="1"/>
          <p:nvPr/>
        </p:nvSpPr>
        <p:spPr>
          <a:xfrm>
            <a:off x="6167470" y="6402070"/>
            <a:ext cx="2357024" cy="1828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850" name="Google Shape;850;p57"/>
          <p:cNvSpPr txBox="1"/>
          <p:nvPr/>
        </p:nvSpPr>
        <p:spPr>
          <a:xfrm>
            <a:off x="8524494" y="6317731"/>
            <a:ext cx="342900" cy="274637"/>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851" name="Google Shape;851;p57"/>
          <p:cNvSpPr/>
          <p:nvPr>
            <p:ph idx="2" type="pic"/>
          </p:nvPr>
        </p:nvSpPr>
        <p:spPr>
          <a:xfrm>
            <a:off x="0" y="1508762"/>
            <a:ext cx="2982516" cy="3749038"/>
          </a:xfrm>
          <a:prstGeom prst="rect">
            <a:avLst/>
          </a:prstGeom>
          <a:solidFill>
            <a:schemeClr val="lt1"/>
          </a:solidFill>
          <a:ln>
            <a:noFill/>
          </a:ln>
        </p:spPr>
      </p:sp>
      <p:sp>
        <p:nvSpPr>
          <p:cNvPr id="852" name="Google Shape;852;p57"/>
          <p:cNvSpPr txBox="1"/>
          <p:nvPr>
            <p:ph idx="1" type="body"/>
          </p:nvPr>
        </p:nvSpPr>
        <p:spPr>
          <a:xfrm>
            <a:off x="3216402" y="3200400"/>
            <a:ext cx="1755000" cy="205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53" name="Google Shape;853;p57"/>
          <p:cNvSpPr txBox="1"/>
          <p:nvPr>
            <p:ph idx="3" type="body"/>
          </p:nvPr>
        </p:nvSpPr>
        <p:spPr>
          <a:xfrm>
            <a:off x="7112394" y="3200400"/>
            <a:ext cx="1755000" cy="205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54" name="Google Shape;854;p57"/>
          <p:cNvSpPr txBox="1"/>
          <p:nvPr>
            <p:ph idx="4" type="body"/>
          </p:nvPr>
        </p:nvSpPr>
        <p:spPr>
          <a:xfrm>
            <a:off x="274320" y="5554278"/>
            <a:ext cx="6685968" cy="52648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55" name="Google Shape;855;p57"/>
          <p:cNvSpPr txBox="1"/>
          <p:nvPr>
            <p:ph idx="5" type="body"/>
          </p:nvPr>
        </p:nvSpPr>
        <p:spPr>
          <a:xfrm>
            <a:off x="3216640" y="1619955"/>
            <a:ext cx="5650754" cy="56765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0"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56" name="Google Shape;856;p57"/>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7" name="Google Shape;857;p57"/>
          <p:cNvSpPr txBox="1"/>
          <p:nvPr>
            <p:ph idx="6" type="body"/>
          </p:nvPr>
        </p:nvSpPr>
        <p:spPr>
          <a:xfrm>
            <a:off x="5205288" y="3200400"/>
            <a:ext cx="1755000" cy="205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58" name="Google Shape;858;p57"/>
          <p:cNvSpPr/>
          <p:nvPr>
            <p:ph idx="7" type="pic"/>
          </p:nvPr>
        </p:nvSpPr>
        <p:spPr>
          <a:xfrm>
            <a:off x="3216403" y="2544378"/>
            <a:ext cx="394862" cy="526483"/>
          </a:xfrm>
          <a:prstGeom prst="rect">
            <a:avLst/>
          </a:prstGeom>
          <a:noFill/>
          <a:ln>
            <a:noFill/>
          </a:ln>
        </p:spPr>
      </p:sp>
      <p:sp>
        <p:nvSpPr>
          <p:cNvPr id="859" name="Google Shape;859;p57"/>
          <p:cNvSpPr/>
          <p:nvPr>
            <p:ph idx="8" type="pic"/>
          </p:nvPr>
        </p:nvSpPr>
        <p:spPr>
          <a:xfrm>
            <a:off x="5205288" y="2544378"/>
            <a:ext cx="394862" cy="526483"/>
          </a:xfrm>
          <a:prstGeom prst="rect">
            <a:avLst/>
          </a:prstGeom>
          <a:noFill/>
          <a:ln>
            <a:noFill/>
          </a:ln>
        </p:spPr>
      </p:sp>
      <p:sp>
        <p:nvSpPr>
          <p:cNvPr id="860" name="Google Shape;860;p57"/>
          <p:cNvSpPr/>
          <p:nvPr>
            <p:ph idx="9" type="pic"/>
          </p:nvPr>
        </p:nvSpPr>
        <p:spPr>
          <a:xfrm>
            <a:off x="7112395" y="2544378"/>
            <a:ext cx="394862" cy="526483"/>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ing cotent with Percentage">
  <p:cSld name="Highlighting cotent with Percentage">
    <p:spTree>
      <p:nvGrpSpPr>
        <p:cNvPr id="861" name="Shape 861"/>
        <p:cNvGrpSpPr/>
        <p:nvPr/>
      </p:nvGrpSpPr>
      <p:grpSpPr>
        <a:xfrm>
          <a:off x="0" y="0"/>
          <a:ext cx="0" cy="0"/>
          <a:chOff x="0" y="0"/>
          <a:chExt cx="0" cy="0"/>
        </a:xfrm>
      </p:grpSpPr>
      <p:sp>
        <p:nvSpPr>
          <p:cNvPr id="862" name="Google Shape;862;p58"/>
          <p:cNvSpPr txBox="1"/>
          <p:nvPr>
            <p:ph idx="1" type="body"/>
          </p:nvPr>
        </p:nvSpPr>
        <p:spPr>
          <a:xfrm>
            <a:off x="4732018" y="2544764"/>
            <a:ext cx="634367" cy="6635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63" name="Google Shape;863;p58"/>
          <p:cNvSpPr/>
          <p:nvPr>
            <p:ph idx="2" type="pic"/>
          </p:nvPr>
        </p:nvSpPr>
        <p:spPr>
          <a:xfrm>
            <a:off x="0" y="0"/>
            <a:ext cx="3811905" cy="6858000"/>
          </a:xfrm>
          <a:prstGeom prst="rect">
            <a:avLst/>
          </a:prstGeom>
          <a:solidFill>
            <a:srgbClr val="D7E0E3"/>
          </a:solidFill>
          <a:ln>
            <a:noFill/>
          </a:ln>
        </p:spPr>
      </p:sp>
      <p:sp>
        <p:nvSpPr>
          <p:cNvPr id="864" name="Google Shape;864;p58"/>
          <p:cNvSpPr txBox="1"/>
          <p:nvPr>
            <p:ph idx="3" type="body"/>
          </p:nvPr>
        </p:nvSpPr>
        <p:spPr>
          <a:xfrm>
            <a:off x="5526404" y="2544378"/>
            <a:ext cx="3340752" cy="663643"/>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65" name="Google Shape;865;p58"/>
          <p:cNvSpPr txBox="1"/>
          <p:nvPr>
            <p:ph idx="4" type="body"/>
          </p:nvPr>
        </p:nvSpPr>
        <p:spPr>
          <a:xfrm>
            <a:off x="4177137" y="5554278"/>
            <a:ext cx="4689729" cy="52648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sz="10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66" name="Google Shape;866;p58"/>
          <p:cNvSpPr txBox="1"/>
          <p:nvPr>
            <p:ph type="title"/>
          </p:nvPr>
        </p:nvSpPr>
        <p:spPr>
          <a:xfrm>
            <a:off x="4177665" y="365760"/>
            <a:ext cx="4689729" cy="1485901"/>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7" name="Google Shape;867;p58"/>
          <p:cNvSpPr/>
          <p:nvPr>
            <p:ph idx="5" type="pic"/>
          </p:nvPr>
        </p:nvSpPr>
        <p:spPr>
          <a:xfrm>
            <a:off x="4177138" y="2544378"/>
            <a:ext cx="394862" cy="663643"/>
          </a:xfrm>
          <a:prstGeom prst="rect">
            <a:avLst/>
          </a:prstGeom>
          <a:noFill/>
          <a:ln>
            <a:noFill/>
          </a:ln>
        </p:spPr>
      </p:sp>
      <p:sp>
        <p:nvSpPr>
          <p:cNvPr id="868" name="Google Shape;868;p58"/>
          <p:cNvSpPr txBox="1"/>
          <p:nvPr>
            <p:ph idx="6" type="body"/>
          </p:nvPr>
        </p:nvSpPr>
        <p:spPr>
          <a:xfrm>
            <a:off x="5526404" y="3451158"/>
            <a:ext cx="3340752" cy="663643"/>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69" name="Google Shape;869;p58"/>
          <p:cNvSpPr/>
          <p:nvPr>
            <p:ph idx="7" type="pic"/>
          </p:nvPr>
        </p:nvSpPr>
        <p:spPr>
          <a:xfrm>
            <a:off x="4177138" y="3451158"/>
            <a:ext cx="394862" cy="663643"/>
          </a:xfrm>
          <a:prstGeom prst="rect">
            <a:avLst/>
          </a:prstGeom>
          <a:noFill/>
          <a:ln>
            <a:noFill/>
          </a:ln>
        </p:spPr>
      </p:sp>
      <p:sp>
        <p:nvSpPr>
          <p:cNvPr id="870" name="Google Shape;870;p58"/>
          <p:cNvSpPr txBox="1"/>
          <p:nvPr>
            <p:ph idx="8" type="body"/>
          </p:nvPr>
        </p:nvSpPr>
        <p:spPr>
          <a:xfrm>
            <a:off x="5526404" y="4357938"/>
            <a:ext cx="3340752" cy="663643"/>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71" name="Google Shape;871;p58"/>
          <p:cNvSpPr/>
          <p:nvPr>
            <p:ph idx="9" type="pic"/>
          </p:nvPr>
        </p:nvSpPr>
        <p:spPr>
          <a:xfrm>
            <a:off x="4177138" y="4357938"/>
            <a:ext cx="394862" cy="663643"/>
          </a:xfrm>
          <a:prstGeom prst="rect">
            <a:avLst/>
          </a:prstGeom>
          <a:noFill/>
          <a:ln>
            <a:noFill/>
          </a:ln>
        </p:spPr>
      </p:sp>
      <p:sp>
        <p:nvSpPr>
          <p:cNvPr id="872" name="Google Shape;872;p58"/>
          <p:cNvSpPr txBox="1"/>
          <p:nvPr>
            <p:ph idx="13" type="body"/>
          </p:nvPr>
        </p:nvSpPr>
        <p:spPr>
          <a:xfrm>
            <a:off x="4732018" y="3451158"/>
            <a:ext cx="634367" cy="6635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73" name="Google Shape;873;p58"/>
          <p:cNvSpPr txBox="1"/>
          <p:nvPr>
            <p:ph idx="14" type="body"/>
          </p:nvPr>
        </p:nvSpPr>
        <p:spPr>
          <a:xfrm>
            <a:off x="4732018" y="4357938"/>
            <a:ext cx="634367" cy="6635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ing cotent with Percentage G">
  <p:cSld name="Highlighting cotent with Percentage G">
    <p:spTree>
      <p:nvGrpSpPr>
        <p:cNvPr id="874" name="Shape 874"/>
        <p:cNvGrpSpPr/>
        <p:nvPr/>
      </p:nvGrpSpPr>
      <p:grpSpPr>
        <a:xfrm>
          <a:off x="0" y="0"/>
          <a:ext cx="0" cy="0"/>
          <a:chOff x="0" y="0"/>
          <a:chExt cx="0" cy="0"/>
        </a:xfrm>
      </p:grpSpPr>
      <p:sp>
        <p:nvSpPr>
          <p:cNvPr id="875" name="Google Shape;875;p59"/>
          <p:cNvSpPr/>
          <p:nvPr/>
        </p:nvSpPr>
        <p:spPr>
          <a:xfrm>
            <a:off x="0" y="0"/>
            <a:ext cx="9144000" cy="6858000"/>
          </a:xfrm>
          <a:prstGeom prst="rect">
            <a:avLst/>
          </a:prstGeom>
          <a:solidFill>
            <a:srgbClr val="F2F7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876" name="Google Shape;876;p59"/>
          <p:cNvSpPr txBox="1"/>
          <p:nvPr/>
        </p:nvSpPr>
        <p:spPr>
          <a:xfrm>
            <a:off x="6167470" y="6402070"/>
            <a:ext cx="2357024" cy="1828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877" name="Google Shape;877;p59"/>
          <p:cNvSpPr txBox="1"/>
          <p:nvPr/>
        </p:nvSpPr>
        <p:spPr>
          <a:xfrm>
            <a:off x="8524494" y="6317731"/>
            <a:ext cx="342900" cy="274637"/>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878" name="Google Shape;878;p59"/>
          <p:cNvSpPr/>
          <p:nvPr>
            <p:ph idx="2" type="pic"/>
          </p:nvPr>
        </p:nvSpPr>
        <p:spPr>
          <a:xfrm>
            <a:off x="0" y="0"/>
            <a:ext cx="3811905" cy="6858000"/>
          </a:xfrm>
          <a:prstGeom prst="rect">
            <a:avLst/>
          </a:prstGeom>
          <a:solidFill>
            <a:srgbClr val="D7E0E3"/>
          </a:solidFill>
          <a:ln>
            <a:noFill/>
          </a:ln>
        </p:spPr>
      </p:sp>
      <p:sp>
        <p:nvSpPr>
          <p:cNvPr id="879" name="Google Shape;879;p59"/>
          <p:cNvSpPr txBox="1"/>
          <p:nvPr>
            <p:ph idx="1" type="body"/>
          </p:nvPr>
        </p:nvSpPr>
        <p:spPr>
          <a:xfrm>
            <a:off x="4177137" y="5554278"/>
            <a:ext cx="4689729" cy="52648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sz="10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80" name="Google Shape;880;p59"/>
          <p:cNvSpPr txBox="1"/>
          <p:nvPr>
            <p:ph type="title"/>
          </p:nvPr>
        </p:nvSpPr>
        <p:spPr>
          <a:xfrm>
            <a:off x="4177665" y="365760"/>
            <a:ext cx="4689729" cy="1485901"/>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1" name="Google Shape;881;p59"/>
          <p:cNvSpPr txBox="1"/>
          <p:nvPr>
            <p:ph idx="3" type="body"/>
          </p:nvPr>
        </p:nvSpPr>
        <p:spPr>
          <a:xfrm>
            <a:off x="4732018" y="2544764"/>
            <a:ext cx="634367" cy="6635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82" name="Google Shape;882;p59"/>
          <p:cNvSpPr txBox="1"/>
          <p:nvPr>
            <p:ph idx="4" type="body"/>
          </p:nvPr>
        </p:nvSpPr>
        <p:spPr>
          <a:xfrm>
            <a:off x="5526404" y="2544378"/>
            <a:ext cx="3340752" cy="663643"/>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83" name="Google Shape;883;p59"/>
          <p:cNvSpPr/>
          <p:nvPr>
            <p:ph idx="5" type="pic"/>
          </p:nvPr>
        </p:nvSpPr>
        <p:spPr>
          <a:xfrm>
            <a:off x="4177138" y="2544378"/>
            <a:ext cx="394862" cy="663643"/>
          </a:xfrm>
          <a:prstGeom prst="rect">
            <a:avLst/>
          </a:prstGeom>
          <a:noFill/>
          <a:ln>
            <a:noFill/>
          </a:ln>
        </p:spPr>
      </p:sp>
      <p:sp>
        <p:nvSpPr>
          <p:cNvPr id="884" name="Google Shape;884;p59"/>
          <p:cNvSpPr txBox="1"/>
          <p:nvPr>
            <p:ph idx="6" type="body"/>
          </p:nvPr>
        </p:nvSpPr>
        <p:spPr>
          <a:xfrm>
            <a:off x="5526404" y="3451158"/>
            <a:ext cx="3340752" cy="663643"/>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85" name="Google Shape;885;p59"/>
          <p:cNvSpPr/>
          <p:nvPr>
            <p:ph idx="7" type="pic"/>
          </p:nvPr>
        </p:nvSpPr>
        <p:spPr>
          <a:xfrm>
            <a:off x="4177138" y="3451158"/>
            <a:ext cx="394862" cy="663643"/>
          </a:xfrm>
          <a:prstGeom prst="rect">
            <a:avLst/>
          </a:prstGeom>
          <a:noFill/>
          <a:ln>
            <a:noFill/>
          </a:ln>
        </p:spPr>
      </p:sp>
      <p:sp>
        <p:nvSpPr>
          <p:cNvPr id="886" name="Google Shape;886;p59"/>
          <p:cNvSpPr txBox="1"/>
          <p:nvPr>
            <p:ph idx="8" type="body"/>
          </p:nvPr>
        </p:nvSpPr>
        <p:spPr>
          <a:xfrm>
            <a:off x="5526404" y="4357938"/>
            <a:ext cx="3340752" cy="663643"/>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87" name="Google Shape;887;p59"/>
          <p:cNvSpPr/>
          <p:nvPr>
            <p:ph idx="9" type="pic"/>
          </p:nvPr>
        </p:nvSpPr>
        <p:spPr>
          <a:xfrm>
            <a:off x="4177138" y="4357938"/>
            <a:ext cx="394862" cy="663643"/>
          </a:xfrm>
          <a:prstGeom prst="rect">
            <a:avLst/>
          </a:prstGeom>
          <a:noFill/>
          <a:ln>
            <a:noFill/>
          </a:ln>
        </p:spPr>
      </p:sp>
      <p:sp>
        <p:nvSpPr>
          <p:cNvPr id="888" name="Google Shape;888;p59"/>
          <p:cNvSpPr txBox="1"/>
          <p:nvPr>
            <p:ph idx="13" type="body"/>
          </p:nvPr>
        </p:nvSpPr>
        <p:spPr>
          <a:xfrm>
            <a:off x="4732018" y="3451158"/>
            <a:ext cx="634367" cy="6635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89" name="Google Shape;889;p59"/>
          <p:cNvSpPr txBox="1"/>
          <p:nvPr>
            <p:ph idx="14" type="body"/>
          </p:nvPr>
        </p:nvSpPr>
        <p:spPr>
          <a:xfrm>
            <a:off x="4732018" y="4357938"/>
            <a:ext cx="634367" cy="6635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bar Right">
  <p:cSld name="Sidebar Right">
    <p:spTree>
      <p:nvGrpSpPr>
        <p:cNvPr id="890" name="Shape 890"/>
        <p:cNvGrpSpPr/>
        <p:nvPr/>
      </p:nvGrpSpPr>
      <p:grpSpPr>
        <a:xfrm>
          <a:off x="0" y="0"/>
          <a:ext cx="0" cy="0"/>
          <a:chOff x="0" y="0"/>
          <a:chExt cx="0" cy="0"/>
        </a:xfrm>
      </p:grpSpPr>
      <p:sp>
        <p:nvSpPr>
          <p:cNvPr id="891" name="Google Shape;891;p60"/>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2" name="Google Shape;892;p60"/>
          <p:cNvSpPr txBox="1"/>
          <p:nvPr>
            <p:ph idx="1" type="body"/>
          </p:nvPr>
        </p:nvSpPr>
        <p:spPr>
          <a:xfrm>
            <a:off x="274320" y="1828800"/>
            <a:ext cx="5650992" cy="425196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93" name="Google Shape;893;p60"/>
          <p:cNvSpPr txBox="1"/>
          <p:nvPr>
            <p:ph idx="2" type="body"/>
          </p:nvPr>
        </p:nvSpPr>
        <p:spPr>
          <a:xfrm>
            <a:off x="6158484" y="1828800"/>
            <a:ext cx="2708910" cy="425196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4978">
          <p15:clr>
            <a:srgbClr val="FBAE40"/>
          </p15:clr>
        </p15:guide>
        <p15:guide id="2" pos="5172">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Big Statement">
  <p:cSld name="Content and Big Statement">
    <p:spTree>
      <p:nvGrpSpPr>
        <p:cNvPr id="894" name="Shape 894"/>
        <p:cNvGrpSpPr/>
        <p:nvPr/>
      </p:nvGrpSpPr>
      <p:grpSpPr>
        <a:xfrm>
          <a:off x="0" y="0"/>
          <a:ext cx="0" cy="0"/>
          <a:chOff x="0" y="0"/>
          <a:chExt cx="0" cy="0"/>
        </a:xfrm>
      </p:grpSpPr>
      <p:sp>
        <p:nvSpPr>
          <p:cNvPr id="895" name="Google Shape;895;p61"/>
          <p:cNvSpPr/>
          <p:nvPr/>
        </p:nvSpPr>
        <p:spPr>
          <a:xfrm>
            <a:off x="4572001" y="1"/>
            <a:ext cx="4571999" cy="6857999"/>
          </a:xfrm>
          <a:prstGeom prst="rect">
            <a:avLst/>
          </a:prstGeom>
          <a:solidFill>
            <a:srgbClr val="006E7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dk1"/>
              </a:solidFill>
              <a:latin typeface="Arial"/>
              <a:ea typeface="Arial"/>
              <a:cs typeface="Arial"/>
              <a:sym typeface="Arial"/>
            </a:endParaRPr>
          </a:p>
        </p:txBody>
      </p:sp>
      <p:sp>
        <p:nvSpPr>
          <p:cNvPr id="896" name="Google Shape;896;p61"/>
          <p:cNvSpPr txBox="1"/>
          <p:nvPr>
            <p:ph type="title"/>
          </p:nvPr>
        </p:nvSpPr>
        <p:spPr>
          <a:xfrm>
            <a:off x="274320" y="365760"/>
            <a:ext cx="4069080" cy="1371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7" name="Google Shape;897;p61"/>
          <p:cNvSpPr txBox="1"/>
          <p:nvPr>
            <p:ph idx="1" type="body"/>
          </p:nvPr>
        </p:nvSpPr>
        <p:spPr>
          <a:xfrm>
            <a:off x="274320" y="2286000"/>
            <a:ext cx="4069080" cy="379476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898" name="Google Shape;898;p61"/>
          <p:cNvSpPr txBox="1"/>
          <p:nvPr>
            <p:ph idx="2" type="body"/>
          </p:nvPr>
        </p:nvSpPr>
        <p:spPr>
          <a:xfrm>
            <a:off x="4800600" y="365126"/>
            <a:ext cx="4066794" cy="5715635"/>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lt1"/>
              </a:buClr>
              <a:buSzPts val="4050"/>
              <a:buNone/>
              <a:defRPr sz="4050">
                <a:solidFill>
                  <a:schemeClr val="lt1"/>
                </a:solidFill>
                <a:latin typeface="Arial"/>
                <a:ea typeface="Arial"/>
                <a:cs typeface="Arial"/>
                <a:sym typeface="Arial"/>
              </a:defRPr>
            </a:lvl1pPr>
            <a:lvl2pPr indent="-314325" lvl="1" marL="914400" algn="l">
              <a:lnSpc>
                <a:spcPct val="100000"/>
              </a:lnSpc>
              <a:spcBef>
                <a:spcPts val="900"/>
              </a:spcBef>
              <a:spcAft>
                <a:spcPts val="0"/>
              </a:spcAft>
              <a:buClr>
                <a:schemeClr val="lt1"/>
              </a:buClr>
              <a:buSzPts val="1350"/>
              <a:buChar char="–"/>
              <a:defRPr>
                <a:solidFill>
                  <a:schemeClr val="lt1"/>
                </a:solidFill>
                <a:latin typeface="Arial"/>
                <a:ea typeface="Arial"/>
                <a:cs typeface="Arial"/>
                <a:sym typeface="Arial"/>
              </a:defRPr>
            </a:lvl2pPr>
            <a:lvl3pPr indent="-314325" lvl="2" marL="13716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3pPr>
            <a:lvl4pPr indent="-314325" lvl="3" marL="18288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4pPr>
            <a:lvl5pPr indent="-314325" lvl="4" marL="22860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5pPr>
            <a:lvl6pPr indent="-314325" lvl="5" marL="27432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6pPr>
            <a:lvl7pPr indent="-314325" lvl="6" marL="32004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7pPr>
            <a:lvl8pPr indent="-314325" lvl="7" marL="36576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8pPr>
            <a:lvl9pPr indent="-314325" lvl="8" marL="41148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9pPr>
          </a:lstStyle>
          <a:p/>
        </p:txBody>
      </p:sp>
      <p:sp>
        <p:nvSpPr>
          <p:cNvPr id="899" name="Google Shape;899;p61"/>
          <p:cNvSpPr txBox="1"/>
          <p:nvPr/>
        </p:nvSpPr>
        <p:spPr>
          <a:xfrm>
            <a:off x="8524494" y="6317731"/>
            <a:ext cx="342900" cy="274637"/>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lt1"/>
                </a:solidFill>
                <a:latin typeface="Arial"/>
                <a:ea typeface="Arial"/>
                <a:cs typeface="Arial"/>
                <a:sym typeface="Arial"/>
              </a:rPr>
              <a:t> </a:t>
            </a:r>
            <a:fld id="{00000000-1234-1234-1234-123412341234}" type="slidenum">
              <a:rPr lang="en-US" sz="600">
                <a:solidFill>
                  <a:schemeClr val="lt1"/>
                </a:solidFill>
                <a:latin typeface="Arial"/>
                <a:ea typeface="Arial"/>
                <a:cs typeface="Arial"/>
                <a:sym typeface="Arial"/>
              </a:rPr>
              <a:t>‹#›</a:t>
            </a:fld>
            <a:endParaRPr sz="600">
              <a:solidFill>
                <a:schemeClr val="lt1"/>
              </a:solidFill>
              <a:latin typeface="Arial"/>
              <a:ea typeface="Arial"/>
              <a:cs typeface="Arial"/>
              <a:sym typeface="Arial"/>
            </a:endParaRPr>
          </a:p>
        </p:txBody>
      </p:sp>
      <p:sp>
        <p:nvSpPr>
          <p:cNvPr id="900" name="Google Shape;900;p61"/>
          <p:cNvSpPr txBox="1"/>
          <p:nvPr/>
        </p:nvSpPr>
        <p:spPr>
          <a:xfrm>
            <a:off x="6167470" y="6402070"/>
            <a:ext cx="2357024" cy="1828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lt1"/>
              </a:buClr>
              <a:buSzPts val="600"/>
              <a:buFont typeface="Arial"/>
              <a:buNone/>
            </a:pPr>
            <a:r>
              <a:rPr b="0" lang="en-US" sz="600">
                <a:solidFill>
                  <a:schemeClr val="lt1"/>
                </a:solidFill>
                <a:latin typeface="Arial"/>
                <a:ea typeface="Arial"/>
                <a:cs typeface="Arial"/>
                <a:sym typeface="Arial"/>
              </a:rPr>
              <a:t>Confidential and Proprietary. © 2026 UST Global Inc</a:t>
            </a:r>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648">
          <p15:clr>
            <a:srgbClr val="FBAE40"/>
          </p15:clr>
        </p15:guide>
        <p15:guide id="2" pos="4032">
          <p15:clr>
            <a:srgbClr val="FBAE40"/>
          </p15:clr>
        </p15:guide>
        <p15:guide id="3" orient="horz" pos="3832">
          <p15:clr>
            <a:srgbClr val="FBAE40"/>
          </p15:clr>
        </p15:guide>
        <p15:guide id="4" orient="horz" pos="1440">
          <p15:clr>
            <a:srgbClr val="FBAE40"/>
          </p15:clr>
        </p15:guide>
        <p15:guide id="5" orient="horz" pos="4148">
          <p15:clr>
            <a:srgbClr val="FBAE40"/>
          </p15:clr>
        </p15:guide>
        <p15:guide id="6"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Highlighting text with Image">
  <p:cSld name="Content and Highlighting text with Image">
    <p:spTree>
      <p:nvGrpSpPr>
        <p:cNvPr id="901" name="Shape 901"/>
        <p:cNvGrpSpPr/>
        <p:nvPr/>
      </p:nvGrpSpPr>
      <p:grpSpPr>
        <a:xfrm>
          <a:off x="0" y="0"/>
          <a:ext cx="0" cy="0"/>
          <a:chOff x="0" y="0"/>
          <a:chExt cx="0" cy="0"/>
        </a:xfrm>
      </p:grpSpPr>
      <p:sp>
        <p:nvSpPr>
          <p:cNvPr id="902" name="Google Shape;902;p62"/>
          <p:cNvSpPr/>
          <p:nvPr/>
        </p:nvSpPr>
        <p:spPr>
          <a:xfrm>
            <a:off x="4572001" y="1"/>
            <a:ext cx="4571999" cy="6857999"/>
          </a:xfrm>
          <a:prstGeom prst="rect">
            <a:avLst/>
          </a:prstGeom>
          <a:solidFill>
            <a:srgbClr val="006E7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dk1"/>
              </a:solidFill>
              <a:latin typeface="Arial"/>
              <a:ea typeface="Arial"/>
              <a:cs typeface="Arial"/>
              <a:sym typeface="Arial"/>
            </a:endParaRPr>
          </a:p>
        </p:txBody>
      </p:sp>
      <p:sp>
        <p:nvSpPr>
          <p:cNvPr id="903" name="Google Shape;903;p62"/>
          <p:cNvSpPr txBox="1"/>
          <p:nvPr>
            <p:ph type="title"/>
          </p:nvPr>
        </p:nvSpPr>
        <p:spPr>
          <a:xfrm>
            <a:off x="274320" y="365760"/>
            <a:ext cx="4069080" cy="1371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4" name="Google Shape;904;p62"/>
          <p:cNvSpPr txBox="1"/>
          <p:nvPr/>
        </p:nvSpPr>
        <p:spPr>
          <a:xfrm>
            <a:off x="8524494" y="6317731"/>
            <a:ext cx="342900" cy="274637"/>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lt1"/>
                </a:solidFill>
                <a:latin typeface="Arial"/>
                <a:ea typeface="Arial"/>
                <a:cs typeface="Arial"/>
                <a:sym typeface="Arial"/>
              </a:rPr>
              <a:t> </a:t>
            </a:r>
            <a:fld id="{00000000-1234-1234-1234-123412341234}" type="slidenum">
              <a:rPr lang="en-US" sz="600">
                <a:solidFill>
                  <a:schemeClr val="lt1"/>
                </a:solidFill>
                <a:latin typeface="Arial"/>
                <a:ea typeface="Arial"/>
                <a:cs typeface="Arial"/>
                <a:sym typeface="Arial"/>
              </a:rPr>
              <a:t>‹#›</a:t>
            </a:fld>
            <a:endParaRPr sz="600">
              <a:solidFill>
                <a:schemeClr val="lt1"/>
              </a:solidFill>
              <a:latin typeface="Arial"/>
              <a:ea typeface="Arial"/>
              <a:cs typeface="Arial"/>
              <a:sym typeface="Arial"/>
            </a:endParaRPr>
          </a:p>
        </p:txBody>
      </p:sp>
      <p:sp>
        <p:nvSpPr>
          <p:cNvPr id="905" name="Google Shape;905;p62"/>
          <p:cNvSpPr txBox="1"/>
          <p:nvPr>
            <p:ph idx="1" type="body"/>
          </p:nvPr>
        </p:nvSpPr>
        <p:spPr>
          <a:xfrm>
            <a:off x="2420809" y="3200400"/>
            <a:ext cx="1922591" cy="2880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906" name="Google Shape;906;p62"/>
          <p:cNvSpPr txBox="1"/>
          <p:nvPr>
            <p:ph idx="2" type="body"/>
          </p:nvPr>
        </p:nvSpPr>
        <p:spPr>
          <a:xfrm>
            <a:off x="274320" y="3200400"/>
            <a:ext cx="1922591" cy="2880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907" name="Google Shape;907;p62"/>
          <p:cNvSpPr/>
          <p:nvPr>
            <p:ph idx="3" type="pic"/>
          </p:nvPr>
        </p:nvSpPr>
        <p:spPr>
          <a:xfrm>
            <a:off x="274321" y="2544378"/>
            <a:ext cx="394862" cy="526483"/>
          </a:xfrm>
          <a:prstGeom prst="rect">
            <a:avLst/>
          </a:prstGeom>
          <a:noFill/>
          <a:ln>
            <a:noFill/>
          </a:ln>
        </p:spPr>
      </p:sp>
      <p:sp>
        <p:nvSpPr>
          <p:cNvPr id="908" name="Google Shape;908;p62"/>
          <p:cNvSpPr/>
          <p:nvPr>
            <p:ph idx="4" type="pic"/>
          </p:nvPr>
        </p:nvSpPr>
        <p:spPr>
          <a:xfrm>
            <a:off x="2420809" y="2544378"/>
            <a:ext cx="394862" cy="526483"/>
          </a:xfrm>
          <a:prstGeom prst="rect">
            <a:avLst/>
          </a:prstGeom>
          <a:noFill/>
          <a:ln>
            <a:noFill/>
          </a:ln>
        </p:spPr>
      </p:sp>
      <p:sp>
        <p:nvSpPr>
          <p:cNvPr id="909" name="Google Shape;909;p62"/>
          <p:cNvSpPr txBox="1"/>
          <p:nvPr>
            <p:ph idx="5" type="body"/>
          </p:nvPr>
        </p:nvSpPr>
        <p:spPr>
          <a:xfrm>
            <a:off x="6949677" y="3200400"/>
            <a:ext cx="1922591" cy="2880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910" name="Google Shape;910;p62"/>
          <p:cNvSpPr txBox="1"/>
          <p:nvPr>
            <p:ph idx="6" type="body"/>
          </p:nvPr>
        </p:nvSpPr>
        <p:spPr>
          <a:xfrm>
            <a:off x="4803188" y="3200400"/>
            <a:ext cx="1922591" cy="2880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911" name="Google Shape;911;p62"/>
          <p:cNvSpPr/>
          <p:nvPr>
            <p:ph idx="7" type="pic"/>
          </p:nvPr>
        </p:nvSpPr>
        <p:spPr>
          <a:xfrm>
            <a:off x="4572000" y="1"/>
            <a:ext cx="4572000" cy="2544763"/>
          </a:xfrm>
          <a:prstGeom prst="rect">
            <a:avLst/>
          </a:prstGeom>
          <a:solidFill>
            <a:srgbClr val="D7E0E3"/>
          </a:solidFill>
          <a:ln>
            <a:noFill/>
          </a:ln>
        </p:spPr>
      </p:sp>
      <p:sp>
        <p:nvSpPr>
          <p:cNvPr id="912" name="Google Shape;912;p62"/>
          <p:cNvSpPr txBox="1"/>
          <p:nvPr/>
        </p:nvSpPr>
        <p:spPr>
          <a:xfrm>
            <a:off x="6167470" y="6402070"/>
            <a:ext cx="2357024" cy="1828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lt1"/>
              </a:buClr>
              <a:buSzPts val="600"/>
              <a:buFont typeface="Arial"/>
              <a:buNone/>
            </a:pPr>
            <a:r>
              <a:rPr b="0" lang="en-US" sz="600">
                <a:solidFill>
                  <a:schemeClr val="lt1"/>
                </a:solidFill>
                <a:latin typeface="Arial"/>
                <a:ea typeface="Arial"/>
                <a:cs typeface="Arial"/>
                <a:sym typeface="Arial"/>
              </a:rPr>
              <a:t>Confidential and Proprietary. © 2026 UST Global Inc</a:t>
            </a:r>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648">
          <p15:clr>
            <a:srgbClr val="FBAE40"/>
          </p15:clr>
        </p15:guide>
        <p15:guide id="2" pos="4032">
          <p15:clr>
            <a:srgbClr val="FBAE40"/>
          </p15:clr>
        </p15:guide>
        <p15:guide id="3" orient="horz" pos="3832">
          <p15:clr>
            <a:srgbClr val="FBAE40"/>
          </p15:clr>
        </p15:guide>
        <p15:guide id="4" orient="horz" pos="1440">
          <p15:clr>
            <a:srgbClr val="FBAE40"/>
          </p15:clr>
        </p15:guide>
        <p15:guide id="5" orient="horz" pos="4148">
          <p15:clr>
            <a:srgbClr val="FBAE40"/>
          </p15:clr>
        </p15:guide>
        <p15:guide id="6"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ement">
  <p:cSld name="Big Statement">
    <p:bg>
      <p:bgPr>
        <a:solidFill>
          <a:srgbClr val="231F20"/>
        </a:solidFill>
      </p:bgPr>
    </p:bg>
    <p:spTree>
      <p:nvGrpSpPr>
        <p:cNvPr id="913" name="Shape 913"/>
        <p:cNvGrpSpPr/>
        <p:nvPr/>
      </p:nvGrpSpPr>
      <p:grpSpPr>
        <a:xfrm>
          <a:off x="0" y="0"/>
          <a:ext cx="0" cy="0"/>
          <a:chOff x="0" y="0"/>
          <a:chExt cx="0" cy="0"/>
        </a:xfrm>
      </p:grpSpPr>
      <p:sp>
        <p:nvSpPr>
          <p:cNvPr id="914" name="Google Shape;914;p63"/>
          <p:cNvSpPr txBox="1"/>
          <p:nvPr>
            <p:ph idx="1" type="body"/>
          </p:nvPr>
        </p:nvSpPr>
        <p:spPr>
          <a:xfrm>
            <a:off x="273843" y="365126"/>
            <a:ext cx="6377940" cy="5715635"/>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lt1"/>
              </a:buClr>
              <a:buSzPts val="4050"/>
              <a:buFont typeface="Arial"/>
              <a:buNone/>
              <a:defRPr b="0" sz="4050">
                <a:solidFill>
                  <a:schemeClr val="lt1"/>
                </a:solidFill>
                <a:latin typeface="Arial"/>
                <a:ea typeface="Arial"/>
                <a:cs typeface="Arial"/>
                <a:sym typeface="Arial"/>
              </a:defRPr>
            </a:lvl1pPr>
            <a:lvl2pPr indent="-314325" lvl="1" marL="914400" algn="l">
              <a:lnSpc>
                <a:spcPct val="100000"/>
              </a:lnSpc>
              <a:spcBef>
                <a:spcPts val="900"/>
              </a:spcBef>
              <a:spcAft>
                <a:spcPts val="0"/>
              </a:spcAft>
              <a:buClr>
                <a:schemeClr val="lt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lt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lt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lt1"/>
              </a:buClr>
              <a:buSzPts val="1350"/>
              <a:buChar char="–"/>
              <a:defRPr>
                <a:latin typeface="Arial"/>
                <a:ea typeface="Arial"/>
                <a:cs typeface="Arial"/>
                <a:sym typeface="Arial"/>
              </a:defRPr>
            </a:lvl5pPr>
            <a:lvl6pPr indent="-314325" lvl="5" marL="2743200" algn="l">
              <a:lnSpc>
                <a:spcPct val="100000"/>
              </a:lnSpc>
              <a:spcBef>
                <a:spcPts val="225"/>
              </a:spcBef>
              <a:spcAft>
                <a:spcPts val="0"/>
              </a:spcAft>
              <a:buClr>
                <a:schemeClr val="lt1"/>
              </a:buClr>
              <a:buSzPts val="1350"/>
              <a:buChar char="–"/>
              <a:defRPr>
                <a:latin typeface="Arial"/>
                <a:ea typeface="Arial"/>
                <a:cs typeface="Arial"/>
                <a:sym typeface="Arial"/>
              </a:defRPr>
            </a:lvl6pPr>
            <a:lvl7pPr indent="-314325" lvl="6" marL="3200400" algn="l">
              <a:lnSpc>
                <a:spcPct val="100000"/>
              </a:lnSpc>
              <a:spcBef>
                <a:spcPts val="225"/>
              </a:spcBef>
              <a:spcAft>
                <a:spcPts val="0"/>
              </a:spcAft>
              <a:buClr>
                <a:schemeClr val="lt1"/>
              </a:buClr>
              <a:buSzPts val="1350"/>
              <a:buChar char="–"/>
              <a:defRPr>
                <a:latin typeface="Arial"/>
                <a:ea typeface="Arial"/>
                <a:cs typeface="Arial"/>
                <a:sym typeface="Arial"/>
              </a:defRPr>
            </a:lvl7pPr>
            <a:lvl8pPr indent="-314325" lvl="7" marL="3657600" algn="l">
              <a:lnSpc>
                <a:spcPct val="100000"/>
              </a:lnSpc>
              <a:spcBef>
                <a:spcPts val="225"/>
              </a:spcBef>
              <a:spcAft>
                <a:spcPts val="0"/>
              </a:spcAft>
              <a:buClr>
                <a:schemeClr val="lt1"/>
              </a:buClr>
              <a:buSzPts val="1350"/>
              <a:buChar char="–"/>
              <a:defRPr>
                <a:latin typeface="Arial"/>
                <a:ea typeface="Arial"/>
                <a:cs typeface="Arial"/>
                <a:sym typeface="Arial"/>
              </a:defRPr>
            </a:lvl8pPr>
            <a:lvl9pPr indent="-314325" lvl="8" marL="4114800" algn="l">
              <a:lnSpc>
                <a:spcPct val="100000"/>
              </a:lnSpc>
              <a:spcBef>
                <a:spcPts val="225"/>
              </a:spcBef>
              <a:spcAft>
                <a:spcPts val="0"/>
              </a:spcAft>
              <a:buClr>
                <a:schemeClr val="lt1"/>
              </a:buClr>
              <a:buSzPts val="1350"/>
              <a:buChar char="–"/>
              <a:defRPr>
                <a:latin typeface="Arial"/>
                <a:ea typeface="Arial"/>
                <a:cs typeface="Arial"/>
                <a:sym typeface="Aria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guide id="2" orient="horz" pos="4148">
          <p15:clr>
            <a:srgbClr val="FBAE40"/>
          </p15:clr>
        </p15:guide>
        <p15:guide id="3" pos="558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ement and Photo">
  <p:cSld name="Big Statement and Photo">
    <p:bg>
      <p:bgPr>
        <a:solidFill>
          <a:srgbClr val="231F20"/>
        </a:solidFill>
      </p:bgPr>
    </p:bg>
    <p:spTree>
      <p:nvGrpSpPr>
        <p:cNvPr id="915" name="Shape 915"/>
        <p:cNvGrpSpPr/>
        <p:nvPr/>
      </p:nvGrpSpPr>
      <p:grpSpPr>
        <a:xfrm>
          <a:off x="0" y="0"/>
          <a:ext cx="0" cy="0"/>
          <a:chOff x="0" y="0"/>
          <a:chExt cx="0" cy="0"/>
        </a:xfrm>
      </p:grpSpPr>
      <p:sp>
        <p:nvSpPr>
          <p:cNvPr id="916" name="Google Shape;916;p64"/>
          <p:cNvSpPr txBox="1"/>
          <p:nvPr>
            <p:ph idx="1" type="body"/>
          </p:nvPr>
        </p:nvSpPr>
        <p:spPr>
          <a:xfrm>
            <a:off x="273843" y="365126"/>
            <a:ext cx="4183857" cy="5715635"/>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lt1"/>
              </a:buClr>
              <a:buSzPts val="4050"/>
              <a:buFont typeface="Arial"/>
              <a:buNone/>
              <a:defRPr b="0" sz="4050">
                <a:solidFill>
                  <a:schemeClr val="lt1"/>
                </a:solidFill>
                <a:latin typeface="Arial"/>
                <a:ea typeface="Arial"/>
                <a:cs typeface="Arial"/>
                <a:sym typeface="Arial"/>
              </a:defRPr>
            </a:lvl1pPr>
            <a:lvl2pPr indent="-314325" lvl="1" marL="914400" algn="l">
              <a:lnSpc>
                <a:spcPct val="100000"/>
              </a:lnSpc>
              <a:spcBef>
                <a:spcPts val="900"/>
              </a:spcBef>
              <a:spcAft>
                <a:spcPts val="0"/>
              </a:spcAft>
              <a:buClr>
                <a:schemeClr val="lt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lt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lt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lt1"/>
              </a:buClr>
              <a:buSzPts val="1350"/>
              <a:buChar char="–"/>
              <a:defRPr>
                <a:latin typeface="Arial"/>
                <a:ea typeface="Arial"/>
                <a:cs typeface="Arial"/>
                <a:sym typeface="Arial"/>
              </a:defRPr>
            </a:lvl5pPr>
            <a:lvl6pPr indent="-314325" lvl="5" marL="2743200" algn="l">
              <a:lnSpc>
                <a:spcPct val="100000"/>
              </a:lnSpc>
              <a:spcBef>
                <a:spcPts val="225"/>
              </a:spcBef>
              <a:spcAft>
                <a:spcPts val="0"/>
              </a:spcAft>
              <a:buClr>
                <a:schemeClr val="lt1"/>
              </a:buClr>
              <a:buSzPts val="1350"/>
              <a:buChar char="–"/>
              <a:defRPr>
                <a:latin typeface="Arial"/>
                <a:ea typeface="Arial"/>
                <a:cs typeface="Arial"/>
                <a:sym typeface="Arial"/>
              </a:defRPr>
            </a:lvl6pPr>
            <a:lvl7pPr indent="-314325" lvl="6" marL="3200400" algn="l">
              <a:lnSpc>
                <a:spcPct val="100000"/>
              </a:lnSpc>
              <a:spcBef>
                <a:spcPts val="225"/>
              </a:spcBef>
              <a:spcAft>
                <a:spcPts val="0"/>
              </a:spcAft>
              <a:buClr>
                <a:schemeClr val="lt1"/>
              </a:buClr>
              <a:buSzPts val="1350"/>
              <a:buChar char="–"/>
              <a:defRPr>
                <a:latin typeface="Arial"/>
                <a:ea typeface="Arial"/>
                <a:cs typeface="Arial"/>
                <a:sym typeface="Arial"/>
              </a:defRPr>
            </a:lvl7pPr>
            <a:lvl8pPr indent="-314325" lvl="7" marL="3657600" algn="l">
              <a:lnSpc>
                <a:spcPct val="100000"/>
              </a:lnSpc>
              <a:spcBef>
                <a:spcPts val="225"/>
              </a:spcBef>
              <a:spcAft>
                <a:spcPts val="0"/>
              </a:spcAft>
              <a:buClr>
                <a:schemeClr val="lt1"/>
              </a:buClr>
              <a:buSzPts val="1350"/>
              <a:buChar char="–"/>
              <a:defRPr>
                <a:latin typeface="Arial"/>
                <a:ea typeface="Arial"/>
                <a:cs typeface="Arial"/>
                <a:sym typeface="Arial"/>
              </a:defRPr>
            </a:lvl8pPr>
            <a:lvl9pPr indent="-314325" lvl="8" marL="4114800" algn="l">
              <a:lnSpc>
                <a:spcPct val="100000"/>
              </a:lnSpc>
              <a:spcBef>
                <a:spcPts val="225"/>
              </a:spcBef>
              <a:spcAft>
                <a:spcPts val="0"/>
              </a:spcAft>
              <a:buClr>
                <a:schemeClr val="lt1"/>
              </a:buClr>
              <a:buSzPts val="1350"/>
              <a:buChar char="–"/>
              <a:defRPr>
                <a:latin typeface="Arial"/>
                <a:ea typeface="Arial"/>
                <a:cs typeface="Arial"/>
                <a:sym typeface="Arial"/>
              </a:defRPr>
            </a:lvl9pPr>
          </a:lstStyle>
          <a:p/>
        </p:txBody>
      </p:sp>
      <p:sp>
        <p:nvSpPr>
          <p:cNvPr id="917" name="Google Shape;917;p64"/>
          <p:cNvSpPr/>
          <p:nvPr>
            <p:ph idx="2" type="pic"/>
          </p:nvPr>
        </p:nvSpPr>
        <p:spPr>
          <a:xfrm>
            <a:off x="4683919" y="2880360"/>
            <a:ext cx="4183856" cy="3200400"/>
          </a:xfrm>
          <a:prstGeom prst="rect">
            <a:avLst/>
          </a:prstGeom>
          <a:solidFill>
            <a:srgbClr val="7A7480"/>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guide id="2" orient="horz" pos="4148">
          <p15:clr>
            <a:srgbClr val="FBAE40"/>
          </p15:clr>
        </p15:guide>
        <p15:guide id="3" pos="3744">
          <p15:clr>
            <a:srgbClr val="FBAE40"/>
          </p15:clr>
        </p15:guide>
        <p15:guide id="4" pos="3934">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ck matrix slide ">
  <p:cSld name="Black matrix slide ">
    <p:bg>
      <p:bgPr>
        <a:solidFill>
          <a:srgbClr val="231F20"/>
        </a:solidFill>
      </p:bgPr>
    </p:bg>
    <p:spTree>
      <p:nvGrpSpPr>
        <p:cNvPr id="918" name="Shape 918"/>
        <p:cNvGrpSpPr/>
        <p:nvPr/>
      </p:nvGrpSpPr>
      <p:grpSpPr>
        <a:xfrm>
          <a:off x="0" y="0"/>
          <a:ext cx="0" cy="0"/>
          <a:chOff x="0" y="0"/>
          <a:chExt cx="0" cy="0"/>
        </a:xfrm>
      </p:grpSpPr>
      <p:sp>
        <p:nvSpPr>
          <p:cNvPr id="919" name="Google Shape;919;p65"/>
          <p:cNvSpPr/>
          <p:nvPr/>
        </p:nvSpPr>
        <p:spPr>
          <a:xfrm>
            <a:off x="3949798" y="3054045"/>
            <a:ext cx="1249308" cy="1665742"/>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600">
              <a:solidFill>
                <a:schemeClr val="lt1"/>
              </a:solidFill>
              <a:latin typeface="Arial"/>
              <a:ea typeface="Arial"/>
              <a:cs typeface="Arial"/>
              <a:sym typeface="Arial"/>
            </a:endParaRPr>
          </a:p>
        </p:txBody>
      </p:sp>
      <p:grpSp>
        <p:nvGrpSpPr>
          <p:cNvPr id="920" name="Google Shape;920;p65"/>
          <p:cNvGrpSpPr/>
          <p:nvPr/>
        </p:nvGrpSpPr>
        <p:grpSpPr>
          <a:xfrm>
            <a:off x="3207086" y="2272177"/>
            <a:ext cx="2725881" cy="3229764"/>
            <a:chOff x="4523760" y="2165131"/>
            <a:chExt cx="3139218" cy="3300132"/>
          </a:xfrm>
        </p:grpSpPr>
        <p:grpSp>
          <p:nvGrpSpPr>
            <p:cNvPr id="921" name="Google Shape;921;p65"/>
            <p:cNvGrpSpPr/>
            <p:nvPr/>
          </p:nvGrpSpPr>
          <p:grpSpPr>
            <a:xfrm rot="10800000">
              <a:off x="6616255" y="2165131"/>
              <a:ext cx="1046723" cy="3300132"/>
              <a:chOff x="5319301" y="2165131"/>
              <a:chExt cx="1046723" cy="3300132"/>
            </a:xfrm>
          </p:grpSpPr>
          <p:sp>
            <p:nvSpPr>
              <p:cNvPr id="922" name="Google Shape;922;p65"/>
              <p:cNvSpPr/>
              <p:nvPr/>
            </p:nvSpPr>
            <p:spPr>
              <a:xfrm>
                <a:off x="5319301" y="2165131"/>
                <a:ext cx="1046723" cy="735724"/>
              </a:xfrm>
              <a:custGeom>
                <a:rect b="b" l="l" r="r" t="t"/>
                <a:pathLst>
                  <a:path extrusionOk="0" h="735724" w="1114097">
                    <a:moveTo>
                      <a:pt x="0" y="0"/>
                    </a:moveTo>
                    <a:lnTo>
                      <a:pt x="609600" y="0"/>
                    </a:lnTo>
                    <a:lnTo>
                      <a:pt x="1114097" y="735724"/>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Arial"/>
                  <a:ea typeface="Arial"/>
                  <a:cs typeface="Arial"/>
                  <a:sym typeface="Arial"/>
                </a:endParaRPr>
              </a:p>
            </p:txBody>
          </p:sp>
          <p:sp>
            <p:nvSpPr>
              <p:cNvPr id="923" name="Google Shape;923;p65"/>
              <p:cNvSpPr/>
              <p:nvPr/>
            </p:nvSpPr>
            <p:spPr>
              <a:xfrm flipH="1" rot="10800000">
                <a:off x="5319301" y="4729539"/>
                <a:ext cx="1046723" cy="735724"/>
              </a:xfrm>
              <a:custGeom>
                <a:rect b="b" l="l" r="r" t="t"/>
                <a:pathLst>
                  <a:path extrusionOk="0" h="735724" w="1114097">
                    <a:moveTo>
                      <a:pt x="0" y="0"/>
                    </a:moveTo>
                    <a:lnTo>
                      <a:pt x="609600" y="0"/>
                    </a:lnTo>
                    <a:lnTo>
                      <a:pt x="1114097" y="735724"/>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Arial"/>
                  <a:ea typeface="Arial"/>
                  <a:cs typeface="Arial"/>
                  <a:sym typeface="Arial"/>
                </a:endParaRPr>
              </a:p>
            </p:txBody>
          </p:sp>
        </p:grpSp>
        <p:grpSp>
          <p:nvGrpSpPr>
            <p:cNvPr id="924" name="Google Shape;924;p65"/>
            <p:cNvGrpSpPr/>
            <p:nvPr/>
          </p:nvGrpSpPr>
          <p:grpSpPr>
            <a:xfrm>
              <a:off x="4523760" y="2165131"/>
              <a:ext cx="3139218" cy="3300132"/>
              <a:chOff x="4523760" y="2165131"/>
              <a:chExt cx="3139218" cy="3300132"/>
            </a:xfrm>
          </p:grpSpPr>
          <p:sp>
            <p:nvSpPr>
              <p:cNvPr id="925" name="Google Shape;925;p65"/>
              <p:cNvSpPr/>
              <p:nvPr/>
            </p:nvSpPr>
            <p:spPr>
              <a:xfrm>
                <a:off x="4523760" y="2165131"/>
                <a:ext cx="1046723" cy="735724"/>
              </a:xfrm>
              <a:custGeom>
                <a:rect b="b" l="l" r="r" t="t"/>
                <a:pathLst>
                  <a:path extrusionOk="0" h="735724" w="1114097">
                    <a:moveTo>
                      <a:pt x="0" y="0"/>
                    </a:moveTo>
                    <a:lnTo>
                      <a:pt x="609600" y="0"/>
                    </a:lnTo>
                    <a:lnTo>
                      <a:pt x="1114097" y="735724"/>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Arial"/>
                  <a:ea typeface="Arial"/>
                  <a:cs typeface="Arial"/>
                  <a:sym typeface="Arial"/>
                </a:endParaRPr>
              </a:p>
            </p:txBody>
          </p:sp>
          <p:sp>
            <p:nvSpPr>
              <p:cNvPr id="926" name="Google Shape;926;p65"/>
              <p:cNvSpPr/>
              <p:nvPr/>
            </p:nvSpPr>
            <p:spPr>
              <a:xfrm flipH="1" rot="10800000">
                <a:off x="4523760" y="4729539"/>
                <a:ext cx="1046723" cy="735724"/>
              </a:xfrm>
              <a:custGeom>
                <a:rect b="b" l="l" r="r" t="t"/>
                <a:pathLst>
                  <a:path extrusionOk="0" h="735724" w="1114097">
                    <a:moveTo>
                      <a:pt x="0" y="0"/>
                    </a:moveTo>
                    <a:lnTo>
                      <a:pt x="609600" y="0"/>
                    </a:lnTo>
                    <a:lnTo>
                      <a:pt x="1114097" y="735724"/>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Arial"/>
                  <a:ea typeface="Arial"/>
                  <a:cs typeface="Arial"/>
                  <a:sym typeface="Arial"/>
                </a:endParaRPr>
              </a:p>
            </p:txBody>
          </p:sp>
          <p:grpSp>
            <p:nvGrpSpPr>
              <p:cNvPr id="927" name="Google Shape;927;p65"/>
              <p:cNvGrpSpPr/>
              <p:nvPr/>
            </p:nvGrpSpPr>
            <p:grpSpPr>
              <a:xfrm>
                <a:off x="4523760" y="3772576"/>
                <a:ext cx="3139218" cy="0"/>
                <a:chOff x="4523760" y="3772576"/>
                <a:chExt cx="3139218" cy="0"/>
              </a:xfrm>
            </p:grpSpPr>
            <p:cxnSp>
              <p:nvCxnSpPr>
                <p:cNvPr id="928" name="Google Shape;928;p65"/>
                <p:cNvCxnSpPr/>
                <p:nvPr/>
              </p:nvCxnSpPr>
              <p:spPr>
                <a:xfrm rot="10800000">
                  <a:off x="4523760" y="3772576"/>
                  <a:ext cx="496163" cy="0"/>
                </a:xfrm>
                <a:prstGeom prst="straightConnector1">
                  <a:avLst/>
                </a:prstGeom>
                <a:noFill/>
                <a:ln cap="flat" cmpd="sng" w="12700">
                  <a:solidFill>
                    <a:schemeClr val="lt1"/>
                  </a:solidFill>
                  <a:prstDash val="solid"/>
                  <a:round/>
                  <a:headEnd len="sm" w="sm" type="none"/>
                  <a:tailEnd len="sm" w="sm" type="none"/>
                </a:ln>
              </p:spPr>
            </p:cxnSp>
            <p:cxnSp>
              <p:nvCxnSpPr>
                <p:cNvPr id="929" name="Google Shape;929;p65"/>
                <p:cNvCxnSpPr/>
                <p:nvPr/>
              </p:nvCxnSpPr>
              <p:spPr>
                <a:xfrm rot="10800000">
                  <a:off x="7166815" y="3772576"/>
                  <a:ext cx="496163" cy="0"/>
                </a:xfrm>
                <a:prstGeom prst="straightConnector1">
                  <a:avLst/>
                </a:prstGeom>
                <a:noFill/>
                <a:ln cap="flat" cmpd="sng" w="12700">
                  <a:solidFill>
                    <a:schemeClr val="lt1"/>
                  </a:solidFill>
                  <a:prstDash val="solid"/>
                  <a:round/>
                  <a:headEnd len="sm" w="sm" type="none"/>
                  <a:tailEnd len="sm" w="sm" type="none"/>
                </a:ln>
              </p:spPr>
            </p:cxnSp>
          </p:grpSp>
        </p:grpSp>
      </p:grpSp>
      <p:sp>
        <p:nvSpPr>
          <p:cNvPr id="930" name="Google Shape;930;p65"/>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1" name="Google Shape;931;p65"/>
          <p:cNvSpPr txBox="1"/>
          <p:nvPr>
            <p:ph idx="1" type="body"/>
          </p:nvPr>
        </p:nvSpPr>
        <p:spPr>
          <a:xfrm>
            <a:off x="994886" y="2011680"/>
            <a:ext cx="1988820" cy="9144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lt1"/>
              </a:buClr>
              <a:buSzPts val="1200"/>
              <a:buFont typeface="Arial"/>
              <a:buNone/>
              <a:defRPr b="1" sz="1200">
                <a:latin typeface="Arial"/>
                <a:ea typeface="Arial"/>
                <a:cs typeface="Arial"/>
                <a:sym typeface="Arial"/>
              </a:defRPr>
            </a:lvl1pPr>
            <a:lvl2pPr indent="-228600" lvl="1" marL="9144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indent="-228600" lvl="2" marL="13716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lt1"/>
              </a:buClr>
              <a:buSzPts val="1050"/>
              <a:buFont typeface="Arial"/>
              <a:buNone/>
              <a:defRPr sz="1050"/>
            </a:lvl4pPr>
            <a:lvl5pPr indent="-228600" lvl="4" marL="2286000" algn="l">
              <a:lnSpc>
                <a:spcPct val="100000"/>
              </a:lnSpc>
              <a:spcBef>
                <a:spcPts val="0"/>
              </a:spcBef>
              <a:spcAft>
                <a:spcPts val="0"/>
              </a:spcAft>
              <a:buClr>
                <a:schemeClr val="lt1"/>
              </a:buClr>
              <a:buSzPts val="1050"/>
              <a:buFont typeface="Arial"/>
              <a:buNone/>
              <a:defRPr sz="1050"/>
            </a:lvl5pPr>
            <a:lvl6pPr indent="-228600" lvl="5" marL="2743200" algn="l">
              <a:lnSpc>
                <a:spcPct val="100000"/>
              </a:lnSpc>
              <a:spcBef>
                <a:spcPts val="0"/>
              </a:spcBef>
              <a:spcAft>
                <a:spcPts val="0"/>
              </a:spcAft>
              <a:buClr>
                <a:schemeClr val="lt1"/>
              </a:buClr>
              <a:buSzPts val="1050"/>
              <a:buFont typeface="Arial"/>
              <a:buNone/>
              <a:defRPr sz="1050"/>
            </a:lvl6pPr>
            <a:lvl7pPr indent="-228600" lvl="6" marL="3200400" algn="l">
              <a:lnSpc>
                <a:spcPct val="100000"/>
              </a:lnSpc>
              <a:spcBef>
                <a:spcPts val="0"/>
              </a:spcBef>
              <a:spcAft>
                <a:spcPts val="0"/>
              </a:spcAft>
              <a:buClr>
                <a:schemeClr val="lt1"/>
              </a:buClr>
              <a:buSzPts val="1050"/>
              <a:buFont typeface="Arial"/>
              <a:buNone/>
              <a:defRPr sz="1050"/>
            </a:lvl7pPr>
            <a:lvl8pPr indent="-228600" lvl="7" marL="3657600" algn="l">
              <a:lnSpc>
                <a:spcPct val="100000"/>
              </a:lnSpc>
              <a:spcBef>
                <a:spcPts val="0"/>
              </a:spcBef>
              <a:spcAft>
                <a:spcPts val="0"/>
              </a:spcAft>
              <a:buClr>
                <a:schemeClr val="lt1"/>
              </a:buClr>
              <a:buSzPts val="1050"/>
              <a:buFont typeface="Arial"/>
              <a:buNone/>
              <a:defRPr sz="1050"/>
            </a:lvl8pPr>
            <a:lvl9pPr indent="-228600" lvl="8" marL="4114800" algn="l">
              <a:lnSpc>
                <a:spcPct val="100000"/>
              </a:lnSpc>
              <a:spcBef>
                <a:spcPts val="0"/>
              </a:spcBef>
              <a:spcAft>
                <a:spcPts val="0"/>
              </a:spcAft>
              <a:buClr>
                <a:schemeClr val="lt1"/>
              </a:buClr>
              <a:buSzPts val="1050"/>
              <a:buFont typeface="Arial"/>
              <a:buNone/>
              <a:defRPr sz="1050"/>
            </a:lvl9pPr>
          </a:lstStyle>
          <a:p/>
        </p:txBody>
      </p:sp>
      <p:sp>
        <p:nvSpPr>
          <p:cNvPr id="932" name="Google Shape;932;p65"/>
          <p:cNvSpPr txBox="1"/>
          <p:nvPr>
            <p:ph idx="2" type="body"/>
          </p:nvPr>
        </p:nvSpPr>
        <p:spPr>
          <a:xfrm>
            <a:off x="982842" y="3501656"/>
            <a:ext cx="1988820" cy="9144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lt1"/>
              </a:buClr>
              <a:buSzPts val="1200"/>
              <a:buFont typeface="Arial"/>
              <a:buNone/>
              <a:defRPr b="1" sz="1200">
                <a:latin typeface="Arial"/>
                <a:ea typeface="Arial"/>
                <a:cs typeface="Arial"/>
                <a:sym typeface="Arial"/>
              </a:defRPr>
            </a:lvl1pPr>
            <a:lvl2pPr indent="-228600" lvl="1" marL="9144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indent="-228600" lvl="2" marL="13716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lt1"/>
              </a:buClr>
              <a:buSzPts val="1050"/>
              <a:buFont typeface="Arial"/>
              <a:buNone/>
              <a:defRPr sz="1050"/>
            </a:lvl4pPr>
            <a:lvl5pPr indent="-228600" lvl="4" marL="2286000" algn="l">
              <a:lnSpc>
                <a:spcPct val="100000"/>
              </a:lnSpc>
              <a:spcBef>
                <a:spcPts val="0"/>
              </a:spcBef>
              <a:spcAft>
                <a:spcPts val="0"/>
              </a:spcAft>
              <a:buClr>
                <a:schemeClr val="lt1"/>
              </a:buClr>
              <a:buSzPts val="1050"/>
              <a:buFont typeface="Arial"/>
              <a:buNone/>
              <a:defRPr sz="1050"/>
            </a:lvl5pPr>
            <a:lvl6pPr indent="-228600" lvl="5" marL="2743200" algn="l">
              <a:lnSpc>
                <a:spcPct val="100000"/>
              </a:lnSpc>
              <a:spcBef>
                <a:spcPts val="0"/>
              </a:spcBef>
              <a:spcAft>
                <a:spcPts val="0"/>
              </a:spcAft>
              <a:buClr>
                <a:schemeClr val="lt1"/>
              </a:buClr>
              <a:buSzPts val="1050"/>
              <a:buFont typeface="Arial"/>
              <a:buNone/>
              <a:defRPr sz="1050"/>
            </a:lvl6pPr>
            <a:lvl7pPr indent="-228600" lvl="6" marL="3200400" algn="l">
              <a:lnSpc>
                <a:spcPct val="100000"/>
              </a:lnSpc>
              <a:spcBef>
                <a:spcPts val="0"/>
              </a:spcBef>
              <a:spcAft>
                <a:spcPts val="0"/>
              </a:spcAft>
              <a:buClr>
                <a:schemeClr val="lt1"/>
              </a:buClr>
              <a:buSzPts val="1050"/>
              <a:buFont typeface="Arial"/>
              <a:buNone/>
              <a:defRPr sz="1050"/>
            </a:lvl7pPr>
            <a:lvl8pPr indent="-228600" lvl="7" marL="3657600" algn="l">
              <a:lnSpc>
                <a:spcPct val="100000"/>
              </a:lnSpc>
              <a:spcBef>
                <a:spcPts val="0"/>
              </a:spcBef>
              <a:spcAft>
                <a:spcPts val="0"/>
              </a:spcAft>
              <a:buClr>
                <a:schemeClr val="lt1"/>
              </a:buClr>
              <a:buSzPts val="1050"/>
              <a:buFont typeface="Arial"/>
              <a:buNone/>
              <a:defRPr sz="1050"/>
            </a:lvl8pPr>
            <a:lvl9pPr indent="-228600" lvl="8" marL="4114800" algn="l">
              <a:lnSpc>
                <a:spcPct val="100000"/>
              </a:lnSpc>
              <a:spcBef>
                <a:spcPts val="0"/>
              </a:spcBef>
              <a:spcAft>
                <a:spcPts val="0"/>
              </a:spcAft>
              <a:buClr>
                <a:schemeClr val="lt1"/>
              </a:buClr>
              <a:buSzPts val="1050"/>
              <a:buFont typeface="Arial"/>
              <a:buNone/>
              <a:defRPr sz="1050"/>
            </a:lvl9pPr>
          </a:lstStyle>
          <a:p/>
        </p:txBody>
      </p:sp>
      <p:sp>
        <p:nvSpPr>
          <p:cNvPr id="933" name="Google Shape;933;p65"/>
          <p:cNvSpPr txBox="1"/>
          <p:nvPr>
            <p:ph idx="3" type="body"/>
          </p:nvPr>
        </p:nvSpPr>
        <p:spPr>
          <a:xfrm>
            <a:off x="982842" y="4991632"/>
            <a:ext cx="1988820" cy="9144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lt1"/>
              </a:buClr>
              <a:buSzPts val="1200"/>
              <a:buFont typeface="Arial"/>
              <a:buNone/>
              <a:defRPr b="1" sz="1200">
                <a:latin typeface="Arial"/>
                <a:ea typeface="Arial"/>
                <a:cs typeface="Arial"/>
                <a:sym typeface="Arial"/>
              </a:defRPr>
            </a:lvl1pPr>
            <a:lvl2pPr indent="-228600" lvl="1" marL="9144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indent="-228600" lvl="2" marL="13716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lt1"/>
              </a:buClr>
              <a:buSzPts val="1050"/>
              <a:buFont typeface="Arial"/>
              <a:buNone/>
              <a:defRPr sz="1050"/>
            </a:lvl4pPr>
            <a:lvl5pPr indent="-228600" lvl="4" marL="2286000" algn="l">
              <a:lnSpc>
                <a:spcPct val="100000"/>
              </a:lnSpc>
              <a:spcBef>
                <a:spcPts val="0"/>
              </a:spcBef>
              <a:spcAft>
                <a:spcPts val="0"/>
              </a:spcAft>
              <a:buClr>
                <a:schemeClr val="lt1"/>
              </a:buClr>
              <a:buSzPts val="1050"/>
              <a:buFont typeface="Arial"/>
              <a:buNone/>
              <a:defRPr sz="1050"/>
            </a:lvl5pPr>
            <a:lvl6pPr indent="-228600" lvl="5" marL="2743200" algn="l">
              <a:lnSpc>
                <a:spcPct val="100000"/>
              </a:lnSpc>
              <a:spcBef>
                <a:spcPts val="0"/>
              </a:spcBef>
              <a:spcAft>
                <a:spcPts val="0"/>
              </a:spcAft>
              <a:buClr>
                <a:schemeClr val="lt1"/>
              </a:buClr>
              <a:buSzPts val="1050"/>
              <a:buFont typeface="Arial"/>
              <a:buNone/>
              <a:defRPr sz="1050"/>
            </a:lvl6pPr>
            <a:lvl7pPr indent="-228600" lvl="6" marL="3200400" algn="l">
              <a:lnSpc>
                <a:spcPct val="100000"/>
              </a:lnSpc>
              <a:spcBef>
                <a:spcPts val="0"/>
              </a:spcBef>
              <a:spcAft>
                <a:spcPts val="0"/>
              </a:spcAft>
              <a:buClr>
                <a:schemeClr val="lt1"/>
              </a:buClr>
              <a:buSzPts val="1050"/>
              <a:buFont typeface="Arial"/>
              <a:buNone/>
              <a:defRPr sz="1050"/>
            </a:lvl7pPr>
            <a:lvl8pPr indent="-228600" lvl="7" marL="3657600" algn="l">
              <a:lnSpc>
                <a:spcPct val="100000"/>
              </a:lnSpc>
              <a:spcBef>
                <a:spcPts val="0"/>
              </a:spcBef>
              <a:spcAft>
                <a:spcPts val="0"/>
              </a:spcAft>
              <a:buClr>
                <a:schemeClr val="lt1"/>
              </a:buClr>
              <a:buSzPts val="1050"/>
              <a:buFont typeface="Arial"/>
              <a:buNone/>
              <a:defRPr sz="1050"/>
            </a:lvl8pPr>
            <a:lvl9pPr indent="-228600" lvl="8" marL="4114800" algn="l">
              <a:lnSpc>
                <a:spcPct val="100000"/>
              </a:lnSpc>
              <a:spcBef>
                <a:spcPts val="0"/>
              </a:spcBef>
              <a:spcAft>
                <a:spcPts val="0"/>
              </a:spcAft>
              <a:buClr>
                <a:schemeClr val="lt1"/>
              </a:buClr>
              <a:buSzPts val="1050"/>
              <a:buFont typeface="Arial"/>
              <a:buNone/>
              <a:defRPr sz="1050"/>
            </a:lvl9pPr>
          </a:lstStyle>
          <a:p/>
        </p:txBody>
      </p:sp>
      <p:sp>
        <p:nvSpPr>
          <p:cNvPr id="934" name="Google Shape;934;p65"/>
          <p:cNvSpPr txBox="1"/>
          <p:nvPr>
            <p:ph idx="4" type="body"/>
          </p:nvPr>
        </p:nvSpPr>
        <p:spPr>
          <a:xfrm>
            <a:off x="6211193" y="2011680"/>
            <a:ext cx="198882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lt1"/>
              </a:buClr>
              <a:buSzPts val="1050"/>
              <a:buFont typeface="Arial"/>
              <a:buNone/>
              <a:defRPr sz="1050"/>
            </a:lvl4pPr>
            <a:lvl5pPr indent="-228600" lvl="4" marL="2286000" algn="l">
              <a:lnSpc>
                <a:spcPct val="100000"/>
              </a:lnSpc>
              <a:spcBef>
                <a:spcPts val="0"/>
              </a:spcBef>
              <a:spcAft>
                <a:spcPts val="0"/>
              </a:spcAft>
              <a:buClr>
                <a:schemeClr val="lt1"/>
              </a:buClr>
              <a:buSzPts val="1050"/>
              <a:buFont typeface="Arial"/>
              <a:buNone/>
              <a:defRPr sz="1050"/>
            </a:lvl5pPr>
            <a:lvl6pPr indent="-228600" lvl="5" marL="2743200" algn="l">
              <a:lnSpc>
                <a:spcPct val="100000"/>
              </a:lnSpc>
              <a:spcBef>
                <a:spcPts val="0"/>
              </a:spcBef>
              <a:spcAft>
                <a:spcPts val="0"/>
              </a:spcAft>
              <a:buClr>
                <a:schemeClr val="lt1"/>
              </a:buClr>
              <a:buSzPts val="1050"/>
              <a:buFont typeface="Arial"/>
              <a:buNone/>
              <a:defRPr sz="1050"/>
            </a:lvl6pPr>
            <a:lvl7pPr indent="-228600" lvl="6" marL="3200400" algn="l">
              <a:lnSpc>
                <a:spcPct val="100000"/>
              </a:lnSpc>
              <a:spcBef>
                <a:spcPts val="0"/>
              </a:spcBef>
              <a:spcAft>
                <a:spcPts val="0"/>
              </a:spcAft>
              <a:buClr>
                <a:schemeClr val="lt1"/>
              </a:buClr>
              <a:buSzPts val="1050"/>
              <a:buFont typeface="Arial"/>
              <a:buNone/>
              <a:defRPr sz="1050"/>
            </a:lvl7pPr>
            <a:lvl8pPr indent="-228600" lvl="7" marL="3657600" algn="l">
              <a:lnSpc>
                <a:spcPct val="100000"/>
              </a:lnSpc>
              <a:spcBef>
                <a:spcPts val="0"/>
              </a:spcBef>
              <a:spcAft>
                <a:spcPts val="0"/>
              </a:spcAft>
              <a:buClr>
                <a:schemeClr val="lt1"/>
              </a:buClr>
              <a:buSzPts val="1050"/>
              <a:buFont typeface="Arial"/>
              <a:buNone/>
              <a:defRPr sz="1050"/>
            </a:lvl8pPr>
            <a:lvl9pPr indent="-228600" lvl="8" marL="4114800" algn="l">
              <a:lnSpc>
                <a:spcPct val="100000"/>
              </a:lnSpc>
              <a:spcBef>
                <a:spcPts val="0"/>
              </a:spcBef>
              <a:spcAft>
                <a:spcPts val="0"/>
              </a:spcAft>
              <a:buClr>
                <a:schemeClr val="lt1"/>
              </a:buClr>
              <a:buSzPts val="1050"/>
              <a:buFont typeface="Arial"/>
              <a:buNone/>
              <a:defRPr sz="1050"/>
            </a:lvl9pPr>
          </a:lstStyle>
          <a:p/>
        </p:txBody>
      </p:sp>
      <p:sp>
        <p:nvSpPr>
          <p:cNvPr id="935" name="Google Shape;935;p65"/>
          <p:cNvSpPr txBox="1"/>
          <p:nvPr>
            <p:ph idx="5" type="body"/>
          </p:nvPr>
        </p:nvSpPr>
        <p:spPr>
          <a:xfrm>
            <a:off x="6199149" y="3501656"/>
            <a:ext cx="198882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lt1"/>
              </a:buClr>
              <a:buSzPts val="1050"/>
              <a:buFont typeface="Arial"/>
              <a:buNone/>
              <a:defRPr sz="1050"/>
            </a:lvl4pPr>
            <a:lvl5pPr indent="-228600" lvl="4" marL="2286000" algn="l">
              <a:lnSpc>
                <a:spcPct val="100000"/>
              </a:lnSpc>
              <a:spcBef>
                <a:spcPts val="0"/>
              </a:spcBef>
              <a:spcAft>
                <a:spcPts val="0"/>
              </a:spcAft>
              <a:buClr>
                <a:schemeClr val="lt1"/>
              </a:buClr>
              <a:buSzPts val="1050"/>
              <a:buFont typeface="Arial"/>
              <a:buNone/>
              <a:defRPr sz="1050"/>
            </a:lvl5pPr>
            <a:lvl6pPr indent="-228600" lvl="5" marL="2743200" algn="l">
              <a:lnSpc>
                <a:spcPct val="100000"/>
              </a:lnSpc>
              <a:spcBef>
                <a:spcPts val="0"/>
              </a:spcBef>
              <a:spcAft>
                <a:spcPts val="0"/>
              </a:spcAft>
              <a:buClr>
                <a:schemeClr val="lt1"/>
              </a:buClr>
              <a:buSzPts val="1050"/>
              <a:buFont typeface="Arial"/>
              <a:buNone/>
              <a:defRPr sz="1050"/>
            </a:lvl6pPr>
            <a:lvl7pPr indent="-228600" lvl="6" marL="3200400" algn="l">
              <a:lnSpc>
                <a:spcPct val="100000"/>
              </a:lnSpc>
              <a:spcBef>
                <a:spcPts val="0"/>
              </a:spcBef>
              <a:spcAft>
                <a:spcPts val="0"/>
              </a:spcAft>
              <a:buClr>
                <a:schemeClr val="lt1"/>
              </a:buClr>
              <a:buSzPts val="1050"/>
              <a:buFont typeface="Arial"/>
              <a:buNone/>
              <a:defRPr sz="1050"/>
            </a:lvl7pPr>
            <a:lvl8pPr indent="-228600" lvl="7" marL="3657600" algn="l">
              <a:lnSpc>
                <a:spcPct val="100000"/>
              </a:lnSpc>
              <a:spcBef>
                <a:spcPts val="0"/>
              </a:spcBef>
              <a:spcAft>
                <a:spcPts val="0"/>
              </a:spcAft>
              <a:buClr>
                <a:schemeClr val="lt1"/>
              </a:buClr>
              <a:buSzPts val="1050"/>
              <a:buFont typeface="Arial"/>
              <a:buNone/>
              <a:defRPr sz="1050"/>
            </a:lvl8pPr>
            <a:lvl9pPr indent="-228600" lvl="8" marL="4114800" algn="l">
              <a:lnSpc>
                <a:spcPct val="100000"/>
              </a:lnSpc>
              <a:spcBef>
                <a:spcPts val="0"/>
              </a:spcBef>
              <a:spcAft>
                <a:spcPts val="0"/>
              </a:spcAft>
              <a:buClr>
                <a:schemeClr val="lt1"/>
              </a:buClr>
              <a:buSzPts val="1050"/>
              <a:buFont typeface="Arial"/>
              <a:buNone/>
              <a:defRPr sz="1050"/>
            </a:lvl9pPr>
          </a:lstStyle>
          <a:p/>
        </p:txBody>
      </p:sp>
      <p:sp>
        <p:nvSpPr>
          <p:cNvPr id="936" name="Google Shape;936;p65"/>
          <p:cNvSpPr txBox="1"/>
          <p:nvPr>
            <p:ph idx="6" type="body"/>
          </p:nvPr>
        </p:nvSpPr>
        <p:spPr>
          <a:xfrm>
            <a:off x="6199149" y="4991632"/>
            <a:ext cx="198882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lt1"/>
              </a:buClr>
              <a:buSzPts val="1050"/>
              <a:buFont typeface="Arial"/>
              <a:buNone/>
              <a:defRPr sz="1050"/>
            </a:lvl4pPr>
            <a:lvl5pPr indent="-228600" lvl="4" marL="2286000" algn="l">
              <a:lnSpc>
                <a:spcPct val="100000"/>
              </a:lnSpc>
              <a:spcBef>
                <a:spcPts val="0"/>
              </a:spcBef>
              <a:spcAft>
                <a:spcPts val="0"/>
              </a:spcAft>
              <a:buClr>
                <a:schemeClr val="lt1"/>
              </a:buClr>
              <a:buSzPts val="1050"/>
              <a:buFont typeface="Arial"/>
              <a:buNone/>
              <a:defRPr sz="1050"/>
            </a:lvl5pPr>
            <a:lvl6pPr indent="-228600" lvl="5" marL="2743200" algn="l">
              <a:lnSpc>
                <a:spcPct val="100000"/>
              </a:lnSpc>
              <a:spcBef>
                <a:spcPts val="0"/>
              </a:spcBef>
              <a:spcAft>
                <a:spcPts val="0"/>
              </a:spcAft>
              <a:buClr>
                <a:schemeClr val="lt1"/>
              </a:buClr>
              <a:buSzPts val="1050"/>
              <a:buFont typeface="Arial"/>
              <a:buNone/>
              <a:defRPr sz="1050"/>
            </a:lvl6pPr>
            <a:lvl7pPr indent="-228600" lvl="6" marL="3200400" algn="l">
              <a:lnSpc>
                <a:spcPct val="100000"/>
              </a:lnSpc>
              <a:spcBef>
                <a:spcPts val="0"/>
              </a:spcBef>
              <a:spcAft>
                <a:spcPts val="0"/>
              </a:spcAft>
              <a:buClr>
                <a:schemeClr val="lt1"/>
              </a:buClr>
              <a:buSzPts val="1050"/>
              <a:buFont typeface="Arial"/>
              <a:buNone/>
              <a:defRPr sz="1050"/>
            </a:lvl7pPr>
            <a:lvl8pPr indent="-228600" lvl="7" marL="3657600" algn="l">
              <a:lnSpc>
                <a:spcPct val="100000"/>
              </a:lnSpc>
              <a:spcBef>
                <a:spcPts val="0"/>
              </a:spcBef>
              <a:spcAft>
                <a:spcPts val="0"/>
              </a:spcAft>
              <a:buClr>
                <a:schemeClr val="lt1"/>
              </a:buClr>
              <a:buSzPts val="1050"/>
              <a:buFont typeface="Arial"/>
              <a:buNone/>
              <a:defRPr sz="1050"/>
            </a:lvl8pPr>
            <a:lvl9pPr indent="-228600" lvl="8" marL="4114800" algn="l">
              <a:lnSpc>
                <a:spcPct val="100000"/>
              </a:lnSpc>
              <a:spcBef>
                <a:spcPts val="0"/>
              </a:spcBef>
              <a:spcAft>
                <a:spcPts val="0"/>
              </a:spcAft>
              <a:buClr>
                <a:schemeClr val="lt1"/>
              </a:buClr>
              <a:buSzPts val="1050"/>
              <a:buFont typeface="Arial"/>
              <a:buNone/>
              <a:defRPr sz="1050"/>
            </a:lvl9pPr>
          </a:lstStyle>
          <a:p/>
        </p:txBody>
      </p:sp>
      <p:sp>
        <p:nvSpPr>
          <p:cNvPr id="937" name="Google Shape;937;p65"/>
          <p:cNvSpPr txBox="1"/>
          <p:nvPr>
            <p:ph idx="7" type="body"/>
          </p:nvPr>
        </p:nvSpPr>
        <p:spPr>
          <a:xfrm>
            <a:off x="4060697" y="3429716"/>
            <a:ext cx="1027511" cy="9144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dk1"/>
              </a:buClr>
              <a:buSzPts val="1200"/>
              <a:buFont typeface="Arial"/>
              <a:buNone/>
              <a:defRPr b="1" sz="1200">
                <a:solidFill>
                  <a:schemeClr val="dk1"/>
                </a:solidFill>
                <a:latin typeface="Arial"/>
                <a:ea typeface="Arial"/>
                <a:cs typeface="Arial"/>
                <a:sym typeface="Arial"/>
              </a:defRPr>
            </a:lvl1pPr>
            <a:lvl2pPr indent="-228600" lvl="1" marL="914400" algn="ctr">
              <a:lnSpc>
                <a:spcPct val="100000"/>
              </a:lnSpc>
              <a:spcBef>
                <a:spcPts val="0"/>
              </a:spcBef>
              <a:spcAft>
                <a:spcPts val="0"/>
              </a:spcAft>
              <a:buClr>
                <a:schemeClr val="dk1"/>
              </a:buClr>
              <a:buSzPts val="1050"/>
              <a:buFont typeface="Arial"/>
              <a:buNone/>
              <a:defRPr sz="1050">
                <a:solidFill>
                  <a:schemeClr val="dk1"/>
                </a:solidFill>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solidFill>
                  <a:schemeClr val="dk1"/>
                </a:solidFill>
              </a:defRPr>
            </a:lvl3pPr>
            <a:lvl4pPr indent="-228600" lvl="3" marL="1828800" algn="l">
              <a:lnSpc>
                <a:spcPct val="100000"/>
              </a:lnSpc>
              <a:spcBef>
                <a:spcPts val="0"/>
              </a:spcBef>
              <a:spcAft>
                <a:spcPts val="0"/>
              </a:spcAft>
              <a:buClr>
                <a:schemeClr val="lt1"/>
              </a:buClr>
              <a:buSzPts val="1050"/>
              <a:buFont typeface="Arial"/>
              <a:buNone/>
              <a:defRPr sz="1050"/>
            </a:lvl4pPr>
            <a:lvl5pPr indent="-228600" lvl="4" marL="2286000" algn="l">
              <a:lnSpc>
                <a:spcPct val="100000"/>
              </a:lnSpc>
              <a:spcBef>
                <a:spcPts val="0"/>
              </a:spcBef>
              <a:spcAft>
                <a:spcPts val="0"/>
              </a:spcAft>
              <a:buClr>
                <a:schemeClr val="lt1"/>
              </a:buClr>
              <a:buSzPts val="1050"/>
              <a:buFont typeface="Arial"/>
              <a:buNone/>
              <a:defRPr sz="1050"/>
            </a:lvl5pPr>
            <a:lvl6pPr indent="-228600" lvl="5" marL="2743200" algn="l">
              <a:lnSpc>
                <a:spcPct val="100000"/>
              </a:lnSpc>
              <a:spcBef>
                <a:spcPts val="0"/>
              </a:spcBef>
              <a:spcAft>
                <a:spcPts val="0"/>
              </a:spcAft>
              <a:buClr>
                <a:schemeClr val="lt1"/>
              </a:buClr>
              <a:buSzPts val="1050"/>
              <a:buFont typeface="Arial"/>
              <a:buNone/>
              <a:defRPr sz="1050"/>
            </a:lvl6pPr>
            <a:lvl7pPr indent="-228600" lvl="6" marL="3200400" algn="l">
              <a:lnSpc>
                <a:spcPct val="100000"/>
              </a:lnSpc>
              <a:spcBef>
                <a:spcPts val="0"/>
              </a:spcBef>
              <a:spcAft>
                <a:spcPts val="0"/>
              </a:spcAft>
              <a:buClr>
                <a:schemeClr val="lt1"/>
              </a:buClr>
              <a:buSzPts val="1050"/>
              <a:buFont typeface="Arial"/>
              <a:buNone/>
              <a:defRPr sz="1050"/>
            </a:lvl7pPr>
            <a:lvl8pPr indent="-228600" lvl="7" marL="3657600" algn="l">
              <a:lnSpc>
                <a:spcPct val="100000"/>
              </a:lnSpc>
              <a:spcBef>
                <a:spcPts val="0"/>
              </a:spcBef>
              <a:spcAft>
                <a:spcPts val="0"/>
              </a:spcAft>
              <a:buClr>
                <a:schemeClr val="lt1"/>
              </a:buClr>
              <a:buSzPts val="1050"/>
              <a:buFont typeface="Arial"/>
              <a:buNone/>
              <a:defRPr sz="1050"/>
            </a:lvl8pPr>
            <a:lvl9pPr indent="-228600" lvl="8" marL="4114800" algn="l">
              <a:lnSpc>
                <a:spcPct val="100000"/>
              </a:lnSpc>
              <a:spcBef>
                <a:spcPts val="0"/>
              </a:spcBef>
              <a:spcAft>
                <a:spcPts val="0"/>
              </a:spcAft>
              <a:buClr>
                <a:schemeClr val="lt1"/>
              </a:buClr>
              <a:buSzPts val="1050"/>
              <a:buFont typeface="Arial"/>
              <a:buNone/>
              <a:defRPr sz="1050"/>
            </a:lvl9pPr>
          </a:lstStyle>
          <a:p/>
        </p:txBody>
      </p:sp>
      <p:sp>
        <p:nvSpPr>
          <p:cNvPr id="938" name="Google Shape;938;p65"/>
          <p:cNvSpPr txBox="1"/>
          <p:nvPr>
            <p:ph idx="8" type="body"/>
          </p:nvPr>
        </p:nvSpPr>
        <p:spPr>
          <a:xfrm>
            <a:off x="3596469" y="1485320"/>
            <a:ext cx="1951062" cy="526236"/>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200"/>
              <a:buFont typeface="Arial"/>
              <a:buNone/>
              <a:defRPr b="1" sz="1200">
                <a:solidFill>
                  <a:schemeClr val="lt1"/>
                </a:solidFill>
                <a:latin typeface="Arial"/>
                <a:ea typeface="Arial"/>
                <a:cs typeface="Arial"/>
                <a:sym typeface="Arial"/>
              </a:defRPr>
            </a:lvl1pPr>
            <a:lvl2pPr indent="-228600" lvl="1" marL="914400" algn="ctr">
              <a:lnSpc>
                <a:spcPct val="100000"/>
              </a:lnSpc>
              <a:spcBef>
                <a:spcPts val="0"/>
              </a:spcBef>
              <a:spcAft>
                <a:spcPts val="0"/>
              </a:spcAft>
              <a:buClr>
                <a:schemeClr val="lt1"/>
              </a:buClr>
              <a:buSzPts val="1050"/>
              <a:buFont typeface="Arial"/>
              <a:buNone/>
              <a:defRPr sz="1050">
                <a:solidFill>
                  <a:schemeClr val="lt1"/>
                </a:solidFill>
              </a:defRPr>
            </a:lvl2pPr>
            <a:lvl3pPr indent="-228600" lvl="2" marL="1371600" algn="l">
              <a:lnSpc>
                <a:spcPct val="100000"/>
              </a:lnSpc>
              <a:spcBef>
                <a:spcPts val="0"/>
              </a:spcBef>
              <a:spcAft>
                <a:spcPts val="0"/>
              </a:spcAft>
              <a:buClr>
                <a:schemeClr val="dk1"/>
              </a:buClr>
              <a:buSzPts val="1050"/>
              <a:buFont typeface="Arial"/>
              <a:buNone/>
              <a:defRPr sz="1050">
                <a:solidFill>
                  <a:schemeClr val="dk1"/>
                </a:solidFill>
              </a:defRPr>
            </a:lvl3pPr>
            <a:lvl4pPr indent="-228600" lvl="3" marL="1828800" algn="l">
              <a:lnSpc>
                <a:spcPct val="100000"/>
              </a:lnSpc>
              <a:spcBef>
                <a:spcPts val="0"/>
              </a:spcBef>
              <a:spcAft>
                <a:spcPts val="0"/>
              </a:spcAft>
              <a:buClr>
                <a:schemeClr val="lt1"/>
              </a:buClr>
              <a:buSzPts val="1050"/>
              <a:buFont typeface="Arial"/>
              <a:buNone/>
              <a:defRPr sz="1050"/>
            </a:lvl4pPr>
            <a:lvl5pPr indent="-228600" lvl="4" marL="2286000" algn="l">
              <a:lnSpc>
                <a:spcPct val="100000"/>
              </a:lnSpc>
              <a:spcBef>
                <a:spcPts val="0"/>
              </a:spcBef>
              <a:spcAft>
                <a:spcPts val="0"/>
              </a:spcAft>
              <a:buClr>
                <a:schemeClr val="lt1"/>
              </a:buClr>
              <a:buSzPts val="1050"/>
              <a:buFont typeface="Arial"/>
              <a:buNone/>
              <a:defRPr sz="1050"/>
            </a:lvl5pPr>
            <a:lvl6pPr indent="-228600" lvl="5" marL="2743200" algn="l">
              <a:lnSpc>
                <a:spcPct val="100000"/>
              </a:lnSpc>
              <a:spcBef>
                <a:spcPts val="0"/>
              </a:spcBef>
              <a:spcAft>
                <a:spcPts val="0"/>
              </a:spcAft>
              <a:buClr>
                <a:schemeClr val="lt1"/>
              </a:buClr>
              <a:buSzPts val="1050"/>
              <a:buFont typeface="Arial"/>
              <a:buNone/>
              <a:defRPr sz="1050"/>
            </a:lvl6pPr>
            <a:lvl7pPr indent="-228600" lvl="6" marL="3200400" algn="l">
              <a:lnSpc>
                <a:spcPct val="100000"/>
              </a:lnSpc>
              <a:spcBef>
                <a:spcPts val="0"/>
              </a:spcBef>
              <a:spcAft>
                <a:spcPts val="0"/>
              </a:spcAft>
              <a:buClr>
                <a:schemeClr val="lt1"/>
              </a:buClr>
              <a:buSzPts val="1050"/>
              <a:buFont typeface="Arial"/>
              <a:buNone/>
              <a:defRPr sz="1050"/>
            </a:lvl7pPr>
            <a:lvl8pPr indent="-228600" lvl="7" marL="3657600" algn="l">
              <a:lnSpc>
                <a:spcPct val="100000"/>
              </a:lnSpc>
              <a:spcBef>
                <a:spcPts val="0"/>
              </a:spcBef>
              <a:spcAft>
                <a:spcPts val="0"/>
              </a:spcAft>
              <a:buClr>
                <a:schemeClr val="lt1"/>
              </a:buClr>
              <a:buSzPts val="1050"/>
              <a:buFont typeface="Arial"/>
              <a:buNone/>
              <a:defRPr sz="1050"/>
            </a:lvl8pPr>
            <a:lvl9pPr indent="-228600" lvl="8" marL="4114800" algn="l">
              <a:lnSpc>
                <a:spcPct val="100000"/>
              </a:lnSpc>
              <a:spcBef>
                <a:spcPts val="0"/>
              </a:spcBef>
              <a:spcAft>
                <a:spcPts val="0"/>
              </a:spcAft>
              <a:buClr>
                <a:schemeClr val="lt1"/>
              </a:buClr>
              <a:buSzPts val="1050"/>
              <a:buFont typeface="Arial"/>
              <a:buNone/>
              <a:defRPr sz="105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guide id="2" orient="horz" pos="4148">
          <p15:clr>
            <a:srgbClr val="FBAE40"/>
          </p15:clr>
        </p15:guide>
        <p15:guide id="3" pos="558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matrix">
  <p:cSld name="White matrix">
    <p:spTree>
      <p:nvGrpSpPr>
        <p:cNvPr id="939" name="Shape 939"/>
        <p:cNvGrpSpPr/>
        <p:nvPr/>
      </p:nvGrpSpPr>
      <p:grpSpPr>
        <a:xfrm>
          <a:off x="0" y="0"/>
          <a:ext cx="0" cy="0"/>
          <a:chOff x="0" y="0"/>
          <a:chExt cx="0" cy="0"/>
        </a:xfrm>
      </p:grpSpPr>
      <p:sp>
        <p:nvSpPr>
          <p:cNvPr id="940" name="Google Shape;940;p66"/>
          <p:cNvSpPr/>
          <p:nvPr/>
        </p:nvSpPr>
        <p:spPr>
          <a:xfrm>
            <a:off x="6057758" y="3284426"/>
            <a:ext cx="2224217" cy="130981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941" name="Google Shape;941;p66"/>
          <p:cNvSpPr/>
          <p:nvPr/>
        </p:nvSpPr>
        <p:spPr>
          <a:xfrm>
            <a:off x="6057758" y="4791950"/>
            <a:ext cx="2224217" cy="130981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942" name="Google Shape;942;p66"/>
          <p:cNvSpPr/>
          <p:nvPr/>
        </p:nvSpPr>
        <p:spPr>
          <a:xfrm>
            <a:off x="6057758" y="1813972"/>
            <a:ext cx="2224217" cy="130981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943" name="Google Shape;943;p66"/>
          <p:cNvSpPr/>
          <p:nvPr/>
        </p:nvSpPr>
        <p:spPr>
          <a:xfrm>
            <a:off x="877188" y="3284426"/>
            <a:ext cx="2224217" cy="130981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944" name="Google Shape;944;p66"/>
          <p:cNvSpPr/>
          <p:nvPr/>
        </p:nvSpPr>
        <p:spPr>
          <a:xfrm>
            <a:off x="877188" y="4791950"/>
            <a:ext cx="2224217" cy="130981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945" name="Google Shape;945;p66"/>
          <p:cNvSpPr/>
          <p:nvPr/>
        </p:nvSpPr>
        <p:spPr>
          <a:xfrm>
            <a:off x="877188" y="1813972"/>
            <a:ext cx="2224217" cy="130981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946" name="Google Shape;946;p66"/>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7" name="Google Shape;947;p66"/>
          <p:cNvSpPr/>
          <p:nvPr/>
        </p:nvSpPr>
        <p:spPr>
          <a:xfrm>
            <a:off x="3949798" y="3054045"/>
            <a:ext cx="1249308" cy="1665742"/>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600">
              <a:solidFill>
                <a:schemeClr val="dk1"/>
              </a:solidFill>
              <a:latin typeface="Arial"/>
              <a:ea typeface="Arial"/>
              <a:cs typeface="Arial"/>
              <a:sym typeface="Arial"/>
            </a:endParaRPr>
          </a:p>
        </p:txBody>
      </p:sp>
      <p:grpSp>
        <p:nvGrpSpPr>
          <p:cNvPr id="948" name="Google Shape;948;p66"/>
          <p:cNvGrpSpPr/>
          <p:nvPr/>
        </p:nvGrpSpPr>
        <p:grpSpPr>
          <a:xfrm>
            <a:off x="3207086" y="2272177"/>
            <a:ext cx="2725881" cy="3229764"/>
            <a:chOff x="4523760" y="2165131"/>
            <a:chExt cx="3139218" cy="3300132"/>
          </a:xfrm>
        </p:grpSpPr>
        <p:grpSp>
          <p:nvGrpSpPr>
            <p:cNvPr id="949" name="Google Shape;949;p66"/>
            <p:cNvGrpSpPr/>
            <p:nvPr/>
          </p:nvGrpSpPr>
          <p:grpSpPr>
            <a:xfrm rot="10800000">
              <a:off x="6616255" y="2165131"/>
              <a:ext cx="1046723" cy="3300132"/>
              <a:chOff x="5319301" y="2165131"/>
              <a:chExt cx="1046723" cy="3300132"/>
            </a:xfrm>
          </p:grpSpPr>
          <p:sp>
            <p:nvSpPr>
              <p:cNvPr id="950" name="Google Shape;950;p66"/>
              <p:cNvSpPr/>
              <p:nvPr/>
            </p:nvSpPr>
            <p:spPr>
              <a:xfrm>
                <a:off x="5319301" y="2165131"/>
                <a:ext cx="1046723" cy="735724"/>
              </a:xfrm>
              <a:custGeom>
                <a:rect b="b" l="l" r="r" t="t"/>
                <a:pathLst>
                  <a:path extrusionOk="0" h="735724" w="1114097">
                    <a:moveTo>
                      <a:pt x="0" y="0"/>
                    </a:moveTo>
                    <a:lnTo>
                      <a:pt x="609600" y="0"/>
                    </a:lnTo>
                    <a:lnTo>
                      <a:pt x="1114097" y="73572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Arial"/>
                  <a:ea typeface="Arial"/>
                  <a:cs typeface="Arial"/>
                  <a:sym typeface="Arial"/>
                </a:endParaRPr>
              </a:p>
            </p:txBody>
          </p:sp>
          <p:sp>
            <p:nvSpPr>
              <p:cNvPr id="951" name="Google Shape;951;p66"/>
              <p:cNvSpPr/>
              <p:nvPr/>
            </p:nvSpPr>
            <p:spPr>
              <a:xfrm flipH="1" rot="10800000">
                <a:off x="5319301" y="4729539"/>
                <a:ext cx="1046723" cy="735724"/>
              </a:xfrm>
              <a:custGeom>
                <a:rect b="b" l="l" r="r" t="t"/>
                <a:pathLst>
                  <a:path extrusionOk="0" h="735724" w="1114097">
                    <a:moveTo>
                      <a:pt x="0" y="0"/>
                    </a:moveTo>
                    <a:lnTo>
                      <a:pt x="609600" y="0"/>
                    </a:lnTo>
                    <a:lnTo>
                      <a:pt x="1114097" y="73572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Arial"/>
                  <a:ea typeface="Arial"/>
                  <a:cs typeface="Arial"/>
                  <a:sym typeface="Arial"/>
                </a:endParaRPr>
              </a:p>
            </p:txBody>
          </p:sp>
        </p:grpSp>
        <p:grpSp>
          <p:nvGrpSpPr>
            <p:cNvPr id="952" name="Google Shape;952;p66"/>
            <p:cNvGrpSpPr/>
            <p:nvPr/>
          </p:nvGrpSpPr>
          <p:grpSpPr>
            <a:xfrm>
              <a:off x="4523760" y="2165131"/>
              <a:ext cx="3139218" cy="3300132"/>
              <a:chOff x="4523760" y="2165131"/>
              <a:chExt cx="3139218" cy="3300132"/>
            </a:xfrm>
          </p:grpSpPr>
          <p:sp>
            <p:nvSpPr>
              <p:cNvPr id="953" name="Google Shape;953;p66"/>
              <p:cNvSpPr/>
              <p:nvPr/>
            </p:nvSpPr>
            <p:spPr>
              <a:xfrm>
                <a:off x="4523760" y="2165131"/>
                <a:ext cx="1046723" cy="735724"/>
              </a:xfrm>
              <a:custGeom>
                <a:rect b="b" l="l" r="r" t="t"/>
                <a:pathLst>
                  <a:path extrusionOk="0" h="735724" w="1114097">
                    <a:moveTo>
                      <a:pt x="0" y="0"/>
                    </a:moveTo>
                    <a:lnTo>
                      <a:pt x="609600" y="0"/>
                    </a:lnTo>
                    <a:lnTo>
                      <a:pt x="1114097" y="73572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Arial"/>
                  <a:ea typeface="Arial"/>
                  <a:cs typeface="Arial"/>
                  <a:sym typeface="Arial"/>
                </a:endParaRPr>
              </a:p>
            </p:txBody>
          </p:sp>
          <p:sp>
            <p:nvSpPr>
              <p:cNvPr id="954" name="Google Shape;954;p66"/>
              <p:cNvSpPr/>
              <p:nvPr/>
            </p:nvSpPr>
            <p:spPr>
              <a:xfrm flipH="1" rot="10800000">
                <a:off x="4523760" y="4729539"/>
                <a:ext cx="1046723" cy="735724"/>
              </a:xfrm>
              <a:custGeom>
                <a:rect b="b" l="l" r="r" t="t"/>
                <a:pathLst>
                  <a:path extrusionOk="0" h="735724" w="1114097">
                    <a:moveTo>
                      <a:pt x="0" y="0"/>
                    </a:moveTo>
                    <a:lnTo>
                      <a:pt x="609600" y="0"/>
                    </a:lnTo>
                    <a:lnTo>
                      <a:pt x="1114097" y="73572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Arial"/>
                  <a:ea typeface="Arial"/>
                  <a:cs typeface="Arial"/>
                  <a:sym typeface="Arial"/>
                </a:endParaRPr>
              </a:p>
            </p:txBody>
          </p:sp>
          <p:grpSp>
            <p:nvGrpSpPr>
              <p:cNvPr id="955" name="Google Shape;955;p66"/>
              <p:cNvGrpSpPr/>
              <p:nvPr/>
            </p:nvGrpSpPr>
            <p:grpSpPr>
              <a:xfrm>
                <a:off x="4523760" y="3772576"/>
                <a:ext cx="3139218" cy="0"/>
                <a:chOff x="4523760" y="3772576"/>
                <a:chExt cx="3139218" cy="0"/>
              </a:xfrm>
            </p:grpSpPr>
            <p:cxnSp>
              <p:nvCxnSpPr>
                <p:cNvPr id="956" name="Google Shape;956;p66"/>
                <p:cNvCxnSpPr/>
                <p:nvPr/>
              </p:nvCxnSpPr>
              <p:spPr>
                <a:xfrm rot="10800000">
                  <a:off x="4523760" y="3772576"/>
                  <a:ext cx="496163" cy="0"/>
                </a:xfrm>
                <a:prstGeom prst="straightConnector1">
                  <a:avLst/>
                </a:prstGeom>
                <a:noFill/>
                <a:ln cap="flat" cmpd="sng" w="12700">
                  <a:solidFill>
                    <a:schemeClr val="dk1"/>
                  </a:solidFill>
                  <a:prstDash val="solid"/>
                  <a:round/>
                  <a:headEnd len="sm" w="sm" type="none"/>
                  <a:tailEnd len="sm" w="sm" type="none"/>
                </a:ln>
              </p:spPr>
            </p:cxnSp>
            <p:cxnSp>
              <p:nvCxnSpPr>
                <p:cNvPr id="957" name="Google Shape;957;p66"/>
                <p:cNvCxnSpPr/>
                <p:nvPr/>
              </p:nvCxnSpPr>
              <p:spPr>
                <a:xfrm rot="10800000">
                  <a:off x="7166815" y="3772576"/>
                  <a:ext cx="496163" cy="0"/>
                </a:xfrm>
                <a:prstGeom prst="straightConnector1">
                  <a:avLst/>
                </a:prstGeom>
                <a:noFill/>
                <a:ln cap="flat" cmpd="sng" w="12700">
                  <a:solidFill>
                    <a:schemeClr val="dk1"/>
                  </a:solidFill>
                  <a:prstDash val="solid"/>
                  <a:round/>
                  <a:headEnd len="sm" w="sm" type="none"/>
                  <a:tailEnd len="sm" w="sm" type="none"/>
                </a:ln>
              </p:spPr>
            </p:cxnSp>
          </p:grpSp>
        </p:grpSp>
      </p:grpSp>
      <p:sp>
        <p:nvSpPr>
          <p:cNvPr id="958" name="Google Shape;958;p66"/>
          <p:cNvSpPr txBox="1"/>
          <p:nvPr>
            <p:ph idx="1" type="body"/>
          </p:nvPr>
        </p:nvSpPr>
        <p:spPr>
          <a:xfrm>
            <a:off x="994886" y="2011680"/>
            <a:ext cx="1988820" cy="9144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959" name="Google Shape;959;p66"/>
          <p:cNvSpPr txBox="1"/>
          <p:nvPr>
            <p:ph idx="2" type="body"/>
          </p:nvPr>
        </p:nvSpPr>
        <p:spPr>
          <a:xfrm>
            <a:off x="982842" y="3501656"/>
            <a:ext cx="1988820" cy="9144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960" name="Google Shape;960;p66"/>
          <p:cNvSpPr txBox="1"/>
          <p:nvPr>
            <p:ph idx="3" type="body"/>
          </p:nvPr>
        </p:nvSpPr>
        <p:spPr>
          <a:xfrm>
            <a:off x="982842" y="4991632"/>
            <a:ext cx="1988820" cy="9144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961" name="Google Shape;961;p66"/>
          <p:cNvSpPr txBox="1"/>
          <p:nvPr>
            <p:ph idx="4" type="body"/>
          </p:nvPr>
        </p:nvSpPr>
        <p:spPr>
          <a:xfrm>
            <a:off x="6211193" y="2011680"/>
            <a:ext cx="198882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962" name="Google Shape;962;p66"/>
          <p:cNvSpPr txBox="1"/>
          <p:nvPr>
            <p:ph idx="5" type="body"/>
          </p:nvPr>
        </p:nvSpPr>
        <p:spPr>
          <a:xfrm>
            <a:off x="6199149" y="3501656"/>
            <a:ext cx="198882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963" name="Google Shape;963;p66"/>
          <p:cNvSpPr txBox="1"/>
          <p:nvPr>
            <p:ph idx="6" type="body"/>
          </p:nvPr>
        </p:nvSpPr>
        <p:spPr>
          <a:xfrm>
            <a:off x="6199149" y="4991632"/>
            <a:ext cx="198882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964" name="Google Shape;964;p66"/>
          <p:cNvSpPr txBox="1"/>
          <p:nvPr>
            <p:ph idx="7" type="body"/>
          </p:nvPr>
        </p:nvSpPr>
        <p:spPr>
          <a:xfrm>
            <a:off x="4060697" y="3429716"/>
            <a:ext cx="1027511" cy="9144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200"/>
              <a:buFont typeface="Arial"/>
              <a:buNone/>
              <a:defRPr b="1" sz="1200">
                <a:solidFill>
                  <a:schemeClr val="lt1"/>
                </a:solidFill>
                <a:latin typeface="Arial"/>
                <a:ea typeface="Arial"/>
                <a:cs typeface="Arial"/>
                <a:sym typeface="Arial"/>
              </a:defRPr>
            </a:lvl1pPr>
            <a:lvl2pPr indent="-228600" lvl="1" marL="914400" algn="ctr">
              <a:lnSpc>
                <a:spcPct val="100000"/>
              </a:lnSpc>
              <a:spcBef>
                <a:spcPts val="0"/>
              </a:spcBef>
              <a:spcAft>
                <a:spcPts val="0"/>
              </a:spcAft>
              <a:buClr>
                <a:schemeClr val="lt1"/>
              </a:buClr>
              <a:buSzPts val="1050"/>
              <a:buFont typeface="Arial"/>
              <a:buNone/>
              <a:defRPr sz="1050">
                <a:solidFill>
                  <a:schemeClr val="lt1"/>
                </a:solidFill>
                <a:latin typeface="Arial"/>
                <a:ea typeface="Arial"/>
                <a:cs typeface="Arial"/>
                <a:sym typeface="Arial"/>
              </a:defRPr>
            </a:lvl2pPr>
            <a:lvl3pPr indent="-228600" lvl="2" marL="1371600" algn="l">
              <a:lnSpc>
                <a:spcPct val="100000"/>
              </a:lnSpc>
              <a:spcBef>
                <a:spcPts val="0"/>
              </a:spcBef>
              <a:spcAft>
                <a:spcPts val="0"/>
              </a:spcAft>
              <a:buClr>
                <a:schemeClr val="lt1"/>
              </a:buClr>
              <a:buSzPts val="1050"/>
              <a:buFont typeface="Arial"/>
              <a:buNone/>
              <a:defRPr sz="1050">
                <a:solidFill>
                  <a:schemeClr val="lt1"/>
                </a:solidFil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965" name="Google Shape;965;p66"/>
          <p:cNvSpPr txBox="1"/>
          <p:nvPr>
            <p:ph idx="8" type="body"/>
          </p:nvPr>
        </p:nvSpPr>
        <p:spPr>
          <a:xfrm>
            <a:off x="3596469" y="1485320"/>
            <a:ext cx="1951062" cy="526236"/>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dk1"/>
              </a:buClr>
              <a:buSzPts val="1200"/>
              <a:buFont typeface="Arial"/>
              <a:buNone/>
              <a:defRPr b="1" sz="1200">
                <a:solidFill>
                  <a:schemeClr val="dk1"/>
                </a:solidFill>
                <a:latin typeface="Arial"/>
                <a:ea typeface="Arial"/>
                <a:cs typeface="Arial"/>
                <a:sym typeface="Arial"/>
              </a:defRPr>
            </a:lvl1pPr>
            <a:lvl2pPr indent="-228600" lvl="1" marL="914400" algn="ctr">
              <a:lnSpc>
                <a:spcPct val="100000"/>
              </a:lnSpc>
              <a:spcBef>
                <a:spcPts val="0"/>
              </a:spcBef>
              <a:spcAft>
                <a:spcPts val="0"/>
              </a:spcAft>
              <a:buClr>
                <a:schemeClr val="dk1"/>
              </a:buClr>
              <a:buSzPts val="1050"/>
              <a:buFont typeface="Arial"/>
              <a:buNone/>
              <a:defRPr sz="1050">
                <a:solidFill>
                  <a:schemeClr val="dk1"/>
                </a:solidFill>
              </a:defRPr>
            </a:lvl2pPr>
            <a:lvl3pPr indent="-228600" lvl="2" marL="1371600" algn="l">
              <a:lnSpc>
                <a:spcPct val="100000"/>
              </a:lnSpc>
              <a:spcBef>
                <a:spcPts val="0"/>
              </a:spcBef>
              <a:spcAft>
                <a:spcPts val="0"/>
              </a:spcAft>
              <a:buClr>
                <a:schemeClr val="lt1"/>
              </a:buClr>
              <a:buSzPts val="1050"/>
              <a:buFont typeface="Arial"/>
              <a:buNone/>
              <a:defRPr sz="1050">
                <a:solidFill>
                  <a:schemeClr val="lt1"/>
                </a:solidFil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ck and Sand split">
  <p:cSld name="Black and Sand split">
    <p:spTree>
      <p:nvGrpSpPr>
        <p:cNvPr id="966" name="Shape 966"/>
        <p:cNvGrpSpPr/>
        <p:nvPr/>
      </p:nvGrpSpPr>
      <p:grpSpPr>
        <a:xfrm>
          <a:off x="0" y="0"/>
          <a:ext cx="0" cy="0"/>
          <a:chOff x="0" y="0"/>
          <a:chExt cx="0" cy="0"/>
        </a:xfrm>
      </p:grpSpPr>
      <p:sp>
        <p:nvSpPr>
          <p:cNvPr id="967" name="Google Shape;967;p67"/>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8" name="Google Shape;968;p67"/>
          <p:cNvSpPr/>
          <p:nvPr/>
        </p:nvSpPr>
        <p:spPr>
          <a:xfrm>
            <a:off x="5481650" y="1434776"/>
            <a:ext cx="3307235" cy="4749057"/>
          </a:xfrm>
          <a:custGeom>
            <a:rect b="b" l="l" r="r" t="t"/>
            <a:pathLst>
              <a:path extrusionOk="0" h="4749057" w="4409647">
                <a:moveTo>
                  <a:pt x="0" y="0"/>
                </a:moveTo>
                <a:lnTo>
                  <a:pt x="3702744" y="0"/>
                </a:lnTo>
                <a:lnTo>
                  <a:pt x="3703129" y="1391"/>
                </a:lnTo>
                <a:lnTo>
                  <a:pt x="4409647" y="1391"/>
                </a:lnTo>
                <a:lnTo>
                  <a:pt x="4409647" y="4749057"/>
                </a:lnTo>
                <a:lnTo>
                  <a:pt x="3599008" y="4749057"/>
                </a:lnTo>
                <a:lnTo>
                  <a:pt x="3599008" y="4749049"/>
                </a:lnTo>
                <a:lnTo>
                  <a:pt x="0" y="4749049"/>
                </a:lnTo>
                <a:lnTo>
                  <a:pt x="657529" y="2374525"/>
                </a:lnTo>
                <a:close/>
              </a:path>
            </a:pathLst>
          </a:cu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969" name="Google Shape;969;p67"/>
          <p:cNvSpPr/>
          <p:nvPr/>
        </p:nvSpPr>
        <p:spPr>
          <a:xfrm>
            <a:off x="274320" y="1434776"/>
            <a:ext cx="6103518" cy="4749049"/>
          </a:xfrm>
          <a:prstGeom prst="homePlate">
            <a:avLst>
              <a:gd fmla="val 14796"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970" name="Google Shape;970;p67"/>
          <p:cNvSpPr txBox="1"/>
          <p:nvPr>
            <p:ph idx="1" type="body"/>
          </p:nvPr>
        </p:nvSpPr>
        <p:spPr>
          <a:xfrm>
            <a:off x="6595809" y="2057400"/>
            <a:ext cx="1975104" cy="3740255"/>
          </a:xfrm>
          <a:prstGeom prst="rect">
            <a:avLst/>
          </a:prstGeom>
          <a:noFill/>
          <a:ln>
            <a:noFill/>
          </a:ln>
        </p:spPr>
        <p:txBody>
          <a:bodyPr anchorCtr="0" anchor="t" bIns="0" lIns="0" spcFirstLastPara="1" rIns="0" wrap="square" tIns="0">
            <a:normAutofit/>
          </a:bodyPr>
          <a:lstStyle>
            <a:lvl1pPr indent="-304800" lvl="0" marL="4572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indent="-304800" lvl="1" marL="9144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indent="-304800" lvl="5" marL="2743200" algn="l">
              <a:lnSpc>
                <a:spcPct val="100000"/>
              </a:lnSpc>
              <a:spcBef>
                <a:spcPts val="225"/>
              </a:spcBef>
              <a:spcAft>
                <a:spcPts val="0"/>
              </a:spcAft>
              <a:buClr>
                <a:schemeClr val="dk1"/>
              </a:buClr>
              <a:buSzPts val="1200"/>
              <a:buChar char="–"/>
              <a:defRPr sz="1200"/>
            </a:lvl6pPr>
            <a:lvl7pPr indent="-304800" lvl="6" marL="3200400" algn="l">
              <a:lnSpc>
                <a:spcPct val="100000"/>
              </a:lnSpc>
              <a:spcBef>
                <a:spcPts val="225"/>
              </a:spcBef>
              <a:spcAft>
                <a:spcPts val="0"/>
              </a:spcAft>
              <a:buClr>
                <a:schemeClr val="dk1"/>
              </a:buClr>
              <a:buSzPts val="1200"/>
              <a:buChar char="–"/>
              <a:defRPr sz="1200"/>
            </a:lvl7pPr>
            <a:lvl8pPr indent="-304800" lvl="7" marL="3657600" algn="l">
              <a:lnSpc>
                <a:spcPct val="100000"/>
              </a:lnSpc>
              <a:spcBef>
                <a:spcPts val="225"/>
              </a:spcBef>
              <a:spcAft>
                <a:spcPts val="0"/>
              </a:spcAft>
              <a:buClr>
                <a:schemeClr val="dk1"/>
              </a:buClr>
              <a:buSzPts val="1200"/>
              <a:buChar char="–"/>
              <a:defRPr sz="1200"/>
            </a:lvl8pPr>
            <a:lvl9pPr indent="-304800" lvl="8" marL="4114800" algn="l">
              <a:lnSpc>
                <a:spcPct val="100000"/>
              </a:lnSpc>
              <a:spcBef>
                <a:spcPts val="225"/>
              </a:spcBef>
              <a:spcAft>
                <a:spcPts val="0"/>
              </a:spcAft>
              <a:buClr>
                <a:schemeClr val="dk1"/>
              </a:buClr>
              <a:buSzPts val="1200"/>
              <a:buChar char="–"/>
              <a:defRPr sz="1200"/>
            </a:lvl9pPr>
          </a:lstStyle>
          <a:p/>
        </p:txBody>
      </p:sp>
      <p:sp>
        <p:nvSpPr>
          <p:cNvPr id="971" name="Google Shape;971;p67"/>
          <p:cNvSpPr txBox="1"/>
          <p:nvPr>
            <p:ph idx="2" type="body"/>
          </p:nvPr>
        </p:nvSpPr>
        <p:spPr>
          <a:xfrm>
            <a:off x="637391" y="2002895"/>
            <a:ext cx="4069080" cy="379476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lt1"/>
              </a:buClr>
              <a:buSzPts val="1350"/>
              <a:buChar char="•"/>
              <a:defRPr>
                <a:solidFill>
                  <a:schemeClr val="lt1"/>
                </a:solidFill>
                <a:latin typeface="Arial"/>
                <a:ea typeface="Arial"/>
                <a:cs typeface="Arial"/>
                <a:sym typeface="Arial"/>
              </a:defRPr>
            </a:lvl1pPr>
            <a:lvl2pPr indent="-314325" lvl="1" marL="9144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2pPr>
            <a:lvl3pPr indent="-314325" lvl="2" marL="13716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3pPr>
            <a:lvl4pPr indent="-314325" lvl="3" marL="18288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4pPr>
            <a:lvl5pPr indent="-314325" lvl="4" marL="22860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and Photo">
  <p:cSld name="Statement and Photo">
    <p:spTree>
      <p:nvGrpSpPr>
        <p:cNvPr id="972" name="Shape 972"/>
        <p:cNvGrpSpPr/>
        <p:nvPr/>
      </p:nvGrpSpPr>
      <p:grpSpPr>
        <a:xfrm>
          <a:off x="0" y="0"/>
          <a:ext cx="0" cy="0"/>
          <a:chOff x="0" y="0"/>
          <a:chExt cx="0" cy="0"/>
        </a:xfrm>
      </p:grpSpPr>
      <p:sp>
        <p:nvSpPr>
          <p:cNvPr id="973" name="Google Shape;973;p68"/>
          <p:cNvSpPr txBox="1"/>
          <p:nvPr>
            <p:ph idx="1" type="body"/>
          </p:nvPr>
        </p:nvSpPr>
        <p:spPr>
          <a:xfrm>
            <a:off x="274320" y="365760"/>
            <a:ext cx="3086100" cy="2560320"/>
          </a:xfrm>
          <a:prstGeom prst="rect">
            <a:avLst/>
          </a:prstGeom>
          <a:solidFill>
            <a:srgbClr val="006E74"/>
          </a:solidFill>
          <a:ln>
            <a:noFill/>
          </a:ln>
        </p:spPr>
        <p:txBody>
          <a:bodyPr anchorCtr="0" anchor="t" bIns="182875" lIns="182875" spcFirstLastPara="1" rIns="182875" wrap="square" tIns="182875">
            <a:noAutofit/>
          </a:bodyPr>
          <a:lstStyle>
            <a:lvl1pPr indent="-228600" lvl="0" marL="457200" algn="l">
              <a:lnSpc>
                <a:spcPct val="90000"/>
              </a:lnSpc>
              <a:spcBef>
                <a:spcPts val="0"/>
              </a:spcBef>
              <a:spcAft>
                <a:spcPts val="0"/>
              </a:spcAft>
              <a:buClr>
                <a:schemeClr val="lt1"/>
              </a:buClr>
              <a:buSzPts val="2400"/>
              <a:buNone/>
              <a:defRPr sz="2400">
                <a:solidFill>
                  <a:schemeClr val="lt1"/>
                </a:solidFill>
                <a:latin typeface="Arial"/>
                <a:ea typeface="Arial"/>
                <a:cs typeface="Arial"/>
                <a:sym typeface="Arial"/>
              </a:defRPr>
            </a:lvl1pPr>
            <a:lvl2pPr indent="-314325" lvl="1" marL="914400" algn="l">
              <a:lnSpc>
                <a:spcPct val="100000"/>
              </a:lnSpc>
              <a:spcBef>
                <a:spcPts val="900"/>
              </a:spcBef>
              <a:spcAft>
                <a:spcPts val="0"/>
              </a:spcAft>
              <a:buClr>
                <a:schemeClr val="lt1"/>
              </a:buClr>
              <a:buSzPts val="1350"/>
              <a:buFont typeface="Arial"/>
              <a:buChar char="•"/>
              <a:defRPr>
                <a:solidFill>
                  <a:schemeClr val="lt1"/>
                </a:solidFill>
                <a:latin typeface="Arial"/>
                <a:ea typeface="Arial"/>
                <a:cs typeface="Arial"/>
                <a:sym typeface="Arial"/>
              </a:defRPr>
            </a:lvl2pPr>
            <a:lvl3pPr indent="-314325" lvl="2" marL="13716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3pPr>
            <a:lvl4pPr indent="-314325" lvl="3" marL="18288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4pPr>
            <a:lvl5pPr indent="-314325" lvl="4" marL="22860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5pPr>
            <a:lvl6pPr indent="-314325" lvl="5" marL="2743200" algn="l">
              <a:lnSpc>
                <a:spcPct val="100000"/>
              </a:lnSpc>
              <a:spcBef>
                <a:spcPts val="225"/>
              </a:spcBef>
              <a:spcAft>
                <a:spcPts val="0"/>
              </a:spcAft>
              <a:buClr>
                <a:schemeClr val="lt1"/>
              </a:buClr>
              <a:buSzPts val="1350"/>
              <a:buChar char="–"/>
              <a:defRPr>
                <a:solidFill>
                  <a:schemeClr val="lt1"/>
                </a:solidFill>
              </a:defRPr>
            </a:lvl6pPr>
            <a:lvl7pPr indent="-314325" lvl="6" marL="3200400" algn="l">
              <a:lnSpc>
                <a:spcPct val="100000"/>
              </a:lnSpc>
              <a:spcBef>
                <a:spcPts val="225"/>
              </a:spcBef>
              <a:spcAft>
                <a:spcPts val="0"/>
              </a:spcAft>
              <a:buClr>
                <a:schemeClr val="lt1"/>
              </a:buClr>
              <a:buSzPts val="1350"/>
              <a:buChar char="–"/>
              <a:defRPr>
                <a:solidFill>
                  <a:schemeClr val="lt1"/>
                </a:solidFill>
              </a:defRPr>
            </a:lvl7pPr>
            <a:lvl8pPr indent="-314325" lvl="7" marL="3657600" algn="l">
              <a:lnSpc>
                <a:spcPct val="100000"/>
              </a:lnSpc>
              <a:spcBef>
                <a:spcPts val="225"/>
              </a:spcBef>
              <a:spcAft>
                <a:spcPts val="0"/>
              </a:spcAft>
              <a:buClr>
                <a:schemeClr val="lt1"/>
              </a:buClr>
              <a:buSzPts val="1350"/>
              <a:buChar char="–"/>
              <a:defRPr>
                <a:solidFill>
                  <a:schemeClr val="lt1"/>
                </a:solidFill>
              </a:defRPr>
            </a:lvl8pPr>
            <a:lvl9pPr indent="-314325" lvl="8" marL="4114800" algn="l">
              <a:lnSpc>
                <a:spcPct val="100000"/>
              </a:lnSpc>
              <a:spcBef>
                <a:spcPts val="225"/>
              </a:spcBef>
              <a:spcAft>
                <a:spcPts val="0"/>
              </a:spcAft>
              <a:buClr>
                <a:schemeClr val="lt1"/>
              </a:buClr>
              <a:buSzPts val="1350"/>
              <a:buChar char="–"/>
              <a:defRPr>
                <a:solidFill>
                  <a:schemeClr val="lt1"/>
                </a:solidFill>
              </a:defRPr>
            </a:lvl9pPr>
          </a:lstStyle>
          <a:p/>
        </p:txBody>
      </p:sp>
      <p:sp>
        <p:nvSpPr>
          <p:cNvPr id="974" name="Google Shape;974;p68"/>
          <p:cNvSpPr/>
          <p:nvPr>
            <p:ph idx="2" type="pic"/>
          </p:nvPr>
        </p:nvSpPr>
        <p:spPr>
          <a:xfrm>
            <a:off x="4684014" y="365760"/>
            <a:ext cx="4183380" cy="5717540"/>
          </a:xfrm>
          <a:prstGeom prst="rect">
            <a:avLst/>
          </a:prstGeom>
          <a:solidFill>
            <a:srgbClr val="D7E0E3"/>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and Statement">
  <p:cSld name="Photo and Statement">
    <p:spTree>
      <p:nvGrpSpPr>
        <p:cNvPr id="975" name="Shape 975"/>
        <p:cNvGrpSpPr/>
        <p:nvPr/>
      </p:nvGrpSpPr>
      <p:grpSpPr>
        <a:xfrm>
          <a:off x="0" y="0"/>
          <a:ext cx="0" cy="0"/>
          <a:chOff x="0" y="0"/>
          <a:chExt cx="0" cy="0"/>
        </a:xfrm>
      </p:grpSpPr>
      <p:sp>
        <p:nvSpPr>
          <p:cNvPr id="976" name="Google Shape;976;p69"/>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7" name="Google Shape;977;p69"/>
          <p:cNvSpPr/>
          <p:nvPr>
            <p:ph idx="2" type="pic"/>
          </p:nvPr>
        </p:nvSpPr>
        <p:spPr>
          <a:xfrm>
            <a:off x="569119" y="1828800"/>
            <a:ext cx="3888581" cy="3200400"/>
          </a:xfrm>
          <a:prstGeom prst="rect">
            <a:avLst/>
          </a:prstGeom>
          <a:solidFill>
            <a:srgbClr val="D7E0E3"/>
          </a:solidFill>
          <a:ln>
            <a:noFill/>
          </a:ln>
        </p:spPr>
      </p:sp>
      <p:sp>
        <p:nvSpPr>
          <p:cNvPr id="978" name="Google Shape;978;p69"/>
          <p:cNvSpPr txBox="1"/>
          <p:nvPr>
            <p:ph idx="1" type="body"/>
          </p:nvPr>
        </p:nvSpPr>
        <p:spPr>
          <a:xfrm>
            <a:off x="4684014" y="1828800"/>
            <a:ext cx="4183380" cy="3200400"/>
          </a:xfrm>
          <a:prstGeom prst="rect">
            <a:avLst/>
          </a:prstGeom>
          <a:noFill/>
          <a:ln>
            <a:noFill/>
          </a:ln>
        </p:spPr>
        <p:txBody>
          <a:bodyPr anchorCtr="0" anchor="b" bIns="0" lIns="0" spcFirstLastPara="1" rIns="0" wrap="square" tIns="0">
            <a:normAutofit/>
          </a:bodyPr>
          <a:lstStyle>
            <a:lvl1pPr indent="-228600" lvl="0" marL="457200" algn="l">
              <a:lnSpc>
                <a:spcPct val="90000"/>
              </a:lnSpc>
              <a:spcBef>
                <a:spcPts val="0"/>
              </a:spcBef>
              <a:spcAft>
                <a:spcPts val="0"/>
              </a:spcAft>
              <a:buClr>
                <a:schemeClr val="dk1"/>
              </a:buClr>
              <a:buSzPts val="2700"/>
              <a:buNone/>
              <a:defRPr sz="2700">
                <a:solidFill>
                  <a:schemeClr val="dk1"/>
                </a:solidFill>
                <a:latin typeface="Arial"/>
                <a:ea typeface="Arial"/>
                <a:cs typeface="Arial"/>
                <a:sym typeface="Arial"/>
              </a:defRPr>
            </a:lvl1pPr>
            <a:lvl2pPr indent="-314325" lvl="1" marL="914400" algn="l">
              <a:lnSpc>
                <a:spcPct val="100000"/>
              </a:lnSpc>
              <a:spcBef>
                <a:spcPts val="900"/>
              </a:spcBef>
              <a:spcAft>
                <a:spcPts val="0"/>
              </a:spcAft>
              <a:buClr>
                <a:schemeClr val="dk1"/>
              </a:buClr>
              <a:buSzPts val="1350"/>
              <a:buFont typeface="Arial"/>
              <a:buChar char="•"/>
              <a:defRPr sz="1350"/>
            </a:lvl2pPr>
            <a:lvl3pPr indent="-314325" lvl="2" marL="1371600" algn="l">
              <a:lnSpc>
                <a:spcPct val="100000"/>
              </a:lnSpc>
              <a:spcBef>
                <a:spcPts val="225"/>
              </a:spcBef>
              <a:spcAft>
                <a:spcPts val="0"/>
              </a:spcAft>
              <a:buClr>
                <a:schemeClr val="dk1"/>
              </a:buClr>
              <a:buSzPts val="1350"/>
              <a:buChar char="–"/>
              <a:defRPr sz="1350"/>
            </a:lvl3pPr>
            <a:lvl4pPr indent="-314325" lvl="3" marL="1828800" algn="l">
              <a:lnSpc>
                <a:spcPct val="100000"/>
              </a:lnSpc>
              <a:spcBef>
                <a:spcPts val="225"/>
              </a:spcBef>
              <a:spcAft>
                <a:spcPts val="0"/>
              </a:spcAft>
              <a:buClr>
                <a:schemeClr val="dk1"/>
              </a:buClr>
              <a:buSzPts val="1350"/>
              <a:buChar char="–"/>
              <a:defRPr sz="1350"/>
            </a:lvl4pPr>
            <a:lvl5pPr indent="-314325" lvl="4" marL="2286000" algn="l">
              <a:lnSpc>
                <a:spcPct val="100000"/>
              </a:lnSpc>
              <a:spcBef>
                <a:spcPts val="225"/>
              </a:spcBef>
              <a:spcAft>
                <a:spcPts val="0"/>
              </a:spcAft>
              <a:buClr>
                <a:schemeClr val="dk1"/>
              </a:buClr>
              <a:buSzPts val="1350"/>
              <a:buChar char="–"/>
              <a:defRPr sz="1350"/>
            </a:lvl5pPr>
            <a:lvl6pPr indent="-314325" lvl="5" marL="2743200" algn="l">
              <a:lnSpc>
                <a:spcPct val="100000"/>
              </a:lnSpc>
              <a:spcBef>
                <a:spcPts val="225"/>
              </a:spcBef>
              <a:spcAft>
                <a:spcPts val="0"/>
              </a:spcAft>
              <a:buClr>
                <a:schemeClr val="dk1"/>
              </a:buClr>
              <a:buSzPts val="1350"/>
              <a:buChar char="–"/>
              <a:defRPr sz="1350"/>
            </a:lvl6pPr>
            <a:lvl7pPr indent="-314325" lvl="6" marL="3200400" algn="l">
              <a:lnSpc>
                <a:spcPct val="100000"/>
              </a:lnSpc>
              <a:spcBef>
                <a:spcPts val="225"/>
              </a:spcBef>
              <a:spcAft>
                <a:spcPts val="0"/>
              </a:spcAft>
              <a:buClr>
                <a:schemeClr val="dk1"/>
              </a:buClr>
              <a:buSzPts val="1350"/>
              <a:buChar char="–"/>
              <a:defRPr sz="1350"/>
            </a:lvl7pPr>
            <a:lvl8pPr indent="-314325" lvl="7" marL="3657600" algn="l">
              <a:lnSpc>
                <a:spcPct val="100000"/>
              </a:lnSpc>
              <a:spcBef>
                <a:spcPts val="225"/>
              </a:spcBef>
              <a:spcAft>
                <a:spcPts val="0"/>
              </a:spcAft>
              <a:buClr>
                <a:schemeClr val="dk1"/>
              </a:buClr>
              <a:buSzPts val="1350"/>
              <a:buChar char="–"/>
              <a:defRPr sz="1350"/>
            </a:lvl8pPr>
            <a:lvl9pPr indent="-314325" lvl="8" marL="4114800" algn="l">
              <a:lnSpc>
                <a:spcPct val="100000"/>
              </a:lnSpc>
              <a:spcBef>
                <a:spcPts val="225"/>
              </a:spcBef>
              <a:spcAft>
                <a:spcPts val="0"/>
              </a:spcAft>
              <a:buClr>
                <a:schemeClr val="dk1"/>
              </a:buClr>
              <a:buSzPts val="1350"/>
              <a:buChar char="–"/>
              <a:defRPr sz="135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936">
          <p15:clr>
            <a:srgbClr val="FBAE40"/>
          </p15:clr>
        </p15:guide>
        <p15:guide id="2" pos="3744">
          <p15:clr>
            <a:srgbClr val="FBAE40"/>
          </p15:clr>
        </p15:guide>
        <p15:guide id="3" orient="horz" pos="1152">
          <p15:clr>
            <a:srgbClr val="FBAE40"/>
          </p15:clr>
        </p15:guide>
        <p15:guide id="4" orient="horz" pos="3832">
          <p15:clr>
            <a:srgbClr val="FBAE40"/>
          </p15:clr>
        </p15:guide>
        <p15:guide id="5" orient="horz" pos="4148">
          <p15:clr>
            <a:srgbClr val="FBAE40"/>
          </p15:clr>
        </p15:guide>
        <p15:guide id="6" orient="horz" pos="3168">
          <p15:clr>
            <a:srgbClr val="FBAE40"/>
          </p15:clr>
        </p15:guide>
        <p15:guide id="7" pos="476">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for Next step: Six content">
  <p:cSld name="Layout for Next step: Six content">
    <p:spTree>
      <p:nvGrpSpPr>
        <p:cNvPr id="979" name="Shape 979"/>
        <p:cNvGrpSpPr/>
        <p:nvPr/>
      </p:nvGrpSpPr>
      <p:grpSpPr>
        <a:xfrm>
          <a:off x="0" y="0"/>
          <a:ext cx="0" cy="0"/>
          <a:chOff x="0" y="0"/>
          <a:chExt cx="0" cy="0"/>
        </a:xfrm>
      </p:grpSpPr>
      <p:cxnSp>
        <p:nvCxnSpPr>
          <p:cNvPr id="980" name="Google Shape;980;p70"/>
          <p:cNvCxnSpPr>
            <a:stCxn id="981" idx="2"/>
            <a:endCxn id="982" idx="0"/>
          </p:cNvCxnSpPr>
          <p:nvPr/>
        </p:nvCxnSpPr>
        <p:spPr>
          <a:xfrm>
            <a:off x="4470559" y="782140"/>
            <a:ext cx="0" cy="3583500"/>
          </a:xfrm>
          <a:prstGeom prst="straightConnector1">
            <a:avLst/>
          </a:prstGeom>
          <a:noFill/>
          <a:ln cap="sq" cmpd="sng" w="12700">
            <a:solidFill>
              <a:schemeClr val="dk1"/>
            </a:solidFill>
            <a:prstDash val="solid"/>
            <a:round/>
            <a:headEnd len="sm" w="sm" type="none"/>
            <a:tailEnd len="sm" w="sm" type="none"/>
          </a:ln>
        </p:spPr>
      </p:cxnSp>
      <p:sp>
        <p:nvSpPr>
          <p:cNvPr id="983" name="Google Shape;983;p70"/>
          <p:cNvSpPr txBox="1"/>
          <p:nvPr>
            <p:ph type="title"/>
          </p:nvPr>
        </p:nvSpPr>
        <p:spPr>
          <a:xfrm>
            <a:off x="274321" y="365760"/>
            <a:ext cx="3614261"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4" name="Google Shape;984;p70"/>
          <p:cNvSpPr/>
          <p:nvPr>
            <p:ph idx="2" type="pic"/>
          </p:nvPr>
        </p:nvSpPr>
        <p:spPr>
          <a:xfrm>
            <a:off x="1" y="1828800"/>
            <a:ext cx="3888581" cy="3200400"/>
          </a:xfrm>
          <a:prstGeom prst="rect">
            <a:avLst/>
          </a:prstGeom>
          <a:solidFill>
            <a:srgbClr val="D7E0E3"/>
          </a:solidFill>
          <a:ln>
            <a:noFill/>
          </a:ln>
        </p:spPr>
      </p:sp>
      <p:sp>
        <p:nvSpPr>
          <p:cNvPr id="985" name="Google Shape;985;p70"/>
          <p:cNvSpPr txBox="1"/>
          <p:nvPr>
            <p:ph idx="1" type="body"/>
          </p:nvPr>
        </p:nvSpPr>
        <p:spPr>
          <a:xfrm>
            <a:off x="4254817" y="1166029"/>
            <a:ext cx="431483" cy="415993"/>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986" name="Google Shape;986;p70"/>
          <p:cNvSpPr txBox="1"/>
          <p:nvPr>
            <p:ph idx="3" type="body"/>
          </p:nvPr>
        </p:nvSpPr>
        <p:spPr>
          <a:xfrm>
            <a:off x="4822032" y="1165720"/>
            <a:ext cx="4045124" cy="663643"/>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987" name="Google Shape;987;p70"/>
          <p:cNvSpPr txBox="1"/>
          <p:nvPr>
            <p:ph idx="4" type="body"/>
          </p:nvPr>
        </p:nvSpPr>
        <p:spPr>
          <a:xfrm>
            <a:off x="274320" y="5314599"/>
            <a:ext cx="8592836" cy="52648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sz="10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988" name="Google Shape;988;p70"/>
          <p:cNvSpPr txBox="1"/>
          <p:nvPr>
            <p:ph idx="5" type="body"/>
          </p:nvPr>
        </p:nvSpPr>
        <p:spPr>
          <a:xfrm>
            <a:off x="4822032" y="1965679"/>
            <a:ext cx="4045124" cy="663643"/>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989" name="Google Shape;989;p70"/>
          <p:cNvSpPr txBox="1"/>
          <p:nvPr>
            <p:ph idx="6" type="body"/>
          </p:nvPr>
        </p:nvSpPr>
        <p:spPr>
          <a:xfrm>
            <a:off x="4822032" y="2765638"/>
            <a:ext cx="4045124" cy="663643"/>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990" name="Google Shape;990;p70"/>
          <p:cNvSpPr txBox="1"/>
          <p:nvPr>
            <p:ph idx="7" type="body"/>
          </p:nvPr>
        </p:nvSpPr>
        <p:spPr>
          <a:xfrm>
            <a:off x="4254817" y="1965911"/>
            <a:ext cx="431483" cy="415993"/>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991" name="Google Shape;991;p70"/>
          <p:cNvSpPr txBox="1"/>
          <p:nvPr>
            <p:ph idx="8" type="body"/>
          </p:nvPr>
        </p:nvSpPr>
        <p:spPr>
          <a:xfrm>
            <a:off x="4254817" y="2765793"/>
            <a:ext cx="431483" cy="415993"/>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981" name="Google Shape;981;p70"/>
          <p:cNvSpPr txBox="1"/>
          <p:nvPr>
            <p:ph idx="9" type="body"/>
          </p:nvPr>
        </p:nvSpPr>
        <p:spPr>
          <a:xfrm>
            <a:off x="4254817" y="366147"/>
            <a:ext cx="431483" cy="415993"/>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992" name="Google Shape;992;p70"/>
          <p:cNvSpPr txBox="1"/>
          <p:nvPr>
            <p:ph idx="13" type="body"/>
          </p:nvPr>
        </p:nvSpPr>
        <p:spPr>
          <a:xfrm>
            <a:off x="4822032" y="365761"/>
            <a:ext cx="4045124" cy="663643"/>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993" name="Google Shape;993;p70"/>
          <p:cNvSpPr txBox="1"/>
          <p:nvPr>
            <p:ph idx="14" type="body"/>
          </p:nvPr>
        </p:nvSpPr>
        <p:spPr>
          <a:xfrm>
            <a:off x="4822032" y="3565597"/>
            <a:ext cx="4045124" cy="663643"/>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994" name="Google Shape;994;p70"/>
          <p:cNvSpPr txBox="1"/>
          <p:nvPr>
            <p:ph idx="15" type="body"/>
          </p:nvPr>
        </p:nvSpPr>
        <p:spPr>
          <a:xfrm>
            <a:off x="4822032" y="4365558"/>
            <a:ext cx="4045124" cy="663643"/>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995" name="Google Shape;995;p70"/>
          <p:cNvSpPr txBox="1"/>
          <p:nvPr>
            <p:ph idx="16" type="body"/>
          </p:nvPr>
        </p:nvSpPr>
        <p:spPr>
          <a:xfrm>
            <a:off x="4254817" y="3565675"/>
            <a:ext cx="431483" cy="415993"/>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982" name="Google Shape;982;p70"/>
          <p:cNvSpPr txBox="1"/>
          <p:nvPr>
            <p:ph idx="17" type="body"/>
          </p:nvPr>
        </p:nvSpPr>
        <p:spPr>
          <a:xfrm>
            <a:off x="4254817" y="4365558"/>
            <a:ext cx="431483" cy="415993"/>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936">
          <p15:clr>
            <a:srgbClr val="FBAE40"/>
          </p15:clr>
        </p15:guide>
        <p15:guide id="2" pos="3744">
          <p15:clr>
            <a:srgbClr val="FBAE40"/>
          </p15:clr>
        </p15:guide>
        <p15:guide id="3" orient="horz" pos="1139">
          <p15:clr>
            <a:srgbClr val="FBAE40"/>
          </p15:clr>
        </p15:guide>
        <p15:guide id="4" orient="horz" pos="3832">
          <p15:clr>
            <a:srgbClr val="FBAE40"/>
          </p15:clr>
        </p15:guide>
        <p15:guide id="5" orient="horz" pos="4148">
          <p15:clr>
            <a:srgbClr val="FBAE40"/>
          </p15:clr>
        </p15:guide>
        <p15:guide id="6" orient="horz" pos="3168">
          <p15:clr>
            <a:srgbClr val="FBAE40"/>
          </p15:clr>
        </p15:guide>
        <p15:guide id="7" pos="476">
          <p15:clr>
            <a:srgbClr val="FBAE40"/>
          </p15:clr>
        </p15:guide>
        <p15:guide id="8" orient="horz" pos="216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for Next step: Three content">
  <p:cSld name="Layout for Next step: Three content">
    <p:spTree>
      <p:nvGrpSpPr>
        <p:cNvPr id="996" name="Shape 996"/>
        <p:cNvGrpSpPr/>
        <p:nvPr/>
      </p:nvGrpSpPr>
      <p:grpSpPr>
        <a:xfrm>
          <a:off x="0" y="0"/>
          <a:ext cx="0" cy="0"/>
          <a:chOff x="0" y="0"/>
          <a:chExt cx="0" cy="0"/>
        </a:xfrm>
      </p:grpSpPr>
      <p:cxnSp>
        <p:nvCxnSpPr>
          <p:cNvPr id="997" name="Google Shape;997;p71"/>
          <p:cNvCxnSpPr>
            <a:stCxn id="998" idx="2"/>
            <a:endCxn id="999" idx="0"/>
          </p:cNvCxnSpPr>
          <p:nvPr/>
        </p:nvCxnSpPr>
        <p:spPr>
          <a:xfrm>
            <a:off x="4470559" y="782140"/>
            <a:ext cx="0" cy="2783400"/>
          </a:xfrm>
          <a:prstGeom prst="straightConnector1">
            <a:avLst/>
          </a:prstGeom>
          <a:noFill/>
          <a:ln cap="sq" cmpd="sng" w="12700">
            <a:solidFill>
              <a:schemeClr val="dk1"/>
            </a:solidFill>
            <a:prstDash val="solid"/>
            <a:round/>
            <a:headEnd len="sm" w="sm" type="none"/>
            <a:tailEnd len="sm" w="sm" type="none"/>
          </a:ln>
        </p:spPr>
      </p:cxnSp>
      <p:sp>
        <p:nvSpPr>
          <p:cNvPr id="1000" name="Google Shape;1000;p71"/>
          <p:cNvSpPr txBox="1"/>
          <p:nvPr>
            <p:ph type="title"/>
          </p:nvPr>
        </p:nvSpPr>
        <p:spPr>
          <a:xfrm>
            <a:off x="274321" y="365760"/>
            <a:ext cx="3614261"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1" name="Google Shape;1001;p71"/>
          <p:cNvSpPr/>
          <p:nvPr>
            <p:ph idx="2" type="pic"/>
          </p:nvPr>
        </p:nvSpPr>
        <p:spPr>
          <a:xfrm>
            <a:off x="1" y="1828800"/>
            <a:ext cx="3888581" cy="3200400"/>
          </a:xfrm>
          <a:prstGeom prst="rect">
            <a:avLst/>
          </a:prstGeom>
          <a:solidFill>
            <a:srgbClr val="D7E0E3"/>
          </a:solidFill>
          <a:ln>
            <a:noFill/>
          </a:ln>
        </p:spPr>
      </p:sp>
      <p:sp>
        <p:nvSpPr>
          <p:cNvPr id="1002" name="Google Shape;1002;p71"/>
          <p:cNvSpPr txBox="1"/>
          <p:nvPr>
            <p:ph idx="1" type="body"/>
          </p:nvPr>
        </p:nvSpPr>
        <p:spPr>
          <a:xfrm>
            <a:off x="274320" y="5314599"/>
            <a:ext cx="8592836" cy="52648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sz="10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003" name="Google Shape;1003;p71"/>
          <p:cNvSpPr txBox="1"/>
          <p:nvPr>
            <p:ph idx="3" type="body"/>
          </p:nvPr>
        </p:nvSpPr>
        <p:spPr>
          <a:xfrm>
            <a:off x="4822032" y="1965678"/>
            <a:ext cx="4045124" cy="1463604"/>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004" name="Google Shape;1004;p71"/>
          <p:cNvSpPr txBox="1"/>
          <p:nvPr>
            <p:ph idx="4" type="body"/>
          </p:nvPr>
        </p:nvSpPr>
        <p:spPr>
          <a:xfrm>
            <a:off x="4254817" y="1965911"/>
            <a:ext cx="431483" cy="415993"/>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998" name="Google Shape;998;p71"/>
          <p:cNvSpPr txBox="1"/>
          <p:nvPr>
            <p:ph idx="5" type="body"/>
          </p:nvPr>
        </p:nvSpPr>
        <p:spPr>
          <a:xfrm>
            <a:off x="4254817" y="366147"/>
            <a:ext cx="431483" cy="415993"/>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005" name="Google Shape;1005;p71"/>
          <p:cNvSpPr txBox="1"/>
          <p:nvPr>
            <p:ph idx="6" type="body"/>
          </p:nvPr>
        </p:nvSpPr>
        <p:spPr>
          <a:xfrm>
            <a:off x="4822032" y="365760"/>
            <a:ext cx="4045124" cy="1463604"/>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006" name="Google Shape;1006;p71"/>
          <p:cNvSpPr txBox="1"/>
          <p:nvPr>
            <p:ph idx="7" type="body"/>
          </p:nvPr>
        </p:nvSpPr>
        <p:spPr>
          <a:xfrm>
            <a:off x="4822032" y="3565596"/>
            <a:ext cx="4045124" cy="1463604"/>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999" name="Google Shape;999;p71"/>
          <p:cNvSpPr txBox="1"/>
          <p:nvPr>
            <p:ph idx="8" type="body"/>
          </p:nvPr>
        </p:nvSpPr>
        <p:spPr>
          <a:xfrm>
            <a:off x="4254817" y="3565675"/>
            <a:ext cx="431483" cy="415993"/>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936">
          <p15:clr>
            <a:srgbClr val="FBAE40"/>
          </p15:clr>
        </p15:guide>
        <p15:guide id="2" pos="3744">
          <p15:clr>
            <a:srgbClr val="FBAE40"/>
          </p15:clr>
        </p15:guide>
        <p15:guide id="3" orient="horz" pos="1139">
          <p15:clr>
            <a:srgbClr val="FBAE40"/>
          </p15:clr>
        </p15:guide>
        <p15:guide id="4" orient="horz" pos="3832">
          <p15:clr>
            <a:srgbClr val="FBAE40"/>
          </p15:clr>
        </p15:guide>
        <p15:guide id="5" orient="horz" pos="4148">
          <p15:clr>
            <a:srgbClr val="FBAE40"/>
          </p15:clr>
        </p15:guide>
        <p15:guide id="6" orient="horz" pos="3168">
          <p15:clr>
            <a:srgbClr val="FBAE40"/>
          </p15:clr>
        </p15:guide>
        <p15:guide id="7" pos="476">
          <p15:clr>
            <a:srgbClr val="FBAE40"/>
          </p15:clr>
        </p15:guide>
        <p15:guide id="8" orient="horz" pos="216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and Sidebar">
  <p:cSld name="Photo and Sidebar">
    <p:spTree>
      <p:nvGrpSpPr>
        <p:cNvPr id="1007" name="Shape 1007"/>
        <p:cNvGrpSpPr/>
        <p:nvPr/>
      </p:nvGrpSpPr>
      <p:grpSpPr>
        <a:xfrm>
          <a:off x="0" y="0"/>
          <a:ext cx="0" cy="0"/>
          <a:chOff x="0" y="0"/>
          <a:chExt cx="0" cy="0"/>
        </a:xfrm>
      </p:grpSpPr>
      <p:sp>
        <p:nvSpPr>
          <p:cNvPr id="1008" name="Google Shape;1008;p72"/>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9" name="Google Shape;1009;p72"/>
          <p:cNvSpPr/>
          <p:nvPr>
            <p:ph idx="2" type="pic"/>
          </p:nvPr>
        </p:nvSpPr>
        <p:spPr>
          <a:xfrm>
            <a:off x="569119" y="1828801"/>
            <a:ext cx="6091238" cy="4254500"/>
          </a:xfrm>
          <a:prstGeom prst="rect">
            <a:avLst/>
          </a:prstGeom>
          <a:solidFill>
            <a:srgbClr val="D7E0E3"/>
          </a:solidFill>
          <a:ln>
            <a:noFill/>
          </a:ln>
        </p:spPr>
      </p:sp>
      <p:sp>
        <p:nvSpPr>
          <p:cNvPr id="1010" name="Google Shape;1010;p72"/>
          <p:cNvSpPr txBox="1"/>
          <p:nvPr>
            <p:ph idx="1" type="body"/>
          </p:nvPr>
        </p:nvSpPr>
        <p:spPr>
          <a:xfrm>
            <a:off x="6892290" y="1828800"/>
            <a:ext cx="1975104" cy="4251960"/>
          </a:xfrm>
          <a:prstGeom prst="rect">
            <a:avLst/>
          </a:prstGeom>
          <a:noFill/>
          <a:ln>
            <a:noFill/>
          </a:ln>
        </p:spPr>
        <p:txBody>
          <a:bodyPr anchorCtr="0" anchor="t" bIns="0" lIns="0" spcFirstLastPara="1" rIns="0" wrap="square" tIns="0">
            <a:normAutofit/>
          </a:bodyPr>
          <a:lstStyle>
            <a:lvl1pPr indent="-304800" lvl="0" marL="4572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indent="-304800" lvl="1" marL="9144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indent="-304800" lvl="5" marL="2743200" algn="l">
              <a:lnSpc>
                <a:spcPct val="100000"/>
              </a:lnSpc>
              <a:spcBef>
                <a:spcPts val="225"/>
              </a:spcBef>
              <a:spcAft>
                <a:spcPts val="0"/>
              </a:spcAft>
              <a:buClr>
                <a:schemeClr val="dk1"/>
              </a:buClr>
              <a:buSzPts val="1200"/>
              <a:buChar char="–"/>
              <a:defRPr sz="1200"/>
            </a:lvl6pPr>
            <a:lvl7pPr indent="-304800" lvl="6" marL="3200400" algn="l">
              <a:lnSpc>
                <a:spcPct val="100000"/>
              </a:lnSpc>
              <a:spcBef>
                <a:spcPts val="225"/>
              </a:spcBef>
              <a:spcAft>
                <a:spcPts val="0"/>
              </a:spcAft>
              <a:buClr>
                <a:schemeClr val="dk1"/>
              </a:buClr>
              <a:buSzPts val="1200"/>
              <a:buChar char="–"/>
              <a:defRPr sz="1200"/>
            </a:lvl7pPr>
            <a:lvl8pPr indent="-304800" lvl="7" marL="3657600" algn="l">
              <a:lnSpc>
                <a:spcPct val="100000"/>
              </a:lnSpc>
              <a:spcBef>
                <a:spcPts val="225"/>
              </a:spcBef>
              <a:spcAft>
                <a:spcPts val="0"/>
              </a:spcAft>
              <a:buClr>
                <a:schemeClr val="dk1"/>
              </a:buClr>
              <a:buSzPts val="1200"/>
              <a:buChar char="–"/>
              <a:defRPr sz="1200"/>
            </a:lvl8pPr>
            <a:lvl9pPr indent="-304800" lvl="8" marL="4114800" algn="l">
              <a:lnSpc>
                <a:spcPct val="100000"/>
              </a:lnSpc>
              <a:spcBef>
                <a:spcPts val="225"/>
              </a:spcBef>
              <a:spcAft>
                <a:spcPts val="0"/>
              </a:spcAft>
              <a:buClr>
                <a:schemeClr val="dk1"/>
              </a:buClr>
              <a:buSzPts val="1200"/>
              <a:buChar char="–"/>
              <a:defRPr sz="120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478">
          <p15:clr>
            <a:srgbClr val="FBAE40"/>
          </p15:clr>
        </p15:guide>
        <p15:guide id="2" pos="5594">
          <p15:clr>
            <a:srgbClr val="FBAE40"/>
          </p15:clr>
        </p15:guide>
        <p15:guide id="3" pos="5788">
          <p15:clr>
            <a:srgbClr val="FBAE40"/>
          </p15:clr>
        </p15:guide>
        <p15:guide id="4" orient="horz" pos="1152">
          <p15:clr>
            <a:srgbClr val="FBAE40"/>
          </p15:clr>
        </p15:guide>
        <p15:guide id="5" orient="horz" pos="3832">
          <p15:clr>
            <a:srgbClr val="FBAE40"/>
          </p15:clr>
        </p15:guide>
        <p15:guide id="6" orient="horz" pos="4148">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hoto and Sidebar">
  <p:cSld name="3_Photo and Sidebar">
    <p:spTree>
      <p:nvGrpSpPr>
        <p:cNvPr id="1011" name="Shape 1011"/>
        <p:cNvGrpSpPr/>
        <p:nvPr/>
      </p:nvGrpSpPr>
      <p:grpSpPr>
        <a:xfrm>
          <a:off x="0" y="0"/>
          <a:ext cx="0" cy="0"/>
          <a:chOff x="0" y="0"/>
          <a:chExt cx="0" cy="0"/>
        </a:xfrm>
      </p:grpSpPr>
      <p:sp>
        <p:nvSpPr>
          <p:cNvPr id="1012" name="Google Shape;1012;p73"/>
          <p:cNvSpPr txBox="1"/>
          <p:nvPr>
            <p:ph type="title"/>
          </p:nvPr>
        </p:nvSpPr>
        <p:spPr>
          <a:xfrm>
            <a:off x="274320" y="365760"/>
            <a:ext cx="3395637"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3" name="Google Shape;1013;p73"/>
          <p:cNvSpPr/>
          <p:nvPr>
            <p:ph idx="2" type="pic"/>
          </p:nvPr>
        </p:nvSpPr>
        <p:spPr>
          <a:xfrm>
            <a:off x="4096264" y="0"/>
            <a:ext cx="5047736" cy="5288692"/>
          </a:xfrm>
          <a:prstGeom prst="rect">
            <a:avLst/>
          </a:prstGeom>
          <a:solidFill>
            <a:srgbClr val="D7E0E3"/>
          </a:solidFill>
          <a:ln>
            <a:noFill/>
          </a:ln>
        </p:spPr>
      </p:sp>
      <p:sp>
        <p:nvSpPr>
          <p:cNvPr id="1014" name="Google Shape;1014;p73"/>
          <p:cNvSpPr txBox="1"/>
          <p:nvPr>
            <p:ph idx="1" type="body"/>
          </p:nvPr>
        </p:nvSpPr>
        <p:spPr>
          <a:xfrm>
            <a:off x="274319" y="1594022"/>
            <a:ext cx="3395637" cy="4151870"/>
          </a:xfrm>
          <a:prstGeom prst="rect">
            <a:avLst/>
          </a:prstGeom>
          <a:noFill/>
          <a:ln>
            <a:noFill/>
          </a:ln>
        </p:spPr>
        <p:txBody>
          <a:bodyPr anchorCtr="0" anchor="t" bIns="0" lIns="0" spcFirstLastPara="1" rIns="0" wrap="square" tIns="0">
            <a:normAutofit/>
          </a:bodyPr>
          <a:lstStyle>
            <a:lvl1pPr indent="-304800" lvl="0" marL="4572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indent="-304800" lvl="1" marL="9144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indent="-304800" lvl="5" marL="2743200" algn="l">
              <a:lnSpc>
                <a:spcPct val="100000"/>
              </a:lnSpc>
              <a:spcBef>
                <a:spcPts val="225"/>
              </a:spcBef>
              <a:spcAft>
                <a:spcPts val="0"/>
              </a:spcAft>
              <a:buClr>
                <a:schemeClr val="dk1"/>
              </a:buClr>
              <a:buSzPts val="1200"/>
              <a:buChar char="–"/>
              <a:defRPr sz="1200"/>
            </a:lvl6pPr>
            <a:lvl7pPr indent="-304800" lvl="6" marL="3200400" algn="l">
              <a:lnSpc>
                <a:spcPct val="100000"/>
              </a:lnSpc>
              <a:spcBef>
                <a:spcPts val="225"/>
              </a:spcBef>
              <a:spcAft>
                <a:spcPts val="0"/>
              </a:spcAft>
              <a:buClr>
                <a:schemeClr val="dk1"/>
              </a:buClr>
              <a:buSzPts val="1200"/>
              <a:buChar char="–"/>
              <a:defRPr sz="1200"/>
            </a:lvl7pPr>
            <a:lvl8pPr indent="-304800" lvl="7" marL="3657600" algn="l">
              <a:lnSpc>
                <a:spcPct val="100000"/>
              </a:lnSpc>
              <a:spcBef>
                <a:spcPts val="225"/>
              </a:spcBef>
              <a:spcAft>
                <a:spcPts val="0"/>
              </a:spcAft>
              <a:buClr>
                <a:schemeClr val="dk1"/>
              </a:buClr>
              <a:buSzPts val="1200"/>
              <a:buChar char="–"/>
              <a:defRPr sz="1200"/>
            </a:lvl8pPr>
            <a:lvl9pPr indent="-304800" lvl="8" marL="4114800" algn="l">
              <a:lnSpc>
                <a:spcPct val="100000"/>
              </a:lnSpc>
              <a:spcBef>
                <a:spcPts val="225"/>
              </a:spcBef>
              <a:spcAft>
                <a:spcPts val="0"/>
              </a:spcAft>
              <a:buClr>
                <a:schemeClr val="dk1"/>
              </a:buClr>
              <a:buSzPts val="1200"/>
              <a:buChar char="–"/>
              <a:defRPr sz="120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478">
          <p15:clr>
            <a:srgbClr val="FBAE40"/>
          </p15:clr>
        </p15:guide>
        <p15:guide id="2" pos="5594">
          <p15:clr>
            <a:srgbClr val="FBAE40"/>
          </p15:clr>
        </p15:guide>
        <p15:guide id="3" pos="5788">
          <p15:clr>
            <a:srgbClr val="FBAE40"/>
          </p15:clr>
        </p15:guide>
        <p15:guide id="4" orient="horz" pos="1152">
          <p15:clr>
            <a:srgbClr val="FBAE40"/>
          </p15:clr>
        </p15:guide>
        <p15:guide id="5" orient="horz" pos="3832">
          <p15:clr>
            <a:srgbClr val="FBAE40"/>
          </p15:clr>
        </p15:guide>
        <p15:guide id="6" orient="horz" pos="4148">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and Sidebar with teal box">
  <p:cSld name="Photo and Sidebar with teal box">
    <p:spTree>
      <p:nvGrpSpPr>
        <p:cNvPr id="1015" name="Shape 1015"/>
        <p:cNvGrpSpPr/>
        <p:nvPr/>
      </p:nvGrpSpPr>
      <p:grpSpPr>
        <a:xfrm>
          <a:off x="0" y="0"/>
          <a:ext cx="0" cy="0"/>
          <a:chOff x="0" y="0"/>
          <a:chExt cx="0" cy="0"/>
        </a:xfrm>
      </p:grpSpPr>
      <p:sp>
        <p:nvSpPr>
          <p:cNvPr id="1016" name="Google Shape;1016;p74"/>
          <p:cNvSpPr txBox="1"/>
          <p:nvPr>
            <p:ph type="title"/>
          </p:nvPr>
        </p:nvSpPr>
        <p:spPr>
          <a:xfrm>
            <a:off x="274320" y="365760"/>
            <a:ext cx="3395637"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7" name="Google Shape;1017;p74"/>
          <p:cNvSpPr/>
          <p:nvPr>
            <p:ph idx="2" type="pic"/>
          </p:nvPr>
        </p:nvSpPr>
        <p:spPr>
          <a:xfrm>
            <a:off x="4572000" y="0"/>
            <a:ext cx="4572000" cy="5288692"/>
          </a:xfrm>
          <a:prstGeom prst="rect">
            <a:avLst/>
          </a:prstGeom>
          <a:solidFill>
            <a:srgbClr val="D7E0E3"/>
          </a:solidFill>
          <a:ln>
            <a:noFill/>
          </a:ln>
        </p:spPr>
      </p:sp>
      <p:sp>
        <p:nvSpPr>
          <p:cNvPr id="1018" name="Google Shape;1018;p74"/>
          <p:cNvSpPr txBox="1"/>
          <p:nvPr>
            <p:ph idx="1" type="body"/>
          </p:nvPr>
        </p:nvSpPr>
        <p:spPr>
          <a:xfrm>
            <a:off x="274319" y="1594022"/>
            <a:ext cx="3395637" cy="4151870"/>
          </a:xfrm>
          <a:prstGeom prst="rect">
            <a:avLst/>
          </a:prstGeom>
          <a:noFill/>
          <a:ln>
            <a:noFill/>
          </a:ln>
        </p:spPr>
        <p:txBody>
          <a:bodyPr anchorCtr="0" anchor="t" bIns="0" lIns="0" spcFirstLastPara="1" rIns="0" wrap="square" tIns="0">
            <a:normAutofit/>
          </a:bodyPr>
          <a:lstStyle>
            <a:lvl1pPr indent="-304800" lvl="0" marL="4572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indent="-304800" lvl="1" marL="9144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indent="-304800" lvl="5" marL="2743200" algn="l">
              <a:lnSpc>
                <a:spcPct val="100000"/>
              </a:lnSpc>
              <a:spcBef>
                <a:spcPts val="225"/>
              </a:spcBef>
              <a:spcAft>
                <a:spcPts val="0"/>
              </a:spcAft>
              <a:buClr>
                <a:schemeClr val="dk1"/>
              </a:buClr>
              <a:buSzPts val="1200"/>
              <a:buChar char="–"/>
              <a:defRPr sz="1200"/>
            </a:lvl6pPr>
            <a:lvl7pPr indent="-304800" lvl="6" marL="3200400" algn="l">
              <a:lnSpc>
                <a:spcPct val="100000"/>
              </a:lnSpc>
              <a:spcBef>
                <a:spcPts val="225"/>
              </a:spcBef>
              <a:spcAft>
                <a:spcPts val="0"/>
              </a:spcAft>
              <a:buClr>
                <a:schemeClr val="dk1"/>
              </a:buClr>
              <a:buSzPts val="1200"/>
              <a:buChar char="–"/>
              <a:defRPr sz="1200"/>
            </a:lvl7pPr>
            <a:lvl8pPr indent="-304800" lvl="7" marL="3657600" algn="l">
              <a:lnSpc>
                <a:spcPct val="100000"/>
              </a:lnSpc>
              <a:spcBef>
                <a:spcPts val="225"/>
              </a:spcBef>
              <a:spcAft>
                <a:spcPts val="0"/>
              </a:spcAft>
              <a:buClr>
                <a:schemeClr val="dk1"/>
              </a:buClr>
              <a:buSzPts val="1200"/>
              <a:buChar char="–"/>
              <a:defRPr sz="1200"/>
            </a:lvl8pPr>
            <a:lvl9pPr indent="-304800" lvl="8" marL="4114800" algn="l">
              <a:lnSpc>
                <a:spcPct val="100000"/>
              </a:lnSpc>
              <a:spcBef>
                <a:spcPts val="225"/>
              </a:spcBef>
              <a:spcAft>
                <a:spcPts val="0"/>
              </a:spcAft>
              <a:buClr>
                <a:schemeClr val="dk1"/>
              </a:buClr>
              <a:buSzPts val="1200"/>
              <a:buChar char="–"/>
              <a:defRPr sz="1200"/>
            </a:lvl9pPr>
          </a:lstStyle>
          <a:p/>
        </p:txBody>
      </p:sp>
      <p:sp>
        <p:nvSpPr>
          <p:cNvPr id="1019" name="Google Shape;1019;p74"/>
          <p:cNvSpPr/>
          <p:nvPr/>
        </p:nvSpPr>
        <p:spPr>
          <a:xfrm>
            <a:off x="3993192" y="4399722"/>
            <a:ext cx="2246243" cy="21998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1020" name="Google Shape;1020;p74"/>
          <p:cNvSpPr txBox="1"/>
          <p:nvPr>
            <p:ph idx="3" type="body"/>
          </p:nvPr>
        </p:nvSpPr>
        <p:spPr>
          <a:xfrm>
            <a:off x="4212009" y="5499653"/>
            <a:ext cx="1868090" cy="848761"/>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228600" lvl="1" marL="914400" algn="l">
              <a:lnSpc>
                <a:spcPct val="100000"/>
              </a:lnSpc>
              <a:spcBef>
                <a:spcPts val="225"/>
              </a:spcBef>
              <a:spcAft>
                <a:spcPts val="0"/>
              </a:spcAft>
              <a:buClr>
                <a:schemeClr val="lt1"/>
              </a:buClr>
              <a:buSzPts val="1350"/>
              <a:buNone/>
              <a:defRPr>
                <a:solidFill>
                  <a:schemeClr val="lt1"/>
                </a:solidFill>
              </a:defRPr>
            </a:lvl2pPr>
            <a:lvl3pPr indent="-228600" lvl="2" marL="1371600" algn="l">
              <a:lnSpc>
                <a:spcPct val="100000"/>
              </a:lnSpc>
              <a:spcBef>
                <a:spcPts val="225"/>
              </a:spcBef>
              <a:spcAft>
                <a:spcPts val="0"/>
              </a:spcAft>
              <a:buClr>
                <a:schemeClr val="lt1"/>
              </a:buClr>
              <a:buSzPts val="1350"/>
              <a:buNone/>
              <a:defRPr>
                <a:solidFill>
                  <a:schemeClr val="lt1"/>
                </a:solidFill>
              </a:defRPr>
            </a:lvl3pPr>
            <a:lvl4pPr indent="-228600" lvl="3" marL="1828800" algn="l">
              <a:lnSpc>
                <a:spcPct val="100000"/>
              </a:lnSpc>
              <a:spcBef>
                <a:spcPts val="225"/>
              </a:spcBef>
              <a:spcAft>
                <a:spcPts val="0"/>
              </a:spcAft>
              <a:buClr>
                <a:schemeClr val="lt1"/>
              </a:buClr>
              <a:buSzPts val="1350"/>
              <a:buNone/>
              <a:defRPr>
                <a:solidFill>
                  <a:schemeClr val="lt1"/>
                </a:solidFill>
              </a:defRPr>
            </a:lvl4pPr>
            <a:lvl5pPr indent="-228600" lvl="4" marL="2286000" algn="l">
              <a:lnSpc>
                <a:spcPct val="100000"/>
              </a:lnSpc>
              <a:spcBef>
                <a:spcPts val="225"/>
              </a:spcBef>
              <a:spcAft>
                <a:spcPts val="0"/>
              </a:spcAft>
              <a:buClr>
                <a:schemeClr val="lt1"/>
              </a:buClr>
              <a:buSzPts val="1350"/>
              <a:buNone/>
              <a:defRPr>
                <a:solidFill>
                  <a:schemeClr val="lt1"/>
                </a:solidFil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478">
          <p15:clr>
            <a:srgbClr val="FBAE40"/>
          </p15:clr>
        </p15:guide>
        <p15:guide id="2" pos="5594">
          <p15:clr>
            <a:srgbClr val="FBAE40"/>
          </p15:clr>
        </p15:guide>
        <p15:guide id="3" pos="5788">
          <p15:clr>
            <a:srgbClr val="FBAE40"/>
          </p15:clr>
        </p15:guide>
        <p15:guide id="4" orient="horz" pos="1152">
          <p15:clr>
            <a:srgbClr val="FBAE40"/>
          </p15:clr>
        </p15:guide>
        <p15:guide id="5" orient="horz" pos="3832">
          <p15:clr>
            <a:srgbClr val="FBAE40"/>
          </p15:clr>
        </p15:guide>
        <p15:guide id="6" orient="horz" pos="4148">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hoto and Sidebar">
  <p:cSld name="2_Photo and Sidebar">
    <p:spTree>
      <p:nvGrpSpPr>
        <p:cNvPr id="1021" name="Shape 1021"/>
        <p:cNvGrpSpPr/>
        <p:nvPr/>
      </p:nvGrpSpPr>
      <p:grpSpPr>
        <a:xfrm>
          <a:off x="0" y="0"/>
          <a:ext cx="0" cy="0"/>
          <a:chOff x="0" y="0"/>
          <a:chExt cx="0" cy="0"/>
        </a:xfrm>
      </p:grpSpPr>
      <p:sp>
        <p:nvSpPr>
          <p:cNvPr id="1022" name="Google Shape;1022;p75"/>
          <p:cNvSpPr/>
          <p:nvPr>
            <p:ph idx="2" type="pic"/>
          </p:nvPr>
        </p:nvSpPr>
        <p:spPr>
          <a:xfrm>
            <a:off x="0" y="0"/>
            <a:ext cx="6533636" cy="5647038"/>
          </a:xfrm>
          <a:prstGeom prst="rect">
            <a:avLst/>
          </a:prstGeom>
          <a:solidFill>
            <a:srgbClr val="D7E0E3"/>
          </a:solidFill>
          <a:ln>
            <a:noFill/>
          </a:ln>
        </p:spPr>
      </p:sp>
      <p:sp>
        <p:nvSpPr>
          <p:cNvPr id="1023" name="Google Shape;1023;p75"/>
          <p:cNvSpPr txBox="1"/>
          <p:nvPr>
            <p:ph idx="1" type="body"/>
          </p:nvPr>
        </p:nvSpPr>
        <p:spPr>
          <a:xfrm>
            <a:off x="6892290" y="444843"/>
            <a:ext cx="1975104" cy="4251960"/>
          </a:xfrm>
          <a:prstGeom prst="rect">
            <a:avLst/>
          </a:prstGeom>
          <a:noFill/>
          <a:ln>
            <a:noFill/>
          </a:ln>
        </p:spPr>
        <p:txBody>
          <a:bodyPr anchorCtr="0" anchor="t" bIns="0" lIns="0" spcFirstLastPara="1" rIns="0" wrap="square" tIns="0">
            <a:normAutofit/>
          </a:bodyPr>
          <a:lstStyle>
            <a:lvl1pPr indent="-304800" lvl="0" marL="4572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indent="-304800" lvl="1" marL="9144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indent="-304800" lvl="5" marL="2743200" algn="l">
              <a:lnSpc>
                <a:spcPct val="100000"/>
              </a:lnSpc>
              <a:spcBef>
                <a:spcPts val="225"/>
              </a:spcBef>
              <a:spcAft>
                <a:spcPts val="0"/>
              </a:spcAft>
              <a:buClr>
                <a:schemeClr val="dk1"/>
              </a:buClr>
              <a:buSzPts val="1200"/>
              <a:buChar char="–"/>
              <a:defRPr sz="1200"/>
            </a:lvl6pPr>
            <a:lvl7pPr indent="-304800" lvl="6" marL="3200400" algn="l">
              <a:lnSpc>
                <a:spcPct val="100000"/>
              </a:lnSpc>
              <a:spcBef>
                <a:spcPts val="225"/>
              </a:spcBef>
              <a:spcAft>
                <a:spcPts val="0"/>
              </a:spcAft>
              <a:buClr>
                <a:schemeClr val="dk1"/>
              </a:buClr>
              <a:buSzPts val="1200"/>
              <a:buChar char="–"/>
              <a:defRPr sz="1200"/>
            </a:lvl7pPr>
            <a:lvl8pPr indent="-304800" lvl="7" marL="3657600" algn="l">
              <a:lnSpc>
                <a:spcPct val="100000"/>
              </a:lnSpc>
              <a:spcBef>
                <a:spcPts val="225"/>
              </a:spcBef>
              <a:spcAft>
                <a:spcPts val="0"/>
              </a:spcAft>
              <a:buClr>
                <a:schemeClr val="dk1"/>
              </a:buClr>
              <a:buSzPts val="1200"/>
              <a:buChar char="–"/>
              <a:defRPr sz="1200"/>
            </a:lvl8pPr>
            <a:lvl9pPr indent="-304800" lvl="8" marL="4114800" algn="l">
              <a:lnSpc>
                <a:spcPct val="100000"/>
              </a:lnSpc>
              <a:spcBef>
                <a:spcPts val="225"/>
              </a:spcBef>
              <a:spcAft>
                <a:spcPts val="0"/>
              </a:spcAft>
              <a:buClr>
                <a:schemeClr val="dk1"/>
              </a:buClr>
              <a:buSzPts val="1200"/>
              <a:buChar char="–"/>
              <a:defRPr sz="120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478">
          <p15:clr>
            <a:srgbClr val="FBAE40"/>
          </p15:clr>
        </p15:guide>
        <p15:guide id="2" pos="5594">
          <p15:clr>
            <a:srgbClr val="FBAE40"/>
          </p15:clr>
        </p15:guide>
        <p15:guide id="3" pos="5788">
          <p15:clr>
            <a:srgbClr val="FBAE40"/>
          </p15:clr>
        </p15:guide>
        <p15:guide id="4" orient="horz" pos="1152">
          <p15:clr>
            <a:srgbClr val="FBAE40"/>
          </p15:clr>
        </p15:guide>
        <p15:guide id="5" orient="horz" pos="3832">
          <p15:clr>
            <a:srgbClr val="FBAE40"/>
          </p15:clr>
        </p15:guide>
        <p15:guide id="6" orient="horz" pos="4148">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Cluster 01">
  <p:cSld name="Text Cluster 01">
    <p:spTree>
      <p:nvGrpSpPr>
        <p:cNvPr id="1024" name="Shape 1024"/>
        <p:cNvGrpSpPr/>
        <p:nvPr/>
      </p:nvGrpSpPr>
      <p:grpSpPr>
        <a:xfrm>
          <a:off x="0" y="0"/>
          <a:ext cx="0" cy="0"/>
          <a:chOff x="0" y="0"/>
          <a:chExt cx="0" cy="0"/>
        </a:xfrm>
      </p:grpSpPr>
      <p:sp>
        <p:nvSpPr>
          <p:cNvPr id="1025" name="Google Shape;1025;p76"/>
          <p:cNvSpPr txBox="1"/>
          <p:nvPr>
            <p:ph type="title"/>
          </p:nvPr>
        </p:nvSpPr>
        <p:spPr>
          <a:xfrm>
            <a:off x="274320" y="365760"/>
            <a:ext cx="638937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6" name="Google Shape;1026;p76"/>
          <p:cNvSpPr txBox="1"/>
          <p:nvPr>
            <p:ph idx="1" type="body"/>
          </p:nvPr>
        </p:nvSpPr>
        <p:spPr>
          <a:xfrm>
            <a:off x="4607054" y="2492528"/>
            <a:ext cx="2096262" cy="2788920"/>
          </a:xfrm>
          <a:prstGeom prst="rect">
            <a:avLst/>
          </a:prstGeom>
          <a:solidFill>
            <a:srgbClr val="003C51"/>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27" name="Google Shape;1027;p76"/>
          <p:cNvSpPr txBox="1"/>
          <p:nvPr>
            <p:ph idx="2" type="body"/>
          </p:nvPr>
        </p:nvSpPr>
        <p:spPr>
          <a:xfrm>
            <a:off x="2440687" y="2492528"/>
            <a:ext cx="2091690" cy="2788920"/>
          </a:xfrm>
          <a:prstGeom prst="rect">
            <a:avLst/>
          </a:prstGeom>
          <a:solidFill>
            <a:srgbClr val="881E87"/>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28" name="Google Shape;1028;p76"/>
          <p:cNvSpPr txBox="1"/>
          <p:nvPr>
            <p:ph idx="3" type="body"/>
          </p:nvPr>
        </p:nvSpPr>
        <p:spPr>
          <a:xfrm>
            <a:off x="6777992" y="2492528"/>
            <a:ext cx="2096262" cy="2788920"/>
          </a:xfrm>
          <a:prstGeom prst="rect">
            <a:avLst/>
          </a:prstGeom>
          <a:solidFill>
            <a:srgbClr val="0097AC"/>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29" name="Google Shape;1029;p76"/>
          <p:cNvSpPr txBox="1"/>
          <p:nvPr>
            <p:ph idx="4" type="body"/>
          </p:nvPr>
        </p:nvSpPr>
        <p:spPr>
          <a:xfrm>
            <a:off x="274320" y="2492528"/>
            <a:ext cx="2091690" cy="2788920"/>
          </a:xfrm>
          <a:prstGeom prst="rect">
            <a:avLst/>
          </a:prstGeom>
          <a:solidFill>
            <a:srgbClr val="006E74"/>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Cluster 02">
  <p:cSld name="Text Cluster 02">
    <p:spTree>
      <p:nvGrpSpPr>
        <p:cNvPr id="1030" name="Shape 1030"/>
        <p:cNvGrpSpPr/>
        <p:nvPr/>
      </p:nvGrpSpPr>
      <p:grpSpPr>
        <a:xfrm>
          <a:off x="0" y="0"/>
          <a:ext cx="0" cy="0"/>
          <a:chOff x="0" y="0"/>
          <a:chExt cx="0" cy="0"/>
        </a:xfrm>
      </p:grpSpPr>
      <p:sp>
        <p:nvSpPr>
          <p:cNvPr id="1031" name="Google Shape;1031;p77"/>
          <p:cNvSpPr txBox="1"/>
          <p:nvPr>
            <p:ph type="title"/>
          </p:nvPr>
        </p:nvSpPr>
        <p:spPr>
          <a:xfrm>
            <a:off x="274321" y="365760"/>
            <a:ext cx="5404103"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2" name="Google Shape;1032;p77"/>
          <p:cNvSpPr txBox="1"/>
          <p:nvPr>
            <p:ph idx="1" type="body"/>
          </p:nvPr>
        </p:nvSpPr>
        <p:spPr>
          <a:xfrm>
            <a:off x="4673136" y="1600200"/>
            <a:ext cx="3429000" cy="1828800"/>
          </a:xfrm>
          <a:prstGeom prst="rect">
            <a:avLst/>
          </a:prstGeom>
          <a:solidFill>
            <a:schemeClr val="accent1"/>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33" name="Google Shape;1033;p77"/>
          <p:cNvSpPr txBox="1"/>
          <p:nvPr>
            <p:ph idx="2" type="body"/>
          </p:nvPr>
        </p:nvSpPr>
        <p:spPr>
          <a:xfrm>
            <a:off x="1032642" y="1600200"/>
            <a:ext cx="3429000" cy="1828800"/>
          </a:xfrm>
          <a:prstGeom prst="rect">
            <a:avLst/>
          </a:prstGeom>
          <a:solidFill>
            <a:schemeClr val="dk2"/>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34" name="Google Shape;1034;p77"/>
          <p:cNvSpPr txBox="1"/>
          <p:nvPr>
            <p:ph idx="3" type="body"/>
          </p:nvPr>
        </p:nvSpPr>
        <p:spPr>
          <a:xfrm>
            <a:off x="1032642" y="3749041"/>
            <a:ext cx="3429000" cy="1828800"/>
          </a:xfrm>
          <a:prstGeom prst="rect">
            <a:avLst/>
          </a:prstGeom>
          <a:solidFill>
            <a:schemeClr val="accent2"/>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35" name="Google Shape;1035;p77"/>
          <p:cNvSpPr txBox="1"/>
          <p:nvPr>
            <p:ph idx="4" type="body"/>
          </p:nvPr>
        </p:nvSpPr>
        <p:spPr>
          <a:xfrm>
            <a:off x="4673136" y="3749041"/>
            <a:ext cx="3429000" cy="1828800"/>
          </a:xfrm>
          <a:prstGeom prst="rect">
            <a:avLst/>
          </a:prstGeom>
          <a:solidFill>
            <a:schemeClr val="accent3"/>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Cluster 03">
  <p:cSld name="Text Cluster 03">
    <p:spTree>
      <p:nvGrpSpPr>
        <p:cNvPr id="1036" name="Shape 1036"/>
        <p:cNvGrpSpPr/>
        <p:nvPr/>
      </p:nvGrpSpPr>
      <p:grpSpPr>
        <a:xfrm>
          <a:off x="0" y="0"/>
          <a:ext cx="0" cy="0"/>
          <a:chOff x="0" y="0"/>
          <a:chExt cx="0" cy="0"/>
        </a:xfrm>
      </p:grpSpPr>
      <p:sp>
        <p:nvSpPr>
          <p:cNvPr id="1037" name="Google Shape;1037;p78"/>
          <p:cNvSpPr txBox="1"/>
          <p:nvPr>
            <p:ph type="title"/>
          </p:nvPr>
        </p:nvSpPr>
        <p:spPr>
          <a:xfrm>
            <a:off x="274321" y="365760"/>
            <a:ext cx="5404103"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8" name="Google Shape;1038;p78"/>
          <p:cNvSpPr txBox="1"/>
          <p:nvPr>
            <p:ph idx="1" type="body"/>
          </p:nvPr>
        </p:nvSpPr>
        <p:spPr>
          <a:xfrm>
            <a:off x="4673136" y="1854310"/>
            <a:ext cx="3429000" cy="1828800"/>
          </a:xfrm>
          <a:prstGeom prst="rect">
            <a:avLst/>
          </a:prstGeom>
          <a:solidFill>
            <a:schemeClr val="lt2"/>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dk1"/>
              </a:buClr>
              <a:buSzPts val="1200"/>
              <a:buNone/>
              <a:defRPr sz="1200">
                <a:solidFill>
                  <a:schemeClr val="dk1"/>
                </a:solidFill>
                <a:latin typeface="Arial"/>
                <a:ea typeface="Arial"/>
                <a:cs typeface="Arial"/>
                <a:sym typeface="Arial"/>
              </a:defRPr>
            </a:lvl1pPr>
            <a:lvl2pPr indent="-304800" lvl="1" marL="9144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39" name="Google Shape;1039;p78"/>
          <p:cNvSpPr txBox="1"/>
          <p:nvPr>
            <p:ph idx="2" type="body"/>
          </p:nvPr>
        </p:nvSpPr>
        <p:spPr>
          <a:xfrm>
            <a:off x="1032642" y="1854310"/>
            <a:ext cx="3429000" cy="1828800"/>
          </a:xfrm>
          <a:prstGeom prst="rect">
            <a:avLst/>
          </a:prstGeom>
          <a:solidFill>
            <a:schemeClr val="lt2"/>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dk1"/>
              </a:buClr>
              <a:buSzPts val="1200"/>
              <a:buNone/>
              <a:defRPr sz="1200">
                <a:solidFill>
                  <a:schemeClr val="dk1"/>
                </a:solidFill>
                <a:latin typeface="Arial"/>
                <a:ea typeface="Arial"/>
                <a:cs typeface="Arial"/>
                <a:sym typeface="Arial"/>
              </a:defRPr>
            </a:lvl1pPr>
            <a:lvl2pPr indent="-304800" lvl="1" marL="9144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40" name="Google Shape;1040;p78"/>
          <p:cNvSpPr txBox="1"/>
          <p:nvPr>
            <p:ph idx="3" type="body"/>
          </p:nvPr>
        </p:nvSpPr>
        <p:spPr>
          <a:xfrm>
            <a:off x="1032642" y="4343400"/>
            <a:ext cx="3429000" cy="1828800"/>
          </a:xfrm>
          <a:prstGeom prst="rect">
            <a:avLst/>
          </a:prstGeom>
          <a:solidFill>
            <a:schemeClr val="lt2"/>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dk1"/>
              </a:buClr>
              <a:buSzPts val="1200"/>
              <a:buNone/>
              <a:defRPr sz="1200">
                <a:solidFill>
                  <a:schemeClr val="dk1"/>
                </a:solidFill>
                <a:latin typeface="Arial"/>
                <a:ea typeface="Arial"/>
                <a:cs typeface="Arial"/>
                <a:sym typeface="Arial"/>
              </a:defRPr>
            </a:lvl1pPr>
            <a:lvl2pPr indent="-304800" lvl="1" marL="9144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41" name="Google Shape;1041;p78"/>
          <p:cNvSpPr txBox="1"/>
          <p:nvPr>
            <p:ph idx="4" type="body"/>
          </p:nvPr>
        </p:nvSpPr>
        <p:spPr>
          <a:xfrm>
            <a:off x="4673136" y="4343400"/>
            <a:ext cx="3429000" cy="1828800"/>
          </a:xfrm>
          <a:prstGeom prst="rect">
            <a:avLst/>
          </a:prstGeom>
          <a:solidFill>
            <a:schemeClr val="lt2"/>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dk1"/>
              </a:buClr>
              <a:buSzPts val="1200"/>
              <a:buNone/>
              <a:defRPr sz="1200">
                <a:solidFill>
                  <a:schemeClr val="dk1"/>
                </a:solidFill>
                <a:latin typeface="Arial"/>
                <a:ea typeface="Arial"/>
                <a:cs typeface="Arial"/>
                <a:sym typeface="Arial"/>
              </a:defRPr>
            </a:lvl1pPr>
            <a:lvl2pPr indent="-304800" lvl="1" marL="9144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42" name="Google Shape;1042;p78"/>
          <p:cNvSpPr/>
          <p:nvPr/>
        </p:nvSpPr>
        <p:spPr>
          <a:xfrm>
            <a:off x="1032642" y="1497496"/>
            <a:ext cx="3429000" cy="356814"/>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1043" name="Google Shape;1043;p78"/>
          <p:cNvSpPr/>
          <p:nvPr/>
        </p:nvSpPr>
        <p:spPr>
          <a:xfrm>
            <a:off x="1032642" y="3975653"/>
            <a:ext cx="3429000" cy="356814"/>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1044" name="Google Shape;1044;p78"/>
          <p:cNvSpPr/>
          <p:nvPr/>
        </p:nvSpPr>
        <p:spPr>
          <a:xfrm>
            <a:off x="4660425" y="1497496"/>
            <a:ext cx="3429000" cy="356814"/>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1045" name="Google Shape;1045;p78"/>
          <p:cNvSpPr/>
          <p:nvPr/>
        </p:nvSpPr>
        <p:spPr>
          <a:xfrm>
            <a:off x="4660425" y="3975653"/>
            <a:ext cx="3429000" cy="356814"/>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1046" name="Google Shape;1046;p78"/>
          <p:cNvSpPr txBox="1"/>
          <p:nvPr>
            <p:ph idx="5" type="body"/>
          </p:nvPr>
        </p:nvSpPr>
        <p:spPr>
          <a:xfrm>
            <a:off x="1032643" y="1497014"/>
            <a:ext cx="3429000" cy="357187"/>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900"/>
              </a:spcBef>
              <a:spcAft>
                <a:spcPts val="0"/>
              </a:spcAft>
              <a:buClr>
                <a:schemeClr val="lt1"/>
              </a:buClr>
              <a:buSzPts val="1200"/>
              <a:buNone/>
              <a:defRPr b="1" sz="1200">
                <a:solidFill>
                  <a:schemeClr val="lt1"/>
                </a:solidFill>
                <a:latin typeface="Arial"/>
                <a:ea typeface="Arial"/>
                <a:cs typeface="Arial"/>
                <a:sym typeface="Arial"/>
              </a:defRPr>
            </a:lvl1pPr>
            <a:lvl2pPr indent="-342900" lvl="1" marL="914400" algn="l">
              <a:lnSpc>
                <a:spcPct val="100000"/>
              </a:lnSpc>
              <a:spcBef>
                <a:spcPts val="225"/>
              </a:spcBef>
              <a:spcAft>
                <a:spcPts val="0"/>
              </a:spcAft>
              <a:buClr>
                <a:schemeClr val="dk1"/>
              </a:buClr>
              <a:buSzPts val="1800"/>
              <a:buChar char="–"/>
              <a:defRPr/>
            </a:lvl2pPr>
            <a:lvl3pPr indent="-342900" lvl="2" marL="1371600" algn="l">
              <a:lnSpc>
                <a:spcPct val="100000"/>
              </a:lnSpc>
              <a:spcBef>
                <a:spcPts val="225"/>
              </a:spcBef>
              <a:spcAft>
                <a:spcPts val="0"/>
              </a:spcAft>
              <a:buClr>
                <a:schemeClr val="dk1"/>
              </a:buClr>
              <a:buSzPts val="1800"/>
              <a:buChar char="–"/>
              <a:defRPr/>
            </a:lvl3pPr>
            <a:lvl4pPr indent="-342900" lvl="3" marL="1828800" algn="l">
              <a:lnSpc>
                <a:spcPct val="100000"/>
              </a:lnSpc>
              <a:spcBef>
                <a:spcPts val="225"/>
              </a:spcBef>
              <a:spcAft>
                <a:spcPts val="0"/>
              </a:spcAft>
              <a:buClr>
                <a:schemeClr val="dk1"/>
              </a:buClr>
              <a:buSzPts val="1800"/>
              <a:buChar char="–"/>
              <a:defRPr/>
            </a:lvl4pPr>
            <a:lvl5pPr indent="-342900" lvl="4" marL="2286000" algn="l">
              <a:lnSpc>
                <a:spcPct val="100000"/>
              </a:lnSpc>
              <a:spcBef>
                <a:spcPts val="225"/>
              </a:spcBef>
              <a:spcAft>
                <a:spcPts val="0"/>
              </a:spcAft>
              <a:buClr>
                <a:schemeClr val="dk1"/>
              </a:buClr>
              <a:buSzPts val="1800"/>
              <a:buChar char="–"/>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047" name="Google Shape;1047;p78"/>
          <p:cNvSpPr txBox="1"/>
          <p:nvPr>
            <p:ph idx="6" type="body"/>
          </p:nvPr>
        </p:nvSpPr>
        <p:spPr>
          <a:xfrm>
            <a:off x="4660425" y="1497014"/>
            <a:ext cx="3429000" cy="357187"/>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900"/>
              </a:spcBef>
              <a:spcAft>
                <a:spcPts val="0"/>
              </a:spcAft>
              <a:buClr>
                <a:schemeClr val="lt1"/>
              </a:buClr>
              <a:buSzPts val="1200"/>
              <a:buNone/>
              <a:defRPr b="1" sz="1200">
                <a:solidFill>
                  <a:schemeClr val="lt1"/>
                </a:solidFill>
                <a:latin typeface="Arial"/>
                <a:ea typeface="Arial"/>
                <a:cs typeface="Arial"/>
                <a:sym typeface="Arial"/>
              </a:defRPr>
            </a:lvl1pPr>
            <a:lvl2pPr indent="-342900" lvl="1" marL="914400" algn="l">
              <a:lnSpc>
                <a:spcPct val="100000"/>
              </a:lnSpc>
              <a:spcBef>
                <a:spcPts val="225"/>
              </a:spcBef>
              <a:spcAft>
                <a:spcPts val="0"/>
              </a:spcAft>
              <a:buClr>
                <a:schemeClr val="dk1"/>
              </a:buClr>
              <a:buSzPts val="1800"/>
              <a:buChar char="–"/>
              <a:defRPr/>
            </a:lvl2pPr>
            <a:lvl3pPr indent="-342900" lvl="2" marL="1371600" algn="l">
              <a:lnSpc>
                <a:spcPct val="100000"/>
              </a:lnSpc>
              <a:spcBef>
                <a:spcPts val="225"/>
              </a:spcBef>
              <a:spcAft>
                <a:spcPts val="0"/>
              </a:spcAft>
              <a:buClr>
                <a:schemeClr val="dk1"/>
              </a:buClr>
              <a:buSzPts val="1800"/>
              <a:buChar char="–"/>
              <a:defRPr/>
            </a:lvl3pPr>
            <a:lvl4pPr indent="-342900" lvl="3" marL="1828800" algn="l">
              <a:lnSpc>
                <a:spcPct val="100000"/>
              </a:lnSpc>
              <a:spcBef>
                <a:spcPts val="225"/>
              </a:spcBef>
              <a:spcAft>
                <a:spcPts val="0"/>
              </a:spcAft>
              <a:buClr>
                <a:schemeClr val="dk1"/>
              </a:buClr>
              <a:buSzPts val="1800"/>
              <a:buChar char="–"/>
              <a:defRPr/>
            </a:lvl4pPr>
            <a:lvl5pPr indent="-342900" lvl="4" marL="2286000" algn="l">
              <a:lnSpc>
                <a:spcPct val="100000"/>
              </a:lnSpc>
              <a:spcBef>
                <a:spcPts val="225"/>
              </a:spcBef>
              <a:spcAft>
                <a:spcPts val="0"/>
              </a:spcAft>
              <a:buClr>
                <a:schemeClr val="dk1"/>
              </a:buClr>
              <a:buSzPts val="1800"/>
              <a:buChar char="–"/>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048" name="Google Shape;1048;p78"/>
          <p:cNvSpPr txBox="1"/>
          <p:nvPr>
            <p:ph idx="7" type="body"/>
          </p:nvPr>
        </p:nvSpPr>
        <p:spPr>
          <a:xfrm>
            <a:off x="4660425" y="3975171"/>
            <a:ext cx="3429000" cy="357187"/>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900"/>
              </a:spcBef>
              <a:spcAft>
                <a:spcPts val="0"/>
              </a:spcAft>
              <a:buClr>
                <a:schemeClr val="lt1"/>
              </a:buClr>
              <a:buSzPts val="1200"/>
              <a:buNone/>
              <a:defRPr b="1" sz="1200">
                <a:solidFill>
                  <a:schemeClr val="lt1"/>
                </a:solidFill>
                <a:latin typeface="Arial"/>
                <a:ea typeface="Arial"/>
                <a:cs typeface="Arial"/>
                <a:sym typeface="Arial"/>
              </a:defRPr>
            </a:lvl1pPr>
            <a:lvl2pPr indent="-342900" lvl="1" marL="914400" algn="l">
              <a:lnSpc>
                <a:spcPct val="100000"/>
              </a:lnSpc>
              <a:spcBef>
                <a:spcPts val="225"/>
              </a:spcBef>
              <a:spcAft>
                <a:spcPts val="0"/>
              </a:spcAft>
              <a:buClr>
                <a:schemeClr val="dk1"/>
              </a:buClr>
              <a:buSzPts val="1800"/>
              <a:buChar char="–"/>
              <a:defRPr/>
            </a:lvl2pPr>
            <a:lvl3pPr indent="-342900" lvl="2" marL="1371600" algn="l">
              <a:lnSpc>
                <a:spcPct val="100000"/>
              </a:lnSpc>
              <a:spcBef>
                <a:spcPts val="225"/>
              </a:spcBef>
              <a:spcAft>
                <a:spcPts val="0"/>
              </a:spcAft>
              <a:buClr>
                <a:schemeClr val="dk1"/>
              </a:buClr>
              <a:buSzPts val="1800"/>
              <a:buChar char="–"/>
              <a:defRPr/>
            </a:lvl3pPr>
            <a:lvl4pPr indent="-342900" lvl="3" marL="1828800" algn="l">
              <a:lnSpc>
                <a:spcPct val="100000"/>
              </a:lnSpc>
              <a:spcBef>
                <a:spcPts val="225"/>
              </a:spcBef>
              <a:spcAft>
                <a:spcPts val="0"/>
              </a:spcAft>
              <a:buClr>
                <a:schemeClr val="dk1"/>
              </a:buClr>
              <a:buSzPts val="1800"/>
              <a:buChar char="–"/>
              <a:defRPr/>
            </a:lvl4pPr>
            <a:lvl5pPr indent="-342900" lvl="4" marL="2286000" algn="l">
              <a:lnSpc>
                <a:spcPct val="100000"/>
              </a:lnSpc>
              <a:spcBef>
                <a:spcPts val="225"/>
              </a:spcBef>
              <a:spcAft>
                <a:spcPts val="0"/>
              </a:spcAft>
              <a:buClr>
                <a:schemeClr val="dk1"/>
              </a:buClr>
              <a:buSzPts val="1800"/>
              <a:buChar char="–"/>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049" name="Google Shape;1049;p78"/>
          <p:cNvSpPr txBox="1"/>
          <p:nvPr>
            <p:ph idx="8" type="body"/>
          </p:nvPr>
        </p:nvSpPr>
        <p:spPr>
          <a:xfrm>
            <a:off x="1032643" y="3975171"/>
            <a:ext cx="3429000" cy="357187"/>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900"/>
              </a:spcBef>
              <a:spcAft>
                <a:spcPts val="0"/>
              </a:spcAft>
              <a:buClr>
                <a:schemeClr val="lt1"/>
              </a:buClr>
              <a:buSzPts val="1200"/>
              <a:buNone/>
              <a:defRPr b="1" sz="1200">
                <a:solidFill>
                  <a:schemeClr val="lt1"/>
                </a:solidFill>
                <a:latin typeface="Arial"/>
                <a:ea typeface="Arial"/>
                <a:cs typeface="Arial"/>
                <a:sym typeface="Arial"/>
              </a:defRPr>
            </a:lvl1pPr>
            <a:lvl2pPr indent="-342900" lvl="1" marL="914400" algn="l">
              <a:lnSpc>
                <a:spcPct val="100000"/>
              </a:lnSpc>
              <a:spcBef>
                <a:spcPts val="225"/>
              </a:spcBef>
              <a:spcAft>
                <a:spcPts val="0"/>
              </a:spcAft>
              <a:buClr>
                <a:schemeClr val="dk1"/>
              </a:buClr>
              <a:buSzPts val="1800"/>
              <a:buChar char="–"/>
              <a:defRPr/>
            </a:lvl2pPr>
            <a:lvl3pPr indent="-342900" lvl="2" marL="1371600" algn="l">
              <a:lnSpc>
                <a:spcPct val="100000"/>
              </a:lnSpc>
              <a:spcBef>
                <a:spcPts val="225"/>
              </a:spcBef>
              <a:spcAft>
                <a:spcPts val="0"/>
              </a:spcAft>
              <a:buClr>
                <a:schemeClr val="dk1"/>
              </a:buClr>
              <a:buSzPts val="1800"/>
              <a:buChar char="–"/>
              <a:defRPr/>
            </a:lvl3pPr>
            <a:lvl4pPr indent="-342900" lvl="3" marL="1828800" algn="l">
              <a:lnSpc>
                <a:spcPct val="100000"/>
              </a:lnSpc>
              <a:spcBef>
                <a:spcPts val="225"/>
              </a:spcBef>
              <a:spcAft>
                <a:spcPts val="0"/>
              </a:spcAft>
              <a:buClr>
                <a:schemeClr val="dk1"/>
              </a:buClr>
              <a:buSzPts val="1800"/>
              <a:buChar char="–"/>
              <a:defRPr/>
            </a:lvl4pPr>
            <a:lvl5pPr indent="-342900" lvl="4" marL="2286000" algn="l">
              <a:lnSpc>
                <a:spcPct val="100000"/>
              </a:lnSpc>
              <a:spcBef>
                <a:spcPts val="225"/>
              </a:spcBef>
              <a:spcAft>
                <a:spcPts val="0"/>
              </a:spcAft>
              <a:buClr>
                <a:schemeClr val="dk1"/>
              </a:buClr>
              <a:buSzPts val="1800"/>
              <a:buChar char="–"/>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Cluster 04">
  <p:cSld name="Text Cluster 04">
    <p:spTree>
      <p:nvGrpSpPr>
        <p:cNvPr id="1050" name="Shape 1050"/>
        <p:cNvGrpSpPr/>
        <p:nvPr/>
      </p:nvGrpSpPr>
      <p:grpSpPr>
        <a:xfrm>
          <a:off x="0" y="0"/>
          <a:ext cx="0" cy="0"/>
          <a:chOff x="0" y="0"/>
          <a:chExt cx="0" cy="0"/>
        </a:xfrm>
      </p:grpSpPr>
      <p:sp>
        <p:nvSpPr>
          <p:cNvPr id="1051" name="Google Shape;1051;p79"/>
          <p:cNvSpPr txBox="1"/>
          <p:nvPr>
            <p:ph type="title"/>
          </p:nvPr>
        </p:nvSpPr>
        <p:spPr>
          <a:xfrm>
            <a:off x="274321" y="365760"/>
            <a:ext cx="5404103"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2" name="Google Shape;1052;p79"/>
          <p:cNvSpPr txBox="1"/>
          <p:nvPr>
            <p:ph idx="1" type="body"/>
          </p:nvPr>
        </p:nvSpPr>
        <p:spPr>
          <a:xfrm>
            <a:off x="5781294" y="365126"/>
            <a:ext cx="1748790" cy="2332355"/>
          </a:xfrm>
          <a:prstGeom prst="rect">
            <a:avLst/>
          </a:prstGeom>
          <a:solidFill>
            <a:srgbClr val="881E87"/>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53" name="Google Shape;1053;p79"/>
          <p:cNvSpPr txBox="1"/>
          <p:nvPr>
            <p:ph idx="2" type="body"/>
          </p:nvPr>
        </p:nvSpPr>
        <p:spPr>
          <a:xfrm>
            <a:off x="1714501" y="1828802"/>
            <a:ext cx="3963923" cy="1874519"/>
          </a:xfrm>
          <a:prstGeom prst="rect">
            <a:avLst/>
          </a:prstGeom>
          <a:solidFill>
            <a:srgbClr val="0097AC"/>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54" name="Google Shape;1054;p79"/>
          <p:cNvSpPr txBox="1"/>
          <p:nvPr>
            <p:ph idx="3" type="body"/>
          </p:nvPr>
        </p:nvSpPr>
        <p:spPr>
          <a:xfrm>
            <a:off x="5781294" y="2834640"/>
            <a:ext cx="3086100" cy="3246120"/>
          </a:xfrm>
          <a:prstGeom prst="rect">
            <a:avLst/>
          </a:prstGeom>
          <a:solidFill>
            <a:srgbClr val="006E74"/>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55" name="Google Shape;1055;p79"/>
          <p:cNvSpPr txBox="1"/>
          <p:nvPr>
            <p:ph idx="4" type="body"/>
          </p:nvPr>
        </p:nvSpPr>
        <p:spPr>
          <a:xfrm>
            <a:off x="3463290" y="3840480"/>
            <a:ext cx="2215135" cy="2240280"/>
          </a:xfrm>
          <a:prstGeom prst="rect">
            <a:avLst/>
          </a:prstGeom>
          <a:solidFill>
            <a:srgbClr val="003C51"/>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p:cSld name="Case Study">
    <p:spTree>
      <p:nvGrpSpPr>
        <p:cNvPr id="1056" name="Shape 1056"/>
        <p:cNvGrpSpPr/>
        <p:nvPr/>
      </p:nvGrpSpPr>
      <p:grpSpPr>
        <a:xfrm>
          <a:off x="0" y="0"/>
          <a:ext cx="0" cy="0"/>
          <a:chOff x="0" y="0"/>
          <a:chExt cx="0" cy="0"/>
        </a:xfrm>
      </p:grpSpPr>
      <p:sp>
        <p:nvSpPr>
          <p:cNvPr id="1057" name="Google Shape;1057;p80"/>
          <p:cNvSpPr txBox="1"/>
          <p:nvPr>
            <p:ph type="title"/>
          </p:nvPr>
        </p:nvSpPr>
        <p:spPr>
          <a:xfrm>
            <a:off x="274321" y="365760"/>
            <a:ext cx="2863214" cy="112014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8" name="Google Shape;1058;p80"/>
          <p:cNvSpPr txBox="1"/>
          <p:nvPr>
            <p:ph idx="1" type="body"/>
          </p:nvPr>
        </p:nvSpPr>
        <p:spPr>
          <a:xfrm>
            <a:off x="606934" y="3017521"/>
            <a:ext cx="2530601" cy="3063240"/>
          </a:xfrm>
          <a:prstGeom prst="rect">
            <a:avLst/>
          </a:prstGeom>
          <a:solidFill>
            <a:srgbClr val="0097AC"/>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59" name="Google Shape;1059;p80"/>
          <p:cNvSpPr txBox="1"/>
          <p:nvPr>
            <p:ph idx="2" type="body"/>
          </p:nvPr>
        </p:nvSpPr>
        <p:spPr>
          <a:xfrm>
            <a:off x="3308985" y="4114800"/>
            <a:ext cx="5835015" cy="1965960"/>
          </a:xfrm>
          <a:prstGeom prst="rect">
            <a:avLst/>
          </a:prstGeom>
          <a:solidFill>
            <a:srgbClr val="003C51"/>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60" name="Google Shape;1060;p80"/>
          <p:cNvSpPr txBox="1"/>
          <p:nvPr>
            <p:ph idx="3" type="body"/>
          </p:nvPr>
        </p:nvSpPr>
        <p:spPr>
          <a:xfrm>
            <a:off x="3308985" y="1280161"/>
            <a:ext cx="1748790" cy="2629217"/>
          </a:xfrm>
          <a:prstGeom prst="rect">
            <a:avLst/>
          </a:prstGeom>
          <a:solidFill>
            <a:schemeClr val="dk1"/>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61" name="Google Shape;1061;p80"/>
          <p:cNvSpPr/>
          <p:nvPr>
            <p:ph idx="4" type="pic"/>
          </p:nvPr>
        </p:nvSpPr>
        <p:spPr>
          <a:xfrm>
            <a:off x="5057775" y="0"/>
            <a:ext cx="4086225" cy="4114800"/>
          </a:xfrm>
          <a:prstGeom prst="rect">
            <a:avLst/>
          </a:prstGeom>
          <a:solidFill>
            <a:srgbClr val="D7E0E3"/>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xt Cluster 01">
  <p:cSld name="1_Text Cluster 01">
    <p:spTree>
      <p:nvGrpSpPr>
        <p:cNvPr id="1062" name="Shape 1062"/>
        <p:cNvGrpSpPr/>
        <p:nvPr/>
      </p:nvGrpSpPr>
      <p:grpSpPr>
        <a:xfrm>
          <a:off x="0" y="0"/>
          <a:ext cx="0" cy="0"/>
          <a:chOff x="0" y="0"/>
          <a:chExt cx="0" cy="0"/>
        </a:xfrm>
      </p:grpSpPr>
      <p:sp>
        <p:nvSpPr>
          <p:cNvPr id="1063" name="Google Shape;1063;p81"/>
          <p:cNvSpPr txBox="1"/>
          <p:nvPr>
            <p:ph type="title"/>
          </p:nvPr>
        </p:nvSpPr>
        <p:spPr>
          <a:xfrm>
            <a:off x="274320" y="365760"/>
            <a:ext cx="638937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4" name="Google Shape;1064;p81"/>
          <p:cNvSpPr txBox="1"/>
          <p:nvPr>
            <p:ph idx="1" type="body"/>
          </p:nvPr>
        </p:nvSpPr>
        <p:spPr>
          <a:xfrm>
            <a:off x="6771132" y="365760"/>
            <a:ext cx="2096262" cy="2788920"/>
          </a:xfrm>
          <a:prstGeom prst="rect">
            <a:avLst/>
          </a:prstGeom>
          <a:solidFill>
            <a:srgbClr val="003C51"/>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65" name="Google Shape;1065;p81"/>
          <p:cNvSpPr txBox="1"/>
          <p:nvPr>
            <p:ph idx="2" type="body"/>
          </p:nvPr>
        </p:nvSpPr>
        <p:spPr>
          <a:xfrm>
            <a:off x="4572000" y="1828800"/>
            <a:ext cx="2091690" cy="2788920"/>
          </a:xfrm>
          <a:prstGeom prst="rect">
            <a:avLst/>
          </a:prstGeom>
          <a:solidFill>
            <a:srgbClr val="881E87"/>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66" name="Google Shape;1066;p81"/>
          <p:cNvSpPr txBox="1"/>
          <p:nvPr>
            <p:ph idx="3" type="body"/>
          </p:nvPr>
        </p:nvSpPr>
        <p:spPr>
          <a:xfrm>
            <a:off x="6771132" y="3289300"/>
            <a:ext cx="2096262" cy="2788920"/>
          </a:xfrm>
          <a:prstGeom prst="rect">
            <a:avLst/>
          </a:prstGeom>
          <a:solidFill>
            <a:srgbClr val="0097AC"/>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67" name="Google Shape;1067;p81"/>
          <p:cNvSpPr txBox="1"/>
          <p:nvPr>
            <p:ph idx="4" type="body"/>
          </p:nvPr>
        </p:nvSpPr>
        <p:spPr>
          <a:xfrm>
            <a:off x="2379726" y="4069080"/>
            <a:ext cx="2091690" cy="2788920"/>
          </a:xfrm>
          <a:prstGeom prst="rect">
            <a:avLst/>
          </a:prstGeom>
          <a:solidFill>
            <a:srgbClr val="006E74"/>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xt Cluster 02">
  <p:cSld name="1_Text Cluster 02">
    <p:spTree>
      <p:nvGrpSpPr>
        <p:cNvPr id="1068" name="Shape 1068"/>
        <p:cNvGrpSpPr/>
        <p:nvPr/>
      </p:nvGrpSpPr>
      <p:grpSpPr>
        <a:xfrm>
          <a:off x="0" y="0"/>
          <a:ext cx="0" cy="0"/>
          <a:chOff x="0" y="0"/>
          <a:chExt cx="0" cy="0"/>
        </a:xfrm>
      </p:grpSpPr>
      <p:sp>
        <p:nvSpPr>
          <p:cNvPr id="1069" name="Google Shape;1069;p82"/>
          <p:cNvSpPr txBox="1"/>
          <p:nvPr>
            <p:ph type="title"/>
          </p:nvPr>
        </p:nvSpPr>
        <p:spPr>
          <a:xfrm>
            <a:off x="274321" y="365760"/>
            <a:ext cx="5404103"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0" name="Google Shape;1070;p82"/>
          <p:cNvSpPr txBox="1"/>
          <p:nvPr>
            <p:ph idx="1" type="body"/>
          </p:nvPr>
        </p:nvSpPr>
        <p:spPr>
          <a:xfrm>
            <a:off x="5781294" y="365760"/>
            <a:ext cx="3086100" cy="4114800"/>
          </a:xfrm>
          <a:prstGeom prst="rect">
            <a:avLst/>
          </a:prstGeom>
          <a:solidFill>
            <a:srgbClr val="003C51"/>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71" name="Google Shape;1071;p82"/>
          <p:cNvSpPr txBox="1"/>
          <p:nvPr>
            <p:ph idx="2" type="body"/>
          </p:nvPr>
        </p:nvSpPr>
        <p:spPr>
          <a:xfrm>
            <a:off x="274319" y="1554480"/>
            <a:ext cx="3086100" cy="2194560"/>
          </a:xfrm>
          <a:prstGeom prst="rect">
            <a:avLst/>
          </a:prstGeom>
          <a:solidFill>
            <a:srgbClr val="881E87"/>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72" name="Google Shape;1072;p82"/>
          <p:cNvSpPr txBox="1"/>
          <p:nvPr>
            <p:ph idx="3" type="body"/>
          </p:nvPr>
        </p:nvSpPr>
        <p:spPr>
          <a:xfrm>
            <a:off x="3463289" y="2103118"/>
            <a:ext cx="2215134" cy="3246120"/>
          </a:xfrm>
          <a:prstGeom prst="rect">
            <a:avLst/>
          </a:prstGeom>
          <a:solidFill>
            <a:srgbClr val="006E74"/>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73" name="Google Shape;1073;p82"/>
          <p:cNvSpPr txBox="1"/>
          <p:nvPr>
            <p:ph idx="4" type="body"/>
          </p:nvPr>
        </p:nvSpPr>
        <p:spPr>
          <a:xfrm>
            <a:off x="5781294" y="4617720"/>
            <a:ext cx="2228850" cy="1463040"/>
          </a:xfrm>
          <a:prstGeom prst="rect">
            <a:avLst/>
          </a:prstGeom>
          <a:solidFill>
            <a:srgbClr val="0097AC"/>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xt Cluster 03">
  <p:cSld name="1_Text Cluster 03">
    <p:spTree>
      <p:nvGrpSpPr>
        <p:cNvPr id="1074" name="Shape 1074"/>
        <p:cNvGrpSpPr/>
        <p:nvPr/>
      </p:nvGrpSpPr>
      <p:grpSpPr>
        <a:xfrm>
          <a:off x="0" y="0"/>
          <a:ext cx="0" cy="0"/>
          <a:chOff x="0" y="0"/>
          <a:chExt cx="0" cy="0"/>
        </a:xfrm>
      </p:grpSpPr>
      <p:sp>
        <p:nvSpPr>
          <p:cNvPr id="1075" name="Google Shape;1075;p83"/>
          <p:cNvSpPr txBox="1"/>
          <p:nvPr>
            <p:ph type="title"/>
          </p:nvPr>
        </p:nvSpPr>
        <p:spPr>
          <a:xfrm>
            <a:off x="274321" y="365760"/>
            <a:ext cx="5404103"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6" name="Google Shape;1076;p83"/>
          <p:cNvSpPr txBox="1"/>
          <p:nvPr>
            <p:ph idx="1" type="body"/>
          </p:nvPr>
        </p:nvSpPr>
        <p:spPr>
          <a:xfrm>
            <a:off x="5781294" y="365126"/>
            <a:ext cx="1748790" cy="2332355"/>
          </a:xfrm>
          <a:prstGeom prst="rect">
            <a:avLst/>
          </a:prstGeom>
          <a:solidFill>
            <a:srgbClr val="881E87"/>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77" name="Google Shape;1077;p83"/>
          <p:cNvSpPr txBox="1"/>
          <p:nvPr>
            <p:ph idx="2" type="body"/>
          </p:nvPr>
        </p:nvSpPr>
        <p:spPr>
          <a:xfrm>
            <a:off x="1714501" y="1828802"/>
            <a:ext cx="3963923" cy="1874519"/>
          </a:xfrm>
          <a:prstGeom prst="rect">
            <a:avLst/>
          </a:prstGeom>
          <a:solidFill>
            <a:srgbClr val="0097AC"/>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78" name="Google Shape;1078;p83"/>
          <p:cNvSpPr txBox="1"/>
          <p:nvPr>
            <p:ph idx="3" type="body"/>
          </p:nvPr>
        </p:nvSpPr>
        <p:spPr>
          <a:xfrm>
            <a:off x="5781294" y="2834640"/>
            <a:ext cx="3086100" cy="3246120"/>
          </a:xfrm>
          <a:prstGeom prst="rect">
            <a:avLst/>
          </a:prstGeom>
          <a:solidFill>
            <a:srgbClr val="006E74"/>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1079" name="Google Shape;1079;p83"/>
          <p:cNvSpPr txBox="1"/>
          <p:nvPr>
            <p:ph idx="4" type="body"/>
          </p:nvPr>
        </p:nvSpPr>
        <p:spPr>
          <a:xfrm>
            <a:off x="3463290" y="3840480"/>
            <a:ext cx="2215135" cy="2240280"/>
          </a:xfrm>
          <a:prstGeom prst="rect">
            <a:avLst/>
          </a:prstGeom>
          <a:solidFill>
            <a:srgbClr val="003C51"/>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Quarters Sand">
  <p:cSld name="Three Quarters Sand">
    <p:bg>
      <p:bgPr>
        <a:blipFill>
          <a:blip r:embed="rId2">
            <a:alphaModFix/>
          </a:blip>
          <a:stretch>
            <a:fillRect/>
          </a:stretch>
        </a:blipFill>
      </p:bgPr>
    </p:bg>
    <p:spTree>
      <p:nvGrpSpPr>
        <p:cNvPr id="1080" name="Shape 1080"/>
        <p:cNvGrpSpPr/>
        <p:nvPr/>
      </p:nvGrpSpPr>
      <p:grpSpPr>
        <a:xfrm>
          <a:off x="0" y="0"/>
          <a:ext cx="0" cy="0"/>
          <a:chOff x="0" y="0"/>
          <a:chExt cx="0" cy="0"/>
        </a:xfrm>
      </p:grpSpPr>
      <p:sp>
        <p:nvSpPr>
          <p:cNvPr id="1081" name="Google Shape;1081;p84"/>
          <p:cNvSpPr txBox="1"/>
          <p:nvPr>
            <p:ph type="title"/>
          </p:nvPr>
        </p:nvSpPr>
        <p:spPr>
          <a:xfrm>
            <a:off x="274319" y="365760"/>
            <a:ext cx="6151626"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2" name="Google Shape;1082;p84"/>
          <p:cNvSpPr txBox="1"/>
          <p:nvPr>
            <p:ph idx="1" type="body"/>
          </p:nvPr>
        </p:nvSpPr>
        <p:spPr>
          <a:xfrm>
            <a:off x="274320" y="1828800"/>
            <a:ext cx="6151626" cy="425196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sz="1350">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sz="1350">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sz="1350">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sz="1350">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sz="1350">
                <a:latin typeface="Arial"/>
                <a:ea typeface="Arial"/>
                <a:cs typeface="Arial"/>
                <a:sym typeface="Arial"/>
              </a:defRPr>
            </a:lvl5pPr>
            <a:lvl6pPr indent="-314325" lvl="5" marL="2743200" algn="l">
              <a:lnSpc>
                <a:spcPct val="100000"/>
              </a:lnSpc>
              <a:spcBef>
                <a:spcPts val="225"/>
              </a:spcBef>
              <a:spcAft>
                <a:spcPts val="0"/>
              </a:spcAft>
              <a:buClr>
                <a:schemeClr val="dk1"/>
              </a:buClr>
              <a:buSzPts val="1350"/>
              <a:buChar char="–"/>
              <a:defRPr sz="1350"/>
            </a:lvl6pPr>
            <a:lvl7pPr indent="-314325" lvl="6" marL="3200400" algn="l">
              <a:lnSpc>
                <a:spcPct val="100000"/>
              </a:lnSpc>
              <a:spcBef>
                <a:spcPts val="225"/>
              </a:spcBef>
              <a:spcAft>
                <a:spcPts val="0"/>
              </a:spcAft>
              <a:buClr>
                <a:schemeClr val="dk1"/>
              </a:buClr>
              <a:buSzPts val="1350"/>
              <a:buChar char="–"/>
              <a:defRPr sz="1350"/>
            </a:lvl7pPr>
            <a:lvl8pPr indent="-314325" lvl="7" marL="3657600" algn="l">
              <a:lnSpc>
                <a:spcPct val="100000"/>
              </a:lnSpc>
              <a:spcBef>
                <a:spcPts val="225"/>
              </a:spcBef>
              <a:spcAft>
                <a:spcPts val="0"/>
              </a:spcAft>
              <a:buClr>
                <a:schemeClr val="dk1"/>
              </a:buClr>
              <a:buSzPts val="1350"/>
              <a:buChar char="–"/>
              <a:defRPr sz="1350"/>
            </a:lvl8pPr>
            <a:lvl9pPr indent="-314325" lvl="8" marL="4114800" algn="l">
              <a:lnSpc>
                <a:spcPct val="100000"/>
              </a:lnSpc>
              <a:spcBef>
                <a:spcPts val="225"/>
              </a:spcBef>
              <a:spcAft>
                <a:spcPts val="0"/>
              </a:spcAft>
              <a:buClr>
                <a:schemeClr val="dk1"/>
              </a:buClr>
              <a:buSzPts val="1350"/>
              <a:buChar char="–"/>
              <a:defRPr sz="1350"/>
            </a:lvl9pPr>
          </a:lstStyle>
          <a:p/>
        </p:txBody>
      </p:sp>
      <p:sp>
        <p:nvSpPr>
          <p:cNvPr id="1083" name="Google Shape;1083;p84"/>
          <p:cNvSpPr txBox="1"/>
          <p:nvPr>
            <p:ph idx="2" type="body"/>
          </p:nvPr>
        </p:nvSpPr>
        <p:spPr>
          <a:xfrm>
            <a:off x="6891338" y="1828800"/>
            <a:ext cx="1975104" cy="4251960"/>
          </a:xfrm>
          <a:prstGeom prst="rect">
            <a:avLst/>
          </a:prstGeom>
          <a:noFill/>
          <a:ln>
            <a:noFill/>
          </a:ln>
        </p:spPr>
        <p:txBody>
          <a:bodyPr anchorCtr="0" anchor="t" bIns="0" lIns="0" spcFirstLastPara="1" rIns="0" wrap="square" tIns="0">
            <a:normAutofit/>
          </a:bodyPr>
          <a:lstStyle>
            <a:lvl1pPr indent="-304800" lvl="0" marL="4572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indent="-304800" lvl="1" marL="9144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indent="-304800" lvl="5" marL="2743200" algn="l">
              <a:lnSpc>
                <a:spcPct val="100000"/>
              </a:lnSpc>
              <a:spcBef>
                <a:spcPts val="225"/>
              </a:spcBef>
              <a:spcAft>
                <a:spcPts val="0"/>
              </a:spcAft>
              <a:buClr>
                <a:schemeClr val="dk1"/>
              </a:buClr>
              <a:buSzPts val="1200"/>
              <a:buChar char="–"/>
              <a:defRPr sz="1200"/>
            </a:lvl6pPr>
            <a:lvl7pPr indent="-304800" lvl="6" marL="3200400" algn="l">
              <a:lnSpc>
                <a:spcPct val="100000"/>
              </a:lnSpc>
              <a:spcBef>
                <a:spcPts val="225"/>
              </a:spcBef>
              <a:spcAft>
                <a:spcPts val="0"/>
              </a:spcAft>
              <a:buClr>
                <a:schemeClr val="dk1"/>
              </a:buClr>
              <a:buSzPts val="1200"/>
              <a:buChar char="–"/>
              <a:defRPr sz="1200"/>
            </a:lvl7pPr>
            <a:lvl8pPr indent="-304800" lvl="7" marL="3657600" algn="l">
              <a:lnSpc>
                <a:spcPct val="100000"/>
              </a:lnSpc>
              <a:spcBef>
                <a:spcPts val="225"/>
              </a:spcBef>
              <a:spcAft>
                <a:spcPts val="0"/>
              </a:spcAft>
              <a:buClr>
                <a:schemeClr val="dk1"/>
              </a:buClr>
              <a:buSzPts val="1200"/>
              <a:buChar char="–"/>
              <a:defRPr sz="1200"/>
            </a:lvl8pPr>
            <a:lvl9pPr indent="-304800" lvl="8" marL="4114800" algn="l">
              <a:lnSpc>
                <a:spcPct val="100000"/>
              </a:lnSpc>
              <a:spcBef>
                <a:spcPts val="225"/>
              </a:spcBef>
              <a:spcAft>
                <a:spcPts val="0"/>
              </a:spcAft>
              <a:buClr>
                <a:schemeClr val="dk1"/>
              </a:buClr>
              <a:buSzPts val="1200"/>
              <a:buChar char="–"/>
              <a:defRPr sz="120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5788">
          <p15:clr>
            <a:srgbClr val="FBAE40"/>
          </p15:clr>
        </p15:guide>
        <p15:guide id="2" orient="horz" pos="1152">
          <p15:clr>
            <a:srgbClr val="FBAE40"/>
          </p15:clr>
        </p15:guide>
        <p15:guide id="3" orient="horz" pos="3832">
          <p15:clr>
            <a:srgbClr val="FBAE40"/>
          </p15:clr>
        </p15:guide>
        <p15:guide id="4" orient="horz" pos="4148">
          <p15:clr>
            <a:srgbClr val="FBAE40"/>
          </p15:clr>
        </p15:guide>
        <p15:guide id="5" pos="540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1084" name="Shape 1084"/>
        <p:cNvGrpSpPr/>
        <p:nvPr/>
      </p:nvGrpSpPr>
      <p:grpSpPr>
        <a:xfrm>
          <a:off x="0" y="0"/>
          <a:ext cx="0" cy="0"/>
          <a:chOff x="0" y="0"/>
          <a:chExt cx="0" cy="0"/>
        </a:xfrm>
      </p:grpSpPr>
      <p:sp>
        <p:nvSpPr>
          <p:cNvPr id="1085" name="Google Shape;1085;p85"/>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6" name="Google Shape;1086;p85"/>
          <p:cNvSpPr/>
          <p:nvPr>
            <p:ph idx="2" type="pic"/>
          </p:nvPr>
        </p:nvSpPr>
        <p:spPr>
          <a:xfrm>
            <a:off x="274319" y="1828800"/>
            <a:ext cx="2709387" cy="2286000"/>
          </a:xfrm>
          <a:prstGeom prst="rect">
            <a:avLst/>
          </a:prstGeom>
          <a:solidFill>
            <a:srgbClr val="D7E0E3"/>
          </a:solidFill>
          <a:ln>
            <a:noFill/>
          </a:ln>
        </p:spPr>
      </p:sp>
      <p:sp>
        <p:nvSpPr>
          <p:cNvPr id="1087" name="Google Shape;1087;p85"/>
          <p:cNvSpPr txBox="1"/>
          <p:nvPr>
            <p:ph idx="1" type="body"/>
          </p:nvPr>
        </p:nvSpPr>
        <p:spPr>
          <a:xfrm>
            <a:off x="274320" y="4343400"/>
            <a:ext cx="2708910" cy="17373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450"/>
              </a:spcBef>
              <a:spcAft>
                <a:spcPts val="0"/>
              </a:spcAft>
              <a:buClr>
                <a:schemeClr val="dk1"/>
              </a:buClr>
              <a:buSzPts val="1050"/>
              <a:buNone/>
              <a:defRPr b="1" sz="1050">
                <a:solidFill>
                  <a:schemeClr val="dk1"/>
                </a:solidFill>
                <a:latin typeface="Arial"/>
                <a:ea typeface="Arial"/>
                <a:cs typeface="Arial"/>
                <a:sym typeface="Arial"/>
              </a:defRPr>
            </a:lvl2pPr>
            <a:lvl3pPr indent="-228600" lvl="2" marL="1371600" algn="l">
              <a:lnSpc>
                <a:spcPct val="100000"/>
              </a:lnSpc>
              <a:spcBef>
                <a:spcPts val="450"/>
              </a:spcBef>
              <a:spcAft>
                <a:spcPts val="0"/>
              </a:spcAft>
              <a:buClr>
                <a:schemeClr val="dk1"/>
              </a:buClr>
              <a:buSzPts val="1050"/>
              <a:buNone/>
              <a:defRPr sz="1050">
                <a:latin typeface="Arial"/>
                <a:ea typeface="Arial"/>
                <a:cs typeface="Arial"/>
                <a:sym typeface="Arial"/>
              </a:defRPr>
            </a:lvl3pPr>
            <a:lvl4pPr indent="-295275" lvl="3" marL="1828800"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indent="-295275" lvl="4" marL="2286000" algn="l">
              <a:lnSpc>
                <a:spcPct val="100000"/>
              </a:lnSpc>
              <a:spcBef>
                <a:spcPts val="225"/>
              </a:spcBef>
              <a:spcAft>
                <a:spcPts val="0"/>
              </a:spcAft>
              <a:buClr>
                <a:schemeClr val="dk1"/>
              </a:buClr>
              <a:buSzPts val="1050"/>
              <a:buChar char="–"/>
              <a:defRPr sz="1050">
                <a:latin typeface="Arial"/>
                <a:ea typeface="Arial"/>
                <a:cs typeface="Arial"/>
                <a:sym typeface="Arial"/>
              </a:defRPr>
            </a:lvl5pPr>
            <a:lvl6pPr indent="-295275" lvl="5" marL="2743200" algn="l">
              <a:lnSpc>
                <a:spcPct val="100000"/>
              </a:lnSpc>
              <a:spcBef>
                <a:spcPts val="225"/>
              </a:spcBef>
              <a:spcAft>
                <a:spcPts val="0"/>
              </a:spcAft>
              <a:buClr>
                <a:schemeClr val="dk1"/>
              </a:buClr>
              <a:buSzPts val="1050"/>
              <a:buChar char="–"/>
              <a:defRPr sz="1050"/>
            </a:lvl6pPr>
            <a:lvl7pPr indent="-295275" lvl="6" marL="3200400" algn="l">
              <a:lnSpc>
                <a:spcPct val="100000"/>
              </a:lnSpc>
              <a:spcBef>
                <a:spcPts val="225"/>
              </a:spcBef>
              <a:spcAft>
                <a:spcPts val="0"/>
              </a:spcAft>
              <a:buClr>
                <a:schemeClr val="dk1"/>
              </a:buClr>
              <a:buSzPts val="1050"/>
              <a:buChar char="–"/>
              <a:defRPr sz="1050"/>
            </a:lvl7pPr>
            <a:lvl8pPr indent="-295275" lvl="7" marL="3657600" algn="l">
              <a:lnSpc>
                <a:spcPct val="100000"/>
              </a:lnSpc>
              <a:spcBef>
                <a:spcPts val="225"/>
              </a:spcBef>
              <a:spcAft>
                <a:spcPts val="0"/>
              </a:spcAft>
              <a:buClr>
                <a:schemeClr val="dk1"/>
              </a:buClr>
              <a:buSzPts val="1050"/>
              <a:buChar char="–"/>
              <a:defRPr sz="1050"/>
            </a:lvl8pPr>
            <a:lvl9pPr indent="-295275" lvl="8" marL="4114800" algn="l">
              <a:lnSpc>
                <a:spcPct val="100000"/>
              </a:lnSpc>
              <a:spcBef>
                <a:spcPts val="225"/>
              </a:spcBef>
              <a:spcAft>
                <a:spcPts val="0"/>
              </a:spcAft>
              <a:buClr>
                <a:schemeClr val="dk1"/>
              </a:buClr>
              <a:buSzPts val="1050"/>
              <a:buChar char="–"/>
              <a:defRPr sz="1050"/>
            </a:lvl9pPr>
          </a:lstStyle>
          <a:p/>
        </p:txBody>
      </p:sp>
      <p:sp>
        <p:nvSpPr>
          <p:cNvPr id="1088" name="Google Shape;1088;p85"/>
          <p:cNvSpPr/>
          <p:nvPr>
            <p:ph idx="3" type="pic"/>
          </p:nvPr>
        </p:nvSpPr>
        <p:spPr>
          <a:xfrm>
            <a:off x="3216402" y="1828800"/>
            <a:ext cx="2709387" cy="2286000"/>
          </a:xfrm>
          <a:prstGeom prst="rect">
            <a:avLst/>
          </a:prstGeom>
          <a:solidFill>
            <a:srgbClr val="D7E0E3"/>
          </a:solidFill>
          <a:ln>
            <a:noFill/>
          </a:ln>
        </p:spPr>
      </p:sp>
      <p:sp>
        <p:nvSpPr>
          <p:cNvPr id="1089" name="Google Shape;1089;p85"/>
          <p:cNvSpPr txBox="1"/>
          <p:nvPr>
            <p:ph idx="4" type="body"/>
          </p:nvPr>
        </p:nvSpPr>
        <p:spPr>
          <a:xfrm>
            <a:off x="3216402" y="4343400"/>
            <a:ext cx="2708910" cy="17373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45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450"/>
              </a:spcBef>
              <a:spcAft>
                <a:spcPts val="0"/>
              </a:spcAft>
              <a:buClr>
                <a:schemeClr val="dk1"/>
              </a:buClr>
              <a:buSzPts val="1050"/>
              <a:buNone/>
              <a:defRPr b="1" sz="1050">
                <a:solidFill>
                  <a:schemeClr val="dk1"/>
                </a:solidFill>
                <a:latin typeface="Arial"/>
                <a:ea typeface="Arial"/>
                <a:cs typeface="Arial"/>
                <a:sym typeface="Arial"/>
              </a:defRPr>
            </a:lvl2pPr>
            <a:lvl3pPr indent="-228600" lvl="2" marL="1371600" algn="l">
              <a:lnSpc>
                <a:spcPct val="100000"/>
              </a:lnSpc>
              <a:spcBef>
                <a:spcPts val="450"/>
              </a:spcBef>
              <a:spcAft>
                <a:spcPts val="0"/>
              </a:spcAft>
              <a:buClr>
                <a:schemeClr val="dk1"/>
              </a:buClr>
              <a:buSzPts val="1050"/>
              <a:buNone/>
              <a:defRPr sz="1050">
                <a:latin typeface="Arial"/>
                <a:ea typeface="Arial"/>
                <a:cs typeface="Arial"/>
                <a:sym typeface="Arial"/>
              </a:defRPr>
            </a:lvl3pPr>
            <a:lvl4pPr indent="-295275" lvl="3" marL="1828800"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indent="-295275" lvl="4" marL="2286000" algn="l">
              <a:lnSpc>
                <a:spcPct val="100000"/>
              </a:lnSpc>
              <a:spcBef>
                <a:spcPts val="225"/>
              </a:spcBef>
              <a:spcAft>
                <a:spcPts val="0"/>
              </a:spcAft>
              <a:buClr>
                <a:schemeClr val="dk1"/>
              </a:buClr>
              <a:buSzPts val="1050"/>
              <a:buChar char="–"/>
              <a:defRPr sz="1050">
                <a:latin typeface="Arial"/>
                <a:ea typeface="Arial"/>
                <a:cs typeface="Arial"/>
                <a:sym typeface="Arial"/>
              </a:defRPr>
            </a:lvl5pPr>
            <a:lvl6pPr indent="-295275" lvl="5" marL="2743200" algn="l">
              <a:lnSpc>
                <a:spcPct val="100000"/>
              </a:lnSpc>
              <a:spcBef>
                <a:spcPts val="225"/>
              </a:spcBef>
              <a:spcAft>
                <a:spcPts val="0"/>
              </a:spcAft>
              <a:buClr>
                <a:schemeClr val="dk1"/>
              </a:buClr>
              <a:buSzPts val="1050"/>
              <a:buChar char="–"/>
              <a:defRPr sz="1050"/>
            </a:lvl6pPr>
            <a:lvl7pPr indent="-295275" lvl="6" marL="3200400" algn="l">
              <a:lnSpc>
                <a:spcPct val="100000"/>
              </a:lnSpc>
              <a:spcBef>
                <a:spcPts val="225"/>
              </a:spcBef>
              <a:spcAft>
                <a:spcPts val="0"/>
              </a:spcAft>
              <a:buClr>
                <a:schemeClr val="dk1"/>
              </a:buClr>
              <a:buSzPts val="1050"/>
              <a:buChar char="–"/>
              <a:defRPr sz="1050"/>
            </a:lvl7pPr>
            <a:lvl8pPr indent="-295275" lvl="7" marL="3657600" algn="l">
              <a:lnSpc>
                <a:spcPct val="100000"/>
              </a:lnSpc>
              <a:spcBef>
                <a:spcPts val="225"/>
              </a:spcBef>
              <a:spcAft>
                <a:spcPts val="0"/>
              </a:spcAft>
              <a:buClr>
                <a:schemeClr val="dk1"/>
              </a:buClr>
              <a:buSzPts val="1050"/>
              <a:buChar char="–"/>
              <a:defRPr sz="1050"/>
            </a:lvl8pPr>
            <a:lvl9pPr indent="-295275" lvl="8" marL="4114800" algn="l">
              <a:lnSpc>
                <a:spcPct val="100000"/>
              </a:lnSpc>
              <a:spcBef>
                <a:spcPts val="225"/>
              </a:spcBef>
              <a:spcAft>
                <a:spcPts val="0"/>
              </a:spcAft>
              <a:buClr>
                <a:schemeClr val="dk1"/>
              </a:buClr>
              <a:buSzPts val="1050"/>
              <a:buChar char="–"/>
              <a:defRPr sz="1050"/>
            </a:lvl9pPr>
          </a:lstStyle>
          <a:p/>
        </p:txBody>
      </p:sp>
      <p:sp>
        <p:nvSpPr>
          <p:cNvPr id="1090" name="Google Shape;1090;p85"/>
          <p:cNvSpPr/>
          <p:nvPr>
            <p:ph idx="5" type="pic"/>
          </p:nvPr>
        </p:nvSpPr>
        <p:spPr>
          <a:xfrm>
            <a:off x="6158007" y="1828800"/>
            <a:ext cx="2709387" cy="2286000"/>
          </a:xfrm>
          <a:prstGeom prst="rect">
            <a:avLst/>
          </a:prstGeom>
          <a:solidFill>
            <a:srgbClr val="D7E0E3"/>
          </a:solidFill>
          <a:ln>
            <a:noFill/>
          </a:ln>
        </p:spPr>
      </p:sp>
      <p:sp>
        <p:nvSpPr>
          <p:cNvPr id="1091" name="Google Shape;1091;p85"/>
          <p:cNvSpPr txBox="1"/>
          <p:nvPr>
            <p:ph idx="6" type="body"/>
          </p:nvPr>
        </p:nvSpPr>
        <p:spPr>
          <a:xfrm>
            <a:off x="6158484" y="4343400"/>
            <a:ext cx="2708910" cy="17373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45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450"/>
              </a:spcBef>
              <a:spcAft>
                <a:spcPts val="0"/>
              </a:spcAft>
              <a:buClr>
                <a:schemeClr val="dk1"/>
              </a:buClr>
              <a:buSzPts val="1050"/>
              <a:buNone/>
              <a:defRPr b="1" sz="1050">
                <a:solidFill>
                  <a:schemeClr val="dk1"/>
                </a:solidFill>
                <a:latin typeface="Arial"/>
                <a:ea typeface="Arial"/>
                <a:cs typeface="Arial"/>
                <a:sym typeface="Arial"/>
              </a:defRPr>
            </a:lvl2pPr>
            <a:lvl3pPr indent="-228600" lvl="2" marL="1371600" algn="l">
              <a:lnSpc>
                <a:spcPct val="100000"/>
              </a:lnSpc>
              <a:spcBef>
                <a:spcPts val="450"/>
              </a:spcBef>
              <a:spcAft>
                <a:spcPts val="0"/>
              </a:spcAft>
              <a:buClr>
                <a:schemeClr val="dk1"/>
              </a:buClr>
              <a:buSzPts val="1050"/>
              <a:buNone/>
              <a:defRPr sz="1050">
                <a:latin typeface="Arial"/>
                <a:ea typeface="Arial"/>
                <a:cs typeface="Arial"/>
                <a:sym typeface="Arial"/>
              </a:defRPr>
            </a:lvl3pPr>
            <a:lvl4pPr indent="-295275" lvl="3" marL="1828800"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indent="-295275" lvl="4" marL="2286000" algn="l">
              <a:lnSpc>
                <a:spcPct val="100000"/>
              </a:lnSpc>
              <a:spcBef>
                <a:spcPts val="225"/>
              </a:spcBef>
              <a:spcAft>
                <a:spcPts val="0"/>
              </a:spcAft>
              <a:buClr>
                <a:schemeClr val="dk1"/>
              </a:buClr>
              <a:buSzPts val="1050"/>
              <a:buChar char="–"/>
              <a:defRPr sz="1050">
                <a:latin typeface="Arial"/>
                <a:ea typeface="Arial"/>
                <a:cs typeface="Arial"/>
                <a:sym typeface="Arial"/>
              </a:defRPr>
            </a:lvl5pPr>
            <a:lvl6pPr indent="-295275" lvl="5" marL="2743200" algn="l">
              <a:lnSpc>
                <a:spcPct val="100000"/>
              </a:lnSpc>
              <a:spcBef>
                <a:spcPts val="225"/>
              </a:spcBef>
              <a:spcAft>
                <a:spcPts val="0"/>
              </a:spcAft>
              <a:buClr>
                <a:schemeClr val="dk1"/>
              </a:buClr>
              <a:buSzPts val="1050"/>
              <a:buChar char="–"/>
              <a:defRPr sz="1050"/>
            </a:lvl6pPr>
            <a:lvl7pPr indent="-295275" lvl="6" marL="3200400" algn="l">
              <a:lnSpc>
                <a:spcPct val="100000"/>
              </a:lnSpc>
              <a:spcBef>
                <a:spcPts val="225"/>
              </a:spcBef>
              <a:spcAft>
                <a:spcPts val="0"/>
              </a:spcAft>
              <a:buClr>
                <a:schemeClr val="dk1"/>
              </a:buClr>
              <a:buSzPts val="1050"/>
              <a:buChar char="–"/>
              <a:defRPr sz="1050"/>
            </a:lvl7pPr>
            <a:lvl8pPr indent="-295275" lvl="7" marL="3657600" algn="l">
              <a:lnSpc>
                <a:spcPct val="100000"/>
              </a:lnSpc>
              <a:spcBef>
                <a:spcPts val="225"/>
              </a:spcBef>
              <a:spcAft>
                <a:spcPts val="0"/>
              </a:spcAft>
              <a:buClr>
                <a:schemeClr val="dk1"/>
              </a:buClr>
              <a:buSzPts val="1050"/>
              <a:buChar char="–"/>
              <a:defRPr sz="1050"/>
            </a:lvl8pPr>
            <a:lvl9pPr indent="-295275" lvl="8" marL="4114800" algn="l">
              <a:lnSpc>
                <a:spcPct val="100000"/>
              </a:lnSpc>
              <a:spcBef>
                <a:spcPts val="225"/>
              </a:spcBef>
              <a:spcAft>
                <a:spcPts val="0"/>
              </a:spcAft>
              <a:buClr>
                <a:schemeClr val="dk1"/>
              </a:buClr>
              <a:buSzPts val="1050"/>
              <a:buChar char="–"/>
              <a:defRPr sz="105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am">
  <p:cSld name="1_Team">
    <p:spTree>
      <p:nvGrpSpPr>
        <p:cNvPr id="1092" name="Shape 1092"/>
        <p:cNvGrpSpPr/>
        <p:nvPr/>
      </p:nvGrpSpPr>
      <p:grpSpPr>
        <a:xfrm>
          <a:off x="0" y="0"/>
          <a:ext cx="0" cy="0"/>
          <a:chOff x="0" y="0"/>
          <a:chExt cx="0" cy="0"/>
        </a:xfrm>
      </p:grpSpPr>
      <p:sp>
        <p:nvSpPr>
          <p:cNvPr id="1093" name="Google Shape;1093;p86"/>
          <p:cNvSpPr/>
          <p:nvPr/>
        </p:nvSpPr>
        <p:spPr>
          <a:xfrm>
            <a:off x="5421232" y="1649651"/>
            <a:ext cx="3446162" cy="3877056"/>
          </a:xfrm>
          <a:prstGeom prst="rect">
            <a:avLst/>
          </a:prstGeom>
          <a:solidFill>
            <a:srgbClr val="ECECE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1094" name="Google Shape;1094;p86"/>
          <p:cNvSpPr/>
          <p:nvPr/>
        </p:nvSpPr>
        <p:spPr>
          <a:xfrm>
            <a:off x="904691" y="1645921"/>
            <a:ext cx="3446162" cy="388078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1095" name="Google Shape;1095;p86"/>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6" name="Google Shape;1096;p86"/>
          <p:cNvSpPr/>
          <p:nvPr>
            <p:ph idx="2" type="pic"/>
          </p:nvPr>
        </p:nvSpPr>
        <p:spPr>
          <a:xfrm>
            <a:off x="428625" y="2366010"/>
            <a:ext cx="1714500" cy="2286000"/>
          </a:xfrm>
          <a:prstGeom prst="rect">
            <a:avLst/>
          </a:prstGeom>
          <a:solidFill>
            <a:srgbClr val="D7E0E3"/>
          </a:solidFill>
          <a:ln>
            <a:noFill/>
          </a:ln>
        </p:spPr>
      </p:sp>
      <p:sp>
        <p:nvSpPr>
          <p:cNvPr id="1097" name="Google Shape;1097;p86"/>
          <p:cNvSpPr txBox="1"/>
          <p:nvPr>
            <p:ph idx="1" type="body"/>
          </p:nvPr>
        </p:nvSpPr>
        <p:spPr>
          <a:xfrm>
            <a:off x="2329731" y="2640330"/>
            <a:ext cx="1834515" cy="17373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solidFill>
                  <a:schemeClr val="dk1"/>
                </a:solidFill>
                <a:latin typeface="Arial"/>
                <a:ea typeface="Arial"/>
                <a:cs typeface="Arial"/>
                <a:sym typeface="Arial"/>
              </a:defRPr>
            </a:lvl1pPr>
            <a:lvl2pPr indent="-228600" lvl="1" marL="914400" algn="l">
              <a:lnSpc>
                <a:spcPct val="100000"/>
              </a:lnSpc>
              <a:spcBef>
                <a:spcPts val="450"/>
              </a:spcBef>
              <a:spcAft>
                <a:spcPts val="0"/>
              </a:spcAft>
              <a:buClr>
                <a:schemeClr val="dk1"/>
              </a:buClr>
              <a:buSzPts val="1050"/>
              <a:buNone/>
              <a:defRPr b="0" sz="1050">
                <a:solidFill>
                  <a:schemeClr val="dk1"/>
                </a:solidFill>
                <a:latin typeface="Arial"/>
                <a:ea typeface="Arial"/>
                <a:cs typeface="Arial"/>
                <a:sym typeface="Arial"/>
              </a:defRPr>
            </a:lvl2pPr>
            <a:lvl3pPr indent="-228600" lvl="2" marL="1371600" algn="l">
              <a:lnSpc>
                <a:spcPct val="100000"/>
              </a:lnSpc>
              <a:spcBef>
                <a:spcPts val="450"/>
              </a:spcBef>
              <a:spcAft>
                <a:spcPts val="0"/>
              </a:spcAft>
              <a:buClr>
                <a:schemeClr val="dk1"/>
              </a:buClr>
              <a:buSzPts val="1050"/>
              <a:buNone/>
              <a:defRPr sz="1050"/>
            </a:lvl3pPr>
            <a:lvl4pPr indent="-285750" lvl="3" marL="1828800" algn="l">
              <a:lnSpc>
                <a:spcPct val="100000"/>
              </a:lnSpc>
              <a:spcBef>
                <a:spcPts val="450"/>
              </a:spcBef>
              <a:spcAft>
                <a:spcPts val="0"/>
              </a:spcAft>
              <a:buClr>
                <a:schemeClr val="dk1"/>
              </a:buClr>
              <a:buSzPts val="900"/>
              <a:buFont typeface="Noto Sans Symbols"/>
              <a:buChar char="▪"/>
              <a:defRPr sz="900">
                <a:latin typeface="Arial"/>
                <a:ea typeface="Arial"/>
                <a:cs typeface="Arial"/>
                <a:sym typeface="Arial"/>
              </a:defRPr>
            </a:lvl4pPr>
            <a:lvl5pPr indent="-295275" lvl="4" marL="2286000" algn="l">
              <a:lnSpc>
                <a:spcPct val="100000"/>
              </a:lnSpc>
              <a:spcBef>
                <a:spcPts val="225"/>
              </a:spcBef>
              <a:spcAft>
                <a:spcPts val="0"/>
              </a:spcAft>
              <a:buClr>
                <a:schemeClr val="dk1"/>
              </a:buClr>
              <a:buSzPts val="1050"/>
              <a:buFont typeface="Noto Sans Symbols"/>
              <a:buChar char="▪"/>
              <a:defRPr sz="1050"/>
            </a:lvl5pPr>
            <a:lvl6pPr indent="-295275" lvl="5" marL="2743200" algn="l">
              <a:lnSpc>
                <a:spcPct val="100000"/>
              </a:lnSpc>
              <a:spcBef>
                <a:spcPts val="225"/>
              </a:spcBef>
              <a:spcAft>
                <a:spcPts val="0"/>
              </a:spcAft>
              <a:buClr>
                <a:schemeClr val="dk1"/>
              </a:buClr>
              <a:buSzPts val="1050"/>
              <a:buChar char="–"/>
              <a:defRPr sz="1050"/>
            </a:lvl6pPr>
            <a:lvl7pPr indent="-295275" lvl="6" marL="3200400" algn="l">
              <a:lnSpc>
                <a:spcPct val="100000"/>
              </a:lnSpc>
              <a:spcBef>
                <a:spcPts val="225"/>
              </a:spcBef>
              <a:spcAft>
                <a:spcPts val="0"/>
              </a:spcAft>
              <a:buClr>
                <a:schemeClr val="dk1"/>
              </a:buClr>
              <a:buSzPts val="1050"/>
              <a:buChar char="–"/>
              <a:defRPr sz="1050"/>
            </a:lvl7pPr>
            <a:lvl8pPr indent="-295275" lvl="7" marL="3657600" algn="l">
              <a:lnSpc>
                <a:spcPct val="100000"/>
              </a:lnSpc>
              <a:spcBef>
                <a:spcPts val="225"/>
              </a:spcBef>
              <a:spcAft>
                <a:spcPts val="0"/>
              </a:spcAft>
              <a:buClr>
                <a:schemeClr val="dk1"/>
              </a:buClr>
              <a:buSzPts val="1050"/>
              <a:buChar char="–"/>
              <a:defRPr sz="1050"/>
            </a:lvl8pPr>
            <a:lvl9pPr indent="-295275" lvl="8" marL="4114800" algn="l">
              <a:lnSpc>
                <a:spcPct val="100000"/>
              </a:lnSpc>
              <a:spcBef>
                <a:spcPts val="225"/>
              </a:spcBef>
              <a:spcAft>
                <a:spcPts val="0"/>
              </a:spcAft>
              <a:buClr>
                <a:schemeClr val="dk1"/>
              </a:buClr>
              <a:buSzPts val="1050"/>
              <a:buChar char="–"/>
              <a:defRPr sz="1050"/>
            </a:lvl9pPr>
          </a:lstStyle>
          <a:p/>
        </p:txBody>
      </p:sp>
      <p:sp>
        <p:nvSpPr>
          <p:cNvPr id="1098" name="Google Shape;1098;p86"/>
          <p:cNvSpPr/>
          <p:nvPr>
            <p:ph idx="3" type="pic"/>
          </p:nvPr>
        </p:nvSpPr>
        <p:spPr>
          <a:xfrm>
            <a:off x="4926332" y="2286000"/>
            <a:ext cx="1714500" cy="2286000"/>
          </a:xfrm>
          <a:prstGeom prst="rect">
            <a:avLst/>
          </a:prstGeom>
          <a:solidFill>
            <a:srgbClr val="D7E0E3"/>
          </a:solidFill>
          <a:ln>
            <a:noFill/>
          </a:ln>
        </p:spPr>
      </p:sp>
      <p:sp>
        <p:nvSpPr>
          <p:cNvPr id="1099" name="Google Shape;1099;p86"/>
          <p:cNvSpPr txBox="1"/>
          <p:nvPr>
            <p:ph idx="4" type="body"/>
          </p:nvPr>
        </p:nvSpPr>
        <p:spPr>
          <a:xfrm>
            <a:off x="6806565" y="2640330"/>
            <a:ext cx="1666494" cy="17373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450"/>
              </a:spcBef>
              <a:spcAft>
                <a:spcPts val="0"/>
              </a:spcAft>
              <a:buClr>
                <a:schemeClr val="dk1"/>
              </a:buClr>
              <a:buSzPts val="1200"/>
              <a:buFont typeface="Arial"/>
              <a:buNone/>
              <a:defRPr b="1" sz="1200">
                <a:solidFill>
                  <a:schemeClr val="dk1"/>
                </a:solidFill>
                <a:latin typeface="Arial"/>
                <a:ea typeface="Arial"/>
                <a:cs typeface="Arial"/>
                <a:sym typeface="Arial"/>
              </a:defRPr>
            </a:lvl1pPr>
            <a:lvl2pPr indent="-228600" lvl="1" marL="914400" algn="l">
              <a:lnSpc>
                <a:spcPct val="100000"/>
              </a:lnSpc>
              <a:spcBef>
                <a:spcPts val="450"/>
              </a:spcBef>
              <a:spcAft>
                <a:spcPts val="0"/>
              </a:spcAft>
              <a:buClr>
                <a:schemeClr val="dk1"/>
              </a:buClr>
              <a:buSzPts val="1050"/>
              <a:buNone/>
              <a:defRPr b="0" sz="1050">
                <a:solidFill>
                  <a:schemeClr val="dk1"/>
                </a:solidFill>
                <a:latin typeface="Arial"/>
                <a:ea typeface="Arial"/>
                <a:cs typeface="Arial"/>
                <a:sym typeface="Arial"/>
              </a:defRPr>
            </a:lvl2pPr>
            <a:lvl3pPr indent="-228600" lvl="2" marL="1371600" algn="l">
              <a:lnSpc>
                <a:spcPct val="100000"/>
              </a:lnSpc>
              <a:spcBef>
                <a:spcPts val="450"/>
              </a:spcBef>
              <a:spcAft>
                <a:spcPts val="0"/>
              </a:spcAft>
              <a:buClr>
                <a:schemeClr val="dk1"/>
              </a:buClr>
              <a:buSzPts val="1050"/>
              <a:buNone/>
              <a:defRPr sz="1050"/>
            </a:lvl3pPr>
            <a:lvl4pPr indent="-295275" lvl="3" marL="1828800"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indent="-295275" lvl="4" marL="2286000" algn="l">
              <a:lnSpc>
                <a:spcPct val="100000"/>
              </a:lnSpc>
              <a:spcBef>
                <a:spcPts val="225"/>
              </a:spcBef>
              <a:spcAft>
                <a:spcPts val="0"/>
              </a:spcAft>
              <a:buClr>
                <a:schemeClr val="dk1"/>
              </a:buClr>
              <a:buSzPts val="1050"/>
              <a:buChar char="–"/>
              <a:defRPr sz="1050"/>
            </a:lvl5pPr>
            <a:lvl6pPr indent="-295275" lvl="5" marL="2743200" algn="l">
              <a:lnSpc>
                <a:spcPct val="100000"/>
              </a:lnSpc>
              <a:spcBef>
                <a:spcPts val="225"/>
              </a:spcBef>
              <a:spcAft>
                <a:spcPts val="0"/>
              </a:spcAft>
              <a:buClr>
                <a:schemeClr val="dk1"/>
              </a:buClr>
              <a:buSzPts val="1050"/>
              <a:buChar char="–"/>
              <a:defRPr sz="1050"/>
            </a:lvl6pPr>
            <a:lvl7pPr indent="-295275" lvl="6" marL="3200400" algn="l">
              <a:lnSpc>
                <a:spcPct val="100000"/>
              </a:lnSpc>
              <a:spcBef>
                <a:spcPts val="225"/>
              </a:spcBef>
              <a:spcAft>
                <a:spcPts val="0"/>
              </a:spcAft>
              <a:buClr>
                <a:schemeClr val="dk1"/>
              </a:buClr>
              <a:buSzPts val="1050"/>
              <a:buChar char="–"/>
              <a:defRPr sz="1050"/>
            </a:lvl7pPr>
            <a:lvl8pPr indent="-295275" lvl="7" marL="3657600" algn="l">
              <a:lnSpc>
                <a:spcPct val="100000"/>
              </a:lnSpc>
              <a:spcBef>
                <a:spcPts val="225"/>
              </a:spcBef>
              <a:spcAft>
                <a:spcPts val="0"/>
              </a:spcAft>
              <a:buClr>
                <a:schemeClr val="dk1"/>
              </a:buClr>
              <a:buSzPts val="1050"/>
              <a:buChar char="–"/>
              <a:defRPr sz="1050"/>
            </a:lvl8pPr>
            <a:lvl9pPr indent="-295275" lvl="8" marL="4114800" algn="l">
              <a:lnSpc>
                <a:spcPct val="100000"/>
              </a:lnSpc>
              <a:spcBef>
                <a:spcPts val="225"/>
              </a:spcBef>
              <a:spcAft>
                <a:spcPts val="0"/>
              </a:spcAft>
              <a:buClr>
                <a:schemeClr val="dk1"/>
              </a:buClr>
              <a:buSzPts val="1050"/>
              <a:buChar char="–"/>
              <a:defRPr sz="105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ography">
  <p:cSld name="Biography">
    <p:bg>
      <p:bgPr>
        <a:blipFill>
          <a:blip r:embed="rId2">
            <a:alphaModFix/>
          </a:blip>
          <a:stretch>
            <a:fillRect/>
          </a:stretch>
        </a:blipFill>
      </p:bgPr>
    </p:bg>
    <p:spTree>
      <p:nvGrpSpPr>
        <p:cNvPr id="1100" name="Shape 1100"/>
        <p:cNvGrpSpPr/>
        <p:nvPr/>
      </p:nvGrpSpPr>
      <p:grpSpPr>
        <a:xfrm>
          <a:off x="0" y="0"/>
          <a:ext cx="0" cy="0"/>
          <a:chOff x="0" y="0"/>
          <a:chExt cx="0" cy="0"/>
        </a:xfrm>
      </p:grpSpPr>
      <p:sp>
        <p:nvSpPr>
          <p:cNvPr id="1101" name="Google Shape;1101;p87"/>
          <p:cNvSpPr txBox="1"/>
          <p:nvPr>
            <p:ph type="title"/>
          </p:nvPr>
        </p:nvSpPr>
        <p:spPr>
          <a:xfrm>
            <a:off x="274320" y="365760"/>
            <a:ext cx="61526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2" name="Google Shape;1102;p87"/>
          <p:cNvSpPr txBox="1"/>
          <p:nvPr>
            <p:ph idx="1" type="body"/>
          </p:nvPr>
        </p:nvSpPr>
        <p:spPr>
          <a:xfrm>
            <a:off x="273843" y="1828800"/>
            <a:ext cx="1975104" cy="42519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450"/>
              </a:spcBef>
              <a:spcAft>
                <a:spcPts val="0"/>
              </a:spcAft>
              <a:buClr>
                <a:schemeClr val="dk1"/>
              </a:buClr>
              <a:buSzPts val="1050"/>
              <a:buFont typeface="Arial"/>
              <a:buNone/>
              <a:defRPr b="1" sz="1050">
                <a:solidFill>
                  <a:schemeClr val="dk1"/>
                </a:solidFill>
                <a:latin typeface="Arial"/>
                <a:ea typeface="Arial"/>
                <a:cs typeface="Arial"/>
                <a:sym typeface="Arial"/>
              </a:defRPr>
            </a:lvl2pPr>
            <a:lvl3pPr indent="-228600" lvl="2" marL="1371600" algn="l">
              <a:lnSpc>
                <a:spcPct val="100000"/>
              </a:lnSpc>
              <a:spcBef>
                <a:spcPts val="450"/>
              </a:spcBef>
              <a:spcAft>
                <a:spcPts val="0"/>
              </a:spcAft>
              <a:buClr>
                <a:schemeClr val="dk1"/>
              </a:buClr>
              <a:buSzPts val="1050"/>
              <a:buFont typeface="Arial"/>
              <a:buNone/>
              <a:defRPr sz="1050">
                <a:latin typeface="Arial"/>
                <a:ea typeface="Arial"/>
                <a:cs typeface="Arial"/>
                <a:sym typeface="Arial"/>
              </a:defRPr>
            </a:lvl3pPr>
            <a:lvl4pPr indent="-295275" lvl="3" marL="1828800"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indent="-295275" lvl="4" marL="2286000" algn="l">
              <a:lnSpc>
                <a:spcPct val="100000"/>
              </a:lnSpc>
              <a:spcBef>
                <a:spcPts val="225"/>
              </a:spcBef>
              <a:spcAft>
                <a:spcPts val="0"/>
              </a:spcAft>
              <a:buClr>
                <a:schemeClr val="dk1"/>
              </a:buClr>
              <a:buSzPts val="1050"/>
              <a:buChar char="–"/>
              <a:defRPr sz="1050">
                <a:latin typeface="Arial"/>
                <a:ea typeface="Arial"/>
                <a:cs typeface="Arial"/>
                <a:sym typeface="Arial"/>
              </a:defRPr>
            </a:lvl5pPr>
            <a:lvl6pPr indent="-295275" lvl="5" marL="2743200" algn="l">
              <a:lnSpc>
                <a:spcPct val="100000"/>
              </a:lnSpc>
              <a:spcBef>
                <a:spcPts val="225"/>
              </a:spcBef>
              <a:spcAft>
                <a:spcPts val="0"/>
              </a:spcAft>
              <a:buClr>
                <a:schemeClr val="dk1"/>
              </a:buClr>
              <a:buSzPts val="1050"/>
              <a:buChar char="–"/>
              <a:defRPr sz="1050">
                <a:latin typeface="Arial"/>
                <a:ea typeface="Arial"/>
                <a:cs typeface="Arial"/>
                <a:sym typeface="Arial"/>
              </a:defRPr>
            </a:lvl6pPr>
            <a:lvl7pPr indent="-295275" lvl="6" marL="3200400" algn="l">
              <a:lnSpc>
                <a:spcPct val="100000"/>
              </a:lnSpc>
              <a:spcBef>
                <a:spcPts val="225"/>
              </a:spcBef>
              <a:spcAft>
                <a:spcPts val="0"/>
              </a:spcAft>
              <a:buClr>
                <a:schemeClr val="dk1"/>
              </a:buClr>
              <a:buSzPts val="1050"/>
              <a:buChar char="–"/>
              <a:defRPr sz="1050">
                <a:latin typeface="Arial"/>
                <a:ea typeface="Arial"/>
                <a:cs typeface="Arial"/>
                <a:sym typeface="Arial"/>
              </a:defRPr>
            </a:lvl7pPr>
            <a:lvl8pPr indent="-295275" lvl="7" marL="3657600" algn="l">
              <a:lnSpc>
                <a:spcPct val="100000"/>
              </a:lnSpc>
              <a:spcBef>
                <a:spcPts val="225"/>
              </a:spcBef>
              <a:spcAft>
                <a:spcPts val="0"/>
              </a:spcAft>
              <a:buClr>
                <a:schemeClr val="dk1"/>
              </a:buClr>
              <a:buSzPts val="1050"/>
              <a:buChar char="–"/>
              <a:defRPr sz="1050">
                <a:latin typeface="Arial"/>
                <a:ea typeface="Arial"/>
                <a:cs typeface="Arial"/>
                <a:sym typeface="Arial"/>
              </a:defRPr>
            </a:lvl8pPr>
            <a:lvl9pPr indent="-295275" lvl="8" marL="4114800" algn="l">
              <a:lnSpc>
                <a:spcPct val="100000"/>
              </a:lnSpc>
              <a:spcBef>
                <a:spcPts val="225"/>
              </a:spcBef>
              <a:spcAft>
                <a:spcPts val="0"/>
              </a:spcAft>
              <a:buClr>
                <a:schemeClr val="dk1"/>
              </a:buClr>
              <a:buSzPts val="1050"/>
              <a:buChar char="–"/>
              <a:defRPr sz="1050">
                <a:latin typeface="Arial"/>
                <a:ea typeface="Arial"/>
                <a:cs typeface="Arial"/>
                <a:sym typeface="Arial"/>
              </a:defRPr>
            </a:lvl9pPr>
          </a:lstStyle>
          <a:p/>
        </p:txBody>
      </p:sp>
      <p:sp>
        <p:nvSpPr>
          <p:cNvPr id="1103" name="Google Shape;1103;p87"/>
          <p:cNvSpPr txBox="1"/>
          <p:nvPr>
            <p:ph idx="2" type="body"/>
          </p:nvPr>
        </p:nvSpPr>
        <p:spPr>
          <a:xfrm>
            <a:off x="2481263" y="1828800"/>
            <a:ext cx="2969514" cy="42519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450"/>
              </a:spcBef>
              <a:spcAft>
                <a:spcPts val="0"/>
              </a:spcAft>
              <a:buClr>
                <a:schemeClr val="dk1"/>
              </a:buClr>
              <a:buSzPts val="1050"/>
              <a:buFont typeface="Arial"/>
              <a:buNone/>
              <a:defRPr b="1" sz="1050">
                <a:solidFill>
                  <a:schemeClr val="dk1"/>
                </a:solidFill>
                <a:latin typeface="Arial"/>
                <a:ea typeface="Arial"/>
                <a:cs typeface="Arial"/>
                <a:sym typeface="Arial"/>
              </a:defRPr>
            </a:lvl2pPr>
            <a:lvl3pPr indent="-228600" lvl="2" marL="1371600" algn="l">
              <a:lnSpc>
                <a:spcPct val="100000"/>
              </a:lnSpc>
              <a:spcBef>
                <a:spcPts val="450"/>
              </a:spcBef>
              <a:spcAft>
                <a:spcPts val="0"/>
              </a:spcAft>
              <a:buClr>
                <a:schemeClr val="dk1"/>
              </a:buClr>
              <a:buSzPts val="1050"/>
              <a:buFont typeface="Arial"/>
              <a:buNone/>
              <a:defRPr sz="1050">
                <a:latin typeface="Arial"/>
                <a:ea typeface="Arial"/>
                <a:cs typeface="Arial"/>
                <a:sym typeface="Arial"/>
              </a:defRPr>
            </a:lvl3pPr>
            <a:lvl4pPr indent="-295275" lvl="3" marL="1828800"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indent="-295275" lvl="4" marL="2286000" algn="l">
              <a:lnSpc>
                <a:spcPct val="100000"/>
              </a:lnSpc>
              <a:spcBef>
                <a:spcPts val="225"/>
              </a:spcBef>
              <a:spcAft>
                <a:spcPts val="0"/>
              </a:spcAft>
              <a:buClr>
                <a:schemeClr val="dk1"/>
              </a:buClr>
              <a:buSzPts val="1050"/>
              <a:buChar char="–"/>
              <a:defRPr sz="1050">
                <a:latin typeface="Arial"/>
                <a:ea typeface="Arial"/>
                <a:cs typeface="Arial"/>
                <a:sym typeface="Arial"/>
              </a:defRPr>
            </a:lvl5pPr>
            <a:lvl6pPr indent="-295275" lvl="5" marL="2743200" algn="l">
              <a:lnSpc>
                <a:spcPct val="100000"/>
              </a:lnSpc>
              <a:spcBef>
                <a:spcPts val="225"/>
              </a:spcBef>
              <a:spcAft>
                <a:spcPts val="0"/>
              </a:spcAft>
              <a:buClr>
                <a:schemeClr val="dk1"/>
              </a:buClr>
              <a:buSzPts val="1050"/>
              <a:buChar char="–"/>
              <a:defRPr sz="1050">
                <a:latin typeface="Arial"/>
                <a:ea typeface="Arial"/>
                <a:cs typeface="Arial"/>
                <a:sym typeface="Arial"/>
              </a:defRPr>
            </a:lvl6pPr>
            <a:lvl7pPr indent="-295275" lvl="6" marL="3200400" algn="l">
              <a:lnSpc>
                <a:spcPct val="100000"/>
              </a:lnSpc>
              <a:spcBef>
                <a:spcPts val="225"/>
              </a:spcBef>
              <a:spcAft>
                <a:spcPts val="0"/>
              </a:spcAft>
              <a:buClr>
                <a:schemeClr val="dk1"/>
              </a:buClr>
              <a:buSzPts val="1050"/>
              <a:buChar char="–"/>
              <a:defRPr sz="1050">
                <a:latin typeface="Arial"/>
                <a:ea typeface="Arial"/>
                <a:cs typeface="Arial"/>
                <a:sym typeface="Arial"/>
              </a:defRPr>
            </a:lvl7pPr>
            <a:lvl8pPr indent="-295275" lvl="7" marL="3657600" algn="l">
              <a:lnSpc>
                <a:spcPct val="100000"/>
              </a:lnSpc>
              <a:spcBef>
                <a:spcPts val="225"/>
              </a:spcBef>
              <a:spcAft>
                <a:spcPts val="0"/>
              </a:spcAft>
              <a:buClr>
                <a:schemeClr val="dk1"/>
              </a:buClr>
              <a:buSzPts val="1050"/>
              <a:buChar char="–"/>
              <a:defRPr sz="1050">
                <a:latin typeface="Arial"/>
                <a:ea typeface="Arial"/>
                <a:cs typeface="Arial"/>
                <a:sym typeface="Arial"/>
              </a:defRPr>
            </a:lvl8pPr>
            <a:lvl9pPr indent="-295275" lvl="8" marL="4114800" algn="l">
              <a:lnSpc>
                <a:spcPct val="100000"/>
              </a:lnSpc>
              <a:spcBef>
                <a:spcPts val="225"/>
              </a:spcBef>
              <a:spcAft>
                <a:spcPts val="0"/>
              </a:spcAft>
              <a:buClr>
                <a:schemeClr val="dk1"/>
              </a:buClr>
              <a:buSzPts val="1050"/>
              <a:buChar char="–"/>
              <a:defRPr sz="1050">
                <a:latin typeface="Arial"/>
                <a:ea typeface="Arial"/>
                <a:cs typeface="Arial"/>
                <a:sym typeface="Arial"/>
              </a:defRPr>
            </a:lvl9pPr>
          </a:lstStyle>
          <a:p/>
        </p:txBody>
      </p:sp>
      <p:sp>
        <p:nvSpPr>
          <p:cNvPr id="1104" name="Google Shape;1104;p87"/>
          <p:cNvSpPr/>
          <p:nvPr>
            <p:ph idx="3" type="pic"/>
          </p:nvPr>
        </p:nvSpPr>
        <p:spPr>
          <a:xfrm>
            <a:off x="5678424" y="1828797"/>
            <a:ext cx="3188970" cy="4251960"/>
          </a:xfrm>
          <a:prstGeom prst="rect">
            <a:avLst/>
          </a:prstGeom>
          <a:solidFill>
            <a:srgbClr val="D7E0E3"/>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4768">
          <p15:clr>
            <a:srgbClr val="FBAE40"/>
          </p15:clr>
        </p15:guide>
        <p15:guide id="2" pos="4580">
          <p15:clr>
            <a:srgbClr val="FBAE40"/>
          </p15:clr>
        </p15:guide>
        <p15:guide id="3" orient="horz" pos="1152">
          <p15:clr>
            <a:srgbClr val="FBAE40"/>
          </p15:clr>
        </p15:guide>
        <p15:guide id="4" orient="horz" pos="3832">
          <p15:clr>
            <a:srgbClr val="FBAE40"/>
          </p15:clr>
        </p15:guide>
        <p15:guide id="5" pos="1890">
          <p15:clr>
            <a:srgbClr val="FBAE40"/>
          </p15:clr>
        </p15:guide>
        <p15:guide id="6" pos="2084">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Sand">
  <p:cSld name="Section Header - Sand">
    <p:bg>
      <p:bgPr>
        <a:solidFill>
          <a:schemeClr val="lt1"/>
        </a:solidFill>
      </p:bgPr>
    </p:bg>
    <p:spTree>
      <p:nvGrpSpPr>
        <p:cNvPr id="1105" name="Shape 1105"/>
        <p:cNvGrpSpPr/>
        <p:nvPr/>
      </p:nvGrpSpPr>
      <p:grpSpPr>
        <a:xfrm>
          <a:off x="0" y="0"/>
          <a:ext cx="0" cy="0"/>
          <a:chOff x="0" y="0"/>
          <a:chExt cx="0" cy="0"/>
        </a:xfrm>
      </p:grpSpPr>
      <p:sp>
        <p:nvSpPr>
          <p:cNvPr id="1106" name="Google Shape;1106;p88"/>
          <p:cNvSpPr/>
          <p:nvPr/>
        </p:nvSpPr>
        <p:spPr>
          <a:xfrm>
            <a:off x="569214" y="365125"/>
            <a:ext cx="8298180" cy="5810885"/>
          </a:xfrm>
          <a:prstGeom prst="rect">
            <a:avLst/>
          </a:prstGeom>
          <a:solidFill>
            <a:srgbClr val="ECECE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dk1"/>
              </a:solidFill>
              <a:latin typeface="Arial"/>
              <a:ea typeface="Arial"/>
              <a:cs typeface="Arial"/>
              <a:sym typeface="Arial"/>
            </a:endParaRPr>
          </a:p>
        </p:txBody>
      </p:sp>
      <p:sp>
        <p:nvSpPr>
          <p:cNvPr id="1107" name="Google Shape;1107;p88"/>
          <p:cNvSpPr txBox="1"/>
          <p:nvPr>
            <p:ph type="title"/>
          </p:nvPr>
        </p:nvSpPr>
        <p:spPr>
          <a:xfrm>
            <a:off x="843534" y="731520"/>
            <a:ext cx="6377940" cy="210312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8" name="Google Shape;1108;p88"/>
          <p:cNvSpPr txBox="1"/>
          <p:nvPr>
            <p:ph idx="1" type="body"/>
          </p:nvPr>
        </p:nvSpPr>
        <p:spPr>
          <a:xfrm>
            <a:off x="843534" y="2971799"/>
            <a:ext cx="6378893" cy="3111501"/>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42900" lvl="1" marL="914400" algn="l">
              <a:lnSpc>
                <a:spcPct val="100000"/>
              </a:lnSpc>
              <a:spcBef>
                <a:spcPts val="225"/>
              </a:spcBef>
              <a:spcAft>
                <a:spcPts val="0"/>
              </a:spcAft>
              <a:buClr>
                <a:schemeClr val="dk1"/>
              </a:buClr>
              <a:buSzPts val="1800"/>
              <a:buChar char="–"/>
              <a:defRPr/>
            </a:lvl2pPr>
            <a:lvl3pPr indent="-342900" lvl="2" marL="1371600" algn="l">
              <a:lnSpc>
                <a:spcPct val="100000"/>
              </a:lnSpc>
              <a:spcBef>
                <a:spcPts val="225"/>
              </a:spcBef>
              <a:spcAft>
                <a:spcPts val="0"/>
              </a:spcAft>
              <a:buClr>
                <a:schemeClr val="dk1"/>
              </a:buClr>
              <a:buSzPts val="1800"/>
              <a:buChar char="–"/>
              <a:defRPr/>
            </a:lvl3pPr>
            <a:lvl4pPr indent="-342900" lvl="3" marL="1828800" algn="l">
              <a:lnSpc>
                <a:spcPct val="100000"/>
              </a:lnSpc>
              <a:spcBef>
                <a:spcPts val="225"/>
              </a:spcBef>
              <a:spcAft>
                <a:spcPts val="0"/>
              </a:spcAft>
              <a:buClr>
                <a:schemeClr val="dk1"/>
              </a:buClr>
              <a:buSzPts val="1800"/>
              <a:buChar char="–"/>
              <a:defRPr/>
            </a:lvl4pPr>
            <a:lvl5pPr indent="-342900" lvl="4" marL="2286000" algn="l">
              <a:lnSpc>
                <a:spcPct val="100000"/>
              </a:lnSpc>
              <a:spcBef>
                <a:spcPts val="225"/>
              </a:spcBef>
              <a:spcAft>
                <a:spcPts val="0"/>
              </a:spcAft>
              <a:buClr>
                <a:schemeClr val="dk1"/>
              </a:buClr>
              <a:buSzPts val="1800"/>
              <a:buChar char="–"/>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6066">
          <p15:clr>
            <a:srgbClr val="FBAE40"/>
          </p15:clr>
        </p15:guide>
        <p15:guide id="2" orient="horz" pos="3832">
          <p15:clr>
            <a:srgbClr val="FBAE40"/>
          </p15:clr>
        </p15:guide>
        <p15:guide id="3" orient="horz" pos="4148">
          <p15:clr>
            <a:srgbClr val="FBAE40"/>
          </p15:clr>
        </p15:guide>
        <p15:guide id="4" pos="708">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Teal">
  <p:cSld name="Section Header Dark Teal">
    <p:bg>
      <p:bgPr>
        <a:solidFill>
          <a:srgbClr val="006E74"/>
        </a:solidFill>
      </p:bgPr>
    </p:bg>
    <p:spTree>
      <p:nvGrpSpPr>
        <p:cNvPr id="1109" name="Shape 1109"/>
        <p:cNvGrpSpPr/>
        <p:nvPr/>
      </p:nvGrpSpPr>
      <p:grpSpPr>
        <a:xfrm>
          <a:off x="0" y="0"/>
          <a:ext cx="0" cy="0"/>
          <a:chOff x="0" y="0"/>
          <a:chExt cx="0" cy="0"/>
        </a:xfrm>
      </p:grpSpPr>
      <p:sp>
        <p:nvSpPr>
          <p:cNvPr id="1110" name="Google Shape;1110;p89"/>
          <p:cNvSpPr txBox="1"/>
          <p:nvPr>
            <p:ph type="title"/>
          </p:nvPr>
        </p:nvSpPr>
        <p:spPr>
          <a:xfrm>
            <a:off x="274320" y="1737360"/>
            <a:ext cx="6377940" cy="210312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1" name="Google Shape;1111;p89"/>
          <p:cNvSpPr txBox="1"/>
          <p:nvPr>
            <p:ph idx="1" type="body"/>
          </p:nvPr>
        </p:nvSpPr>
        <p:spPr>
          <a:xfrm>
            <a:off x="274320" y="4114800"/>
            <a:ext cx="6378893" cy="19685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lt1"/>
              </a:buClr>
              <a:buSzPts val="1350"/>
              <a:buChar char="•"/>
              <a:defRPr>
                <a:latin typeface="Arial"/>
                <a:ea typeface="Arial"/>
                <a:cs typeface="Arial"/>
                <a:sym typeface="Arial"/>
              </a:defRPr>
            </a:lvl1pPr>
            <a:lvl2pPr indent="-342900" lvl="1" marL="914400" algn="l">
              <a:lnSpc>
                <a:spcPct val="100000"/>
              </a:lnSpc>
              <a:spcBef>
                <a:spcPts val="225"/>
              </a:spcBef>
              <a:spcAft>
                <a:spcPts val="0"/>
              </a:spcAft>
              <a:buClr>
                <a:schemeClr val="lt1"/>
              </a:buClr>
              <a:buSzPts val="1800"/>
              <a:buChar char="–"/>
              <a:defRPr/>
            </a:lvl2pPr>
            <a:lvl3pPr indent="-342900" lvl="2" marL="1371600" algn="l">
              <a:lnSpc>
                <a:spcPct val="100000"/>
              </a:lnSpc>
              <a:spcBef>
                <a:spcPts val="225"/>
              </a:spcBef>
              <a:spcAft>
                <a:spcPts val="0"/>
              </a:spcAft>
              <a:buClr>
                <a:schemeClr val="lt1"/>
              </a:buClr>
              <a:buSzPts val="1800"/>
              <a:buChar char="–"/>
              <a:defRPr/>
            </a:lvl3pPr>
            <a:lvl4pPr indent="-342900" lvl="3" marL="1828800" algn="l">
              <a:lnSpc>
                <a:spcPct val="100000"/>
              </a:lnSpc>
              <a:spcBef>
                <a:spcPts val="225"/>
              </a:spcBef>
              <a:spcAft>
                <a:spcPts val="0"/>
              </a:spcAft>
              <a:buClr>
                <a:schemeClr val="lt1"/>
              </a:buClr>
              <a:buSzPts val="1800"/>
              <a:buChar char="–"/>
              <a:defRPr/>
            </a:lvl4pPr>
            <a:lvl5pPr indent="-342900" lvl="4" marL="2286000" algn="l">
              <a:lnSpc>
                <a:spcPct val="100000"/>
              </a:lnSpc>
              <a:spcBef>
                <a:spcPts val="225"/>
              </a:spcBef>
              <a:spcAft>
                <a:spcPts val="0"/>
              </a:spcAft>
              <a:buClr>
                <a:schemeClr val="lt1"/>
              </a:buClr>
              <a:buSzPts val="1800"/>
              <a:buChar char="–"/>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5588">
          <p15:clr>
            <a:srgbClr val="FBAE40"/>
          </p15:clr>
        </p15:guide>
        <p15:guide id="2" orient="horz" pos="3832">
          <p15:clr>
            <a:srgbClr val="FBAE40"/>
          </p15:clr>
        </p15:guide>
        <p15:guide id="3" orient="horz" pos="4148">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ight Teal">
  <p:cSld name="Section Header Light Teal">
    <p:bg>
      <p:bgPr>
        <a:solidFill>
          <a:schemeClr val="accent1"/>
        </a:solidFill>
      </p:bgPr>
    </p:bg>
    <p:spTree>
      <p:nvGrpSpPr>
        <p:cNvPr id="1112" name="Shape 1112"/>
        <p:cNvGrpSpPr/>
        <p:nvPr/>
      </p:nvGrpSpPr>
      <p:grpSpPr>
        <a:xfrm>
          <a:off x="0" y="0"/>
          <a:ext cx="0" cy="0"/>
          <a:chOff x="0" y="0"/>
          <a:chExt cx="0" cy="0"/>
        </a:xfrm>
      </p:grpSpPr>
      <p:sp>
        <p:nvSpPr>
          <p:cNvPr id="1113" name="Google Shape;1113;p90"/>
          <p:cNvSpPr txBox="1"/>
          <p:nvPr>
            <p:ph type="title"/>
          </p:nvPr>
        </p:nvSpPr>
        <p:spPr>
          <a:xfrm>
            <a:off x="274320" y="1737360"/>
            <a:ext cx="6377940" cy="210312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4" name="Google Shape;1114;p90"/>
          <p:cNvSpPr txBox="1"/>
          <p:nvPr>
            <p:ph idx="1" type="body"/>
          </p:nvPr>
        </p:nvSpPr>
        <p:spPr>
          <a:xfrm>
            <a:off x="274320" y="4114800"/>
            <a:ext cx="6378893" cy="19685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lt1"/>
              </a:buClr>
              <a:buSzPts val="1350"/>
              <a:buChar char="•"/>
              <a:defRPr>
                <a:latin typeface="Arial"/>
                <a:ea typeface="Arial"/>
                <a:cs typeface="Arial"/>
                <a:sym typeface="Arial"/>
              </a:defRPr>
            </a:lvl1pPr>
            <a:lvl2pPr indent="-342900" lvl="1" marL="914400" algn="l">
              <a:lnSpc>
                <a:spcPct val="100000"/>
              </a:lnSpc>
              <a:spcBef>
                <a:spcPts val="225"/>
              </a:spcBef>
              <a:spcAft>
                <a:spcPts val="0"/>
              </a:spcAft>
              <a:buClr>
                <a:schemeClr val="lt1"/>
              </a:buClr>
              <a:buSzPts val="1800"/>
              <a:buChar char="–"/>
              <a:defRPr/>
            </a:lvl2pPr>
            <a:lvl3pPr indent="-342900" lvl="2" marL="1371600" algn="l">
              <a:lnSpc>
                <a:spcPct val="100000"/>
              </a:lnSpc>
              <a:spcBef>
                <a:spcPts val="225"/>
              </a:spcBef>
              <a:spcAft>
                <a:spcPts val="0"/>
              </a:spcAft>
              <a:buClr>
                <a:schemeClr val="lt1"/>
              </a:buClr>
              <a:buSzPts val="1800"/>
              <a:buChar char="–"/>
              <a:defRPr/>
            </a:lvl3pPr>
            <a:lvl4pPr indent="-342900" lvl="3" marL="1828800" algn="l">
              <a:lnSpc>
                <a:spcPct val="100000"/>
              </a:lnSpc>
              <a:spcBef>
                <a:spcPts val="225"/>
              </a:spcBef>
              <a:spcAft>
                <a:spcPts val="0"/>
              </a:spcAft>
              <a:buClr>
                <a:schemeClr val="lt1"/>
              </a:buClr>
              <a:buSzPts val="1800"/>
              <a:buChar char="–"/>
              <a:defRPr/>
            </a:lvl4pPr>
            <a:lvl5pPr indent="-342900" lvl="4" marL="2286000" algn="l">
              <a:lnSpc>
                <a:spcPct val="100000"/>
              </a:lnSpc>
              <a:spcBef>
                <a:spcPts val="225"/>
              </a:spcBef>
              <a:spcAft>
                <a:spcPts val="0"/>
              </a:spcAft>
              <a:buClr>
                <a:schemeClr val="lt1"/>
              </a:buClr>
              <a:buSzPts val="1800"/>
              <a:buChar char="–"/>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5588">
          <p15:clr>
            <a:srgbClr val="FBAE40"/>
          </p15:clr>
        </p15:guide>
        <p15:guide id="2" orient="horz" pos="3832">
          <p15:clr>
            <a:srgbClr val="FBAE40"/>
          </p15:clr>
        </p15:guide>
        <p15:guide id="3" orient="horz" pos="4148">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Black">
  <p:cSld name="Section Header Black">
    <p:bg>
      <p:bgPr>
        <a:solidFill>
          <a:schemeClr val="dk1"/>
        </a:solidFill>
      </p:bgPr>
    </p:bg>
    <p:spTree>
      <p:nvGrpSpPr>
        <p:cNvPr id="1115" name="Shape 1115"/>
        <p:cNvGrpSpPr/>
        <p:nvPr/>
      </p:nvGrpSpPr>
      <p:grpSpPr>
        <a:xfrm>
          <a:off x="0" y="0"/>
          <a:ext cx="0" cy="0"/>
          <a:chOff x="0" y="0"/>
          <a:chExt cx="0" cy="0"/>
        </a:xfrm>
      </p:grpSpPr>
      <p:sp>
        <p:nvSpPr>
          <p:cNvPr id="1116" name="Google Shape;1116;p91"/>
          <p:cNvSpPr txBox="1"/>
          <p:nvPr>
            <p:ph type="title"/>
          </p:nvPr>
        </p:nvSpPr>
        <p:spPr>
          <a:xfrm>
            <a:off x="274320" y="1737360"/>
            <a:ext cx="6377940" cy="210312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7" name="Google Shape;1117;p91"/>
          <p:cNvSpPr txBox="1"/>
          <p:nvPr>
            <p:ph idx="1" type="body"/>
          </p:nvPr>
        </p:nvSpPr>
        <p:spPr>
          <a:xfrm>
            <a:off x="274320" y="4114800"/>
            <a:ext cx="6378893" cy="19685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lt1"/>
              </a:buClr>
              <a:buSzPts val="1350"/>
              <a:buChar char="•"/>
              <a:defRPr>
                <a:latin typeface="Arial"/>
                <a:ea typeface="Arial"/>
                <a:cs typeface="Arial"/>
                <a:sym typeface="Arial"/>
              </a:defRPr>
            </a:lvl1pPr>
            <a:lvl2pPr indent="-342900" lvl="1" marL="914400" algn="l">
              <a:lnSpc>
                <a:spcPct val="100000"/>
              </a:lnSpc>
              <a:spcBef>
                <a:spcPts val="225"/>
              </a:spcBef>
              <a:spcAft>
                <a:spcPts val="0"/>
              </a:spcAft>
              <a:buClr>
                <a:schemeClr val="lt1"/>
              </a:buClr>
              <a:buSzPts val="1800"/>
              <a:buChar char="–"/>
              <a:defRPr/>
            </a:lvl2pPr>
            <a:lvl3pPr indent="-342900" lvl="2" marL="1371600" algn="l">
              <a:lnSpc>
                <a:spcPct val="100000"/>
              </a:lnSpc>
              <a:spcBef>
                <a:spcPts val="225"/>
              </a:spcBef>
              <a:spcAft>
                <a:spcPts val="0"/>
              </a:spcAft>
              <a:buClr>
                <a:schemeClr val="lt1"/>
              </a:buClr>
              <a:buSzPts val="1800"/>
              <a:buChar char="–"/>
              <a:defRPr/>
            </a:lvl3pPr>
            <a:lvl4pPr indent="-342900" lvl="3" marL="1828800" algn="l">
              <a:lnSpc>
                <a:spcPct val="100000"/>
              </a:lnSpc>
              <a:spcBef>
                <a:spcPts val="225"/>
              </a:spcBef>
              <a:spcAft>
                <a:spcPts val="0"/>
              </a:spcAft>
              <a:buClr>
                <a:schemeClr val="lt1"/>
              </a:buClr>
              <a:buSzPts val="1800"/>
              <a:buChar char="–"/>
              <a:defRPr/>
            </a:lvl4pPr>
            <a:lvl5pPr indent="-342900" lvl="4" marL="2286000" algn="l">
              <a:lnSpc>
                <a:spcPct val="100000"/>
              </a:lnSpc>
              <a:spcBef>
                <a:spcPts val="225"/>
              </a:spcBef>
              <a:spcAft>
                <a:spcPts val="0"/>
              </a:spcAft>
              <a:buClr>
                <a:schemeClr val="lt1"/>
              </a:buClr>
              <a:buSzPts val="1800"/>
              <a:buChar char="–"/>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5588">
          <p15:clr>
            <a:srgbClr val="FBAE40"/>
          </p15:clr>
        </p15:guide>
        <p15:guide id="2" orient="horz" pos="3832">
          <p15:clr>
            <a:srgbClr val="FBAE40"/>
          </p15:clr>
        </p15:guide>
        <p15:guide id="3" orient="horz" pos="4148">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Number">
  <p:cSld name="Section Header - Number">
    <p:bg>
      <p:bgPr>
        <a:solidFill>
          <a:srgbClr val="006E74"/>
        </a:solidFill>
      </p:bgPr>
    </p:bg>
    <p:spTree>
      <p:nvGrpSpPr>
        <p:cNvPr id="1118" name="Shape 1118"/>
        <p:cNvGrpSpPr/>
        <p:nvPr/>
      </p:nvGrpSpPr>
      <p:grpSpPr>
        <a:xfrm>
          <a:off x="0" y="0"/>
          <a:ext cx="0" cy="0"/>
          <a:chOff x="0" y="0"/>
          <a:chExt cx="0" cy="0"/>
        </a:xfrm>
      </p:grpSpPr>
      <p:sp>
        <p:nvSpPr>
          <p:cNvPr id="1119" name="Google Shape;1119;p92"/>
          <p:cNvSpPr txBox="1"/>
          <p:nvPr>
            <p:ph idx="1" type="body"/>
          </p:nvPr>
        </p:nvSpPr>
        <p:spPr>
          <a:xfrm>
            <a:off x="274319" y="2514600"/>
            <a:ext cx="960120" cy="3568700"/>
          </a:xfrm>
          <a:prstGeom prst="rect">
            <a:avLst/>
          </a:prstGeom>
          <a:noFill/>
          <a:ln>
            <a:noFill/>
          </a:ln>
        </p:spPr>
        <p:txBody>
          <a:bodyPr anchorCtr="0" anchor="t" bIns="0" lIns="0" spcFirstLastPara="1" rIns="0" wrap="square" tIns="0">
            <a:noAutofit/>
          </a:bodyPr>
          <a:lstStyle>
            <a:lvl1pPr indent="-228600" lvl="0" marL="457200" algn="r">
              <a:lnSpc>
                <a:spcPct val="85000"/>
              </a:lnSpc>
              <a:spcBef>
                <a:spcPts val="0"/>
              </a:spcBef>
              <a:spcAft>
                <a:spcPts val="0"/>
              </a:spcAft>
              <a:buClr>
                <a:schemeClr val="lt1"/>
              </a:buClr>
              <a:buSzPts val="5400"/>
              <a:buFont typeface="Arial"/>
              <a:buNone/>
              <a:defRPr sz="5400">
                <a:latin typeface="Arial"/>
                <a:ea typeface="Arial"/>
                <a:cs typeface="Arial"/>
                <a:sym typeface="Arial"/>
              </a:defRPr>
            </a:lvl1pPr>
            <a:lvl2pPr indent="-228600" lvl="1" marL="914400" algn="r">
              <a:lnSpc>
                <a:spcPct val="85000"/>
              </a:lnSpc>
              <a:spcBef>
                <a:spcPts val="0"/>
              </a:spcBef>
              <a:spcAft>
                <a:spcPts val="0"/>
              </a:spcAft>
              <a:buClr>
                <a:schemeClr val="lt1"/>
              </a:buClr>
              <a:buSzPts val="5400"/>
              <a:buFont typeface="Arial"/>
              <a:buNone/>
              <a:defRPr sz="5400"/>
            </a:lvl2pPr>
            <a:lvl3pPr indent="-228600" lvl="2" marL="1371600" algn="r">
              <a:lnSpc>
                <a:spcPct val="85000"/>
              </a:lnSpc>
              <a:spcBef>
                <a:spcPts val="0"/>
              </a:spcBef>
              <a:spcAft>
                <a:spcPts val="0"/>
              </a:spcAft>
              <a:buClr>
                <a:schemeClr val="lt1"/>
              </a:buClr>
              <a:buSzPts val="5400"/>
              <a:buFont typeface="Arial"/>
              <a:buNone/>
              <a:defRPr sz="5400"/>
            </a:lvl3pPr>
            <a:lvl4pPr indent="-228600" lvl="3" marL="1828800" algn="r">
              <a:lnSpc>
                <a:spcPct val="85000"/>
              </a:lnSpc>
              <a:spcBef>
                <a:spcPts val="0"/>
              </a:spcBef>
              <a:spcAft>
                <a:spcPts val="0"/>
              </a:spcAft>
              <a:buClr>
                <a:schemeClr val="lt1"/>
              </a:buClr>
              <a:buSzPts val="5400"/>
              <a:buFont typeface="Arial"/>
              <a:buNone/>
              <a:defRPr sz="5400"/>
            </a:lvl4pPr>
            <a:lvl5pPr indent="-228600" lvl="4" marL="2286000" algn="r">
              <a:lnSpc>
                <a:spcPct val="85000"/>
              </a:lnSpc>
              <a:spcBef>
                <a:spcPts val="0"/>
              </a:spcBef>
              <a:spcAft>
                <a:spcPts val="0"/>
              </a:spcAft>
              <a:buClr>
                <a:schemeClr val="lt1"/>
              </a:buClr>
              <a:buSzPts val="5400"/>
              <a:buFont typeface="Arial"/>
              <a:buNone/>
              <a:defRPr sz="5400"/>
            </a:lvl5pPr>
            <a:lvl6pPr indent="-228600" lvl="5" marL="2743200" algn="r">
              <a:lnSpc>
                <a:spcPct val="85000"/>
              </a:lnSpc>
              <a:spcBef>
                <a:spcPts val="0"/>
              </a:spcBef>
              <a:spcAft>
                <a:spcPts val="0"/>
              </a:spcAft>
              <a:buClr>
                <a:schemeClr val="lt1"/>
              </a:buClr>
              <a:buSzPts val="5400"/>
              <a:buFont typeface="Arial"/>
              <a:buNone/>
              <a:defRPr sz="5400"/>
            </a:lvl6pPr>
            <a:lvl7pPr indent="-228600" lvl="6" marL="3200400" algn="r">
              <a:lnSpc>
                <a:spcPct val="85000"/>
              </a:lnSpc>
              <a:spcBef>
                <a:spcPts val="0"/>
              </a:spcBef>
              <a:spcAft>
                <a:spcPts val="0"/>
              </a:spcAft>
              <a:buClr>
                <a:schemeClr val="lt1"/>
              </a:buClr>
              <a:buSzPts val="5400"/>
              <a:buFont typeface="Arial"/>
              <a:buNone/>
              <a:defRPr sz="5400"/>
            </a:lvl7pPr>
            <a:lvl8pPr indent="-228600" lvl="7" marL="3657600" algn="r">
              <a:lnSpc>
                <a:spcPct val="85000"/>
              </a:lnSpc>
              <a:spcBef>
                <a:spcPts val="0"/>
              </a:spcBef>
              <a:spcAft>
                <a:spcPts val="0"/>
              </a:spcAft>
              <a:buClr>
                <a:schemeClr val="lt1"/>
              </a:buClr>
              <a:buSzPts val="5400"/>
              <a:buFont typeface="Arial"/>
              <a:buNone/>
              <a:defRPr sz="5400"/>
            </a:lvl8pPr>
            <a:lvl9pPr indent="-228600" lvl="8" marL="4114800" algn="r">
              <a:lnSpc>
                <a:spcPct val="85000"/>
              </a:lnSpc>
              <a:spcBef>
                <a:spcPts val="0"/>
              </a:spcBef>
              <a:spcAft>
                <a:spcPts val="0"/>
              </a:spcAft>
              <a:buClr>
                <a:schemeClr val="lt1"/>
              </a:buClr>
              <a:buSzPts val="5400"/>
              <a:buFont typeface="Arial"/>
              <a:buNone/>
              <a:defRPr sz="5400"/>
            </a:lvl9pPr>
          </a:lstStyle>
          <a:p/>
        </p:txBody>
      </p:sp>
      <p:sp>
        <p:nvSpPr>
          <p:cNvPr id="1120" name="Google Shape;1120;p92"/>
          <p:cNvSpPr txBox="1"/>
          <p:nvPr>
            <p:ph type="title"/>
          </p:nvPr>
        </p:nvSpPr>
        <p:spPr>
          <a:xfrm>
            <a:off x="1371600" y="2514600"/>
            <a:ext cx="7496175" cy="3568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5400"/>
              <a:buFont typeface="Arial"/>
              <a:buNone/>
              <a:defRPr b="0" sz="5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Number Light teal">
  <p:cSld name="Section Header - Number Light teal">
    <p:bg>
      <p:bgPr>
        <a:solidFill>
          <a:schemeClr val="accent1"/>
        </a:solidFill>
      </p:bgPr>
    </p:bg>
    <p:spTree>
      <p:nvGrpSpPr>
        <p:cNvPr id="1121" name="Shape 1121"/>
        <p:cNvGrpSpPr/>
        <p:nvPr/>
      </p:nvGrpSpPr>
      <p:grpSpPr>
        <a:xfrm>
          <a:off x="0" y="0"/>
          <a:ext cx="0" cy="0"/>
          <a:chOff x="0" y="0"/>
          <a:chExt cx="0" cy="0"/>
        </a:xfrm>
      </p:grpSpPr>
      <p:sp>
        <p:nvSpPr>
          <p:cNvPr id="1122" name="Google Shape;1122;p93"/>
          <p:cNvSpPr txBox="1"/>
          <p:nvPr>
            <p:ph idx="1" type="body"/>
          </p:nvPr>
        </p:nvSpPr>
        <p:spPr>
          <a:xfrm>
            <a:off x="274319" y="2514600"/>
            <a:ext cx="960120" cy="3568700"/>
          </a:xfrm>
          <a:prstGeom prst="rect">
            <a:avLst/>
          </a:prstGeom>
          <a:noFill/>
          <a:ln>
            <a:noFill/>
          </a:ln>
        </p:spPr>
        <p:txBody>
          <a:bodyPr anchorCtr="0" anchor="t" bIns="0" lIns="0" spcFirstLastPara="1" rIns="0" wrap="square" tIns="0">
            <a:noAutofit/>
          </a:bodyPr>
          <a:lstStyle>
            <a:lvl1pPr indent="-228600" lvl="0" marL="457200" algn="r">
              <a:lnSpc>
                <a:spcPct val="85000"/>
              </a:lnSpc>
              <a:spcBef>
                <a:spcPts val="0"/>
              </a:spcBef>
              <a:spcAft>
                <a:spcPts val="0"/>
              </a:spcAft>
              <a:buClr>
                <a:schemeClr val="lt1"/>
              </a:buClr>
              <a:buSzPts val="5400"/>
              <a:buFont typeface="Arial"/>
              <a:buNone/>
              <a:defRPr sz="5400">
                <a:latin typeface="Arial"/>
                <a:ea typeface="Arial"/>
                <a:cs typeface="Arial"/>
                <a:sym typeface="Arial"/>
              </a:defRPr>
            </a:lvl1pPr>
            <a:lvl2pPr indent="-228600" lvl="1" marL="914400" algn="r">
              <a:lnSpc>
                <a:spcPct val="85000"/>
              </a:lnSpc>
              <a:spcBef>
                <a:spcPts val="0"/>
              </a:spcBef>
              <a:spcAft>
                <a:spcPts val="0"/>
              </a:spcAft>
              <a:buClr>
                <a:schemeClr val="lt1"/>
              </a:buClr>
              <a:buSzPts val="5400"/>
              <a:buFont typeface="Arial"/>
              <a:buNone/>
              <a:defRPr sz="5400"/>
            </a:lvl2pPr>
            <a:lvl3pPr indent="-228600" lvl="2" marL="1371600" algn="r">
              <a:lnSpc>
                <a:spcPct val="85000"/>
              </a:lnSpc>
              <a:spcBef>
                <a:spcPts val="0"/>
              </a:spcBef>
              <a:spcAft>
                <a:spcPts val="0"/>
              </a:spcAft>
              <a:buClr>
                <a:schemeClr val="lt1"/>
              </a:buClr>
              <a:buSzPts val="5400"/>
              <a:buFont typeface="Arial"/>
              <a:buNone/>
              <a:defRPr sz="5400"/>
            </a:lvl3pPr>
            <a:lvl4pPr indent="-228600" lvl="3" marL="1828800" algn="r">
              <a:lnSpc>
                <a:spcPct val="85000"/>
              </a:lnSpc>
              <a:spcBef>
                <a:spcPts val="0"/>
              </a:spcBef>
              <a:spcAft>
                <a:spcPts val="0"/>
              </a:spcAft>
              <a:buClr>
                <a:schemeClr val="lt1"/>
              </a:buClr>
              <a:buSzPts val="5400"/>
              <a:buFont typeface="Arial"/>
              <a:buNone/>
              <a:defRPr sz="5400"/>
            </a:lvl4pPr>
            <a:lvl5pPr indent="-228600" lvl="4" marL="2286000" algn="r">
              <a:lnSpc>
                <a:spcPct val="85000"/>
              </a:lnSpc>
              <a:spcBef>
                <a:spcPts val="0"/>
              </a:spcBef>
              <a:spcAft>
                <a:spcPts val="0"/>
              </a:spcAft>
              <a:buClr>
                <a:schemeClr val="lt1"/>
              </a:buClr>
              <a:buSzPts val="5400"/>
              <a:buFont typeface="Arial"/>
              <a:buNone/>
              <a:defRPr sz="5400"/>
            </a:lvl5pPr>
            <a:lvl6pPr indent="-228600" lvl="5" marL="2743200" algn="r">
              <a:lnSpc>
                <a:spcPct val="85000"/>
              </a:lnSpc>
              <a:spcBef>
                <a:spcPts val="0"/>
              </a:spcBef>
              <a:spcAft>
                <a:spcPts val="0"/>
              </a:spcAft>
              <a:buClr>
                <a:schemeClr val="lt1"/>
              </a:buClr>
              <a:buSzPts val="5400"/>
              <a:buFont typeface="Arial"/>
              <a:buNone/>
              <a:defRPr sz="5400"/>
            </a:lvl6pPr>
            <a:lvl7pPr indent="-228600" lvl="6" marL="3200400" algn="r">
              <a:lnSpc>
                <a:spcPct val="85000"/>
              </a:lnSpc>
              <a:spcBef>
                <a:spcPts val="0"/>
              </a:spcBef>
              <a:spcAft>
                <a:spcPts val="0"/>
              </a:spcAft>
              <a:buClr>
                <a:schemeClr val="lt1"/>
              </a:buClr>
              <a:buSzPts val="5400"/>
              <a:buFont typeface="Arial"/>
              <a:buNone/>
              <a:defRPr sz="5400"/>
            </a:lvl7pPr>
            <a:lvl8pPr indent="-228600" lvl="7" marL="3657600" algn="r">
              <a:lnSpc>
                <a:spcPct val="85000"/>
              </a:lnSpc>
              <a:spcBef>
                <a:spcPts val="0"/>
              </a:spcBef>
              <a:spcAft>
                <a:spcPts val="0"/>
              </a:spcAft>
              <a:buClr>
                <a:schemeClr val="lt1"/>
              </a:buClr>
              <a:buSzPts val="5400"/>
              <a:buFont typeface="Arial"/>
              <a:buNone/>
              <a:defRPr sz="5400"/>
            </a:lvl8pPr>
            <a:lvl9pPr indent="-228600" lvl="8" marL="4114800" algn="r">
              <a:lnSpc>
                <a:spcPct val="85000"/>
              </a:lnSpc>
              <a:spcBef>
                <a:spcPts val="0"/>
              </a:spcBef>
              <a:spcAft>
                <a:spcPts val="0"/>
              </a:spcAft>
              <a:buClr>
                <a:schemeClr val="lt1"/>
              </a:buClr>
              <a:buSzPts val="5400"/>
              <a:buFont typeface="Arial"/>
              <a:buNone/>
              <a:defRPr sz="5400"/>
            </a:lvl9pPr>
          </a:lstStyle>
          <a:p/>
        </p:txBody>
      </p:sp>
      <p:sp>
        <p:nvSpPr>
          <p:cNvPr id="1123" name="Google Shape;1123;p93"/>
          <p:cNvSpPr txBox="1"/>
          <p:nvPr>
            <p:ph type="title"/>
          </p:nvPr>
        </p:nvSpPr>
        <p:spPr>
          <a:xfrm>
            <a:off x="1371600" y="2514600"/>
            <a:ext cx="7496175" cy="3568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5400"/>
              <a:buFont typeface="Arial"/>
              <a:buNone/>
              <a:defRPr b="0" sz="5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Number Black">
  <p:cSld name="Section Header - Number Black">
    <p:bg>
      <p:bgPr>
        <a:solidFill>
          <a:schemeClr val="dk1"/>
        </a:solidFill>
      </p:bgPr>
    </p:bg>
    <p:spTree>
      <p:nvGrpSpPr>
        <p:cNvPr id="1124" name="Shape 1124"/>
        <p:cNvGrpSpPr/>
        <p:nvPr/>
      </p:nvGrpSpPr>
      <p:grpSpPr>
        <a:xfrm>
          <a:off x="0" y="0"/>
          <a:ext cx="0" cy="0"/>
          <a:chOff x="0" y="0"/>
          <a:chExt cx="0" cy="0"/>
        </a:xfrm>
      </p:grpSpPr>
      <p:sp>
        <p:nvSpPr>
          <p:cNvPr id="1125" name="Google Shape;1125;p94"/>
          <p:cNvSpPr txBox="1"/>
          <p:nvPr>
            <p:ph idx="1" type="body"/>
          </p:nvPr>
        </p:nvSpPr>
        <p:spPr>
          <a:xfrm>
            <a:off x="274319" y="2514600"/>
            <a:ext cx="960120" cy="3568700"/>
          </a:xfrm>
          <a:prstGeom prst="rect">
            <a:avLst/>
          </a:prstGeom>
          <a:noFill/>
          <a:ln>
            <a:noFill/>
          </a:ln>
        </p:spPr>
        <p:txBody>
          <a:bodyPr anchorCtr="0" anchor="t" bIns="0" lIns="0" spcFirstLastPara="1" rIns="0" wrap="square" tIns="0">
            <a:noAutofit/>
          </a:bodyPr>
          <a:lstStyle>
            <a:lvl1pPr indent="-228600" lvl="0" marL="457200" algn="r">
              <a:lnSpc>
                <a:spcPct val="85000"/>
              </a:lnSpc>
              <a:spcBef>
                <a:spcPts val="0"/>
              </a:spcBef>
              <a:spcAft>
                <a:spcPts val="0"/>
              </a:spcAft>
              <a:buClr>
                <a:schemeClr val="lt1"/>
              </a:buClr>
              <a:buSzPts val="5400"/>
              <a:buFont typeface="Arial"/>
              <a:buNone/>
              <a:defRPr sz="5400">
                <a:latin typeface="Arial"/>
                <a:ea typeface="Arial"/>
                <a:cs typeface="Arial"/>
                <a:sym typeface="Arial"/>
              </a:defRPr>
            </a:lvl1pPr>
            <a:lvl2pPr indent="-228600" lvl="1" marL="914400" algn="r">
              <a:lnSpc>
                <a:spcPct val="85000"/>
              </a:lnSpc>
              <a:spcBef>
                <a:spcPts val="0"/>
              </a:spcBef>
              <a:spcAft>
                <a:spcPts val="0"/>
              </a:spcAft>
              <a:buClr>
                <a:schemeClr val="lt1"/>
              </a:buClr>
              <a:buSzPts val="5400"/>
              <a:buFont typeface="Arial"/>
              <a:buNone/>
              <a:defRPr sz="5400"/>
            </a:lvl2pPr>
            <a:lvl3pPr indent="-228600" lvl="2" marL="1371600" algn="r">
              <a:lnSpc>
                <a:spcPct val="85000"/>
              </a:lnSpc>
              <a:spcBef>
                <a:spcPts val="0"/>
              </a:spcBef>
              <a:spcAft>
                <a:spcPts val="0"/>
              </a:spcAft>
              <a:buClr>
                <a:schemeClr val="lt1"/>
              </a:buClr>
              <a:buSzPts val="5400"/>
              <a:buFont typeface="Arial"/>
              <a:buNone/>
              <a:defRPr sz="5400"/>
            </a:lvl3pPr>
            <a:lvl4pPr indent="-228600" lvl="3" marL="1828800" algn="r">
              <a:lnSpc>
                <a:spcPct val="85000"/>
              </a:lnSpc>
              <a:spcBef>
                <a:spcPts val="0"/>
              </a:spcBef>
              <a:spcAft>
                <a:spcPts val="0"/>
              </a:spcAft>
              <a:buClr>
                <a:schemeClr val="lt1"/>
              </a:buClr>
              <a:buSzPts val="5400"/>
              <a:buFont typeface="Arial"/>
              <a:buNone/>
              <a:defRPr sz="5400"/>
            </a:lvl4pPr>
            <a:lvl5pPr indent="-228600" lvl="4" marL="2286000" algn="r">
              <a:lnSpc>
                <a:spcPct val="85000"/>
              </a:lnSpc>
              <a:spcBef>
                <a:spcPts val="0"/>
              </a:spcBef>
              <a:spcAft>
                <a:spcPts val="0"/>
              </a:spcAft>
              <a:buClr>
                <a:schemeClr val="lt1"/>
              </a:buClr>
              <a:buSzPts val="5400"/>
              <a:buFont typeface="Arial"/>
              <a:buNone/>
              <a:defRPr sz="5400"/>
            </a:lvl5pPr>
            <a:lvl6pPr indent="-228600" lvl="5" marL="2743200" algn="r">
              <a:lnSpc>
                <a:spcPct val="85000"/>
              </a:lnSpc>
              <a:spcBef>
                <a:spcPts val="0"/>
              </a:spcBef>
              <a:spcAft>
                <a:spcPts val="0"/>
              </a:spcAft>
              <a:buClr>
                <a:schemeClr val="lt1"/>
              </a:buClr>
              <a:buSzPts val="5400"/>
              <a:buFont typeface="Arial"/>
              <a:buNone/>
              <a:defRPr sz="5400"/>
            </a:lvl6pPr>
            <a:lvl7pPr indent="-228600" lvl="6" marL="3200400" algn="r">
              <a:lnSpc>
                <a:spcPct val="85000"/>
              </a:lnSpc>
              <a:spcBef>
                <a:spcPts val="0"/>
              </a:spcBef>
              <a:spcAft>
                <a:spcPts val="0"/>
              </a:spcAft>
              <a:buClr>
                <a:schemeClr val="lt1"/>
              </a:buClr>
              <a:buSzPts val="5400"/>
              <a:buFont typeface="Arial"/>
              <a:buNone/>
              <a:defRPr sz="5400"/>
            </a:lvl7pPr>
            <a:lvl8pPr indent="-228600" lvl="7" marL="3657600" algn="r">
              <a:lnSpc>
                <a:spcPct val="85000"/>
              </a:lnSpc>
              <a:spcBef>
                <a:spcPts val="0"/>
              </a:spcBef>
              <a:spcAft>
                <a:spcPts val="0"/>
              </a:spcAft>
              <a:buClr>
                <a:schemeClr val="lt1"/>
              </a:buClr>
              <a:buSzPts val="5400"/>
              <a:buFont typeface="Arial"/>
              <a:buNone/>
              <a:defRPr sz="5400"/>
            </a:lvl8pPr>
            <a:lvl9pPr indent="-228600" lvl="8" marL="4114800" algn="r">
              <a:lnSpc>
                <a:spcPct val="85000"/>
              </a:lnSpc>
              <a:spcBef>
                <a:spcPts val="0"/>
              </a:spcBef>
              <a:spcAft>
                <a:spcPts val="0"/>
              </a:spcAft>
              <a:buClr>
                <a:schemeClr val="lt1"/>
              </a:buClr>
              <a:buSzPts val="5400"/>
              <a:buFont typeface="Arial"/>
              <a:buNone/>
              <a:defRPr sz="5400"/>
            </a:lvl9pPr>
          </a:lstStyle>
          <a:p/>
        </p:txBody>
      </p:sp>
      <p:sp>
        <p:nvSpPr>
          <p:cNvPr id="1126" name="Google Shape;1126;p94"/>
          <p:cNvSpPr txBox="1"/>
          <p:nvPr>
            <p:ph type="title"/>
          </p:nvPr>
        </p:nvSpPr>
        <p:spPr>
          <a:xfrm>
            <a:off x="1371600" y="2514600"/>
            <a:ext cx="7496175" cy="3568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5400"/>
              <a:buFont typeface="Arial"/>
              <a:buNone/>
              <a:defRPr b="0" sz="5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Big Number">
  <p:cSld name="Section Header - Big Number">
    <p:bg>
      <p:bgPr>
        <a:solidFill>
          <a:srgbClr val="006E74"/>
        </a:solidFill>
      </p:bgPr>
    </p:bg>
    <p:spTree>
      <p:nvGrpSpPr>
        <p:cNvPr id="1127" name="Shape 1127"/>
        <p:cNvGrpSpPr/>
        <p:nvPr/>
      </p:nvGrpSpPr>
      <p:grpSpPr>
        <a:xfrm>
          <a:off x="0" y="0"/>
          <a:ext cx="0" cy="0"/>
          <a:chOff x="0" y="0"/>
          <a:chExt cx="0" cy="0"/>
        </a:xfrm>
      </p:grpSpPr>
      <p:sp>
        <p:nvSpPr>
          <p:cNvPr id="1128" name="Google Shape;1128;p95"/>
          <p:cNvSpPr txBox="1"/>
          <p:nvPr>
            <p:ph idx="1" type="body"/>
          </p:nvPr>
        </p:nvSpPr>
        <p:spPr>
          <a:xfrm>
            <a:off x="274318" y="1571626"/>
            <a:ext cx="1904525" cy="1720215"/>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lt1"/>
              </a:buClr>
              <a:buSzPts val="9000"/>
              <a:buFont typeface="Arial"/>
              <a:buNone/>
              <a:defRPr b="0" sz="9000">
                <a:solidFill>
                  <a:schemeClr val="lt1"/>
                </a:solidFill>
                <a:latin typeface="Arial"/>
                <a:ea typeface="Arial"/>
                <a:cs typeface="Arial"/>
                <a:sym typeface="Arial"/>
              </a:defRPr>
            </a:lvl1pPr>
            <a:lvl2pPr indent="-228600" lvl="1" marL="914400" algn="r">
              <a:lnSpc>
                <a:spcPct val="85000"/>
              </a:lnSpc>
              <a:spcBef>
                <a:spcPts val="0"/>
              </a:spcBef>
              <a:spcAft>
                <a:spcPts val="0"/>
              </a:spcAft>
              <a:buClr>
                <a:schemeClr val="lt1"/>
              </a:buClr>
              <a:buSzPts val="5400"/>
              <a:buFont typeface="Arial"/>
              <a:buNone/>
              <a:defRPr sz="5400"/>
            </a:lvl2pPr>
            <a:lvl3pPr indent="-228600" lvl="2" marL="1371600" algn="r">
              <a:lnSpc>
                <a:spcPct val="85000"/>
              </a:lnSpc>
              <a:spcBef>
                <a:spcPts val="0"/>
              </a:spcBef>
              <a:spcAft>
                <a:spcPts val="0"/>
              </a:spcAft>
              <a:buClr>
                <a:schemeClr val="lt1"/>
              </a:buClr>
              <a:buSzPts val="5400"/>
              <a:buFont typeface="Arial"/>
              <a:buNone/>
              <a:defRPr sz="5400"/>
            </a:lvl3pPr>
            <a:lvl4pPr indent="-228600" lvl="3" marL="1828800" algn="r">
              <a:lnSpc>
                <a:spcPct val="85000"/>
              </a:lnSpc>
              <a:spcBef>
                <a:spcPts val="0"/>
              </a:spcBef>
              <a:spcAft>
                <a:spcPts val="0"/>
              </a:spcAft>
              <a:buClr>
                <a:schemeClr val="lt1"/>
              </a:buClr>
              <a:buSzPts val="5400"/>
              <a:buFont typeface="Arial"/>
              <a:buNone/>
              <a:defRPr sz="5400"/>
            </a:lvl4pPr>
            <a:lvl5pPr indent="-228600" lvl="4" marL="2286000" algn="r">
              <a:lnSpc>
                <a:spcPct val="85000"/>
              </a:lnSpc>
              <a:spcBef>
                <a:spcPts val="0"/>
              </a:spcBef>
              <a:spcAft>
                <a:spcPts val="0"/>
              </a:spcAft>
              <a:buClr>
                <a:schemeClr val="lt1"/>
              </a:buClr>
              <a:buSzPts val="5400"/>
              <a:buFont typeface="Arial"/>
              <a:buNone/>
              <a:defRPr sz="5400"/>
            </a:lvl5pPr>
            <a:lvl6pPr indent="-228600" lvl="5" marL="2743200" algn="r">
              <a:lnSpc>
                <a:spcPct val="85000"/>
              </a:lnSpc>
              <a:spcBef>
                <a:spcPts val="0"/>
              </a:spcBef>
              <a:spcAft>
                <a:spcPts val="0"/>
              </a:spcAft>
              <a:buClr>
                <a:schemeClr val="lt1"/>
              </a:buClr>
              <a:buSzPts val="5400"/>
              <a:buFont typeface="Arial"/>
              <a:buNone/>
              <a:defRPr sz="5400"/>
            </a:lvl6pPr>
            <a:lvl7pPr indent="-228600" lvl="6" marL="3200400" algn="r">
              <a:lnSpc>
                <a:spcPct val="85000"/>
              </a:lnSpc>
              <a:spcBef>
                <a:spcPts val="0"/>
              </a:spcBef>
              <a:spcAft>
                <a:spcPts val="0"/>
              </a:spcAft>
              <a:buClr>
                <a:schemeClr val="lt1"/>
              </a:buClr>
              <a:buSzPts val="5400"/>
              <a:buFont typeface="Arial"/>
              <a:buNone/>
              <a:defRPr sz="5400"/>
            </a:lvl7pPr>
            <a:lvl8pPr indent="-228600" lvl="7" marL="3657600" algn="r">
              <a:lnSpc>
                <a:spcPct val="85000"/>
              </a:lnSpc>
              <a:spcBef>
                <a:spcPts val="0"/>
              </a:spcBef>
              <a:spcAft>
                <a:spcPts val="0"/>
              </a:spcAft>
              <a:buClr>
                <a:schemeClr val="lt1"/>
              </a:buClr>
              <a:buSzPts val="5400"/>
              <a:buFont typeface="Arial"/>
              <a:buNone/>
              <a:defRPr sz="5400"/>
            </a:lvl8pPr>
            <a:lvl9pPr indent="-228600" lvl="8" marL="4114800" algn="r">
              <a:lnSpc>
                <a:spcPct val="85000"/>
              </a:lnSpc>
              <a:spcBef>
                <a:spcPts val="0"/>
              </a:spcBef>
              <a:spcAft>
                <a:spcPts val="0"/>
              </a:spcAft>
              <a:buClr>
                <a:schemeClr val="lt1"/>
              </a:buClr>
              <a:buSzPts val="5400"/>
              <a:buFont typeface="Arial"/>
              <a:buNone/>
              <a:defRPr sz="5400"/>
            </a:lvl9pPr>
          </a:lstStyle>
          <a:p/>
        </p:txBody>
      </p:sp>
      <p:sp>
        <p:nvSpPr>
          <p:cNvPr id="1129" name="Google Shape;1129;p95"/>
          <p:cNvSpPr txBox="1"/>
          <p:nvPr>
            <p:ph type="title"/>
          </p:nvPr>
        </p:nvSpPr>
        <p:spPr>
          <a:xfrm>
            <a:off x="274320" y="3429000"/>
            <a:ext cx="5875021" cy="2654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Big Number Light teal">
  <p:cSld name="Section Header - Big Number Light teal">
    <p:bg>
      <p:bgPr>
        <a:solidFill>
          <a:schemeClr val="accent1"/>
        </a:solidFill>
      </p:bgPr>
    </p:bg>
    <p:spTree>
      <p:nvGrpSpPr>
        <p:cNvPr id="1130" name="Shape 1130"/>
        <p:cNvGrpSpPr/>
        <p:nvPr/>
      </p:nvGrpSpPr>
      <p:grpSpPr>
        <a:xfrm>
          <a:off x="0" y="0"/>
          <a:ext cx="0" cy="0"/>
          <a:chOff x="0" y="0"/>
          <a:chExt cx="0" cy="0"/>
        </a:xfrm>
      </p:grpSpPr>
      <p:sp>
        <p:nvSpPr>
          <p:cNvPr id="1131" name="Google Shape;1131;p96"/>
          <p:cNvSpPr txBox="1"/>
          <p:nvPr>
            <p:ph idx="1" type="body"/>
          </p:nvPr>
        </p:nvSpPr>
        <p:spPr>
          <a:xfrm>
            <a:off x="274318" y="1571626"/>
            <a:ext cx="1904525" cy="1720215"/>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lt1"/>
              </a:buClr>
              <a:buSzPts val="9000"/>
              <a:buFont typeface="Arial"/>
              <a:buNone/>
              <a:defRPr b="0" sz="9000">
                <a:solidFill>
                  <a:schemeClr val="lt1"/>
                </a:solidFill>
                <a:latin typeface="Arial"/>
                <a:ea typeface="Arial"/>
                <a:cs typeface="Arial"/>
                <a:sym typeface="Arial"/>
              </a:defRPr>
            </a:lvl1pPr>
            <a:lvl2pPr indent="-228600" lvl="1" marL="914400" algn="r">
              <a:lnSpc>
                <a:spcPct val="85000"/>
              </a:lnSpc>
              <a:spcBef>
                <a:spcPts val="0"/>
              </a:spcBef>
              <a:spcAft>
                <a:spcPts val="0"/>
              </a:spcAft>
              <a:buClr>
                <a:schemeClr val="lt1"/>
              </a:buClr>
              <a:buSzPts val="5400"/>
              <a:buFont typeface="Arial"/>
              <a:buNone/>
              <a:defRPr sz="5400"/>
            </a:lvl2pPr>
            <a:lvl3pPr indent="-228600" lvl="2" marL="1371600" algn="r">
              <a:lnSpc>
                <a:spcPct val="85000"/>
              </a:lnSpc>
              <a:spcBef>
                <a:spcPts val="0"/>
              </a:spcBef>
              <a:spcAft>
                <a:spcPts val="0"/>
              </a:spcAft>
              <a:buClr>
                <a:schemeClr val="lt1"/>
              </a:buClr>
              <a:buSzPts val="5400"/>
              <a:buFont typeface="Arial"/>
              <a:buNone/>
              <a:defRPr sz="5400"/>
            </a:lvl3pPr>
            <a:lvl4pPr indent="-228600" lvl="3" marL="1828800" algn="r">
              <a:lnSpc>
                <a:spcPct val="85000"/>
              </a:lnSpc>
              <a:spcBef>
                <a:spcPts val="0"/>
              </a:spcBef>
              <a:spcAft>
                <a:spcPts val="0"/>
              </a:spcAft>
              <a:buClr>
                <a:schemeClr val="lt1"/>
              </a:buClr>
              <a:buSzPts val="5400"/>
              <a:buFont typeface="Arial"/>
              <a:buNone/>
              <a:defRPr sz="5400"/>
            </a:lvl4pPr>
            <a:lvl5pPr indent="-228600" lvl="4" marL="2286000" algn="r">
              <a:lnSpc>
                <a:spcPct val="85000"/>
              </a:lnSpc>
              <a:spcBef>
                <a:spcPts val="0"/>
              </a:spcBef>
              <a:spcAft>
                <a:spcPts val="0"/>
              </a:spcAft>
              <a:buClr>
                <a:schemeClr val="lt1"/>
              </a:buClr>
              <a:buSzPts val="5400"/>
              <a:buFont typeface="Arial"/>
              <a:buNone/>
              <a:defRPr sz="5400"/>
            </a:lvl5pPr>
            <a:lvl6pPr indent="-228600" lvl="5" marL="2743200" algn="r">
              <a:lnSpc>
                <a:spcPct val="85000"/>
              </a:lnSpc>
              <a:spcBef>
                <a:spcPts val="0"/>
              </a:spcBef>
              <a:spcAft>
                <a:spcPts val="0"/>
              </a:spcAft>
              <a:buClr>
                <a:schemeClr val="lt1"/>
              </a:buClr>
              <a:buSzPts val="5400"/>
              <a:buFont typeface="Arial"/>
              <a:buNone/>
              <a:defRPr sz="5400"/>
            </a:lvl6pPr>
            <a:lvl7pPr indent="-228600" lvl="6" marL="3200400" algn="r">
              <a:lnSpc>
                <a:spcPct val="85000"/>
              </a:lnSpc>
              <a:spcBef>
                <a:spcPts val="0"/>
              </a:spcBef>
              <a:spcAft>
                <a:spcPts val="0"/>
              </a:spcAft>
              <a:buClr>
                <a:schemeClr val="lt1"/>
              </a:buClr>
              <a:buSzPts val="5400"/>
              <a:buFont typeface="Arial"/>
              <a:buNone/>
              <a:defRPr sz="5400"/>
            </a:lvl7pPr>
            <a:lvl8pPr indent="-228600" lvl="7" marL="3657600" algn="r">
              <a:lnSpc>
                <a:spcPct val="85000"/>
              </a:lnSpc>
              <a:spcBef>
                <a:spcPts val="0"/>
              </a:spcBef>
              <a:spcAft>
                <a:spcPts val="0"/>
              </a:spcAft>
              <a:buClr>
                <a:schemeClr val="lt1"/>
              </a:buClr>
              <a:buSzPts val="5400"/>
              <a:buFont typeface="Arial"/>
              <a:buNone/>
              <a:defRPr sz="5400"/>
            </a:lvl8pPr>
            <a:lvl9pPr indent="-228600" lvl="8" marL="4114800" algn="r">
              <a:lnSpc>
                <a:spcPct val="85000"/>
              </a:lnSpc>
              <a:spcBef>
                <a:spcPts val="0"/>
              </a:spcBef>
              <a:spcAft>
                <a:spcPts val="0"/>
              </a:spcAft>
              <a:buClr>
                <a:schemeClr val="lt1"/>
              </a:buClr>
              <a:buSzPts val="5400"/>
              <a:buFont typeface="Arial"/>
              <a:buNone/>
              <a:defRPr sz="5400"/>
            </a:lvl9pPr>
          </a:lstStyle>
          <a:p/>
        </p:txBody>
      </p:sp>
      <p:sp>
        <p:nvSpPr>
          <p:cNvPr id="1132" name="Google Shape;1132;p96"/>
          <p:cNvSpPr txBox="1"/>
          <p:nvPr>
            <p:ph type="title"/>
          </p:nvPr>
        </p:nvSpPr>
        <p:spPr>
          <a:xfrm>
            <a:off x="274320" y="3429000"/>
            <a:ext cx="5875021" cy="2654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ction Header - Number Black">
  <p:cSld name="2_Section Header - Number Black">
    <p:bg>
      <p:bgPr>
        <a:solidFill>
          <a:schemeClr val="dk1"/>
        </a:solidFill>
      </p:bgPr>
    </p:bg>
    <p:spTree>
      <p:nvGrpSpPr>
        <p:cNvPr id="1133" name="Shape 1133"/>
        <p:cNvGrpSpPr/>
        <p:nvPr/>
      </p:nvGrpSpPr>
      <p:grpSpPr>
        <a:xfrm>
          <a:off x="0" y="0"/>
          <a:ext cx="0" cy="0"/>
          <a:chOff x="0" y="0"/>
          <a:chExt cx="0" cy="0"/>
        </a:xfrm>
      </p:grpSpPr>
      <p:sp>
        <p:nvSpPr>
          <p:cNvPr id="1134" name="Google Shape;1134;p97"/>
          <p:cNvSpPr txBox="1"/>
          <p:nvPr>
            <p:ph idx="1" type="body"/>
          </p:nvPr>
        </p:nvSpPr>
        <p:spPr>
          <a:xfrm>
            <a:off x="274318" y="1571626"/>
            <a:ext cx="1904525" cy="1720215"/>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lt1"/>
              </a:buClr>
              <a:buSzPts val="9000"/>
              <a:buFont typeface="Arial"/>
              <a:buNone/>
              <a:defRPr b="0" sz="9000">
                <a:solidFill>
                  <a:schemeClr val="lt1"/>
                </a:solidFill>
                <a:latin typeface="Arial"/>
                <a:ea typeface="Arial"/>
                <a:cs typeface="Arial"/>
                <a:sym typeface="Arial"/>
              </a:defRPr>
            </a:lvl1pPr>
            <a:lvl2pPr indent="-228600" lvl="1" marL="914400" algn="r">
              <a:lnSpc>
                <a:spcPct val="85000"/>
              </a:lnSpc>
              <a:spcBef>
                <a:spcPts val="0"/>
              </a:spcBef>
              <a:spcAft>
                <a:spcPts val="0"/>
              </a:spcAft>
              <a:buClr>
                <a:schemeClr val="lt1"/>
              </a:buClr>
              <a:buSzPts val="5400"/>
              <a:buFont typeface="Arial"/>
              <a:buNone/>
              <a:defRPr sz="5400"/>
            </a:lvl2pPr>
            <a:lvl3pPr indent="-228600" lvl="2" marL="1371600" algn="r">
              <a:lnSpc>
                <a:spcPct val="85000"/>
              </a:lnSpc>
              <a:spcBef>
                <a:spcPts val="0"/>
              </a:spcBef>
              <a:spcAft>
                <a:spcPts val="0"/>
              </a:spcAft>
              <a:buClr>
                <a:schemeClr val="lt1"/>
              </a:buClr>
              <a:buSzPts val="5400"/>
              <a:buFont typeface="Arial"/>
              <a:buNone/>
              <a:defRPr sz="5400"/>
            </a:lvl3pPr>
            <a:lvl4pPr indent="-228600" lvl="3" marL="1828800" algn="r">
              <a:lnSpc>
                <a:spcPct val="85000"/>
              </a:lnSpc>
              <a:spcBef>
                <a:spcPts val="0"/>
              </a:spcBef>
              <a:spcAft>
                <a:spcPts val="0"/>
              </a:spcAft>
              <a:buClr>
                <a:schemeClr val="lt1"/>
              </a:buClr>
              <a:buSzPts val="5400"/>
              <a:buFont typeface="Arial"/>
              <a:buNone/>
              <a:defRPr sz="5400"/>
            </a:lvl4pPr>
            <a:lvl5pPr indent="-228600" lvl="4" marL="2286000" algn="r">
              <a:lnSpc>
                <a:spcPct val="85000"/>
              </a:lnSpc>
              <a:spcBef>
                <a:spcPts val="0"/>
              </a:spcBef>
              <a:spcAft>
                <a:spcPts val="0"/>
              </a:spcAft>
              <a:buClr>
                <a:schemeClr val="lt1"/>
              </a:buClr>
              <a:buSzPts val="5400"/>
              <a:buFont typeface="Arial"/>
              <a:buNone/>
              <a:defRPr sz="5400"/>
            </a:lvl5pPr>
            <a:lvl6pPr indent="-228600" lvl="5" marL="2743200" algn="r">
              <a:lnSpc>
                <a:spcPct val="85000"/>
              </a:lnSpc>
              <a:spcBef>
                <a:spcPts val="0"/>
              </a:spcBef>
              <a:spcAft>
                <a:spcPts val="0"/>
              </a:spcAft>
              <a:buClr>
                <a:schemeClr val="lt1"/>
              </a:buClr>
              <a:buSzPts val="5400"/>
              <a:buFont typeface="Arial"/>
              <a:buNone/>
              <a:defRPr sz="5400"/>
            </a:lvl6pPr>
            <a:lvl7pPr indent="-228600" lvl="6" marL="3200400" algn="r">
              <a:lnSpc>
                <a:spcPct val="85000"/>
              </a:lnSpc>
              <a:spcBef>
                <a:spcPts val="0"/>
              </a:spcBef>
              <a:spcAft>
                <a:spcPts val="0"/>
              </a:spcAft>
              <a:buClr>
                <a:schemeClr val="lt1"/>
              </a:buClr>
              <a:buSzPts val="5400"/>
              <a:buFont typeface="Arial"/>
              <a:buNone/>
              <a:defRPr sz="5400"/>
            </a:lvl7pPr>
            <a:lvl8pPr indent="-228600" lvl="7" marL="3657600" algn="r">
              <a:lnSpc>
                <a:spcPct val="85000"/>
              </a:lnSpc>
              <a:spcBef>
                <a:spcPts val="0"/>
              </a:spcBef>
              <a:spcAft>
                <a:spcPts val="0"/>
              </a:spcAft>
              <a:buClr>
                <a:schemeClr val="lt1"/>
              </a:buClr>
              <a:buSzPts val="5400"/>
              <a:buFont typeface="Arial"/>
              <a:buNone/>
              <a:defRPr sz="5400"/>
            </a:lvl8pPr>
            <a:lvl9pPr indent="-228600" lvl="8" marL="4114800" algn="r">
              <a:lnSpc>
                <a:spcPct val="85000"/>
              </a:lnSpc>
              <a:spcBef>
                <a:spcPts val="0"/>
              </a:spcBef>
              <a:spcAft>
                <a:spcPts val="0"/>
              </a:spcAft>
              <a:buClr>
                <a:schemeClr val="lt1"/>
              </a:buClr>
              <a:buSzPts val="5400"/>
              <a:buFont typeface="Arial"/>
              <a:buNone/>
              <a:defRPr sz="5400"/>
            </a:lvl9pPr>
          </a:lstStyle>
          <a:p/>
        </p:txBody>
      </p:sp>
      <p:sp>
        <p:nvSpPr>
          <p:cNvPr id="1135" name="Google Shape;1135;p97"/>
          <p:cNvSpPr txBox="1"/>
          <p:nvPr>
            <p:ph type="title"/>
          </p:nvPr>
        </p:nvSpPr>
        <p:spPr>
          <a:xfrm>
            <a:off x="274320" y="3429000"/>
            <a:ext cx="5875021" cy="2654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Big Number and Image">
  <p:cSld name="Section Header - Big Number and Image">
    <p:bg>
      <p:bgPr>
        <a:solidFill>
          <a:srgbClr val="006E74"/>
        </a:solidFill>
      </p:bgPr>
    </p:bg>
    <p:spTree>
      <p:nvGrpSpPr>
        <p:cNvPr id="1136" name="Shape 1136"/>
        <p:cNvGrpSpPr/>
        <p:nvPr/>
      </p:nvGrpSpPr>
      <p:grpSpPr>
        <a:xfrm>
          <a:off x="0" y="0"/>
          <a:ext cx="0" cy="0"/>
          <a:chOff x="0" y="0"/>
          <a:chExt cx="0" cy="0"/>
        </a:xfrm>
      </p:grpSpPr>
      <p:sp>
        <p:nvSpPr>
          <p:cNvPr id="1137" name="Google Shape;1137;p98"/>
          <p:cNvSpPr txBox="1"/>
          <p:nvPr>
            <p:ph idx="1" type="body"/>
          </p:nvPr>
        </p:nvSpPr>
        <p:spPr>
          <a:xfrm>
            <a:off x="4640580" y="1571626"/>
            <a:ext cx="1904525" cy="1400175"/>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lt1"/>
              </a:buClr>
              <a:buSzPts val="7200"/>
              <a:buFont typeface="Arial"/>
              <a:buNone/>
              <a:defRPr b="0" sz="7200">
                <a:solidFill>
                  <a:schemeClr val="lt1"/>
                </a:solidFill>
                <a:latin typeface="Arial"/>
                <a:ea typeface="Arial"/>
                <a:cs typeface="Arial"/>
                <a:sym typeface="Arial"/>
              </a:defRPr>
            </a:lvl1pPr>
            <a:lvl2pPr indent="-228600" lvl="1" marL="914400" algn="r">
              <a:lnSpc>
                <a:spcPct val="85000"/>
              </a:lnSpc>
              <a:spcBef>
                <a:spcPts val="0"/>
              </a:spcBef>
              <a:spcAft>
                <a:spcPts val="0"/>
              </a:spcAft>
              <a:buClr>
                <a:schemeClr val="lt1"/>
              </a:buClr>
              <a:buSzPts val="5400"/>
              <a:buFont typeface="Arial"/>
              <a:buNone/>
              <a:defRPr sz="5400"/>
            </a:lvl2pPr>
            <a:lvl3pPr indent="-228600" lvl="2" marL="1371600" algn="r">
              <a:lnSpc>
                <a:spcPct val="85000"/>
              </a:lnSpc>
              <a:spcBef>
                <a:spcPts val="0"/>
              </a:spcBef>
              <a:spcAft>
                <a:spcPts val="0"/>
              </a:spcAft>
              <a:buClr>
                <a:schemeClr val="lt1"/>
              </a:buClr>
              <a:buSzPts val="5400"/>
              <a:buFont typeface="Arial"/>
              <a:buNone/>
              <a:defRPr sz="5400"/>
            </a:lvl3pPr>
            <a:lvl4pPr indent="-228600" lvl="3" marL="1828800" algn="r">
              <a:lnSpc>
                <a:spcPct val="85000"/>
              </a:lnSpc>
              <a:spcBef>
                <a:spcPts val="0"/>
              </a:spcBef>
              <a:spcAft>
                <a:spcPts val="0"/>
              </a:spcAft>
              <a:buClr>
                <a:schemeClr val="lt1"/>
              </a:buClr>
              <a:buSzPts val="5400"/>
              <a:buFont typeface="Arial"/>
              <a:buNone/>
              <a:defRPr sz="5400"/>
            </a:lvl4pPr>
            <a:lvl5pPr indent="-228600" lvl="4" marL="2286000" algn="r">
              <a:lnSpc>
                <a:spcPct val="85000"/>
              </a:lnSpc>
              <a:spcBef>
                <a:spcPts val="0"/>
              </a:spcBef>
              <a:spcAft>
                <a:spcPts val="0"/>
              </a:spcAft>
              <a:buClr>
                <a:schemeClr val="lt1"/>
              </a:buClr>
              <a:buSzPts val="5400"/>
              <a:buFont typeface="Arial"/>
              <a:buNone/>
              <a:defRPr sz="5400"/>
            </a:lvl5pPr>
            <a:lvl6pPr indent="-228600" lvl="5" marL="2743200" algn="r">
              <a:lnSpc>
                <a:spcPct val="85000"/>
              </a:lnSpc>
              <a:spcBef>
                <a:spcPts val="0"/>
              </a:spcBef>
              <a:spcAft>
                <a:spcPts val="0"/>
              </a:spcAft>
              <a:buClr>
                <a:schemeClr val="lt1"/>
              </a:buClr>
              <a:buSzPts val="5400"/>
              <a:buFont typeface="Arial"/>
              <a:buNone/>
              <a:defRPr sz="5400"/>
            </a:lvl6pPr>
            <a:lvl7pPr indent="-228600" lvl="6" marL="3200400" algn="r">
              <a:lnSpc>
                <a:spcPct val="85000"/>
              </a:lnSpc>
              <a:spcBef>
                <a:spcPts val="0"/>
              </a:spcBef>
              <a:spcAft>
                <a:spcPts val="0"/>
              </a:spcAft>
              <a:buClr>
                <a:schemeClr val="lt1"/>
              </a:buClr>
              <a:buSzPts val="5400"/>
              <a:buFont typeface="Arial"/>
              <a:buNone/>
              <a:defRPr sz="5400"/>
            </a:lvl7pPr>
            <a:lvl8pPr indent="-228600" lvl="7" marL="3657600" algn="r">
              <a:lnSpc>
                <a:spcPct val="85000"/>
              </a:lnSpc>
              <a:spcBef>
                <a:spcPts val="0"/>
              </a:spcBef>
              <a:spcAft>
                <a:spcPts val="0"/>
              </a:spcAft>
              <a:buClr>
                <a:schemeClr val="lt1"/>
              </a:buClr>
              <a:buSzPts val="5400"/>
              <a:buFont typeface="Arial"/>
              <a:buNone/>
              <a:defRPr sz="5400"/>
            </a:lvl8pPr>
            <a:lvl9pPr indent="-228600" lvl="8" marL="4114800" algn="r">
              <a:lnSpc>
                <a:spcPct val="85000"/>
              </a:lnSpc>
              <a:spcBef>
                <a:spcPts val="0"/>
              </a:spcBef>
              <a:spcAft>
                <a:spcPts val="0"/>
              </a:spcAft>
              <a:buClr>
                <a:schemeClr val="lt1"/>
              </a:buClr>
              <a:buSzPts val="5400"/>
              <a:buFont typeface="Arial"/>
              <a:buNone/>
              <a:defRPr sz="5400"/>
            </a:lvl9pPr>
          </a:lstStyle>
          <a:p/>
        </p:txBody>
      </p:sp>
      <p:sp>
        <p:nvSpPr>
          <p:cNvPr id="1138" name="Google Shape;1138;p98"/>
          <p:cNvSpPr txBox="1"/>
          <p:nvPr>
            <p:ph type="title"/>
          </p:nvPr>
        </p:nvSpPr>
        <p:spPr>
          <a:xfrm>
            <a:off x="4640580" y="2971800"/>
            <a:ext cx="4206240" cy="31115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9" name="Google Shape;1139;p98"/>
          <p:cNvSpPr/>
          <p:nvPr>
            <p:ph idx="2" type="pic"/>
          </p:nvPr>
        </p:nvSpPr>
        <p:spPr>
          <a:xfrm>
            <a:off x="0" y="0"/>
            <a:ext cx="4229100" cy="6858000"/>
          </a:xfrm>
          <a:prstGeom prst="rect">
            <a:avLst/>
          </a:prstGeom>
          <a:solidFill>
            <a:srgbClr val="D7E0E3"/>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Big Number and Image Light teal">
  <p:cSld name="Section Header - Big Number and Image Light teal">
    <p:bg>
      <p:bgPr>
        <a:solidFill>
          <a:schemeClr val="accent1"/>
        </a:solidFill>
      </p:bgPr>
    </p:bg>
    <p:spTree>
      <p:nvGrpSpPr>
        <p:cNvPr id="1140" name="Shape 1140"/>
        <p:cNvGrpSpPr/>
        <p:nvPr/>
      </p:nvGrpSpPr>
      <p:grpSpPr>
        <a:xfrm>
          <a:off x="0" y="0"/>
          <a:ext cx="0" cy="0"/>
          <a:chOff x="0" y="0"/>
          <a:chExt cx="0" cy="0"/>
        </a:xfrm>
      </p:grpSpPr>
      <p:sp>
        <p:nvSpPr>
          <p:cNvPr id="1141" name="Google Shape;1141;p99"/>
          <p:cNvSpPr/>
          <p:nvPr>
            <p:ph idx="2" type="pic"/>
          </p:nvPr>
        </p:nvSpPr>
        <p:spPr>
          <a:xfrm>
            <a:off x="0" y="0"/>
            <a:ext cx="4229100" cy="6858000"/>
          </a:xfrm>
          <a:prstGeom prst="rect">
            <a:avLst/>
          </a:prstGeom>
          <a:solidFill>
            <a:srgbClr val="D7E0E3"/>
          </a:solidFill>
          <a:ln>
            <a:noFill/>
          </a:ln>
        </p:spPr>
      </p:sp>
      <p:sp>
        <p:nvSpPr>
          <p:cNvPr id="1142" name="Google Shape;1142;p99"/>
          <p:cNvSpPr txBox="1"/>
          <p:nvPr>
            <p:ph idx="1" type="body"/>
          </p:nvPr>
        </p:nvSpPr>
        <p:spPr>
          <a:xfrm>
            <a:off x="4640580" y="1571626"/>
            <a:ext cx="1904525" cy="1400175"/>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lt1"/>
              </a:buClr>
              <a:buSzPts val="7200"/>
              <a:buFont typeface="Arial"/>
              <a:buNone/>
              <a:defRPr b="0" sz="7200">
                <a:solidFill>
                  <a:schemeClr val="lt1"/>
                </a:solidFill>
                <a:latin typeface="Arial"/>
                <a:ea typeface="Arial"/>
                <a:cs typeface="Arial"/>
                <a:sym typeface="Arial"/>
              </a:defRPr>
            </a:lvl1pPr>
            <a:lvl2pPr indent="-228600" lvl="1" marL="914400" algn="r">
              <a:lnSpc>
                <a:spcPct val="85000"/>
              </a:lnSpc>
              <a:spcBef>
                <a:spcPts val="0"/>
              </a:spcBef>
              <a:spcAft>
                <a:spcPts val="0"/>
              </a:spcAft>
              <a:buClr>
                <a:schemeClr val="lt1"/>
              </a:buClr>
              <a:buSzPts val="5400"/>
              <a:buFont typeface="Arial"/>
              <a:buNone/>
              <a:defRPr sz="5400"/>
            </a:lvl2pPr>
            <a:lvl3pPr indent="-228600" lvl="2" marL="1371600" algn="r">
              <a:lnSpc>
                <a:spcPct val="85000"/>
              </a:lnSpc>
              <a:spcBef>
                <a:spcPts val="0"/>
              </a:spcBef>
              <a:spcAft>
                <a:spcPts val="0"/>
              </a:spcAft>
              <a:buClr>
                <a:schemeClr val="lt1"/>
              </a:buClr>
              <a:buSzPts val="5400"/>
              <a:buFont typeface="Arial"/>
              <a:buNone/>
              <a:defRPr sz="5400"/>
            </a:lvl3pPr>
            <a:lvl4pPr indent="-228600" lvl="3" marL="1828800" algn="r">
              <a:lnSpc>
                <a:spcPct val="85000"/>
              </a:lnSpc>
              <a:spcBef>
                <a:spcPts val="0"/>
              </a:spcBef>
              <a:spcAft>
                <a:spcPts val="0"/>
              </a:spcAft>
              <a:buClr>
                <a:schemeClr val="lt1"/>
              </a:buClr>
              <a:buSzPts val="5400"/>
              <a:buFont typeface="Arial"/>
              <a:buNone/>
              <a:defRPr sz="5400"/>
            </a:lvl4pPr>
            <a:lvl5pPr indent="-228600" lvl="4" marL="2286000" algn="r">
              <a:lnSpc>
                <a:spcPct val="85000"/>
              </a:lnSpc>
              <a:spcBef>
                <a:spcPts val="0"/>
              </a:spcBef>
              <a:spcAft>
                <a:spcPts val="0"/>
              </a:spcAft>
              <a:buClr>
                <a:schemeClr val="lt1"/>
              </a:buClr>
              <a:buSzPts val="5400"/>
              <a:buFont typeface="Arial"/>
              <a:buNone/>
              <a:defRPr sz="5400"/>
            </a:lvl5pPr>
            <a:lvl6pPr indent="-228600" lvl="5" marL="2743200" algn="r">
              <a:lnSpc>
                <a:spcPct val="85000"/>
              </a:lnSpc>
              <a:spcBef>
                <a:spcPts val="0"/>
              </a:spcBef>
              <a:spcAft>
                <a:spcPts val="0"/>
              </a:spcAft>
              <a:buClr>
                <a:schemeClr val="lt1"/>
              </a:buClr>
              <a:buSzPts val="5400"/>
              <a:buFont typeface="Arial"/>
              <a:buNone/>
              <a:defRPr sz="5400"/>
            </a:lvl6pPr>
            <a:lvl7pPr indent="-228600" lvl="6" marL="3200400" algn="r">
              <a:lnSpc>
                <a:spcPct val="85000"/>
              </a:lnSpc>
              <a:spcBef>
                <a:spcPts val="0"/>
              </a:spcBef>
              <a:spcAft>
                <a:spcPts val="0"/>
              </a:spcAft>
              <a:buClr>
                <a:schemeClr val="lt1"/>
              </a:buClr>
              <a:buSzPts val="5400"/>
              <a:buFont typeface="Arial"/>
              <a:buNone/>
              <a:defRPr sz="5400"/>
            </a:lvl7pPr>
            <a:lvl8pPr indent="-228600" lvl="7" marL="3657600" algn="r">
              <a:lnSpc>
                <a:spcPct val="85000"/>
              </a:lnSpc>
              <a:spcBef>
                <a:spcPts val="0"/>
              </a:spcBef>
              <a:spcAft>
                <a:spcPts val="0"/>
              </a:spcAft>
              <a:buClr>
                <a:schemeClr val="lt1"/>
              </a:buClr>
              <a:buSzPts val="5400"/>
              <a:buFont typeface="Arial"/>
              <a:buNone/>
              <a:defRPr sz="5400"/>
            </a:lvl8pPr>
            <a:lvl9pPr indent="-228600" lvl="8" marL="4114800" algn="r">
              <a:lnSpc>
                <a:spcPct val="85000"/>
              </a:lnSpc>
              <a:spcBef>
                <a:spcPts val="0"/>
              </a:spcBef>
              <a:spcAft>
                <a:spcPts val="0"/>
              </a:spcAft>
              <a:buClr>
                <a:schemeClr val="lt1"/>
              </a:buClr>
              <a:buSzPts val="5400"/>
              <a:buFont typeface="Arial"/>
              <a:buNone/>
              <a:defRPr sz="5400"/>
            </a:lvl9pPr>
          </a:lstStyle>
          <a:p/>
        </p:txBody>
      </p:sp>
      <p:sp>
        <p:nvSpPr>
          <p:cNvPr id="1143" name="Google Shape;1143;p99"/>
          <p:cNvSpPr txBox="1"/>
          <p:nvPr>
            <p:ph type="title"/>
          </p:nvPr>
        </p:nvSpPr>
        <p:spPr>
          <a:xfrm>
            <a:off x="4640580" y="2971800"/>
            <a:ext cx="4206240" cy="31115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Big Number and Image Black">
  <p:cSld name="Section Header - Big Number and Image Black">
    <p:bg>
      <p:bgPr>
        <a:solidFill>
          <a:schemeClr val="dk1"/>
        </a:solidFill>
      </p:bgPr>
    </p:bg>
    <p:spTree>
      <p:nvGrpSpPr>
        <p:cNvPr id="1144" name="Shape 1144"/>
        <p:cNvGrpSpPr/>
        <p:nvPr/>
      </p:nvGrpSpPr>
      <p:grpSpPr>
        <a:xfrm>
          <a:off x="0" y="0"/>
          <a:ext cx="0" cy="0"/>
          <a:chOff x="0" y="0"/>
          <a:chExt cx="0" cy="0"/>
        </a:xfrm>
      </p:grpSpPr>
      <p:sp>
        <p:nvSpPr>
          <p:cNvPr id="1145" name="Google Shape;1145;p100"/>
          <p:cNvSpPr/>
          <p:nvPr>
            <p:ph idx="2" type="pic"/>
          </p:nvPr>
        </p:nvSpPr>
        <p:spPr>
          <a:xfrm>
            <a:off x="0" y="0"/>
            <a:ext cx="4229100" cy="6858000"/>
          </a:xfrm>
          <a:prstGeom prst="rect">
            <a:avLst/>
          </a:prstGeom>
          <a:solidFill>
            <a:srgbClr val="D7E0E3"/>
          </a:solidFill>
          <a:ln>
            <a:noFill/>
          </a:ln>
        </p:spPr>
      </p:sp>
      <p:sp>
        <p:nvSpPr>
          <p:cNvPr id="1146" name="Google Shape;1146;p100"/>
          <p:cNvSpPr txBox="1"/>
          <p:nvPr>
            <p:ph idx="1" type="body"/>
          </p:nvPr>
        </p:nvSpPr>
        <p:spPr>
          <a:xfrm>
            <a:off x="4640580" y="1571626"/>
            <a:ext cx="1904525" cy="1400175"/>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lt1"/>
              </a:buClr>
              <a:buSzPts val="7200"/>
              <a:buFont typeface="Arial"/>
              <a:buNone/>
              <a:defRPr b="0" sz="7200">
                <a:solidFill>
                  <a:schemeClr val="lt1"/>
                </a:solidFill>
                <a:latin typeface="Arial"/>
                <a:ea typeface="Arial"/>
                <a:cs typeface="Arial"/>
                <a:sym typeface="Arial"/>
              </a:defRPr>
            </a:lvl1pPr>
            <a:lvl2pPr indent="-228600" lvl="1" marL="914400" algn="r">
              <a:lnSpc>
                <a:spcPct val="85000"/>
              </a:lnSpc>
              <a:spcBef>
                <a:spcPts val="0"/>
              </a:spcBef>
              <a:spcAft>
                <a:spcPts val="0"/>
              </a:spcAft>
              <a:buClr>
                <a:schemeClr val="lt1"/>
              </a:buClr>
              <a:buSzPts val="5400"/>
              <a:buFont typeface="Arial"/>
              <a:buNone/>
              <a:defRPr sz="5400"/>
            </a:lvl2pPr>
            <a:lvl3pPr indent="-228600" lvl="2" marL="1371600" algn="r">
              <a:lnSpc>
                <a:spcPct val="85000"/>
              </a:lnSpc>
              <a:spcBef>
                <a:spcPts val="0"/>
              </a:spcBef>
              <a:spcAft>
                <a:spcPts val="0"/>
              </a:spcAft>
              <a:buClr>
                <a:schemeClr val="lt1"/>
              </a:buClr>
              <a:buSzPts val="5400"/>
              <a:buFont typeface="Arial"/>
              <a:buNone/>
              <a:defRPr sz="5400"/>
            </a:lvl3pPr>
            <a:lvl4pPr indent="-228600" lvl="3" marL="1828800" algn="r">
              <a:lnSpc>
                <a:spcPct val="85000"/>
              </a:lnSpc>
              <a:spcBef>
                <a:spcPts val="0"/>
              </a:spcBef>
              <a:spcAft>
                <a:spcPts val="0"/>
              </a:spcAft>
              <a:buClr>
                <a:schemeClr val="lt1"/>
              </a:buClr>
              <a:buSzPts val="5400"/>
              <a:buFont typeface="Arial"/>
              <a:buNone/>
              <a:defRPr sz="5400"/>
            </a:lvl4pPr>
            <a:lvl5pPr indent="-228600" lvl="4" marL="2286000" algn="r">
              <a:lnSpc>
                <a:spcPct val="85000"/>
              </a:lnSpc>
              <a:spcBef>
                <a:spcPts val="0"/>
              </a:spcBef>
              <a:spcAft>
                <a:spcPts val="0"/>
              </a:spcAft>
              <a:buClr>
                <a:schemeClr val="lt1"/>
              </a:buClr>
              <a:buSzPts val="5400"/>
              <a:buFont typeface="Arial"/>
              <a:buNone/>
              <a:defRPr sz="5400"/>
            </a:lvl5pPr>
            <a:lvl6pPr indent="-228600" lvl="5" marL="2743200" algn="r">
              <a:lnSpc>
                <a:spcPct val="85000"/>
              </a:lnSpc>
              <a:spcBef>
                <a:spcPts val="0"/>
              </a:spcBef>
              <a:spcAft>
                <a:spcPts val="0"/>
              </a:spcAft>
              <a:buClr>
                <a:schemeClr val="lt1"/>
              </a:buClr>
              <a:buSzPts val="5400"/>
              <a:buFont typeface="Arial"/>
              <a:buNone/>
              <a:defRPr sz="5400"/>
            </a:lvl6pPr>
            <a:lvl7pPr indent="-228600" lvl="6" marL="3200400" algn="r">
              <a:lnSpc>
                <a:spcPct val="85000"/>
              </a:lnSpc>
              <a:spcBef>
                <a:spcPts val="0"/>
              </a:spcBef>
              <a:spcAft>
                <a:spcPts val="0"/>
              </a:spcAft>
              <a:buClr>
                <a:schemeClr val="lt1"/>
              </a:buClr>
              <a:buSzPts val="5400"/>
              <a:buFont typeface="Arial"/>
              <a:buNone/>
              <a:defRPr sz="5400"/>
            </a:lvl7pPr>
            <a:lvl8pPr indent="-228600" lvl="7" marL="3657600" algn="r">
              <a:lnSpc>
                <a:spcPct val="85000"/>
              </a:lnSpc>
              <a:spcBef>
                <a:spcPts val="0"/>
              </a:spcBef>
              <a:spcAft>
                <a:spcPts val="0"/>
              </a:spcAft>
              <a:buClr>
                <a:schemeClr val="lt1"/>
              </a:buClr>
              <a:buSzPts val="5400"/>
              <a:buFont typeface="Arial"/>
              <a:buNone/>
              <a:defRPr sz="5400"/>
            </a:lvl8pPr>
            <a:lvl9pPr indent="-228600" lvl="8" marL="4114800" algn="r">
              <a:lnSpc>
                <a:spcPct val="85000"/>
              </a:lnSpc>
              <a:spcBef>
                <a:spcPts val="0"/>
              </a:spcBef>
              <a:spcAft>
                <a:spcPts val="0"/>
              </a:spcAft>
              <a:buClr>
                <a:schemeClr val="lt1"/>
              </a:buClr>
              <a:buSzPts val="5400"/>
              <a:buFont typeface="Arial"/>
              <a:buNone/>
              <a:defRPr sz="5400"/>
            </a:lvl9pPr>
          </a:lstStyle>
          <a:p/>
        </p:txBody>
      </p:sp>
      <p:sp>
        <p:nvSpPr>
          <p:cNvPr id="1147" name="Google Shape;1147;p100"/>
          <p:cNvSpPr txBox="1"/>
          <p:nvPr>
            <p:ph type="title"/>
          </p:nvPr>
        </p:nvSpPr>
        <p:spPr>
          <a:xfrm>
            <a:off x="4640580" y="2971800"/>
            <a:ext cx="4206240" cy="31115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 Big Number">
  <p:cSld name="1_Section Header - Big Number">
    <p:bg>
      <p:bgPr>
        <a:solidFill>
          <a:srgbClr val="006E74"/>
        </a:solidFill>
      </p:bgPr>
    </p:bg>
    <p:spTree>
      <p:nvGrpSpPr>
        <p:cNvPr id="1148" name="Shape 1148"/>
        <p:cNvGrpSpPr/>
        <p:nvPr/>
      </p:nvGrpSpPr>
      <p:grpSpPr>
        <a:xfrm>
          <a:off x="0" y="0"/>
          <a:ext cx="0" cy="0"/>
          <a:chOff x="0" y="0"/>
          <a:chExt cx="0" cy="0"/>
        </a:xfrm>
      </p:grpSpPr>
      <p:sp>
        <p:nvSpPr>
          <p:cNvPr id="1149" name="Google Shape;1149;p101"/>
          <p:cNvSpPr txBox="1"/>
          <p:nvPr>
            <p:ph idx="1" type="body"/>
          </p:nvPr>
        </p:nvSpPr>
        <p:spPr>
          <a:xfrm>
            <a:off x="274319" y="365126"/>
            <a:ext cx="1894115" cy="3473475"/>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lt1"/>
              </a:buClr>
              <a:buSzPts val="12750"/>
              <a:buFont typeface="Arial"/>
              <a:buNone/>
              <a:defRPr sz="12750">
                <a:latin typeface="Arial"/>
                <a:ea typeface="Arial"/>
                <a:cs typeface="Arial"/>
                <a:sym typeface="Arial"/>
              </a:defRPr>
            </a:lvl1pPr>
            <a:lvl2pPr indent="-228600" lvl="1" marL="914400" algn="l">
              <a:lnSpc>
                <a:spcPct val="85000"/>
              </a:lnSpc>
              <a:spcBef>
                <a:spcPts val="0"/>
              </a:spcBef>
              <a:spcAft>
                <a:spcPts val="0"/>
              </a:spcAft>
              <a:buClr>
                <a:schemeClr val="lt1"/>
              </a:buClr>
              <a:buSzPts val="12750"/>
              <a:buFont typeface="Arial"/>
              <a:buNone/>
              <a:defRPr sz="12750"/>
            </a:lvl2pPr>
            <a:lvl3pPr indent="-228600" lvl="2" marL="1371600" algn="l">
              <a:lnSpc>
                <a:spcPct val="85000"/>
              </a:lnSpc>
              <a:spcBef>
                <a:spcPts val="0"/>
              </a:spcBef>
              <a:spcAft>
                <a:spcPts val="0"/>
              </a:spcAft>
              <a:buClr>
                <a:schemeClr val="lt1"/>
              </a:buClr>
              <a:buSzPts val="12750"/>
              <a:buFont typeface="Arial"/>
              <a:buNone/>
              <a:defRPr sz="12750"/>
            </a:lvl3pPr>
            <a:lvl4pPr indent="-228600" lvl="3" marL="1828800" algn="l">
              <a:lnSpc>
                <a:spcPct val="85000"/>
              </a:lnSpc>
              <a:spcBef>
                <a:spcPts val="0"/>
              </a:spcBef>
              <a:spcAft>
                <a:spcPts val="0"/>
              </a:spcAft>
              <a:buClr>
                <a:schemeClr val="lt1"/>
              </a:buClr>
              <a:buSzPts val="12750"/>
              <a:buFont typeface="Arial"/>
              <a:buNone/>
              <a:defRPr sz="12750"/>
            </a:lvl4pPr>
            <a:lvl5pPr indent="-228600" lvl="4" marL="2286000" algn="l">
              <a:lnSpc>
                <a:spcPct val="85000"/>
              </a:lnSpc>
              <a:spcBef>
                <a:spcPts val="0"/>
              </a:spcBef>
              <a:spcAft>
                <a:spcPts val="0"/>
              </a:spcAft>
              <a:buClr>
                <a:schemeClr val="lt1"/>
              </a:buClr>
              <a:buSzPts val="12750"/>
              <a:buFont typeface="Arial"/>
              <a:buNone/>
              <a:defRPr sz="12750"/>
            </a:lvl5pPr>
            <a:lvl6pPr indent="-228600" lvl="5" marL="2743200" algn="l">
              <a:lnSpc>
                <a:spcPct val="85000"/>
              </a:lnSpc>
              <a:spcBef>
                <a:spcPts val="0"/>
              </a:spcBef>
              <a:spcAft>
                <a:spcPts val="0"/>
              </a:spcAft>
              <a:buClr>
                <a:schemeClr val="lt1"/>
              </a:buClr>
              <a:buSzPts val="12750"/>
              <a:buFont typeface="Arial"/>
              <a:buNone/>
              <a:defRPr sz="12750"/>
            </a:lvl6pPr>
            <a:lvl7pPr indent="-228600" lvl="6" marL="3200400" algn="l">
              <a:lnSpc>
                <a:spcPct val="85000"/>
              </a:lnSpc>
              <a:spcBef>
                <a:spcPts val="0"/>
              </a:spcBef>
              <a:spcAft>
                <a:spcPts val="0"/>
              </a:spcAft>
              <a:buClr>
                <a:schemeClr val="lt1"/>
              </a:buClr>
              <a:buSzPts val="12750"/>
              <a:buFont typeface="Arial"/>
              <a:buNone/>
              <a:defRPr sz="12750"/>
            </a:lvl7pPr>
            <a:lvl8pPr indent="-228600" lvl="7" marL="3657600" algn="l">
              <a:lnSpc>
                <a:spcPct val="85000"/>
              </a:lnSpc>
              <a:spcBef>
                <a:spcPts val="0"/>
              </a:spcBef>
              <a:spcAft>
                <a:spcPts val="0"/>
              </a:spcAft>
              <a:buClr>
                <a:schemeClr val="lt1"/>
              </a:buClr>
              <a:buSzPts val="12750"/>
              <a:buFont typeface="Arial"/>
              <a:buNone/>
              <a:defRPr sz="12750"/>
            </a:lvl8pPr>
            <a:lvl9pPr indent="-228600" lvl="8" marL="4114800" algn="l">
              <a:lnSpc>
                <a:spcPct val="85000"/>
              </a:lnSpc>
              <a:spcBef>
                <a:spcPts val="0"/>
              </a:spcBef>
              <a:spcAft>
                <a:spcPts val="0"/>
              </a:spcAft>
              <a:buClr>
                <a:schemeClr val="lt1"/>
              </a:buClr>
              <a:buSzPts val="12750"/>
              <a:buFont typeface="Arial"/>
              <a:buNone/>
              <a:defRPr sz="12750"/>
            </a:lvl9pPr>
          </a:lstStyle>
          <a:p/>
        </p:txBody>
      </p:sp>
      <p:sp>
        <p:nvSpPr>
          <p:cNvPr id="1150" name="Google Shape;1150;p101"/>
          <p:cNvSpPr txBox="1"/>
          <p:nvPr>
            <p:ph type="title"/>
          </p:nvPr>
        </p:nvSpPr>
        <p:spPr>
          <a:xfrm>
            <a:off x="1371600" y="2329840"/>
            <a:ext cx="7495794" cy="150876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1" name="Google Shape;1151;p101"/>
          <p:cNvSpPr txBox="1"/>
          <p:nvPr>
            <p:ph idx="2" type="body"/>
          </p:nvPr>
        </p:nvSpPr>
        <p:spPr>
          <a:xfrm>
            <a:off x="1371599" y="4114800"/>
            <a:ext cx="7495794" cy="19685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lt1"/>
              </a:buClr>
              <a:buSzPts val="1350"/>
              <a:buChar char="•"/>
              <a:defRPr>
                <a:latin typeface="Arial"/>
                <a:ea typeface="Arial"/>
                <a:cs typeface="Arial"/>
                <a:sym typeface="Arial"/>
              </a:defRPr>
            </a:lvl1pPr>
            <a:lvl2pPr indent="-342900" lvl="1" marL="914400" algn="l">
              <a:lnSpc>
                <a:spcPct val="100000"/>
              </a:lnSpc>
              <a:spcBef>
                <a:spcPts val="225"/>
              </a:spcBef>
              <a:spcAft>
                <a:spcPts val="0"/>
              </a:spcAft>
              <a:buClr>
                <a:schemeClr val="lt1"/>
              </a:buClr>
              <a:buSzPts val="1800"/>
              <a:buChar char="–"/>
              <a:defRPr/>
            </a:lvl2pPr>
            <a:lvl3pPr indent="-342900" lvl="2" marL="1371600" algn="l">
              <a:lnSpc>
                <a:spcPct val="100000"/>
              </a:lnSpc>
              <a:spcBef>
                <a:spcPts val="225"/>
              </a:spcBef>
              <a:spcAft>
                <a:spcPts val="0"/>
              </a:spcAft>
              <a:buClr>
                <a:schemeClr val="lt1"/>
              </a:buClr>
              <a:buSzPts val="1800"/>
              <a:buChar char="–"/>
              <a:defRPr/>
            </a:lvl3pPr>
            <a:lvl4pPr indent="-342900" lvl="3" marL="1828800" algn="l">
              <a:lnSpc>
                <a:spcPct val="100000"/>
              </a:lnSpc>
              <a:spcBef>
                <a:spcPts val="225"/>
              </a:spcBef>
              <a:spcAft>
                <a:spcPts val="0"/>
              </a:spcAft>
              <a:buClr>
                <a:schemeClr val="lt1"/>
              </a:buClr>
              <a:buSzPts val="1800"/>
              <a:buChar char="–"/>
              <a:defRPr/>
            </a:lvl4pPr>
            <a:lvl5pPr indent="-342900" lvl="4" marL="2286000" algn="l">
              <a:lnSpc>
                <a:spcPct val="100000"/>
              </a:lnSpc>
              <a:spcBef>
                <a:spcPts val="225"/>
              </a:spcBef>
              <a:spcAft>
                <a:spcPts val="0"/>
              </a:spcAft>
              <a:buClr>
                <a:schemeClr val="lt1"/>
              </a:buClr>
              <a:buSzPts val="1800"/>
              <a:buChar char="–"/>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 Big Number Light teal">
  <p:cSld name="1_Section Header - Big Number Light teal">
    <p:bg>
      <p:bgPr>
        <a:solidFill>
          <a:schemeClr val="accent1"/>
        </a:solidFill>
      </p:bgPr>
    </p:bg>
    <p:spTree>
      <p:nvGrpSpPr>
        <p:cNvPr id="1152" name="Shape 1152"/>
        <p:cNvGrpSpPr/>
        <p:nvPr/>
      </p:nvGrpSpPr>
      <p:grpSpPr>
        <a:xfrm>
          <a:off x="0" y="0"/>
          <a:ext cx="0" cy="0"/>
          <a:chOff x="0" y="0"/>
          <a:chExt cx="0" cy="0"/>
        </a:xfrm>
      </p:grpSpPr>
      <p:sp>
        <p:nvSpPr>
          <p:cNvPr id="1153" name="Google Shape;1153;p102"/>
          <p:cNvSpPr txBox="1"/>
          <p:nvPr>
            <p:ph idx="1" type="body"/>
          </p:nvPr>
        </p:nvSpPr>
        <p:spPr>
          <a:xfrm>
            <a:off x="274319" y="365126"/>
            <a:ext cx="1894115" cy="3473475"/>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lt1"/>
              </a:buClr>
              <a:buSzPts val="12750"/>
              <a:buFont typeface="Arial"/>
              <a:buNone/>
              <a:defRPr sz="12750">
                <a:latin typeface="Arial"/>
                <a:ea typeface="Arial"/>
                <a:cs typeface="Arial"/>
                <a:sym typeface="Arial"/>
              </a:defRPr>
            </a:lvl1pPr>
            <a:lvl2pPr indent="-228600" lvl="1" marL="914400" algn="l">
              <a:lnSpc>
                <a:spcPct val="85000"/>
              </a:lnSpc>
              <a:spcBef>
                <a:spcPts val="0"/>
              </a:spcBef>
              <a:spcAft>
                <a:spcPts val="0"/>
              </a:spcAft>
              <a:buClr>
                <a:schemeClr val="lt1"/>
              </a:buClr>
              <a:buSzPts val="12750"/>
              <a:buFont typeface="Arial"/>
              <a:buNone/>
              <a:defRPr sz="12750"/>
            </a:lvl2pPr>
            <a:lvl3pPr indent="-228600" lvl="2" marL="1371600" algn="l">
              <a:lnSpc>
                <a:spcPct val="85000"/>
              </a:lnSpc>
              <a:spcBef>
                <a:spcPts val="0"/>
              </a:spcBef>
              <a:spcAft>
                <a:spcPts val="0"/>
              </a:spcAft>
              <a:buClr>
                <a:schemeClr val="lt1"/>
              </a:buClr>
              <a:buSzPts val="12750"/>
              <a:buFont typeface="Arial"/>
              <a:buNone/>
              <a:defRPr sz="12750"/>
            </a:lvl3pPr>
            <a:lvl4pPr indent="-228600" lvl="3" marL="1828800" algn="l">
              <a:lnSpc>
                <a:spcPct val="85000"/>
              </a:lnSpc>
              <a:spcBef>
                <a:spcPts val="0"/>
              </a:spcBef>
              <a:spcAft>
                <a:spcPts val="0"/>
              </a:spcAft>
              <a:buClr>
                <a:schemeClr val="lt1"/>
              </a:buClr>
              <a:buSzPts val="12750"/>
              <a:buFont typeface="Arial"/>
              <a:buNone/>
              <a:defRPr sz="12750"/>
            </a:lvl4pPr>
            <a:lvl5pPr indent="-228600" lvl="4" marL="2286000" algn="l">
              <a:lnSpc>
                <a:spcPct val="85000"/>
              </a:lnSpc>
              <a:spcBef>
                <a:spcPts val="0"/>
              </a:spcBef>
              <a:spcAft>
                <a:spcPts val="0"/>
              </a:spcAft>
              <a:buClr>
                <a:schemeClr val="lt1"/>
              </a:buClr>
              <a:buSzPts val="12750"/>
              <a:buFont typeface="Arial"/>
              <a:buNone/>
              <a:defRPr sz="12750"/>
            </a:lvl5pPr>
            <a:lvl6pPr indent="-228600" lvl="5" marL="2743200" algn="l">
              <a:lnSpc>
                <a:spcPct val="85000"/>
              </a:lnSpc>
              <a:spcBef>
                <a:spcPts val="0"/>
              </a:spcBef>
              <a:spcAft>
                <a:spcPts val="0"/>
              </a:spcAft>
              <a:buClr>
                <a:schemeClr val="lt1"/>
              </a:buClr>
              <a:buSzPts val="12750"/>
              <a:buFont typeface="Arial"/>
              <a:buNone/>
              <a:defRPr sz="12750"/>
            </a:lvl6pPr>
            <a:lvl7pPr indent="-228600" lvl="6" marL="3200400" algn="l">
              <a:lnSpc>
                <a:spcPct val="85000"/>
              </a:lnSpc>
              <a:spcBef>
                <a:spcPts val="0"/>
              </a:spcBef>
              <a:spcAft>
                <a:spcPts val="0"/>
              </a:spcAft>
              <a:buClr>
                <a:schemeClr val="lt1"/>
              </a:buClr>
              <a:buSzPts val="12750"/>
              <a:buFont typeface="Arial"/>
              <a:buNone/>
              <a:defRPr sz="12750"/>
            </a:lvl7pPr>
            <a:lvl8pPr indent="-228600" lvl="7" marL="3657600" algn="l">
              <a:lnSpc>
                <a:spcPct val="85000"/>
              </a:lnSpc>
              <a:spcBef>
                <a:spcPts val="0"/>
              </a:spcBef>
              <a:spcAft>
                <a:spcPts val="0"/>
              </a:spcAft>
              <a:buClr>
                <a:schemeClr val="lt1"/>
              </a:buClr>
              <a:buSzPts val="12750"/>
              <a:buFont typeface="Arial"/>
              <a:buNone/>
              <a:defRPr sz="12750"/>
            </a:lvl8pPr>
            <a:lvl9pPr indent="-228600" lvl="8" marL="4114800" algn="l">
              <a:lnSpc>
                <a:spcPct val="85000"/>
              </a:lnSpc>
              <a:spcBef>
                <a:spcPts val="0"/>
              </a:spcBef>
              <a:spcAft>
                <a:spcPts val="0"/>
              </a:spcAft>
              <a:buClr>
                <a:schemeClr val="lt1"/>
              </a:buClr>
              <a:buSzPts val="12750"/>
              <a:buFont typeface="Arial"/>
              <a:buNone/>
              <a:defRPr sz="12750"/>
            </a:lvl9pPr>
          </a:lstStyle>
          <a:p/>
        </p:txBody>
      </p:sp>
      <p:sp>
        <p:nvSpPr>
          <p:cNvPr id="1154" name="Google Shape;1154;p102"/>
          <p:cNvSpPr txBox="1"/>
          <p:nvPr>
            <p:ph type="title"/>
          </p:nvPr>
        </p:nvSpPr>
        <p:spPr>
          <a:xfrm>
            <a:off x="1371600" y="2329840"/>
            <a:ext cx="7495794" cy="150876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5" name="Google Shape;1155;p102"/>
          <p:cNvSpPr txBox="1"/>
          <p:nvPr>
            <p:ph idx="2" type="body"/>
          </p:nvPr>
        </p:nvSpPr>
        <p:spPr>
          <a:xfrm>
            <a:off x="1371599" y="4114800"/>
            <a:ext cx="7495794" cy="19685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lt1"/>
              </a:buClr>
              <a:buSzPts val="1350"/>
              <a:buChar char="•"/>
              <a:defRPr>
                <a:latin typeface="Arial"/>
                <a:ea typeface="Arial"/>
                <a:cs typeface="Arial"/>
                <a:sym typeface="Arial"/>
              </a:defRPr>
            </a:lvl1pPr>
            <a:lvl2pPr indent="-342900" lvl="1" marL="914400" algn="l">
              <a:lnSpc>
                <a:spcPct val="100000"/>
              </a:lnSpc>
              <a:spcBef>
                <a:spcPts val="225"/>
              </a:spcBef>
              <a:spcAft>
                <a:spcPts val="0"/>
              </a:spcAft>
              <a:buClr>
                <a:schemeClr val="lt1"/>
              </a:buClr>
              <a:buSzPts val="1800"/>
              <a:buChar char="–"/>
              <a:defRPr/>
            </a:lvl2pPr>
            <a:lvl3pPr indent="-342900" lvl="2" marL="1371600" algn="l">
              <a:lnSpc>
                <a:spcPct val="100000"/>
              </a:lnSpc>
              <a:spcBef>
                <a:spcPts val="225"/>
              </a:spcBef>
              <a:spcAft>
                <a:spcPts val="0"/>
              </a:spcAft>
              <a:buClr>
                <a:schemeClr val="lt1"/>
              </a:buClr>
              <a:buSzPts val="1800"/>
              <a:buChar char="–"/>
              <a:defRPr/>
            </a:lvl3pPr>
            <a:lvl4pPr indent="-342900" lvl="3" marL="1828800" algn="l">
              <a:lnSpc>
                <a:spcPct val="100000"/>
              </a:lnSpc>
              <a:spcBef>
                <a:spcPts val="225"/>
              </a:spcBef>
              <a:spcAft>
                <a:spcPts val="0"/>
              </a:spcAft>
              <a:buClr>
                <a:schemeClr val="lt1"/>
              </a:buClr>
              <a:buSzPts val="1800"/>
              <a:buChar char="–"/>
              <a:defRPr/>
            </a:lvl4pPr>
            <a:lvl5pPr indent="-342900" lvl="4" marL="2286000" algn="l">
              <a:lnSpc>
                <a:spcPct val="100000"/>
              </a:lnSpc>
              <a:spcBef>
                <a:spcPts val="225"/>
              </a:spcBef>
              <a:spcAft>
                <a:spcPts val="0"/>
              </a:spcAft>
              <a:buClr>
                <a:schemeClr val="lt1"/>
              </a:buClr>
              <a:buSzPts val="1800"/>
              <a:buChar char="–"/>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Big Number Black">
  <p:cSld name="Section Header - Big Number Black">
    <p:bg>
      <p:bgPr>
        <a:solidFill>
          <a:schemeClr val="dk1"/>
        </a:solidFill>
      </p:bgPr>
    </p:bg>
    <p:spTree>
      <p:nvGrpSpPr>
        <p:cNvPr id="1156" name="Shape 1156"/>
        <p:cNvGrpSpPr/>
        <p:nvPr/>
      </p:nvGrpSpPr>
      <p:grpSpPr>
        <a:xfrm>
          <a:off x="0" y="0"/>
          <a:ext cx="0" cy="0"/>
          <a:chOff x="0" y="0"/>
          <a:chExt cx="0" cy="0"/>
        </a:xfrm>
      </p:grpSpPr>
      <p:sp>
        <p:nvSpPr>
          <p:cNvPr id="1157" name="Google Shape;1157;p103"/>
          <p:cNvSpPr txBox="1"/>
          <p:nvPr>
            <p:ph idx="1" type="body"/>
          </p:nvPr>
        </p:nvSpPr>
        <p:spPr>
          <a:xfrm>
            <a:off x="274319" y="365126"/>
            <a:ext cx="1894115" cy="3473475"/>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lt1"/>
              </a:buClr>
              <a:buSzPts val="12750"/>
              <a:buFont typeface="Arial"/>
              <a:buNone/>
              <a:defRPr sz="12750">
                <a:latin typeface="Arial"/>
                <a:ea typeface="Arial"/>
                <a:cs typeface="Arial"/>
                <a:sym typeface="Arial"/>
              </a:defRPr>
            </a:lvl1pPr>
            <a:lvl2pPr indent="-228600" lvl="1" marL="914400" algn="l">
              <a:lnSpc>
                <a:spcPct val="85000"/>
              </a:lnSpc>
              <a:spcBef>
                <a:spcPts val="0"/>
              </a:spcBef>
              <a:spcAft>
                <a:spcPts val="0"/>
              </a:spcAft>
              <a:buClr>
                <a:schemeClr val="lt1"/>
              </a:buClr>
              <a:buSzPts val="12750"/>
              <a:buFont typeface="Arial"/>
              <a:buNone/>
              <a:defRPr sz="12750"/>
            </a:lvl2pPr>
            <a:lvl3pPr indent="-228600" lvl="2" marL="1371600" algn="l">
              <a:lnSpc>
                <a:spcPct val="85000"/>
              </a:lnSpc>
              <a:spcBef>
                <a:spcPts val="0"/>
              </a:spcBef>
              <a:spcAft>
                <a:spcPts val="0"/>
              </a:spcAft>
              <a:buClr>
                <a:schemeClr val="lt1"/>
              </a:buClr>
              <a:buSzPts val="12750"/>
              <a:buFont typeface="Arial"/>
              <a:buNone/>
              <a:defRPr sz="12750"/>
            </a:lvl3pPr>
            <a:lvl4pPr indent="-228600" lvl="3" marL="1828800" algn="l">
              <a:lnSpc>
                <a:spcPct val="85000"/>
              </a:lnSpc>
              <a:spcBef>
                <a:spcPts val="0"/>
              </a:spcBef>
              <a:spcAft>
                <a:spcPts val="0"/>
              </a:spcAft>
              <a:buClr>
                <a:schemeClr val="lt1"/>
              </a:buClr>
              <a:buSzPts val="12750"/>
              <a:buFont typeface="Arial"/>
              <a:buNone/>
              <a:defRPr sz="12750"/>
            </a:lvl4pPr>
            <a:lvl5pPr indent="-228600" lvl="4" marL="2286000" algn="l">
              <a:lnSpc>
                <a:spcPct val="85000"/>
              </a:lnSpc>
              <a:spcBef>
                <a:spcPts val="0"/>
              </a:spcBef>
              <a:spcAft>
                <a:spcPts val="0"/>
              </a:spcAft>
              <a:buClr>
                <a:schemeClr val="lt1"/>
              </a:buClr>
              <a:buSzPts val="12750"/>
              <a:buFont typeface="Arial"/>
              <a:buNone/>
              <a:defRPr sz="12750"/>
            </a:lvl5pPr>
            <a:lvl6pPr indent="-228600" lvl="5" marL="2743200" algn="l">
              <a:lnSpc>
                <a:spcPct val="85000"/>
              </a:lnSpc>
              <a:spcBef>
                <a:spcPts val="0"/>
              </a:spcBef>
              <a:spcAft>
                <a:spcPts val="0"/>
              </a:spcAft>
              <a:buClr>
                <a:schemeClr val="lt1"/>
              </a:buClr>
              <a:buSzPts val="12750"/>
              <a:buFont typeface="Arial"/>
              <a:buNone/>
              <a:defRPr sz="12750"/>
            </a:lvl6pPr>
            <a:lvl7pPr indent="-228600" lvl="6" marL="3200400" algn="l">
              <a:lnSpc>
                <a:spcPct val="85000"/>
              </a:lnSpc>
              <a:spcBef>
                <a:spcPts val="0"/>
              </a:spcBef>
              <a:spcAft>
                <a:spcPts val="0"/>
              </a:spcAft>
              <a:buClr>
                <a:schemeClr val="lt1"/>
              </a:buClr>
              <a:buSzPts val="12750"/>
              <a:buFont typeface="Arial"/>
              <a:buNone/>
              <a:defRPr sz="12750"/>
            </a:lvl7pPr>
            <a:lvl8pPr indent="-228600" lvl="7" marL="3657600" algn="l">
              <a:lnSpc>
                <a:spcPct val="85000"/>
              </a:lnSpc>
              <a:spcBef>
                <a:spcPts val="0"/>
              </a:spcBef>
              <a:spcAft>
                <a:spcPts val="0"/>
              </a:spcAft>
              <a:buClr>
                <a:schemeClr val="lt1"/>
              </a:buClr>
              <a:buSzPts val="12750"/>
              <a:buFont typeface="Arial"/>
              <a:buNone/>
              <a:defRPr sz="12750"/>
            </a:lvl8pPr>
            <a:lvl9pPr indent="-228600" lvl="8" marL="4114800" algn="l">
              <a:lnSpc>
                <a:spcPct val="85000"/>
              </a:lnSpc>
              <a:spcBef>
                <a:spcPts val="0"/>
              </a:spcBef>
              <a:spcAft>
                <a:spcPts val="0"/>
              </a:spcAft>
              <a:buClr>
                <a:schemeClr val="lt1"/>
              </a:buClr>
              <a:buSzPts val="12750"/>
              <a:buFont typeface="Arial"/>
              <a:buNone/>
              <a:defRPr sz="12750"/>
            </a:lvl9pPr>
          </a:lstStyle>
          <a:p/>
        </p:txBody>
      </p:sp>
      <p:sp>
        <p:nvSpPr>
          <p:cNvPr id="1158" name="Google Shape;1158;p103"/>
          <p:cNvSpPr txBox="1"/>
          <p:nvPr>
            <p:ph type="title"/>
          </p:nvPr>
        </p:nvSpPr>
        <p:spPr>
          <a:xfrm>
            <a:off x="1371600" y="2329840"/>
            <a:ext cx="7495794" cy="150876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9" name="Google Shape;1159;p103"/>
          <p:cNvSpPr txBox="1"/>
          <p:nvPr>
            <p:ph idx="2" type="body"/>
          </p:nvPr>
        </p:nvSpPr>
        <p:spPr>
          <a:xfrm>
            <a:off x="1371599" y="4114800"/>
            <a:ext cx="7495794" cy="19685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lt1"/>
              </a:buClr>
              <a:buSzPts val="1350"/>
              <a:buChar char="•"/>
              <a:defRPr>
                <a:latin typeface="Arial"/>
                <a:ea typeface="Arial"/>
                <a:cs typeface="Arial"/>
                <a:sym typeface="Arial"/>
              </a:defRPr>
            </a:lvl1pPr>
            <a:lvl2pPr indent="-342900" lvl="1" marL="914400" algn="l">
              <a:lnSpc>
                <a:spcPct val="100000"/>
              </a:lnSpc>
              <a:spcBef>
                <a:spcPts val="225"/>
              </a:spcBef>
              <a:spcAft>
                <a:spcPts val="0"/>
              </a:spcAft>
              <a:buClr>
                <a:schemeClr val="lt1"/>
              </a:buClr>
              <a:buSzPts val="1800"/>
              <a:buChar char="–"/>
              <a:defRPr/>
            </a:lvl2pPr>
            <a:lvl3pPr indent="-342900" lvl="2" marL="1371600" algn="l">
              <a:lnSpc>
                <a:spcPct val="100000"/>
              </a:lnSpc>
              <a:spcBef>
                <a:spcPts val="225"/>
              </a:spcBef>
              <a:spcAft>
                <a:spcPts val="0"/>
              </a:spcAft>
              <a:buClr>
                <a:schemeClr val="lt1"/>
              </a:buClr>
              <a:buSzPts val="1800"/>
              <a:buChar char="–"/>
              <a:defRPr/>
            </a:lvl3pPr>
            <a:lvl4pPr indent="-342900" lvl="3" marL="1828800" algn="l">
              <a:lnSpc>
                <a:spcPct val="100000"/>
              </a:lnSpc>
              <a:spcBef>
                <a:spcPts val="225"/>
              </a:spcBef>
              <a:spcAft>
                <a:spcPts val="0"/>
              </a:spcAft>
              <a:buClr>
                <a:schemeClr val="lt1"/>
              </a:buClr>
              <a:buSzPts val="1800"/>
              <a:buChar char="–"/>
              <a:defRPr/>
            </a:lvl4pPr>
            <a:lvl5pPr indent="-342900" lvl="4" marL="2286000" algn="l">
              <a:lnSpc>
                <a:spcPct val="100000"/>
              </a:lnSpc>
              <a:spcBef>
                <a:spcPts val="225"/>
              </a:spcBef>
              <a:spcAft>
                <a:spcPts val="0"/>
              </a:spcAft>
              <a:buClr>
                <a:schemeClr val="lt1"/>
              </a:buClr>
              <a:buSzPts val="1800"/>
              <a:buChar char="–"/>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ck background">
  <p:cSld name="1_Black background">
    <p:bg>
      <p:bgPr>
        <a:solidFill>
          <a:srgbClr val="231F20"/>
        </a:solidFill>
      </p:bgPr>
    </p:bg>
    <p:spTree>
      <p:nvGrpSpPr>
        <p:cNvPr id="1160" name="Shape 1160"/>
        <p:cNvGrpSpPr/>
        <p:nvPr/>
      </p:nvGrpSpPr>
      <p:grpSpPr>
        <a:xfrm>
          <a:off x="0" y="0"/>
          <a:ext cx="0" cy="0"/>
          <a:chOff x="0" y="0"/>
          <a:chExt cx="0" cy="0"/>
        </a:xfrm>
      </p:grpSpPr>
      <p:sp>
        <p:nvSpPr>
          <p:cNvPr id="1161" name="Google Shape;1161;p104"/>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494">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nd background">
  <p:cSld name="Sand background">
    <p:bg>
      <p:bgPr>
        <a:solidFill>
          <a:schemeClr val="lt2"/>
        </a:solidFill>
      </p:bgPr>
    </p:bg>
    <p:spTree>
      <p:nvGrpSpPr>
        <p:cNvPr id="1162" name="Shape 1162"/>
        <p:cNvGrpSpPr/>
        <p:nvPr/>
      </p:nvGrpSpPr>
      <p:grpSpPr>
        <a:xfrm>
          <a:off x="0" y="0"/>
          <a:ext cx="0" cy="0"/>
          <a:chOff x="0" y="0"/>
          <a:chExt cx="0" cy="0"/>
        </a:xfrm>
      </p:grpSpPr>
      <p:sp>
        <p:nvSpPr>
          <p:cNvPr id="1163" name="Google Shape;1163;p105"/>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sand bottom half" showMasterSp="0">
  <p:cSld name="Half sand bottom half">
    <p:bg>
      <p:bgPr>
        <a:solidFill>
          <a:schemeClr val="lt1"/>
        </a:solidFill>
      </p:bgPr>
    </p:bg>
    <p:spTree>
      <p:nvGrpSpPr>
        <p:cNvPr id="1164" name="Shape 1164"/>
        <p:cNvGrpSpPr/>
        <p:nvPr/>
      </p:nvGrpSpPr>
      <p:grpSpPr>
        <a:xfrm>
          <a:off x="0" y="0"/>
          <a:ext cx="0" cy="0"/>
          <a:chOff x="0" y="0"/>
          <a:chExt cx="0" cy="0"/>
        </a:xfrm>
      </p:grpSpPr>
      <p:sp>
        <p:nvSpPr>
          <p:cNvPr id="1165" name="Google Shape;1165;p106"/>
          <p:cNvSpPr/>
          <p:nvPr/>
        </p:nvSpPr>
        <p:spPr>
          <a:xfrm>
            <a:off x="0" y="3840480"/>
            <a:ext cx="9144000" cy="3017520"/>
          </a:xfrm>
          <a:prstGeom prst="rect">
            <a:avLst/>
          </a:prstGeom>
          <a:solidFill>
            <a:srgbClr val="ECECE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dk1"/>
              </a:solidFill>
              <a:latin typeface="Arial"/>
              <a:ea typeface="Arial"/>
              <a:cs typeface="Arial"/>
              <a:sym typeface="Arial"/>
            </a:endParaRPr>
          </a:p>
        </p:txBody>
      </p:sp>
      <p:sp>
        <p:nvSpPr>
          <p:cNvPr id="1166" name="Google Shape;1166;p106"/>
          <p:cNvSpPr txBox="1"/>
          <p:nvPr/>
        </p:nvSpPr>
        <p:spPr>
          <a:xfrm>
            <a:off x="-1481036" y="-1750979"/>
            <a:ext cx="0" cy="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50"/>
              <a:buFont typeface="Arial"/>
              <a:buNone/>
            </a:pPr>
            <a:r>
              <a:t/>
            </a:r>
            <a:endParaRPr sz="1350">
              <a:solidFill>
                <a:schemeClr val="dk1"/>
              </a:solidFill>
              <a:latin typeface="Arial"/>
              <a:ea typeface="Arial"/>
              <a:cs typeface="Arial"/>
              <a:sym typeface="Arial"/>
            </a:endParaRPr>
          </a:p>
        </p:txBody>
      </p:sp>
      <p:sp>
        <p:nvSpPr>
          <p:cNvPr id="1167" name="Google Shape;1167;p106"/>
          <p:cNvSpPr txBox="1"/>
          <p:nvPr/>
        </p:nvSpPr>
        <p:spPr>
          <a:xfrm>
            <a:off x="6167470" y="6402070"/>
            <a:ext cx="2357024" cy="1828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1168" name="Google Shape;1168;p106"/>
          <p:cNvSpPr txBox="1"/>
          <p:nvPr/>
        </p:nvSpPr>
        <p:spPr>
          <a:xfrm>
            <a:off x="8524494" y="6317731"/>
            <a:ext cx="342900" cy="274637"/>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descr="UST" id="1169" name="Google Shape;1169;p106"/>
          <p:cNvSpPr/>
          <p:nvPr/>
        </p:nvSpPr>
        <p:spPr>
          <a:xfrm>
            <a:off x="274320" y="6238277"/>
            <a:ext cx="240030" cy="354090"/>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170" name="Google Shape;1170;p106"/>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bottom callout bar">
  <p:cSld name="Title Only + bottom callout bar">
    <p:spTree>
      <p:nvGrpSpPr>
        <p:cNvPr id="1171" name="Shape 1171"/>
        <p:cNvGrpSpPr/>
        <p:nvPr/>
      </p:nvGrpSpPr>
      <p:grpSpPr>
        <a:xfrm>
          <a:off x="0" y="0"/>
          <a:ext cx="0" cy="0"/>
          <a:chOff x="0" y="0"/>
          <a:chExt cx="0" cy="0"/>
        </a:xfrm>
      </p:grpSpPr>
      <p:sp>
        <p:nvSpPr>
          <p:cNvPr id="1172" name="Google Shape;1172;p107"/>
          <p:cNvSpPr/>
          <p:nvPr/>
        </p:nvSpPr>
        <p:spPr>
          <a:xfrm>
            <a:off x="-1143" y="6114426"/>
            <a:ext cx="9144000" cy="58731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1173" name="Google Shape;1173;p107"/>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Logo, icon&#10;&#10;Description automatically generated" id="1174" name="Google Shape;1174;p107"/>
          <p:cNvPicPr preferRelativeResize="0"/>
          <p:nvPr/>
        </p:nvPicPr>
        <p:blipFill rotWithShape="1">
          <a:blip r:embed="rId2">
            <a:alphaModFix/>
          </a:blip>
          <a:srcRect b="0" l="0" r="0" t="0"/>
          <a:stretch/>
        </p:blipFill>
        <p:spPr>
          <a:xfrm>
            <a:off x="274320" y="6234730"/>
            <a:ext cx="243731" cy="359182"/>
          </a:xfrm>
          <a:prstGeom prst="rect">
            <a:avLst/>
          </a:prstGeom>
          <a:noFill/>
          <a:ln>
            <a:noFill/>
          </a:ln>
        </p:spPr>
      </p:pic>
      <p:sp>
        <p:nvSpPr>
          <p:cNvPr id="1175" name="Google Shape;1175;p107"/>
          <p:cNvSpPr txBox="1"/>
          <p:nvPr/>
        </p:nvSpPr>
        <p:spPr>
          <a:xfrm>
            <a:off x="8524494" y="6317731"/>
            <a:ext cx="342900" cy="274637"/>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1176" name="Google Shape;1176;p107"/>
          <p:cNvSpPr txBox="1"/>
          <p:nvPr/>
        </p:nvSpPr>
        <p:spPr>
          <a:xfrm>
            <a:off x="6167470" y="6402070"/>
            <a:ext cx="2357024" cy="1828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out UST summary" showMasterSp="0">
  <p:cSld name="About UST summary">
    <p:bg>
      <p:bgPr>
        <a:solidFill>
          <a:schemeClr val="lt1"/>
        </a:solidFill>
      </p:bgPr>
    </p:bg>
    <p:spTree>
      <p:nvGrpSpPr>
        <p:cNvPr id="1177" name="Shape 1177"/>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178" name="Shape 1178"/>
        <p:cNvGrpSpPr/>
        <p:nvPr/>
      </p:nvGrpSpPr>
      <p:grpSpPr>
        <a:xfrm>
          <a:off x="0" y="0"/>
          <a:ext cx="0" cy="0"/>
          <a:chOff x="0" y="0"/>
          <a:chExt cx="0" cy="0"/>
        </a:xfrm>
      </p:grpSpPr>
      <p:sp>
        <p:nvSpPr>
          <p:cNvPr id="1179" name="Google Shape;1179;p109"/>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180" name="Shape 1180"/>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guide id="2" orient="horz" pos="4148">
          <p15:clr>
            <a:srgbClr val="FBAE40"/>
          </p15:clr>
        </p15:guide>
        <p15:guide id="3" orient="horz" pos="1152">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s">
  <p:cSld name="Questions">
    <p:spTree>
      <p:nvGrpSpPr>
        <p:cNvPr id="1181" name="Shape 1181"/>
        <p:cNvGrpSpPr/>
        <p:nvPr/>
      </p:nvGrpSpPr>
      <p:grpSpPr>
        <a:xfrm>
          <a:off x="0" y="0"/>
          <a:ext cx="0" cy="0"/>
          <a:chOff x="0" y="0"/>
          <a:chExt cx="0" cy="0"/>
        </a:xfrm>
      </p:grpSpPr>
      <p:sp>
        <p:nvSpPr>
          <p:cNvPr id="1182" name="Google Shape;1182;p111"/>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Icon&#10;&#10;Description automatically generated with medium confidence" id="1183" name="Google Shape;1183;p111"/>
          <p:cNvPicPr preferRelativeResize="0"/>
          <p:nvPr/>
        </p:nvPicPr>
        <p:blipFill rotWithShape="1">
          <a:blip r:embed="rId2">
            <a:alphaModFix/>
          </a:blip>
          <a:srcRect b="0" l="0" r="0" t="0"/>
          <a:stretch/>
        </p:blipFill>
        <p:spPr>
          <a:xfrm>
            <a:off x="3677697" y="365761"/>
            <a:ext cx="4581421" cy="610856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boundless impact slide 01">
  <p:cSld name="Closing boundless impact slide 01">
    <p:spTree>
      <p:nvGrpSpPr>
        <p:cNvPr id="1184" name="Shape 1184"/>
        <p:cNvGrpSpPr/>
        <p:nvPr/>
      </p:nvGrpSpPr>
      <p:grpSpPr>
        <a:xfrm>
          <a:off x="0" y="0"/>
          <a:ext cx="0" cy="0"/>
          <a:chOff x="0" y="0"/>
          <a:chExt cx="0" cy="0"/>
        </a:xfrm>
      </p:grpSpPr>
      <p:sp>
        <p:nvSpPr>
          <p:cNvPr id="1185" name="Google Shape;1185;p112"/>
          <p:cNvSpPr/>
          <p:nvPr/>
        </p:nvSpPr>
        <p:spPr>
          <a:xfrm>
            <a:off x="770467" y="1715911"/>
            <a:ext cx="4453466" cy="388337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1186" name="Google Shape;1186;p112"/>
          <p:cNvSpPr txBox="1"/>
          <p:nvPr/>
        </p:nvSpPr>
        <p:spPr>
          <a:xfrm>
            <a:off x="1028997" y="2997201"/>
            <a:ext cx="3664924" cy="23311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0" i="0" lang="en-US" sz="3600" u="none" cap="none" strike="noStrike">
                <a:solidFill>
                  <a:srgbClr val="FFFFFF"/>
                </a:solidFill>
                <a:latin typeface="Arial"/>
                <a:ea typeface="Arial"/>
                <a:cs typeface="Arial"/>
                <a:sym typeface="Arial"/>
              </a:rPr>
              <a:t>Together, we build for boundless impact</a:t>
            </a:r>
            <a:endParaRPr b="0" sz="18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boundless impact slide">
  <p:cSld name="Closing boundless impact slide">
    <p:bg>
      <p:bgPr>
        <a:solidFill>
          <a:srgbClr val="231F20"/>
        </a:solidFill>
      </p:bgPr>
    </p:bg>
    <p:spTree>
      <p:nvGrpSpPr>
        <p:cNvPr id="1187" name="Shape 1187"/>
        <p:cNvGrpSpPr/>
        <p:nvPr/>
      </p:nvGrpSpPr>
      <p:grpSpPr>
        <a:xfrm>
          <a:off x="0" y="0"/>
          <a:ext cx="0" cy="0"/>
          <a:chOff x="0" y="0"/>
          <a:chExt cx="0" cy="0"/>
        </a:xfrm>
      </p:grpSpPr>
      <p:sp>
        <p:nvSpPr>
          <p:cNvPr id="1188" name="Google Shape;1188;p113"/>
          <p:cNvSpPr txBox="1"/>
          <p:nvPr/>
        </p:nvSpPr>
        <p:spPr>
          <a:xfrm>
            <a:off x="275463" y="2937933"/>
            <a:ext cx="8593074" cy="98213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Together, we build for boundless impact</a:t>
            </a:r>
            <a:endParaRPr sz="1350">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494">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showMasterSp="0">
  <p:cSld name="End Slide">
    <p:bg>
      <p:bgPr>
        <a:solidFill>
          <a:schemeClr val="lt1"/>
        </a:solidFill>
      </p:bgPr>
    </p:bg>
    <p:spTree>
      <p:nvGrpSpPr>
        <p:cNvPr id="1189" name="Shape 1189"/>
        <p:cNvGrpSpPr/>
        <p:nvPr/>
      </p:nvGrpSpPr>
      <p:grpSpPr>
        <a:xfrm>
          <a:off x="0" y="0"/>
          <a:ext cx="0" cy="0"/>
          <a:chOff x="0" y="0"/>
          <a:chExt cx="0" cy="0"/>
        </a:xfrm>
      </p:grpSpPr>
      <p:sp>
        <p:nvSpPr>
          <p:cNvPr id="1190" name="Google Shape;1190;p114"/>
          <p:cNvSpPr/>
          <p:nvPr/>
        </p:nvSpPr>
        <p:spPr>
          <a:xfrm>
            <a:off x="891541" y="1234441"/>
            <a:ext cx="8252459" cy="5623559"/>
          </a:xfrm>
          <a:prstGeom prst="rect">
            <a:avLst/>
          </a:prstGeom>
          <a:solidFill>
            <a:srgbClr val="006E7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dk1"/>
              </a:solidFill>
              <a:latin typeface="Arial"/>
              <a:ea typeface="Arial"/>
              <a:cs typeface="Arial"/>
              <a:sym typeface="Arial"/>
            </a:endParaRPr>
          </a:p>
        </p:txBody>
      </p:sp>
      <p:sp>
        <p:nvSpPr>
          <p:cNvPr descr="UST" id="1191" name="Google Shape;1191;p114"/>
          <p:cNvSpPr/>
          <p:nvPr/>
        </p:nvSpPr>
        <p:spPr>
          <a:xfrm>
            <a:off x="273844" y="358775"/>
            <a:ext cx="548640" cy="809172"/>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192" name="Google Shape;1192;p114"/>
          <p:cNvSpPr txBox="1"/>
          <p:nvPr/>
        </p:nvSpPr>
        <p:spPr>
          <a:xfrm>
            <a:off x="1276540" y="1585468"/>
            <a:ext cx="5383817" cy="2105012"/>
          </a:xfrm>
          <a:prstGeom prst="rect">
            <a:avLst/>
          </a:prstGeom>
          <a:noFill/>
          <a:ln>
            <a:noFill/>
          </a:ln>
        </p:spPr>
        <p:txBody>
          <a:bodyPr anchorCtr="0" anchor="b" bIns="0" lIns="0" spcFirstLastPara="1" rIns="0" wrap="square" tIns="0">
            <a:noAutofit/>
          </a:bodyPr>
          <a:lstStyle/>
          <a:p>
            <a:pPr indent="0" lvl="0" marL="0" marR="0" rtl="0" algn="l">
              <a:lnSpc>
                <a:spcPct val="90000"/>
              </a:lnSpc>
              <a:spcBef>
                <a:spcPts val="0"/>
              </a:spcBef>
              <a:spcAft>
                <a:spcPts val="0"/>
              </a:spcAft>
              <a:buClr>
                <a:schemeClr val="lt1"/>
              </a:buClr>
              <a:buSzPts val="3600"/>
              <a:buFont typeface="Arial"/>
              <a:buNone/>
            </a:pPr>
            <a:r>
              <a:rPr b="0" lang="en-US" sz="3600">
                <a:solidFill>
                  <a:schemeClr val="lt1"/>
                </a:solidFill>
                <a:latin typeface="Arial"/>
                <a:ea typeface="Arial"/>
                <a:cs typeface="Arial"/>
                <a:sym typeface="Arial"/>
              </a:rPr>
              <a:t>Thank you</a:t>
            </a:r>
            <a:endParaRPr/>
          </a:p>
        </p:txBody>
      </p:sp>
      <p:sp>
        <p:nvSpPr>
          <p:cNvPr id="1193" name="Google Shape;1193;p114"/>
          <p:cNvSpPr txBox="1"/>
          <p:nvPr>
            <p:ph idx="1" type="body"/>
          </p:nvPr>
        </p:nvSpPr>
        <p:spPr>
          <a:xfrm>
            <a:off x="1276540" y="4893617"/>
            <a:ext cx="5383817" cy="11520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lt1"/>
              </a:buClr>
              <a:buSzPts val="1200"/>
              <a:buFont typeface="Arial"/>
              <a:buNone/>
              <a:defRPr sz="1200">
                <a:solidFill>
                  <a:schemeClr val="lt1"/>
                </a:solidFill>
                <a:latin typeface="Arial"/>
                <a:ea typeface="Arial"/>
                <a:cs typeface="Arial"/>
                <a:sym typeface="Arial"/>
              </a:defRPr>
            </a:lvl1pPr>
            <a:lvl2pPr indent="-228600" lvl="1" marL="914400" algn="l">
              <a:lnSpc>
                <a:spcPct val="100000"/>
              </a:lnSpc>
              <a:spcBef>
                <a:spcPts val="0"/>
              </a:spcBef>
              <a:spcAft>
                <a:spcPts val="0"/>
              </a:spcAft>
              <a:buClr>
                <a:schemeClr val="lt1"/>
              </a:buClr>
              <a:buSzPts val="1200"/>
              <a:buFont typeface="Arial"/>
              <a:buNone/>
              <a:defRPr sz="1200">
                <a:solidFill>
                  <a:schemeClr val="lt1"/>
                </a:solidFill>
              </a:defRPr>
            </a:lvl2pPr>
            <a:lvl3pPr indent="-228600" lvl="2" marL="1371600" algn="l">
              <a:lnSpc>
                <a:spcPct val="100000"/>
              </a:lnSpc>
              <a:spcBef>
                <a:spcPts val="0"/>
              </a:spcBef>
              <a:spcAft>
                <a:spcPts val="0"/>
              </a:spcAft>
              <a:buClr>
                <a:schemeClr val="lt1"/>
              </a:buClr>
              <a:buSzPts val="1200"/>
              <a:buFont typeface="Arial"/>
              <a:buNone/>
              <a:defRPr sz="1200">
                <a:solidFill>
                  <a:schemeClr val="lt1"/>
                </a:solidFill>
              </a:defRPr>
            </a:lvl3pPr>
            <a:lvl4pPr indent="-228600" lvl="3" marL="1828800" algn="l">
              <a:lnSpc>
                <a:spcPct val="100000"/>
              </a:lnSpc>
              <a:spcBef>
                <a:spcPts val="0"/>
              </a:spcBef>
              <a:spcAft>
                <a:spcPts val="0"/>
              </a:spcAft>
              <a:buClr>
                <a:schemeClr val="lt1"/>
              </a:buClr>
              <a:buSzPts val="1200"/>
              <a:buFont typeface="Arial"/>
              <a:buNone/>
              <a:defRPr sz="1200">
                <a:solidFill>
                  <a:schemeClr val="lt1"/>
                </a:solidFill>
              </a:defRPr>
            </a:lvl4pPr>
            <a:lvl5pPr indent="-228600" lvl="4" marL="2286000" algn="l">
              <a:lnSpc>
                <a:spcPct val="100000"/>
              </a:lnSpc>
              <a:spcBef>
                <a:spcPts val="0"/>
              </a:spcBef>
              <a:spcAft>
                <a:spcPts val="0"/>
              </a:spcAft>
              <a:buClr>
                <a:schemeClr val="lt1"/>
              </a:buClr>
              <a:buSzPts val="1200"/>
              <a:buFont typeface="Arial"/>
              <a:buNone/>
              <a:defRPr sz="1200">
                <a:solidFill>
                  <a:schemeClr val="lt1"/>
                </a:solidFill>
              </a:defRPr>
            </a:lvl5pPr>
            <a:lvl6pPr indent="-228600" lvl="5" marL="2743200" algn="l">
              <a:lnSpc>
                <a:spcPct val="100000"/>
              </a:lnSpc>
              <a:spcBef>
                <a:spcPts val="0"/>
              </a:spcBef>
              <a:spcAft>
                <a:spcPts val="0"/>
              </a:spcAft>
              <a:buClr>
                <a:schemeClr val="lt1"/>
              </a:buClr>
              <a:buSzPts val="1200"/>
              <a:buFont typeface="Arial"/>
              <a:buNone/>
              <a:defRPr sz="1200">
                <a:solidFill>
                  <a:schemeClr val="lt1"/>
                </a:solidFill>
              </a:defRPr>
            </a:lvl6pPr>
            <a:lvl7pPr indent="-228600" lvl="6" marL="3200400" algn="l">
              <a:lnSpc>
                <a:spcPct val="100000"/>
              </a:lnSpc>
              <a:spcBef>
                <a:spcPts val="0"/>
              </a:spcBef>
              <a:spcAft>
                <a:spcPts val="0"/>
              </a:spcAft>
              <a:buClr>
                <a:schemeClr val="lt1"/>
              </a:buClr>
              <a:buSzPts val="1200"/>
              <a:buFont typeface="Arial"/>
              <a:buNone/>
              <a:defRPr sz="1200">
                <a:solidFill>
                  <a:schemeClr val="lt1"/>
                </a:solidFill>
              </a:defRPr>
            </a:lvl7pPr>
            <a:lvl8pPr indent="-228600" lvl="7" marL="3657600" algn="l">
              <a:lnSpc>
                <a:spcPct val="100000"/>
              </a:lnSpc>
              <a:spcBef>
                <a:spcPts val="0"/>
              </a:spcBef>
              <a:spcAft>
                <a:spcPts val="0"/>
              </a:spcAft>
              <a:buClr>
                <a:schemeClr val="lt1"/>
              </a:buClr>
              <a:buSzPts val="1200"/>
              <a:buFont typeface="Arial"/>
              <a:buNone/>
              <a:defRPr sz="1200">
                <a:solidFill>
                  <a:schemeClr val="lt1"/>
                </a:solidFill>
              </a:defRPr>
            </a:lvl8pPr>
            <a:lvl9pPr indent="-228600" lvl="8" marL="4114800" algn="l">
              <a:lnSpc>
                <a:spcPct val="100000"/>
              </a:lnSpc>
              <a:spcBef>
                <a:spcPts val="0"/>
              </a:spcBef>
              <a:spcAft>
                <a:spcPts val="0"/>
              </a:spcAft>
              <a:buClr>
                <a:schemeClr val="lt1"/>
              </a:buClr>
              <a:buSzPts val="1200"/>
              <a:buFont typeface="Arial"/>
              <a:buNone/>
              <a:defRPr sz="1200">
                <a:solidFill>
                  <a:schemeClr val="lt1"/>
                </a:solidFill>
              </a:defRPr>
            </a:lvl9pPr>
          </a:lstStyle>
          <a:p/>
        </p:txBody>
      </p:sp>
      <p:sp>
        <p:nvSpPr>
          <p:cNvPr id="1194" name="Google Shape;1194;p114"/>
          <p:cNvSpPr txBox="1"/>
          <p:nvPr/>
        </p:nvSpPr>
        <p:spPr>
          <a:xfrm>
            <a:off x="6891337" y="4893618"/>
            <a:ext cx="1976438" cy="1598624"/>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lt1"/>
              </a:buClr>
              <a:buSzPts val="1200"/>
              <a:buFont typeface="Arial"/>
              <a:buNone/>
            </a:pPr>
            <a:r>
              <a:rPr b="1" lang="en-US" sz="1200">
                <a:solidFill>
                  <a:schemeClr val="lt1"/>
                </a:solidFill>
                <a:latin typeface="Arial"/>
                <a:ea typeface="Arial"/>
                <a:cs typeface="Arial"/>
                <a:sym typeface="Arial"/>
              </a:rPr>
              <a:t>ust.com</a:t>
            </a:r>
            <a:endParaRPr/>
          </a:p>
        </p:txBody>
      </p:sp>
      <p:sp>
        <p:nvSpPr>
          <p:cNvPr id="1195" name="Google Shape;1195;p114"/>
          <p:cNvSpPr txBox="1"/>
          <p:nvPr/>
        </p:nvSpPr>
        <p:spPr>
          <a:xfrm>
            <a:off x="1276539" y="6045617"/>
            <a:ext cx="5383816" cy="4466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chemeClr val="lt1"/>
              </a:buClr>
              <a:buSzPts val="1200"/>
              <a:buFont typeface="Arial"/>
              <a:buNone/>
            </a:pPr>
            <a:r>
              <a:rPr b="1" lang="en-US" sz="1200">
                <a:solidFill>
                  <a:schemeClr val="lt1"/>
                </a:solidFill>
                <a:latin typeface="Arial"/>
                <a:ea typeface="Arial"/>
                <a:cs typeface="Arial"/>
                <a:sym typeface="Arial"/>
              </a:rPr>
              <a:t>Digital solutions | Platforms | Engineering, R&amp;D and Products</a:t>
            </a:r>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5788">
          <p15:clr>
            <a:srgbClr val="FBAE40"/>
          </p15:clr>
        </p15:guide>
        <p15:guide id="2" orient="horz" pos="4090">
          <p15:clr>
            <a:srgbClr val="FBAE40"/>
          </p15:clr>
        </p15:guide>
        <p15:guide id="3" pos="5594">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slide">
  <p:cSld name="Appendix slide">
    <p:bg>
      <p:bgPr>
        <a:solidFill>
          <a:srgbClr val="006E74"/>
        </a:solidFill>
      </p:bgPr>
    </p:bg>
    <p:spTree>
      <p:nvGrpSpPr>
        <p:cNvPr id="1196" name="Shape 1196"/>
        <p:cNvGrpSpPr/>
        <p:nvPr/>
      </p:nvGrpSpPr>
      <p:grpSpPr>
        <a:xfrm>
          <a:off x="0" y="0"/>
          <a:ext cx="0" cy="0"/>
          <a:chOff x="0" y="0"/>
          <a:chExt cx="0" cy="0"/>
        </a:xfrm>
      </p:grpSpPr>
      <p:sp>
        <p:nvSpPr>
          <p:cNvPr id="1197" name="Google Shape;1197;p115"/>
          <p:cNvSpPr txBox="1"/>
          <p:nvPr>
            <p:ph idx="1" type="body"/>
          </p:nvPr>
        </p:nvSpPr>
        <p:spPr>
          <a:xfrm>
            <a:off x="274320" y="4114800"/>
            <a:ext cx="6378893" cy="19685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lt1"/>
              </a:buClr>
              <a:buSzPts val="1350"/>
              <a:buChar char="•"/>
              <a:defRPr>
                <a:latin typeface="Arial"/>
                <a:ea typeface="Arial"/>
                <a:cs typeface="Arial"/>
                <a:sym typeface="Arial"/>
              </a:defRPr>
            </a:lvl1pPr>
            <a:lvl2pPr indent="-342900" lvl="1" marL="914400" algn="l">
              <a:lnSpc>
                <a:spcPct val="100000"/>
              </a:lnSpc>
              <a:spcBef>
                <a:spcPts val="225"/>
              </a:spcBef>
              <a:spcAft>
                <a:spcPts val="0"/>
              </a:spcAft>
              <a:buClr>
                <a:schemeClr val="lt1"/>
              </a:buClr>
              <a:buSzPts val="1800"/>
              <a:buChar char="–"/>
              <a:defRPr/>
            </a:lvl2pPr>
            <a:lvl3pPr indent="-342900" lvl="2" marL="1371600" algn="l">
              <a:lnSpc>
                <a:spcPct val="100000"/>
              </a:lnSpc>
              <a:spcBef>
                <a:spcPts val="225"/>
              </a:spcBef>
              <a:spcAft>
                <a:spcPts val="0"/>
              </a:spcAft>
              <a:buClr>
                <a:schemeClr val="lt1"/>
              </a:buClr>
              <a:buSzPts val="1800"/>
              <a:buChar char="–"/>
              <a:defRPr/>
            </a:lvl3pPr>
            <a:lvl4pPr indent="-342900" lvl="3" marL="1828800" algn="l">
              <a:lnSpc>
                <a:spcPct val="100000"/>
              </a:lnSpc>
              <a:spcBef>
                <a:spcPts val="225"/>
              </a:spcBef>
              <a:spcAft>
                <a:spcPts val="0"/>
              </a:spcAft>
              <a:buClr>
                <a:schemeClr val="lt1"/>
              </a:buClr>
              <a:buSzPts val="1800"/>
              <a:buChar char="–"/>
              <a:defRPr/>
            </a:lvl4pPr>
            <a:lvl5pPr indent="-342900" lvl="4" marL="2286000" algn="l">
              <a:lnSpc>
                <a:spcPct val="100000"/>
              </a:lnSpc>
              <a:spcBef>
                <a:spcPts val="225"/>
              </a:spcBef>
              <a:spcAft>
                <a:spcPts val="0"/>
              </a:spcAft>
              <a:buClr>
                <a:schemeClr val="lt1"/>
              </a:buClr>
              <a:buSzPts val="1800"/>
              <a:buChar char="–"/>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1198" name="Google Shape;1198;p115"/>
          <p:cNvSpPr txBox="1"/>
          <p:nvPr/>
        </p:nvSpPr>
        <p:spPr>
          <a:xfrm>
            <a:off x="274320" y="1737360"/>
            <a:ext cx="5026729" cy="210312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0" i="0" lang="en-US" sz="3600" u="none" cap="none" strike="noStrike">
                <a:solidFill>
                  <a:srgbClr val="FFFFFF"/>
                </a:solidFill>
                <a:latin typeface="Arial"/>
                <a:ea typeface="Arial"/>
                <a:cs typeface="Arial"/>
                <a:sym typeface="Arial"/>
              </a:rPr>
              <a:t>Appendix</a:t>
            </a:r>
            <a:endParaRPr b="0" sz="3600">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5588">
          <p15:clr>
            <a:srgbClr val="FBAE40"/>
          </p15:clr>
        </p15:guide>
        <p15:guide id="2" orient="horz" pos="3832">
          <p15:clr>
            <a:srgbClr val="FBAE40"/>
          </p15:clr>
        </p15:guide>
        <p15:guide id="3" orient="horz" pos="4148">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pyright and Confidentiality">
  <p:cSld name="Copyright and Confidentiality">
    <p:spTree>
      <p:nvGrpSpPr>
        <p:cNvPr id="1199" name="Shape 1199"/>
        <p:cNvGrpSpPr/>
        <p:nvPr/>
      </p:nvGrpSpPr>
      <p:grpSpPr>
        <a:xfrm>
          <a:off x="0" y="0"/>
          <a:ext cx="0" cy="0"/>
          <a:chOff x="0" y="0"/>
          <a:chExt cx="0" cy="0"/>
        </a:xfrm>
      </p:grpSpPr>
      <p:sp>
        <p:nvSpPr>
          <p:cNvPr id="1200" name="Google Shape;1200;p116"/>
          <p:cNvSpPr txBox="1"/>
          <p:nvPr/>
        </p:nvSpPr>
        <p:spPr>
          <a:xfrm>
            <a:off x="274321" y="365760"/>
            <a:ext cx="6138386" cy="91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2400"/>
              <a:buFont typeface="Arial"/>
              <a:buNone/>
            </a:pPr>
            <a:r>
              <a:rPr b="0" lang="en-US" sz="2400">
                <a:solidFill>
                  <a:schemeClr val="dk1"/>
                </a:solidFill>
                <a:latin typeface="Arial"/>
                <a:ea typeface="Arial"/>
                <a:cs typeface="Arial"/>
                <a:sym typeface="Arial"/>
              </a:rPr>
              <a:t>Copyright and confidentiality notice</a:t>
            </a:r>
            <a:endParaRPr/>
          </a:p>
        </p:txBody>
      </p:sp>
      <p:sp>
        <p:nvSpPr>
          <p:cNvPr id="1201" name="Google Shape;1201;p116"/>
          <p:cNvSpPr txBox="1"/>
          <p:nvPr/>
        </p:nvSpPr>
        <p:spPr>
          <a:xfrm>
            <a:off x="274321" y="1828800"/>
            <a:ext cx="6137909" cy="4251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350">
                <a:solidFill>
                  <a:schemeClr val="dk1"/>
                </a:solidFill>
                <a:latin typeface="Arial"/>
                <a:ea typeface="Arial"/>
                <a:cs typeface="Arial"/>
                <a:sym typeface="Arial"/>
              </a:rPr>
              <a:t>Copyright © 2026 by UST Global Inc. All rights reserved.</a:t>
            </a:r>
            <a:endParaRPr/>
          </a:p>
          <a:p>
            <a:pPr indent="0" lvl="0" marL="0" marR="0" rtl="0" algn="l">
              <a:lnSpc>
                <a:spcPct val="100000"/>
              </a:lnSpc>
              <a:spcBef>
                <a:spcPts val="900"/>
              </a:spcBef>
              <a:spcAft>
                <a:spcPts val="0"/>
              </a:spcAft>
              <a:buNone/>
            </a:pPr>
            <a:r>
              <a:rPr lang="en-US" sz="1350">
                <a:solidFill>
                  <a:schemeClr val="dk1"/>
                </a:solidFill>
                <a:latin typeface="Arial"/>
                <a:ea typeface="Arial"/>
                <a:cs typeface="Arial"/>
                <a:sym typeface="Arial"/>
              </a:rPr>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endParaRPr/>
          </a:p>
          <a:p>
            <a:pPr indent="0" lvl="0" marL="0" marR="0" rtl="0" algn="l">
              <a:lnSpc>
                <a:spcPct val="100000"/>
              </a:lnSpc>
              <a:spcBef>
                <a:spcPts val="900"/>
              </a:spcBef>
              <a:spcAft>
                <a:spcPts val="0"/>
              </a:spcAft>
              <a:buNone/>
            </a:pPr>
            <a:r>
              <a:rPr lang="en-US" sz="1350">
                <a:solidFill>
                  <a:schemeClr val="dk1"/>
                </a:solidFill>
                <a:latin typeface="Arial"/>
                <a:ea typeface="Arial"/>
                <a:cs typeface="Arial"/>
                <a:sym typeface="Arial"/>
              </a:rPr>
              <a:t>UST</a:t>
            </a:r>
            <a:r>
              <a:rPr baseline="30000" lang="en-US" sz="1350">
                <a:solidFill>
                  <a:schemeClr val="dk1"/>
                </a:solidFill>
                <a:latin typeface="Arial"/>
                <a:ea typeface="Arial"/>
                <a:cs typeface="Arial"/>
                <a:sym typeface="Arial"/>
              </a:rPr>
              <a:t>®</a:t>
            </a:r>
            <a:r>
              <a:rPr lang="en-US" sz="1350">
                <a:solidFill>
                  <a:schemeClr val="dk1"/>
                </a:solidFill>
                <a:latin typeface="Arial"/>
                <a:ea typeface="Arial"/>
                <a:cs typeface="Arial"/>
                <a:sym typeface="Arial"/>
              </a:rPr>
              <a:t> is a registered service mark of UST Global Inc.</a:t>
            </a:r>
            <a:endParaRPr/>
          </a:p>
        </p:txBody>
      </p:sp>
      <p:sp>
        <p:nvSpPr>
          <p:cNvPr id="1202" name="Google Shape;1202;p116"/>
          <p:cNvSpPr/>
          <p:nvPr/>
        </p:nvSpPr>
        <p:spPr>
          <a:xfrm>
            <a:off x="6653212" y="1828800"/>
            <a:ext cx="2214182" cy="4254500"/>
          </a:xfrm>
          <a:prstGeom prst="rect">
            <a:avLst/>
          </a:prstGeom>
          <a:solidFill>
            <a:srgbClr val="ECECE1"/>
          </a:solidFill>
          <a:ln>
            <a:noFill/>
          </a:ln>
        </p:spPr>
        <p:txBody>
          <a:bodyPr anchorCtr="0" anchor="t" bIns="617200" lIns="240025" spcFirstLastPara="1" rIns="137150" wrap="square" tIns="240025">
            <a:noAutofit/>
          </a:bodyPr>
          <a:lstStyle/>
          <a:p>
            <a:pPr indent="0" lvl="0" marL="0" marR="0" rtl="0" algn="l">
              <a:lnSpc>
                <a:spcPct val="100000"/>
              </a:lnSpc>
              <a:spcBef>
                <a:spcPts val="0"/>
              </a:spcBef>
              <a:spcAft>
                <a:spcPts val="0"/>
              </a:spcAft>
              <a:buNone/>
            </a:pPr>
            <a:r>
              <a:rPr b="1" lang="en-US" sz="1350">
                <a:solidFill>
                  <a:schemeClr val="dk1"/>
                </a:solidFill>
                <a:latin typeface="Arial"/>
                <a:ea typeface="Arial"/>
                <a:cs typeface="Arial"/>
                <a:sym typeface="Arial"/>
              </a:rPr>
              <a:t>UST</a:t>
            </a:r>
            <a:endParaRPr/>
          </a:p>
          <a:p>
            <a:pPr indent="0" lvl="0" marL="0" marR="0" rtl="0" algn="l">
              <a:lnSpc>
                <a:spcPct val="100000"/>
              </a:lnSpc>
              <a:spcBef>
                <a:spcPts val="0"/>
              </a:spcBef>
              <a:spcAft>
                <a:spcPts val="0"/>
              </a:spcAft>
              <a:buNone/>
            </a:pPr>
            <a:r>
              <a:rPr b="0" lang="en-US" sz="1350">
                <a:solidFill>
                  <a:schemeClr val="dk1"/>
                </a:solidFill>
                <a:latin typeface="Arial"/>
                <a:ea typeface="Arial"/>
                <a:cs typeface="Arial"/>
                <a:sym typeface="Arial"/>
              </a:rPr>
              <a:t>101 Enterprise, Suite 300</a:t>
            </a:r>
            <a:endParaRPr/>
          </a:p>
          <a:p>
            <a:pPr indent="0" lvl="0" marL="0" marR="0" rtl="0" algn="l">
              <a:lnSpc>
                <a:spcPct val="100000"/>
              </a:lnSpc>
              <a:spcBef>
                <a:spcPts val="0"/>
              </a:spcBef>
              <a:spcAft>
                <a:spcPts val="0"/>
              </a:spcAft>
              <a:buNone/>
            </a:pPr>
            <a:r>
              <a:rPr b="0" lang="en-US" sz="1350">
                <a:solidFill>
                  <a:schemeClr val="dk1"/>
                </a:solidFill>
                <a:latin typeface="Arial"/>
                <a:ea typeface="Arial"/>
                <a:cs typeface="Arial"/>
                <a:sym typeface="Arial"/>
              </a:rPr>
              <a:t>Aliso Viejo, CA 92656</a:t>
            </a:r>
            <a:endParaRPr/>
          </a:p>
          <a:p>
            <a:pPr indent="0" lvl="0" marL="0" marR="0" rtl="0" algn="l">
              <a:lnSpc>
                <a:spcPct val="100000"/>
              </a:lnSpc>
              <a:spcBef>
                <a:spcPts val="900"/>
              </a:spcBef>
              <a:spcAft>
                <a:spcPts val="0"/>
              </a:spcAft>
              <a:buNone/>
            </a:pPr>
            <a:r>
              <a:rPr b="0" lang="en-US" sz="1350">
                <a:solidFill>
                  <a:schemeClr val="dk1"/>
                </a:solidFill>
                <a:latin typeface="Arial"/>
                <a:ea typeface="Arial"/>
                <a:cs typeface="Arial"/>
                <a:sym typeface="Arial"/>
              </a:rPr>
              <a:t>T +1 949 716 8757</a:t>
            </a:r>
            <a:endParaRPr/>
          </a:p>
          <a:p>
            <a:pPr indent="0" lvl="0" marL="0" marR="0" rtl="0" algn="l">
              <a:lnSpc>
                <a:spcPct val="100000"/>
              </a:lnSpc>
              <a:spcBef>
                <a:spcPts val="0"/>
              </a:spcBef>
              <a:spcAft>
                <a:spcPts val="0"/>
              </a:spcAft>
              <a:buNone/>
            </a:pPr>
            <a:r>
              <a:rPr b="0" lang="en-US" sz="1350">
                <a:solidFill>
                  <a:schemeClr val="dk1"/>
                </a:solidFill>
                <a:latin typeface="Arial"/>
                <a:ea typeface="Arial"/>
                <a:cs typeface="Arial"/>
                <a:sym typeface="Arial"/>
              </a:rPr>
              <a:t>F +1 949 716 8396</a:t>
            </a:r>
            <a:endParaRPr/>
          </a:p>
          <a:p>
            <a:pPr indent="0" lvl="0" marL="0" marR="0" rtl="0" algn="l">
              <a:lnSpc>
                <a:spcPct val="100000"/>
              </a:lnSpc>
              <a:spcBef>
                <a:spcPts val="900"/>
              </a:spcBef>
              <a:spcAft>
                <a:spcPts val="0"/>
              </a:spcAft>
              <a:buNone/>
            </a:pPr>
            <a:r>
              <a:rPr b="1" lang="en-US" sz="1350">
                <a:solidFill>
                  <a:schemeClr val="dk1"/>
                </a:solidFill>
                <a:latin typeface="Arial"/>
                <a:ea typeface="Arial"/>
                <a:cs typeface="Arial"/>
                <a:sym typeface="Arial"/>
              </a:rPr>
              <a:t>ust.com</a:t>
            </a:r>
            <a:endParaRPr/>
          </a:p>
        </p:txBody>
      </p:sp>
      <p:sp>
        <p:nvSpPr>
          <p:cNvPr id="1203" name="Google Shape;1203;p116">
            <a:hlinkClick r:id="rId2"/>
          </p:cNvPr>
          <p:cNvSpPr/>
          <p:nvPr/>
        </p:nvSpPr>
        <p:spPr>
          <a:xfrm>
            <a:off x="6897853" y="5537235"/>
            <a:ext cx="91373" cy="262851"/>
          </a:xfrm>
          <a:custGeom>
            <a:rect b="b" l="l" r="r" t="t"/>
            <a:pathLst>
              <a:path extrusionOk="0" h="690" w="321">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204" name="Google Shape;1204;p116">
            <a:hlinkClick r:id="rId3"/>
          </p:cNvPr>
          <p:cNvSpPr/>
          <p:nvPr/>
        </p:nvSpPr>
        <p:spPr>
          <a:xfrm>
            <a:off x="8187422" y="5537234"/>
            <a:ext cx="218072" cy="205198"/>
          </a:xfrm>
          <a:custGeom>
            <a:rect b="b" l="l" r="r" t="t"/>
            <a:pathLst>
              <a:path extrusionOk="0" h="538" w="76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205" name="Google Shape;1205;p116">
            <a:hlinkClick r:id="rId4"/>
          </p:cNvPr>
          <p:cNvSpPr/>
          <p:nvPr/>
        </p:nvSpPr>
        <p:spPr>
          <a:xfrm>
            <a:off x="7494325" y="5537235"/>
            <a:ext cx="192147" cy="244253"/>
          </a:xfrm>
          <a:custGeom>
            <a:rect b="b" l="l" r="r" t="t"/>
            <a:pathLst>
              <a:path extrusionOk="0" h="641" w="67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pic>
        <p:nvPicPr>
          <p:cNvPr id="1206" name="Google Shape;1206;p116">
            <a:hlinkClick r:id="rId5"/>
          </p:cNvPr>
          <p:cNvPicPr preferRelativeResize="0"/>
          <p:nvPr/>
        </p:nvPicPr>
        <p:blipFill rotWithShape="1">
          <a:blip r:embed="rId6">
            <a:alphaModFix/>
          </a:blip>
          <a:srcRect b="0" l="0" r="0" t="0"/>
          <a:stretch/>
        </p:blipFill>
        <p:spPr>
          <a:xfrm>
            <a:off x="7140048" y="5537234"/>
            <a:ext cx="203454" cy="245364"/>
          </a:xfrm>
          <a:prstGeom prst="rect">
            <a:avLst/>
          </a:prstGeom>
          <a:noFill/>
          <a:ln>
            <a:noFill/>
          </a:ln>
        </p:spPr>
      </p:pic>
      <p:pic>
        <p:nvPicPr>
          <p:cNvPr id="1207" name="Google Shape;1207;p116"/>
          <p:cNvPicPr preferRelativeResize="0"/>
          <p:nvPr/>
        </p:nvPicPr>
        <p:blipFill rotWithShape="1">
          <a:blip r:embed="rId7">
            <a:alphaModFix/>
          </a:blip>
          <a:srcRect b="0" l="0" r="0" t="0"/>
          <a:stretch/>
        </p:blipFill>
        <p:spPr>
          <a:xfrm>
            <a:off x="7837294" y="5539000"/>
            <a:ext cx="199306" cy="26574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150">
          <p15:clr>
            <a:srgbClr val="FBAE40"/>
          </p15:clr>
        </p15:guide>
        <p15:guide id="2" orient="horz" pos="3832">
          <p15:clr>
            <a:srgbClr val="FBAE40"/>
          </p15:clr>
        </p15:guide>
        <p15:guide id="3" pos="5588">
          <p15:clr>
            <a:srgbClr val="FBAE40"/>
          </p15:clr>
        </p15:guide>
        <p15:guide id="4" pos="5786">
          <p15:clr>
            <a:srgbClr val="FBAE40"/>
          </p15:clr>
        </p15:guide>
        <p15:guide id="5" orient="horz" pos="4148">
          <p15:clr>
            <a:srgbClr val="FBAE40"/>
          </p15:clr>
        </p15:guide>
        <p15:guide id="6" pos="5386">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08" name="Shape 1208"/>
        <p:cNvGrpSpPr/>
        <p:nvPr/>
      </p:nvGrpSpPr>
      <p:grpSpPr>
        <a:xfrm>
          <a:off x="0" y="0"/>
          <a:ext cx="0" cy="0"/>
          <a:chOff x="0" y="0"/>
          <a:chExt cx="0" cy="0"/>
        </a:xfrm>
      </p:grpSpPr>
      <p:sp>
        <p:nvSpPr>
          <p:cNvPr id="1209" name="Google Shape;1209;p117"/>
          <p:cNvSpPr txBox="1"/>
          <p:nvPr>
            <p:ph type="ctrTitle"/>
          </p:nvPr>
        </p:nvSpPr>
        <p:spPr>
          <a:xfrm>
            <a:off x="685800" y="2130425"/>
            <a:ext cx="7772400" cy="1470025"/>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0" name="Google Shape;1210;p117"/>
          <p:cNvSpPr txBox="1"/>
          <p:nvPr>
            <p:ph idx="1" type="subTitle"/>
          </p:nvPr>
        </p:nvSpPr>
        <p:spPr>
          <a:xfrm>
            <a:off x="1371600" y="3886200"/>
            <a:ext cx="6400800" cy="1752600"/>
          </a:xfrm>
          <a:prstGeom prst="rect">
            <a:avLst/>
          </a:prstGeom>
          <a:noFill/>
          <a:ln>
            <a:noFill/>
          </a:ln>
        </p:spPr>
        <p:txBody>
          <a:bodyPr anchorCtr="0" anchor="t" bIns="0" lIns="0" spcFirstLastPara="1" rIns="0" wrap="square" tIns="0">
            <a:normAutofit/>
          </a:bodyPr>
          <a:lstStyle>
            <a:lvl1pPr lvl="0" algn="ctr">
              <a:lnSpc>
                <a:spcPct val="100000"/>
              </a:lnSpc>
              <a:spcBef>
                <a:spcPts val="900"/>
              </a:spcBef>
              <a:spcAft>
                <a:spcPts val="0"/>
              </a:spcAft>
              <a:buClr>
                <a:srgbClr val="8A8A8A"/>
              </a:buClr>
              <a:buSzPts val="1350"/>
              <a:buNone/>
              <a:defRPr>
                <a:solidFill>
                  <a:srgbClr val="8A8A8A"/>
                </a:solidFill>
              </a:defRPr>
            </a:lvl1pPr>
            <a:lvl2pPr lvl="1" algn="ctr">
              <a:lnSpc>
                <a:spcPct val="100000"/>
              </a:lnSpc>
              <a:spcBef>
                <a:spcPts val="225"/>
              </a:spcBef>
              <a:spcAft>
                <a:spcPts val="0"/>
              </a:spcAft>
              <a:buClr>
                <a:srgbClr val="8A8A8A"/>
              </a:buClr>
              <a:buSzPts val="1350"/>
              <a:buNone/>
              <a:defRPr>
                <a:solidFill>
                  <a:srgbClr val="8A8A8A"/>
                </a:solidFill>
              </a:defRPr>
            </a:lvl2pPr>
            <a:lvl3pPr lvl="2" algn="ctr">
              <a:lnSpc>
                <a:spcPct val="100000"/>
              </a:lnSpc>
              <a:spcBef>
                <a:spcPts val="225"/>
              </a:spcBef>
              <a:spcAft>
                <a:spcPts val="0"/>
              </a:spcAft>
              <a:buClr>
                <a:srgbClr val="8A8A8A"/>
              </a:buClr>
              <a:buSzPts val="1350"/>
              <a:buNone/>
              <a:defRPr>
                <a:solidFill>
                  <a:srgbClr val="8A8A8A"/>
                </a:solidFill>
              </a:defRPr>
            </a:lvl3pPr>
            <a:lvl4pPr lvl="3" algn="ctr">
              <a:lnSpc>
                <a:spcPct val="100000"/>
              </a:lnSpc>
              <a:spcBef>
                <a:spcPts val="225"/>
              </a:spcBef>
              <a:spcAft>
                <a:spcPts val="0"/>
              </a:spcAft>
              <a:buClr>
                <a:srgbClr val="8A8A8A"/>
              </a:buClr>
              <a:buSzPts val="1350"/>
              <a:buNone/>
              <a:defRPr>
                <a:solidFill>
                  <a:srgbClr val="8A8A8A"/>
                </a:solidFill>
              </a:defRPr>
            </a:lvl4pPr>
            <a:lvl5pPr lvl="4" algn="ctr">
              <a:lnSpc>
                <a:spcPct val="100000"/>
              </a:lnSpc>
              <a:spcBef>
                <a:spcPts val="225"/>
              </a:spcBef>
              <a:spcAft>
                <a:spcPts val="0"/>
              </a:spcAft>
              <a:buClr>
                <a:srgbClr val="8A8A8A"/>
              </a:buClr>
              <a:buSzPts val="1350"/>
              <a:buNone/>
              <a:defRPr>
                <a:solidFill>
                  <a:srgbClr val="8A8A8A"/>
                </a:solidFill>
              </a:defRPr>
            </a:lvl5pPr>
            <a:lvl6pPr lvl="5" algn="ctr">
              <a:lnSpc>
                <a:spcPct val="100000"/>
              </a:lnSpc>
              <a:spcBef>
                <a:spcPts val="225"/>
              </a:spcBef>
              <a:spcAft>
                <a:spcPts val="0"/>
              </a:spcAft>
              <a:buClr>
                <a:srgbClr val="8A8A8A"/>
              </a:buClr>
              <a:buSzPts val="1350"/>
              <a:buNone/>
              <a:defRPr>
                <a:solidFill>
                  <a:srgbClr val="8A8A8A"/>
                </a:solidFill>
              </a:defRPr>
            </a:lvl6pPr>
            <a:lvl7pPr lvl="6" algn="ctr">
              <a:lnSpc>
                <a:spcPct val="100000"/>
              </a:lnSpc>
              <a:spcBef>
                <a:spcPts val="225"/>
              </a:spcBef>
              <a:spcAft>
                <a:spcPts val="0"/>
              </a:spcAft>
              <a:buClr>
                <a:srgbClr val="8A8A8A"/>
              </a:buClr>
              <a:buSzPts val="1350"/>
              <a:buNone/>
              <a:defRPr>
                <a:solidFill>
                  <a:srgbClr val="8A8A8A"/>
                </a:solidFill>
              </a:defRPr>
            </a:lvl7pPr>
            <a:lvl8pPr lvl="7" algn="ctr">
              <a:lnSpc>
                <a:spcPct val="100000"/>
              </a:lnSpc>
              <a:spcBef>
                <a:spcPts val="225"/>
              </a:spcBef>
              <a:spcAft>
                <a:spcPts val="0"/>
              </a:spcAft>
              <a:buClr>
                <a:srgbClr val="8A8A8A"/>
              </a:buClr>
              <a:buSzPts val="1350"/>
              <a:buNone/>
              <a:defRPr>
                <a:solidFill>
                  <a:srgbClr val="8A8A8A"/>
                </a:solidFill>
              </a:defRPr>
            </a:lvl8pPr>
            <a:lvl9pPr lvl="8" algn="ctr">
              <a:lnSpc>
                <a:spcPct val="100000"/>
              </a:lnSpc>
              <a:spcBef>
                <a:spcPts val="225"/>
              </a:spcBef>
              <a:spcAft>
                <a:spcPts val="0"/>
              </a:spcAft>
              <a:buClr>
                <a:srgbClr val="8A8A8A"/>
              </a:buClr>
              <a:buSzPts val="1350"/>
              <a:buNone/>
              <a:defRPr>
                <a:solidFill>
                  <a:srgbClr val="8A8A8A"/>
                </a:solidFill>
              </a:defRPr>
            </a:lvl9pPr>
          </a:lstStyle>
          <a:p/>
        </p:txBody>
      </p:sp>
      <p:sp>
        <p:nvSpPr>
          <p:cNvPr id="1211" name="Google Shape;1211;p117"/>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12" name="Google Shape;1212;p117"/>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13" name="Google Shape;1213;p117"/>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Teal">
  <p:cSld name="Section Header Dark Teal">
    <p:bg>
      <p:bgPr>
        <a:solidFill>
          <a:srgbClr val="006E74"/>
        </a:solidFill>
      </p:bgPr>
    </p:bg>
    <p:spTree>
      <p:nvGrpSpPr>
        <p:cNvPr id="1220" name="Shape 1220"/>
        <p:cNvGrpSpPr/>
        <p:nvPr/>
      </p:nvGrpSpPr>
      <p:grpSpPr>
        <a:xfrm>
          <a:off x="0" y="0"/>
          <a:ext cx="0" cy="0"/>
          <a:chOff x="0" y="0"/>
          <a:chExt cx="0" cy="0"/>
        </a:xfrm>
      </p:grpSpPr>
      <p:sp>
        <p:nvSpPr>
          <p:cNvPr id="1221" name="Google Shape;1221;p119"/>
          <p:cNvSpPr txBox="1"/>
          <p:nvPr>
            <p:ph type="title"/>
          </p:nvPr>
        </p:nvSpPr>
        <p:spPr>
          <a:xfrm>
            <a:off x="274320" y="1737360"/>
            <a:ext cx="6378000" cy="21030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2" name="Google Shape;1222;p119"/>
          <p:cNvSpPr txBox="1"/>
          <p:nvPr>
            <p:ph idx="1" type="body"/>
          </p:nvPr>
        </p:nvSpPr>
        <p:spPr>
          <a:xfrm>
            <a:off x="274320" y="4114800"/>
            <a:ext cx="6378900" cy="19686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lt1"/>
              </a:buClr>
              <a:buSzPts val="1350"/>
              <a:buChar char="•"/>
              <a:defRPr>
                <a:latin typeface="Arial"/>
                <a:ea typeface="Arial"/>
                <a:cs typeface="Arial"/>
                <a:sym typeface="Arial"/>
              </a:defRPr>
            </a:lvl1pPr>
            <a:lvl2pPr indent="-342900" lvl="1" marL="914400" algn="l">
              <a:lnSpc>
                <a:spcPct val="100000"/>
              </a:lnSpc>
              <a:spcBef>
                <a:spcPts val="225"/>
              </a:spcBef>
              <a:spcAft>
                <a:spcPts val="0"/>
              </a:spcAft>
              <a:buClr>
                <a:schemeClr val="lt1"/>
              </a:buClr>
              <a:buSzPts val="1800"/>
              <a:buChar char="–"/>
              <a:defRPr/>
            </a:lvl2pPr>
            <a:lvl3pPr indent="-342900" lvl="2" marL="1371600" algn="l">
              <a:lnSpc>
                <a:spcPct val="100000"/>
              </a:lnSpc>
              <a:spcBef>
                <a:spcPts val="225"/>
              </a:spcBef>
              <a:spcAft>
                <a:spcPts val="0"/>
              </a:spcAft>
              <a:buClr>
                <a:schemeClr val="lt1"/>
              </a:buClr>
              <a:buSzPts val="1800"/>
              <a:buChar char="–"/>
              <a:defRPr/>
            </a:lvl3pPr>
            <a:lvl4pPr indent="-342900" lvl="3" marL="1828800" algn="l">
              <a:lnSpc>
                <a:spcPct val="100000"/>
              </a:lnSpc>
              <a:spcBef>
                <a:spcPts val="225"/>
              </a:spcBef>
              <a:spcAft>
                <a:spcPts val="0"/>
              </a:spcAft>
              <a:buClr>
                <a:schemeClr val="lt1"/>
              </a:buClr>
              <a:buSzPts val="1800"/>
              <a:buChar char="–"/>
              <a:defRPr/>
            </a:lvl4pPr>
            <a:lvl5pPr indent="-342900" lvl="4" marL="2286000" algn="l">
              <a:lnSpc>
                <a:spcPct val="100000"/>
              </a:lnSpc>
              <a:spcBef>
                <a:spcPts val="225"/>
              </a:spcBef>
              <a:spcAft>
                <a:spcPts val="0"/>
              </a:spcAft>
              <a:buClr>
                <a:schemeClr val="lt1"/>
              </a:buClr>
              <a:buSzPts val="1800"/>
              <a:buChar char="–"/>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5588">
          <p15:clr>
            <a:srgbClr val="FBAE40"/>
          </p15:clr>
        </p15:guide>
        <p15:guide id="2" orient="horz" pos="3832">
          <p15:clr>
            <a:srgbClr val="FBAE40"/>
          </p15:clr>
        </p15:guide>
        <p15:guide id="3" orient="horz" pos="4148">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Worldwide office locations Updated">
  <p:cSld name="7_Worldwide office locations Updated">
    <p:bg>
      <p:bgPr>
        <a:solidFill>
          <a:schemeClr val="lt1"/>
        </a:solidFill>
      </p:bgPr>
    </p:bg>
    <p:spTree>
      <p:nvGrpSpPr>
        <p:cNvPr id="1223" name="Shape 1223"/>
        <p:cNvGrpSpPr/>
        <p:nvPr/>
      </p:nvGrpSpPr>
      <p:grpSpPr>
        <a:xfrm>
          <a:off x="0" y="0"/>
          <a:ext cx="0" cy="0"/>
          <a:chOff x="0" y="0"/>
          <a:chExt cx="0" cy="0"/>
        </a:xfrm>
      </p:grpSpPr>
      <p:sp>
        <p:nvSpPr>
          <p:cNvPr id="1224" name="Google Shape;1224;p120"/>
          <p:cNvSpPr txBox="1"/>
          <p:nvPr/>
        </p:nvSpPr>
        <p:spPr>
          <a:xfrm>
            <a:off x="274320" y="365760"/>
            <a:ext cx="7479000" cy="91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2400"/>
              <a:buFont typeface="Arial"/>
              <a:buNone/>
            </a:pPr>
            <a:r>
              <a:rPr b="0" lang="en-US" sz="2400">
                <a:solidFill>
                  <a:schemeClr val="dk1"/>
                </a:solidFill>
                <a:latin typeface="Arial"/>
                <a:ea typeface="Arial"/>
                <a:cs typeface="Arial"/>
                <a:sym typeface="Arial"/>
              </a:rPr>
              <a:t>Engineering change </a:t>
            </a:r>
            <a:br>
              <a:rPr b="0" lang="en-US" sz="2400">
                <a:solidFill>
                  <a:schemeClr val="dk1"/>
                </a:solidFill>
                <a:latin typeface="Arial"/>
                <a:ea typeface="Arial"/>
                <a:cs typeface="Arial"/>
                <a:sym typeface="Arial"/>
              </a:rPr>
            </a:br>
            <a:r>
              <a:rPr b="0" lang="en-US" sz="2400">
                <a:solidFill>
                  <a:schemeClr val="dk1"/>
                </a:solidFill>
                <a:latin typeface="Arial"/>
                <a:ea typeface="Arial"/>
                <a:cs typeface="Arial"/>
                <a:sym typeface="Arial"/>
              </a:rPr>
              <a:t>all over the world</a:t>
            </a:r>
            <a:endParaRPr/>
          </a:p>
        </p:txBody>
      </p:sp>
      <p:sp>
        <p:nvSpPr>
          <p:cNvPr id="1225" name="Google Shape;1225;p120">
            <a:hlinkClick r:id="rId2"/>
          </p:cNvPr>
          <p:cNvSpPr txBox="1"/>
          <p:nvPr/>
        </p:nvSpPr>
        <p:spPr>
          <a:xfrm>
            <a:off x="273844" y="1385476"/>
            <a:ext cx="1859400" cy="332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i="0" lang="en-US" sz="788">
                <a:solidFill>
                  <a:schemeClr val="dk1"/>
                </a:solidFill>
                <a:latin typeface="Arial"/>
                <a:ea typeface="Arial"/>
                <a:cs typeface="Arial"/>
                <a:sym typeface="Arial"/>
              </a:rPr>
              <a:t>*To see a list of all offices, visit </a:t>
            </a:r>
            <a:r>
              <a:rPr b="1" i="0" lang="en-US" sz="788" u="sng">
                <a:solidFill>
                  <a:schemeClr val="dk1"/>
                </a:solidFill>
                <a:latin typeface="Arial"/>
                <a:ea typeface="Arial"/>
                <a:cs typeface="Arial"/>
                <a:sym typeface="Arial"/>
              </a:rPr>
              <a:t>ust.com</a:t>
            </a:r>
            <a:endParaRPr/>
          </a:p>
        </p:txBody>
      </p:sp>
      <p:grpSp>
        <p:nvGrpSpPr>
          <p:cNvPr id="1226" name="Google Shape;1226;p120"/>
          <p:cNvGrpSpPr/>
          <p:nvPr/>
        </p:nvGrpSpPr>
        <p:grpSpPr>
          <a:xfrm>
            <a:off x="273844" y="5468864"/>
            <a:ext cx="1429394" cy="479454"/>
            <a:chOff x="505022" y="1208296"/>
            <a:chExt cx="1905859" cy="479454"/>
          </a:xfrm>
        </p:grpSpPr>
        <p:sp>
          <p:nvSpPr>
            <p:cNvPr id="1227" name="Google Shape;1227;p120"/>
            <p:cNvSpPr txBox="1"/>
            <p:nvPr/>
          </p:nvSpPr>
          <p:spPr>
            <a:xfrm>
              <a:off x="775881" y="1456750"/>
              <a:ext cx="7374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750">
                  <a:solidFill>
                    <a:schemeClr val="dk1"/>
                  </a:solidFill>
                  <a:latin typeface="Arial"/>
                  <a:ea typeface="Arial"/>
                  <a:cs typeface="Arial"/>
                  <a:sym typeface="Arial"/>
                </a:rPr>
                <a:t>Other Centers</a:t>
              </a:r>
              <a:endParaRPr/>
            </a:p>
          </p:txBody>
        </p:sp>
        <p:sp>
          <p:nvSpPr>
            <p:cNvPr id="1228" name="Google Shape;1228;p120"/>
            <p:cNvSpPr/>
            <p:nvPr/>
          </p:nvSpPr>
          <p:spPr>
            <a:xfrm>
              <a:off x="505022" y="1236605"/>
              <a:ext cx="131596" cy="131432"/>
            </a:xfrm>
            <a:custGeom>
              <a:rect b="b" l="l" r="r" t="t"/>
              <a:pathLst>
                <a:path extrusionOk="0" h="185" w="185">
                  <a:moveTo>
                    <a:pt x="185" y="185"/>
                  </a:moveTo>
                  <a:lnTo>
                    <a:pt x="185" y="185"/>
                  </a:lnTo>
                  <a:lnTo>
                    <a:pt x="0" y="185"/>
                  </a:lnTo>
                  <a:lnTo>
                    <a:pt x="0" y="0"/>
                  </a:lnTo>
                  <a:lnTo>
                    <a:pt x="185" y="0"/>
                  </a:lnTo>
                  <a:lnTo>
                    <a:pt x="185" y="185"/>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229" name="Google Shape;1229;p120"/>
            <p:cNvSpPr/>
            <p:nvPr/>
          </p:nvSpPr>
          <p:spPr>
            <a:xfrm>
              <a:off x="505022" y="1464413"/>
              <a:ext cx="131596" cy="131432"/>
            </a:xfrm>
            <a:custGeom>
              <a:rect b="b" l="l" r="r" t="t"/>
              <a:pathLst>
                <a:path extrusionOk="0" h="185" w="185">
                  <a:moveTo>
                    <a:pt x="185" y="185"/>
                  </a:moveTo>
                  <a:lnTo>
                    <a:pt x="185" y="185"/>
                  </a:lnTo>
                  <a:lnTo>
                    <a:pt x="0" y="185"/>
                  </a:lnTo>
                  <a:lnTo>
                    <a:pt x="0" y="0"/>
                  </a:lnTo>
                  <a:lnTo>
                    <a:pt x="185" y="0"/>
                  </a:lnTo>
                  <a:lnTo>
                    <a:pt x="185" y="185"/>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230" name="Google Shape;1230;p120"/>
            <p:cNvSpPr txBox="1"/>
            <p:nvPr/>
          </p:nvSpPr>
          <p:spPr>
            <a:xfrm>
              <a:off x="775881" y="1208296"/>
              <a:ext cx="16350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750">
                  <a:solidFill>
                    <a:schemeClr val="dk1"/>
                  </a:solidFill>
                  <a:latin typeface="Arial"/>
                  <a:ea typeface="Arial"/>
                  <a:cs typeface="Arial"/>
                  <a:sym typeface="Arial"/>
                </a:rPr>
                <a:t>Main Offices &amp; Innovation Labs</a:t>
              </a:r>
              <a:endParaRPr/>
            </a:p>
          </p:txBody>
        </p:sp>
      </p:grpSp>
      <p:sp>
        <p:nvSpPr>
          <p:cNvPr id="1231" name="Google Shape;1231;p120"/>
          <p:cNvSpPr/>
          <p:nvPr/>
        </p:nvSpPr>
        <p:spPr>
          <a:xfrm>
            <a:off x="273844" y="1966988"/>
            <a:ext cx="1506000" cy="18429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dk1"/>
              </a:solidFill>
              <a:latin typeface="Arial"/>
              <a:ea typeface="Arial"/>
              <a:cs typeface="Arial"/>
              <a:sym typeface="Arial"/>
            </a:endParaRPr>
          </a:p>
        </p:txBody>
      </p:sp>
      <p:sp>
        <p:nvSpPr>
          <p:cNvPr id="1232" name="Google Shape;1232;p120"/>
          <p:cNvSpPr/>
          <p:nvPr/>
        </p:nvSpPr>
        <p:spPr>
          <a:xfrm>
            <a:off x="394139" y="2233661"/>
            <a:ext cx="1323000" cy="774300"/>
          </a:xfrm>
          <a:prstGeom prst="rect">
            <a:avLst/>
          </a:prstGeom>
          <a:noFill/>
          <a:ln>
            <a:noFill/>
          </a:ln>
        </p:spPr>
        <p:txBody>
          <a:bodyPr anchorCtr="0" anchor="ctr" bIns="45700" lIns="91425" spcFirstLastPara="1" rIns="91425" wrap="square" tIns="45700">
            <a:noAutofit/>
          </a:bodyPr>
          <a:lstStyle/>
          <a:p>
            <a:pPr indent="0" lvl="2" marL="0" marR="0" rtl="0" algn="l">
              <a:lnSpc>
                <a:spcPct val="120000"/>
              </a:lnSpc>
              <a:spcBef>
                <a:spcPts val="0"/>
              </a:spcBef>
              <a:spcAft>
                <a:spcPts val="0"/>
              </a:spcAft>
              <a:buNone/>
            </a:pPr>
            <a:r>
              <a:rPr b="0" i="0" lang="en-US" sz="750" u="none" cap="none" strike="noStrike">
                <a:solidFill>
                  <a:schemeClr val="lt1"/>
                </a:solidFill>
                <a:latin typeface="Arial"/>
                <a:ea typeface="Arial"/>
                <a:cs typeface="Arial"/>
                <a:sym typeface="Arial"/>
              </a:rPr>
              <a:t>86% of our global footprint is ISO 14001:2015 (Environmental Management System)</a:t>
            </a:r>
            <a:endParaRPr b="0" i="0" sz="750" u="none" cap="none" strike="noStrike">
              <a:solidFill>
                <a:schemeClr val="lt1"/>
              </a:solidFill>
              <a:latin typeface="Arial"/>
              <a:ea typeface="Arial"/>
              <a:cs typeface="Arial"/>
              <a:sym typeface="Arial"/>
            </a:endParaRPr>
          </a:p>
        </p:txBody>
      </p:sp>
      <p:sp>
        <p:nvSpPr>
          <p:cNvPr id="1233" name="Google Shape;1233;p120"/>
          <p:cNvSpPr/>
          <p:nvPr/>
        </p:nvSpPr>
        <p:spPr>
          <a:xfrm>
            <a:off x="394139" y="3102454"/>
            <a:ext cx="1323000" cy="388200"/>
          </a:xfrm>
          <a:prstGeom prst="rect">
            <a:avLst/>
          </a:prstGeom>
          <a:noFill/>
          <a:ln>
            <a:noFill/>
          </a:ln>
        </p:spPr>
        <p:txBody>
          <a:bodyPr anchorCtr="0" anchor="ctr" bIns="45700" lIns="91425" spcFirstLastPara="1" rIns="91425" wrap="square" tIns="45700">
            <a:noAutofit/>
          </a:bodyPr>
          <a:lstStyle/>
          <a:p>
            <a:pPr indent="0" lvl="2" marL="0" marR="0" rtl="0" algn="l">
              <a:lnSpc>
                <a:spcPct val="120000"/>
              </a:lnSpc>
              <a:spcBef>
                <a:spcPts val="0"/>
              </a:spcBef>
              <a:spcAft>
                <a:spcPts val="0"/>
              </a:spcAft>
              <a:buNone/>
            </a:pPr>
            <a:r>
              <a:rPr b="0" i="0" lang="en-US" sz="750" u="none" cap="none" strike="noStrike">
                <a:solidFill>
                  <a:schemeClr val="lt1"/>
                </a:solidFill>
                <a:latin typeface="Arial"/>
                <a:ea typeface="Arial"/>
                <a:cs typeface="Arial"/>
                <a:sym typeface="Arial"/>
              </a:rPr>
              <a:t>43% of our global footprint is LEED Gold Certified</a:t>
            </a:r>
            <a:endParaRPr b="0" i="0" sz="750" u="none" cap="none" strike="noStrike">
              <a:solidFill>
                <a:schemeClr val="lt1"/>
              </a:solidFill>
              <a:latin typeface="Arial"/>
              <a:ea typeface="Arial"/>
              <a:cs typeface="Arial"/>
              <a:sym typeface="Arial"/>
            </a:endParaRPr>
          </a:p>
        </p:txBody>
      </p:sp>
      <p:sp>
        <p:nvSpPr>
          <p:cNvPr descr="UST" id="1234" name="Google Shape;1234;p120"/>
          <p:cNvSpPr/>
          <p:nvPr/>
        </p:nvSpPr>
        <p:spPr>
          <a:xfrm>
            <a:off x="274320" y="6238277"/>
            <a:ext cx="240030" cy="354094"/>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rgbClr val="231F20"/>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lt1"/>
              </a:buClr>
              <a:buSzPts val="1350"/>
              <a:buFont typeface="Arial"/>
              <a:buNone/>
            </a:pPr>
            <a:r>
              <a:t/>
            </a:r>
            <a:endParaRPr b="0" i="0" sz="1350" u="none" cap="none" strike="noStrike">
              <a:solidFill>
                <a:srgbClr val="231F20"/>
              </a:solidFill>
              <a:latin typeface="Arial"/>
              <a:ea typeface="Arial"/>
              <a:cs typeface="Arial"/>
              <a:sym typeface="Arial"/>
            </a:endParaRPr>
          </a:p>
        </p:txBody>
      </p:sp>
      <p:sp>
        <p:nvSpPr>
          <p:cNvPr id="1235" name="Google Shape;1235;p120"/>
          <p:cNvSpPr txBox="1"/>
          <p:nvPr/>
        </p:nvSpPr>
        <p:spPr>
          <a:xfrm>
            <a:off x="6167470" y="6402070"/>
            <a:ext cx="2357100" cy="1830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1236" name="Google Shape;1236;p120"/>
          <p:cNvSpPr txBox="1"/>
          <p:nvPr/>
        </p:nvSpPr>
        <p:spPr>
          <a:xfrm>
            <a:off x="8524494" y="6317731"/>
            <a:ext cx="342900" cy="2745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grpSp>
        <p:nvGrpSpPr>
          <p:cNvPr id="1237" name="Google Shape;1237;p120"/>
          <p:cNvGrpSpPr/>
          <p:nvPr/>
        </p:nvGrpSpPr>
        <p:grpSpPr>
          <a:xfrm>
            <a:off x="2105887" y="1020802"/>
            <a:ext cx="6794760" cy="5104202"/>
            <a:chOff x="2807849" y="1020802"/>
            <a:chExt cx="9059680" cy="5104202"/>
          </a:xfrm>
        </p:grpSpPr>
        <p:grpSp>
          <p:nvGrpSpPr>
            <p:cNvPr id="1238" name="Google Shape;1238;p120"/>
            <p:cNvGrpSpPr/>
            <p:nvPr/>
          </p:nvGrpSpPr>
          <p:grpSpPr>
            <a:xfrm>
              <a:off x="2807849" y="1020802"/>
              <a:ext cx="8852623" cy="5104202"/>
              <a:chOff x="2845949" y="1020802"/>
              <a:chExt cx="8852623" cy="5104202"/>
            </a:xfrm>
          </p:grpSpPr>
          <p:sp>
            <p:nvSpPr>
              <p:cNvPr id="1239" name="Google Shape;1239;p120"/>
              <p:cNvSpPr txBox="1"/>
              <p:nvPr/>
            </p:nvSpPr>
            <p:spPr>
              <a:xfrm>
                <a:off x="2845949" y="2336626"/>
                <a:ext cx="1072800" cy="241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750">
                    <a:solidFill>
                      <a:schemeClr val="dk1"/>
                    </a:solidFill>
                    <a:latin typeface="Arial"/>
                    <a:ea typeface="Arial"/>
                    <a:cs typeface="Arial"/>
                    <a:sym typeface="Arial"/>
                  </a:rPr>
                  <a:t>AMERICAS</a:t>
                </a:r>
                <a:endParaRPr/>
              </a:p>
              <a:p>
                <a:pPr indent="0" lvl="0" marL="0" marR="0" rtl="0" algn="l">
                  <a:lnSpc>
                    <a:spcPct val="110000"/>
                  </a:lnSpc>
                  <a:spcBef>
                    <a:spcPts val="75"/>
                  </a:spcBef>
                  <a:spcAft>
                    <a:spcPts val="0"/>
                  </a:spcAft>
                  <a:buNone/>
                </a:pPr>
                <a:r>
                  <a:rPr lang="en-US" sz="750">
                    <a:solidFill>
                      <a:schemeClr val="accent6"/>
                    </a:solidFill>
                    <a:latin typeface="Arial"/>
                    <a:ea typeface="Arial"/>
                    <a:cs typeface="Arial"/>
                    <a:sym typeface="Arial"/>
                  </a:rPr>
                  <a:t>Global HQ – Orange </a:t>
                </a:r>
                <a:br>
                  <a:rPr lang="en-US" sz="750">
                    <a:solidFill>
                      <a:schemeClr val="accent6"/>
                    </a:solidFill>
                    <a:latin typeface="Arial"/>
                    <a:ea typeface="Arial"/>
                    <a:cs typeface="Arial"/>
                    <a:sym typeface="Arial"/>
                  </a:rPr>
                </a:br>
                <a:r>
                  <a:rPr lang="en-US" sz="750">
                    <a:solidFill>
                      <a:schemeClr val="accent6"/>
                    </a:solidFill>
                    <a:latin typeface="Arial"/>
                    <a:ea typeface="Arial"/>
                    <a:cs typeface="Arial"/>
                    <a:sym typeface="Arial"/>
                  </a:rPr>
                  <a:t>County, CA</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Bentonville, AR</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Chicago, IL </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Norfolk, VA</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Atlanta, GA</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Seattle, WA</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Toronto, CA</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Vancouver, CA</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Guadalajara, MX</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Leon, MX</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San Jose, CR</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Santiago, CL</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Lima, PE</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Sao Paulo, BR</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Bogota, CO</a:t>
                </a:r>
                <a:endParaRPr/>
              </a:p>
            </p:txBody>
          </p:sp>
          <p:sp>
            <p:nvSpPr>
              <p:cNvPr id="1240" name="Google Shape;1240;p120"/>
              <p:cNvSpPr txBox="1"/>
              <p:nvPr/>
            </p:nvSpPr>
            <p:spPr>
              <a:xfrm>
                <a:off x="8669029" y="3791605"/>
                <a:ext cx="1073100" cy="138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750">
                    <a:solidFill>
                      <a:schemeClr val="dk1"/>
                    </a:solidFill>
                    <a:latin typeface="Arial"/>
                    <a:ea typeface="Arial"/>
                    <a:cs typeface="Arial"/>
                    <a:sym typeface="Arial"/>
                  </a:rPr>
                  <a:t>INDIA</a:t>
                </a:r>
                <a:endParaRPr/>
              </a:p>
              <a:p>
                <a:pPr indent="0" lvl="0" marL="0" marR="0" rtl="0" algn="l">
                  <a:lnSpc>
                    <a:spcPct val="110000"/>
                  </a:lnSpc>
                  <a:spcBef>
                    <a:spcPts val="0"/>
                  </a:spcBef>
                  <a:spcAft>
                    <a:spcPts val="0"/>
                  </a:spcAft>
                  <a:buNone/>
                </a:pPr>
                <a:r>
                  <a:rPr lang="en-US" sz="750">
                    <a:solidFill>
                      <a:schemeClr val="accent3"/>
                    </a:solidFill>
                    <a:latin typeface="Arial"/>
                    <a:ea typeface="Arial"/>
                    <a:cs typeface="Arial"/>
                    <a:sym typeface="Arial"/>
                  </a:rPr>
                  <a:t>Trivandrum</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Bangalore</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Chennai</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Hyderabad</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Kochi</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Delhi</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Coimbatore </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Hosur </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Pune</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Kolkata</a:t>
                </a:r>
                <a:endParaRPr/>
              </a:p>
            </p:txBody>
          </p:sp>
          <p:sp>
            <p:nvSpPr>
              <p:cNvPr id="1241" name="Google Shape;1241;p120"/>
              <p:cNvSpPr txBox="1"/>
              <p:nvPr/>
            </p:nvSpPr>
            <p:spPr>
              <a:xfrm>
                <a:off x="5910806" y="2284867"/>
                <a:ext cx="837900" cy="1258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750">
                    <a:solidFill>
                      <a:schemeClr val="dk1"/>
                    </a:solidFill>
                    <a:latin typeface="Arial"/>
                    <a:ea typeface="Arial"/>
                    <a:cs typeface="Arial"/>
                    <a:sym typeface="Arial"/>
                  </a:rPr>
                  <a:t>EMEA</a:t>
                </a:r>
                <a:endParaRPr/>
              </a:p>
              <a:p>
                <a:pPr indent="0" lvl="0" marL="0" marR="0" rtl="0" algn="l">
                  <a:lnSpc>
                    <a:spcPct val="110000"/>
                  </a:lnSpc>
                  <a:spcBef>
                    <a:spcPts val="0"/>
                  </a:spcBef>
                  <a:spcAft>
                    <a:spcPts val="0"/>
                  </a:spcAft>
                  <a:buNone/>
                </a:pPr>
                <a:r>
                  <a:rPr lang="en-US" sz="750">
                    <a:solidFill>
                      <a:schemeClr val="accent3"/>
                    </a:solidFill>
                    <a:latin typeface="Arial"/>
                    <a:ea typeface="Arial"/>
                    <a:cs typeface="Arial"/>
                    <a:sym typeface="Arial"/>
                  </a:rPr>
                  <a:t>London, UK</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Leeds, UK</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Nottingham, UK</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Dublin, IE</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Madrid, ES</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Tel Aviv, IS</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Cologne, DE</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Lisbon, PT</a:t>
                </a:r>
                <a:endParaRPr/>
              </a:p>
            </p:txBody>
          </p:sp>
          <p:sp>
            <p:nvSpPr>
              <p:cNvPr id="1242" name="Google Shape;1242;p120"/>
              <p:cNvSpPr txBox="1"/>
              <p:nvPr/>
            </p:nvSpPr>
            <p:spPr>
              <a:xfrm>
                <a:off x="6318430" y="3850704"/>
                <a:ext cx="867900" cy="2274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Paris, FR</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Gdansk, PL</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Bucharest, RO</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Sofia, BG</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Helmond, NL</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Barcelona, ES</a:t>
                </a:r>
                <a:endParaRPr/>
              </a:p>
              <a:p>
                <a:pPr indent="0" lvl="0" marL="0" marR="0" rtl="0" algn="l">
                  <a:lnSpc>
                    <a:spcPct val="110000"/>
                  </a:lnSpc>
                  <a:spcBef>
                    <a:spcPts val="0"/>
                  </a:spcBef>
                  <a:spcAft>
                    <a:spcPts val="0"/>
                  </a:spcAft>
                  <a:buNone/>
                </a:pPr>
                <a:r>
                  <a:rPr b="0" lang="en-US" sz="750">
                    <a:solidFill>
                      <a:schemeClr val="dk1"/>
                    </a:solidFill>
                    <a:latin typeface="Arial"/>
                    <a:ea typeface="Arial"/>
                    <a:cs typeface="Arial"/>
                    <a:sym typeface="Arial"/>
                  </a:rPr>
                  <a:t>Bilbao, ES</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Salamanca, ES</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Valencia, ES</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Zaragoza, ES</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Copenhagen, DK</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Zurich, CH</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Kyiv, UA</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Prague, CZ</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Cape Town, ZA</a:t>
                </a:r>
                <a:endParaRPr/>
              </a:p>
            </p:txBody>
          </p:sp>
          <p:sp>
            <p:nvSpPr>
              <p:cNvPr id="1243" name="Google Shape;1243;p120"/>
              <p:cNvSpPr/>
              <p:nvPr/>
            </p:nvSpPr>
            <p:spPr>
              <a:xfrm>
                <a:off x="3054484" y="1020802"/>
                <a:ext cx="8644088" cy="4481042"/>
              </a:xfrm>
              <a:custGeom>
                <a:rect b="b" l="l" r="r" t="t"/>
                <a:pathLst>
                  <a:path extrusionOk="0" h="4463" w="8611">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44" name="Google Shape;1244;p120"/>
              <p:cNvSpPr/>
              <p:nvPr/>
            </p:nvSpPr>
            <p:spPr>
              <a:xfrm>
                <a:off x="4051148" y="2799766"/>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45" name="Google Shape;1245;p120"/>
              <p:cNvSpPr/>
              <p:nvPr/>
            </p:nvSpPr>
            <p:spPr>
              <a:xfrm>
                <a:off x="4931739" y="2404629"/>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46" name="Google Shape;1246;p120"/>
              <p:cNvSpPr/>
              <p:nvPr/>
            </p:nvSpPr>
            <p:spPr>
              <a:xfrm>
                <a:off x="5151701" y="278072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47" name="Google Shape;1247;p120"/>
              <p:cNvSpPr/>
              <p:nvPr/>
            </p:nvSpPr>
            <p:spPr>
              <a:xfrm>
                <a:off x="4839521" y="278072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48" name="Google Shape;1248;p120"/>
              <p:cNvSpPr/>
              <p:nvPr/>
            </p:nvSpPr>
            <p:spPr>
              <a:xfrm>
                <a:off x="5117220" y="2557549"/>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49" name="Google Shape;1249;p120"/>
              <p:cNvSpPr/>
              <p:nvPr/>
            </p:nvSpPr>
            <p:spPr>
              <a:xfrm>
                <a:off x="4990497" y="289912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50" name="Google Shape;1250;p120"/>
              <p:cNvSpPr/>
              <p:nvPr/>
            </p:nvSpPr>
            <p:spPr>
              <a:xfrm>
                <a:off x="4760996" y="2942697"/>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51" name="Google Shape;1251;p120"/>
              <p:cNvSpPr/>
              <p:nvPr/>
            </p:nvSpPr>
            <p:spPr>
              <a:xfrm>
                <a:off x="4586118" y="243190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52" name="Google Shape;1252;p120"/>
              <p:cNvSpPr/>
              <p:nvPr/>
            </p:nvSpPr>
            <p:spPr>
              <a:xfrm>
                <a:off x="5297034" y="2298468"/>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53" name="Google Shape;1253;p120"/>
              <p:cNvSpPr/>
              <p:nvPr/>
            </p:nvSpPr>
            <p:spPr>
              <a:xfrm>
                <a:off x="4799123" y="340378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54" name="Google Shape;1254;p120"/>
              <p:cNvSpPr/>
              <p:nvPr/>
            </p:nvSpPr>
            <p:spPr>
              <a:xfrm>
                <a:off x="4645418" y="332607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55" name="Google Shape;1255;p120"/>
              <p:cNvSpPr/>
              <p:nvPr/>
            </p:nvSpPr>
            <p:spPr>
              <a:xfrm>
                <a:off x="4936641" y="348866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56" name="Google Shape;1256;p120"/>
              <p:cNvSpPr/>
              <p:nvPr/>
            </p:nvSpPr>
            <p:spPr>
              <a:xfrm>
                <a:off x="5319945" y="4641946"/>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57" name="Google Shape;1257;p120"/>
              <p:cNvSpPr/>
              <p:nvPr/>
            </p:nvSpPr>
            <p:spPr>
              <a:xfrm>
                <a:off x="5220779" y="407906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58" name="Google Shape;1258;p120"/>
              <p:cNvSpPr/>
              <p:nvPr/>
            </p:nvSpPr>
            <p:spPr>
              <a:xfrm>
                <a:off x="5872653" y="4583489"/>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59" name="Google Shape;1259;p120"/>
              <p:cNvSpPr/>
              <p:nvPr/>
            </p:nvSpPr>
            <p:spPr>
              <a:xfrm>
                <a:off x="6966396" y="2329034"/>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60" name="Google Shape;1260;p120"/>
              <p:cNvSpPr/>
              <p:nvPr/>
            </p:nvSpPr>
            <p:spPr>
              <a:xfrm>
                <a:off x="8861447" y="3594187"/>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61" name="Google Shape;1261;p120"/>
              <p:cNvSpPr/>
              <p:nvPr/>
            </p:nvSpPr>
            <p:spPr>
              <a:xfrm>
                <a:off x="9490780" y="3619314"/>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62" name="Google Shape;1262;p120"/>
              <p:cNvSpPr/>
              <p:nvPr/>
            </p:nvSpPr>
            <p:spPr>
              <a:xfrm>
                <a:off x="6947333" y="2220804"/>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63" name="Google Shape;1263;p120"/>
              <p:cNvSpPr/>
              <p:nvPr/>
            </p:nvSpPr>
            <p:spPr>
              <a:xfrm>
                <a:off x="10072856" y="3557674"/>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64" name="Google Shape;1264;p120"/>
              <p:cNvSpPr/>
              <p:nvPr/>
            </p:nvSpPr>
            <p:spPr>
              <a:xfrm>
                <a:off x="10761695" y="4621570"/>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65" name="Google Shape;1265;p120"/>
              <p:cNvSpPr/>
              <p:nvPr/>
            </p:nvSpPr>
            <p:spPr>
              <a:xfrm>
                <a:off x="10761695" y="446699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66" name="Google Shape;1266;p120"/>
              <p:cNvSpPr/>
              <p:nvPr/>
            </p:nvSpPr>
            <p:spPr>
              <a:xfrm>
                <a:off x="9565034" y="373273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67" name="Google Shape;1267;p120"/>
              <p:cNvSpPr/>
              <p:nvPr/>
            </p:nvSpPr>
            <p:spPr>
              <a:xfrm>
                <a:off x="9946198" y="310791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68" name="Google Shape;1268;p120"/>
              <p:cNvSpPr/>
              <p:nvPr/>
            </p:nvSpPr>
            <p:spPr>
              <a:xfrm>
                <a:off x="9783772" y="3271627"/>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69" name="Google Shape;1269;p120"/>
              <p:cNvSpPr/>
              <p:nvPr/>
            </p:nvSpPr>
            <p:spPr>
              <a:xfrm>
                <a:off x="7168798" y="2397849"/>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70" name="Google Shape;1270;p120"/>
              <p:cNvSpPr/>
              <p:nvPr/>
            </p:nvSpPr>
            <p:spPr>
              <a:xfrm>
                <a:off x="6854597" y="2752017"/>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71" name="Google Shape;1271;p120"/>
              <p:cNvSpPr/>
              <p:nvPr/>
            </p:nvSpPr>
            <p:spPr>
              <a:xfrm>
                <a:off x="7114847" y="2502484"/>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72" name="Google Shape;1272;p120"/>
              <p:cNvSpPr/>
              <p:nvPr/>
            </p:nvSpPr>
            <p:spPr>
              <a:xfrm>
                <a:off x="7425211" y="226799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73" name="Google Shape;1273;p120"/>
              <p:cNvSpPr/>
              <p:nvPr/>
            </p:nvSpPr>
            <p:spPr>
              <a:xfrm>
                <a:off x="8116379" y="262820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74" name="Google Shape;1274;p120"/>
              <p:cNvSpPr/>
              <p:nvPr/>
            </p:nvSpPr>
            <p:spPr>
              <a:xfrm>
                <a:off x="8024873" y="271789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75" name="Google Shape;1275;p120"/>
              <p:cNvSpPr/>
              <p:nvPr/>
            </p:nvSpPr>
            <p:spPr>
              <a:xfrm>
                <a:off x="8833524" y="3492846"/>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76" name="Google Shape;1276;p120"/>
              <p:cNvSpPr/>
              <p:nvPr/>
            </p:nvSpPr>
            <p:spPr>
              <a:xfrm>
                <a:off x="8931926" y="335076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77" name="Google Shape;1277;p120"/>
              <p:cNvSpPr/>
              <p:nvPr/>
            </p:nvSpPr>
            <p:spPr>
              <a:xfrm>
                <a:off x="8785192" y="3121953"/>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78" name="Google Shape;1278;p120"/>
              <p:cNvSpPr/>
              <p:nvPr/>
            </p:nvSpPr>
            <p:spPr>
              <a:xfrm>
                <a:off x="6801823" y="2298467"/>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79" name="Google Shape;1279;p120"/>
              <p:cNvSpPr/>
              <p:nvPr/>
            </p:nvSpPr>
            <p:spPr>
              <a:xfrm>
                <a:off x="7904611" y="308387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80" name="Google Shape;1280;p120"/>
              <p:cNvSpPr/>
              <p:nvPr/>
            </p:nvSpPr>
            <p:spPr>
              <a:xfrm>
                <a:off x="10543292" y="4762314"/>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281" name="Google Shape;1281;p120"/>
              <p:cNvSpPr/>
              <p:nvPr/>
            </p:nvSpPr>
            <p:spPr>
              <a:xfrm>
                <a:off x="10479645" y="2739156"/>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82" name="Google Shape;1282;p120"/>
              <p:cNvSpPr/>
              <p:nvPr/>
            </p:nvSpPr>
            <p:spPr>
              <a:xfrm>
                <a:off x="4019380" y="2398563"/>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83" name="Google Shape;1283;p120"/>
              <p:cNvSpPr/>
              <p:nvPr/>
            </p:nvSpPr>
            <p:spPr>
              <a:xfrm>
                <a:off x="5150929" y="3764740"/>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284" name="Google Shape;1284;p120"/>
              <p:cNvSpPr/>
              <p:nvPr/>
            </p:nvSpPr>
            <p:spPr>
              <a:xfrm>
                <a:off x="9616458" y="3507190"/>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grpSp>
        <p:sp>
          <p:nvSpPr>
            <p:cNvPr id="1285" name="Google Shape;1285;p120"/>
            <p:cNvSpPr txBox="1"/>
            <p:nvPr/>
          </p:nvSpPr>
          <p:spPr>
            <a:xfrm>
              <a:off x="10845129" y="2428150"/>
              <a:ext cx="1022400" cy="1766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750">
                  <a:solidFill>
                    <a:schemeClr val="dk1"/>
                  </a:solidFill>
                  <a:latin typeface="Arial"/>
                  <a:ea typeface="Arial"/>
                  <a:cs typeface="Arial"/>
                  <a:sym typeface="Arial"/>
                </a:rPr>
                <a:t>APAC</a:t>
              </a:r>
              <a:endParaRPr/>
            </a:p>
            <a:p>
              <a:pPr indent="0" lvl="0" marL="0" marR="0" rtl="0" algn="l">
                <a:lnSpc>
                  <a:spcPct val="110000"/>
                </a:lnSpc>
                <a:spcBef>
                  <a:spcPts val="0"/>
                </a:spcBef>
                <a:spcAft>
                  <a:spcPts val="0"/>
                </a:spcAft>
                <a:buNone/>
              </a:pPr>
              <a:r>
                <a:rPr lang="en-US" sz="750">
                  <a:solidFill>
                    <a:schemeClr val="accent3"/>
                  </a:solidFill>
                  <a:latin typeface="Arial"/>
                  <a:ea typeface="Arial"/>
                  <a:cs typeface="Arial"/>
                  <a:sym typeface="Arial"/>
                </a:rPr>
                <a:t>Singapore, SG</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Manila, PH</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Sydney, AU</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Melbourne, AU</a:t>
              </a:r>
              <a:endParaRPr/>
            </a:p>
            <a:p>
              <a:pPr indent="0" lvl="0" marL="0" marR="0" rtl="0" algn="l">
                <a:lnSpc>
                  <a:spcPct val="110000"/>
                </a:lnSpc>
                <a:spcBef>
                  <a:spcPts val="0"/>
                </a:spcBef>
                <a:spcAft>
                  <a:spcPts val="0"/>
                </a:spcAft>
                <a:buClr>
                  <a:schemeClr val="dk1"/>
                </a:buClr>
                <a:buSzPts val="750"/>
                <a:buFont typeface="Arial"/>
                <a:buNone/>
              </a:pPr>
              <a:r>
                <a:rPr lang="en-US" sz="750">
                  <a:solidFill>
                    <a:schemeClr val="dk1"/>
                  </a:solidFill>
                  <a:latin typeface="Arial"/>
                  <a:ea typeface="Arial"/>
                  <a:cs typeface="Arial"/>
                  <a:sym typeface="Arial"/>
                </a:rPr>
                <a:t>Brisbane, AU</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Penang, MY</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Kuala Lumpur, MY</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Shanghai, CN</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Taipei, TW</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Hong Kong, HK</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Tokyo, JP</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Ho chin min, VN</a:t>
              </a:r>
              <a:endParaRPr/>
            </a:p>
          </p:txBody>
        </p:sp>
      </p:gr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494">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292" name="Shape 1292"/>
        <p:cNvGrpSpPr/>
        <p:nvPr/>
      </p:nvGrpSpPr>
      <p:grpSpPr>
        <a:xfrm>
          <a:off x="0" y="0"/>
          <a:ext cx="0" cy="0"/>
          <a:chOff x="0" y="0"/>
          <a:chExt cx="0" cy="0"/>
        </a:xfrm>
      </p:grpSpPr>
      <p:sp>
        <p:nvSpPr>
          <p:cNvPr id="1293" name="Google Shape;1293;p122"/>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4" name="Google Shape;1294;p122"/>
          <p:cNvSpPr txBox="1"/>
          <p:nvPr>
            <p:ph idx="1" type="body"/>
          </p:nvPr>
        </p:nvSpPr>
        <p:spPr>
          <a:xfrm>
            <a:off x="274320" y="1828800"/>
            <a:ext cx="6378000" cy="42519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152">
          <p15:clr>
            <a:srgbClr val="FBAE40"/>
          </p15:clr>
        </p15:guide>
        <p15:guide id="2" orient="horz" pos="3832">
          <p15:clr>
            <a:srgbClr val="FBAE40"/>
          </p15:clr>
        </p15:guide>
        <p15:guide id="3" pos="5588">
          <p15:clr>
            <a:srgbClr val="FBAE40"/>
          </p15:clr>
        </p15:guide>
        <p15:guide id="4" orient="horz" pos="4148">
          <p15:clr>
            <a:srgbClr val="FBAE40"/>
          </p15:clr>
        </p15:guide>
        <p15:guide id="5" pos="5788">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295" name="Shape 1295"/>
        <p:cNvGrpSpPr/>
        <p:nvPr/>
      </p:nvGrpSpPr>
      <p:grpSpPr>
        <a:xfrm>
          <a:off x="0" y="0"/>
          <a:ext cx="0" cy="0"/>
          <a:chOff x="0" y="0"/>
          <a:chExt cx="0" cy="0"/>
        </a:xfrm>
      </p:grpSpPr>
      <p:sp>
        <p:nvSpPr>
          <p:cNvPr id="1296" name="Google Shape;1296;p123"/>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7" name="Google Shape;1297;p123"/>
          <p:cNvSpPr txBox="1"/>
          <p:nvPr>
            <p:ph idx="1" type="body"/>
          </p:nvPr>
        </p:nvSpPr>
        <p:spPr>
          <a:xfrm>
            <a:off x="274320" y="1828800"/>
            <a:ext cx="4183500" cy="42519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298" name="Google Shape;1298;p123"/>
          <p:cNvSpPr txBox="1"/>
          <p:nvPr>
            <p:ph idx="2" type="body"/>
          </p:nvPr>
        </p:nvSpPr>
        <p:spPr>
          <a:xfrm>
            <a:off x="4684014" y="1828800"/>
            <a:ext cx="4183500" cy="42519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bar Left">
  <p:cSld name="Sidebar Left">
    <p:spTree>
      <p:nvGrpSpPr>
        <p:cNvPr id="1299" name="Shape 1299"/>
        <p:cNvGrpSpPr/>
        <p:nvPr/>
      </p:nvGrpSpPr>
      <p:grpSpPr>
        <a:xfrm>
          <a:off x="0" y="0"/>
          <a:ext cx="0" cy="0"/>
          <a:chOff x="0" y="0"/>
          <a:chExt cx="0" cy="0"/>
        </a:xfrm>
      </p:grpSpPr>
      <p:sp>
        <p:nvSpPr>
          <p:cNvPr id="1300" name="Google Shape;1300;p124"/>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1" name="Google Shape;1301;p124"/>
          <p:cNvSpPr txBox="1"/>
          <p:nvPr>
            <p:ph idx="1" type="body"/>
          </p:nvPr>
        </p:nvSpPr>
        <p:spPr>
          <a:xfrm>
            <a:off x="274320" y="1828800"/>
            <a:ext cx="2709000" cy="42519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302" name="Google Shape;1302;p124"/>
          <p:cNvSpPr txBox="1"/>
          <p:nvPr>
            <p:ph idx="2" type="body"/>
          </p:nvPr>
        </p:nvSpPr>
        <p:spPr>
          <a:xfrm>
            <a:off x="3216402" y="1828800"/>
            <a:ext cx="5651100" cy="42519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Quarters Black">
  <p:cSld name="Three Quarters Black">
    <p:bg>
      <p:bgPr>
        <a:blipFill>
          <a:blip r:embed="rId2">
            <a:alphaModFix/>
          </a:blip>
          <a:stretch>
            <a:fillRect/>
          </a:stretch>
        </a:blipFill>
      </p:bgPr>
    </p:bg>
    <p:spTree>
      <p:nvGrpSpPr>
        <p:cNvPr id="1303" name="Shape 1303"/>
        <p:cNvGrpSpPr/>
        <p:nvPr/>
      </p:nvGrpSpPr>
      <p:grpSpPr>
        <a:xfrm>
          <a:off x="0" y="0"/>
          <a:ext cx="0" cy="0"/>
          <a:chOff x="0" y="0"/>
          <a:chExt cx="0" cy="0"/>
        </a:xfrm>
      </p:grpSpPr>
      <p:sp>
        <p:nvSpPr>
          <p:cNvPr descr="UST" id="1304" name="Google Shape;1304;p125"/>
          <p:cNvSpPr/>
          <p:nvPr/>
        </p:nvSpPr>
        <p:spPr>
          <a:xfrm>
            <a:off x="274320" y="6238277"/>
            <a:ext cx="240030" cy="354094"/>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305" name="Google Shape;1305;p125"/>
          <p:cNvSpPr txBox="1"/>
          <p:nvPr>
            <p:ph type="title"/>
          </p:nvPr>
        </p:nvSpPr>
        <p:spPr>
          <a:xfrm>
            <a:off x="274321" y="365760"/>
            <a:ext cx="61530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400"/>
              <a:buFont typeface="Arial"/>
              <a:buNone/>
              <a:defRPr>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6" name="Google Shape;1306;p125"/>
          <p:cNvSpPr txBox="1"/>
          <p:nvPr>
            <p:ph idx="1" type="body"/>
          </p:nvPr>
        </p:nvSpPr>
        <p:spPr>
          <a:xfrm>
            <a:off x="274320" y="1828800"/>
            <a:ext cx="6153000" cy="42519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lt1"/>
              </a:buClr>
              <a:buSzPts val="1350"/>
              <a:buChar char="•"/>
              <a:defRPr sz="1350">
                <a:solidFill>
                  <a:schemeClr val="lt1"/>
                </a:solidFill>
                <a:latin typeface="Arial"/>
                <a:ea typeface="Arial"/>
                <a:cs typeface="Arial"/>
                <a:sym typeface="Arial"/>
              </a:defRPr>
            </a:lvl1pPr>
            <a:lvl2pPr indent="-314325" lvl="1" marL="914400"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2pPr>
            <a:lvl3pPr indent="-314325" lvl="2" marL="1371600"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3pPr>
            <a:lvl4pPr indent="-314325" lvl="3" marL="1828800"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4pPr>
            <a:lvl5pPr indent="-314325" lvl="4" marL="2286000"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5pPr>
            <a:lvl6pPr indent="-314325" lvl="5" marL="2743200" algn="l">
              <a:lnSpc>
                <a:spcPct val="100000"/>
              </a:lnSpc>
              <a:spcBef>
                <a:spcPts val="225"/>
              </a:spcBef>
              <a:spcAft>
                <a:spcPts val="0"/>
              </a:spcAft>
              <a:buClr>
                <a:schemeClr val="lt1"/>
              </a:buClr>
              <a:buSzPts val="1350"/>
              <a:buChar char="–"/>
              <a:defRPr sz="1350">
                <a:solidFill>
                  <a:schemeClr val="lt1"/>
                </a:solidFill>
              </a:defRPr>
            </a:lvl6pPr>
            <a:lvl7pPr indent="-314325" lvl="6" marL="3200400" algn="l">
              <a:lnSpc>
                <a:spcPct val="100000"/>
              </a:lnSpc>
              <a:spcBef>
                <a:spcPts val="225"/>
              </a:spcBef>
              <a:spcAft>
                <a:spcPts val="0"/>
              </a:spcAft>
              <a:buClr>
                <a:schemeClr val="lt1"/>
              </a:buClr>
              <a:buSzPts val="1350"/>
              <a:buChar char="–"/>
              <a:defRPr sz="1350">
                <a:solidFill>
                  <a:schemeClr val="lt1"/>
                </a:solidFill>
              </a:defRPr>
            </a:lvl7pPr>
            <a:lvl8pPr indent="-314325" lvl="7" marL="3657600" algn="l">
              <a:lnSpc>
                <a:spcPct val="100000"/>
              </a:lnSpc>
              <a:spcBef>
                <a:spcPts val="225"/>
              </a:spcBef>
              <a:spcAft>
                <a:spcPts val="0"/>
              </a:spcAft>
              <a:buClr>
                <a:schemeClr val="lt1"/>
              </a:buClr>
              <a:buSzPts val="1350"/>
              <a:buChar char="–"/>
              <a:defRPr sz="1350">
                <a:solidFill>
                  <a:schemeClr val="lt1"/>
                </a:solidFill>
              </a:defRPr>
            </a:lvl8pPr>
            <a:lvl9pPr indent="-314325" lvl="8" marL="4114800" algn="l">
              <a:lnSpc>
                <a:spcPct val="100000"/>
              </a:lnSpc>
              <a:spcBef>
                <a:spcPts val="225"/>
              </a:spcBef>
              <a:spcAft>
                <a:spcPts val="0"/>
              </a:spcAft>
              <a:buClr>
                <a:schemeClr val="lt1"/>
              </a:buClr>
              <a:buSzPts val="1350"/>
              <a:buChar char="–"/>
              <a:defRPr sz="1350">
                <a:solidFill>
                  <a:schemeClr val="lt1"/>
                </a:solidFill>
              </a:defRPr>
            </a:lvl9pPr>
          </a:lstStyle>
          <a:p/>
        </p:txBody>
      </p:sp>
      <p:sp>
        <p:nvSpPr>
          <p:cNvPr id="1307" name="Google Shape;1307;p125"/>
          <p:cNvSpPr txBox="1"/>
          <p:nvPr>
            <p:ph idx="2" type="body"/>
          </p:nvPr>
        </p:nvSpPr>
        <p:spPr>
          <a:xfrm>
            <a:off x="6891337" y="1828800"/>
            <a:ext cx="1976100" cy="4251900"/>
          </a:xfrm>
          <a:prstGeom prst="rect">
            <a:avLst/>
          </a:prstGeom>
          <a:noFill/>
          <a:ln>
            <a:noFill/>
          </a:ln>
        </p:spPr>
        <p:txBody>
          <a:bodyPr anchorCtr="0" anchor="t" bIns="0" lIns="0" spcFirstLastPara="1" rIns="0" wrap="square" tIns="0">
            <a:normAutofit/>
          </a:bodyPr>
          <a:lstStyle>
            <a:lvl1pPr indent="-304800" lvl="0" marL="457200" algn="l">
              <a:lnSpc>
                <a:spcPct val="100000"/>
              </a:lnSpc>
              <a:spcBef>
                <a:spcPts val="900"/>
              </a:spcBef>
              <a:spcAft>
                <a:spcPts val="0"/>
              </a:spcAft>
              <a:buClr>
                <a:schemeClr val="dk1"/>
              </a:buClr>
              <a:buSzPts val="1200"/>
              <a:buChar char="•"/>
              <a:defRPr sz="1200">
                <a:solidFill>
                  <a:schemeClr val="dk1"/>
                </a:solidFill>
                <a:latin typeface="Arial"/>
                <a:ea typeface="Arial"/>
                <a:cs typeface="Arial"/>
                <a:sym typeface="Arial"/>
              </a:defRPr>
            </a:lvl1pPr>
            <a:lvl2pPr indent="-304800" lvl="1" marL="9144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5pPr>
            <a:lvl6pPr indent="-304800" lvl="5" marL="2743200" algn="l">
              <a:lnSpc>
                <a:spcPct val="100000"/>
              </a:lnSpc>
              <a:spcBef>
                <a:spcPts val="225"/>
              </a:spcBef>
              <a:spcAft>
                <a:spcPts val="0"/>
              </a:spcAft>
              <a:buClr>
                <a:schemeClr val="dk1"/>
              </a:buClr>
              <a:buSzPts val="1200"/>
              <a:buChar char="–"/>
              <a:defRPr sz="1200">
                <a:solidFill>
                  <a:schemeClr val="dk1"/>
                </a:solidFill>
              </a:defRPr>
            </a:lvl6pPr>
            <a:lvl7pPr indent="-304800" lvl="6" marL="3200400" algn="l">
              <a:lnSpc>
                <a:spcPct val="100000"/>
              </a:lnSpc>
              <a:spcBef>
                <a:spcPts val="225"/>
              </a:spcBef>
              <a:spcAft>
                <a:spcPts val="0"/>
              </a:spcAft>
              <a:buClr>
                <a:schemeClr val="dk1"/>
              </a:buClr>
              <a:buSzPts val="1200"/>
              <a:buChar char="–"/>
              <a:defRPr sz="1200">
                <a:solidFill>
                  <a:schemeClr val="dk1"/>
                </a:solidFill>
              </a:defRPr>
            </a:lvl7pPr>
            <a:lvl8pPr indent="-304800" lvl="7" marL="3657600" algn="l">
              <a:lnSpc>
                <a:spcPct val="100000"/>
              </a:lnSpc>
              <a:spcBef>
                <a:spcPts val="225"/>
              </a:spcBef>
              <a:spcAft>
                <a:spcPts val="0"/>
              </a:spcAft>
              <a:buClr>
                <a:schemeClr val="dk1"/>
              </a:buClr>
              <a:buSzPts val="1200"/>
              <a:buChar char="–"/>
              <a:defRPr sz="1200">
                <a:solidFill>
                  <a:schemeClr val="dk1"/>
                </a:solidFill>
              </a:defRPr>
            </a:lvl8pPr>
            <a:lvl9pPr indent="-304800" lvl="8" marL="4114800" algn="l">
              <a:lnSpc>
                <a:spcPct val="100000"/>
              </a:lnSpc>
              <a:spcBef>
                <a:spcPts val="225"/>
              </a:spcBef>
              <a:spcAft>
                <a:spcPts val="0"/>
              </a:spcAft>
              <a:buClr>
                <a:schemeClr val="dk1"/>
              </a:buClr>
              <a:buSzPts val="1200"/>
              <a:buChar char="–"/>
              <a:defRPr sz="1200">
                <a:solidFill>
                  <a:schemeClr val="dk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5788">
          <p15:clr>
            <a:srgbClr val="FBAE40"/>
          </p15:clr>
        </p15:guide>
        <p15:guide id="2" orient="horz" pos="1152">
          <p15:clr>
            <a:srgbClr val="FBAE40"/>
          </p15:clr>
        </p15:guide>
        <p15:guide id="3" orient="horz" pos="3832">
          <p15:clr>
            <a:srgbClr val="FBAE40"/>
          </p15:clr>
        </p15:guide>
        <p15:guide id="4" orient="horz" pos="4148">
          <p15:clr>
            <a:srgbClr val="FBAE40"/>
          </p15:clr>
        </p15:guide>
        <p15:guide id="5" pos="5400">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option 3" showMasterSp="0">
  <p:cSld name="Cover slide option 3">
    <p:bg>
      <p:bgPr>
        <a:solidFill>
          <a:schemeClr val="lt1"/>
        </a:solidFill>
      </p:bgPr>
    </p:bg>
    <p:spTree>
      <p:nvGrpSpPr>
        <p:cNvPr id="1308" name="Shape 1308"/>
        <p:cNvGrpSpPr/>
        <p:nvPr/>
      </p:nvGrpSpPr>
      <p:grpSpPr>
        <a:xfrm>
          <a:off x="0" y="0"/>
          <a:ext cx="0" cy="0"/>
          <a:chOff x="0" y="0"/>
          <a:chExt cx="0" cy="0"/>
        </a:xfrm>
      </p:grpSpPr>
      <p:sp>
        <p:nvSpPr>
          <p:cNvPr descr="UST" id="1309" name="Google Shape;1309;p126"/>
          <p:cNvSpPr/>
          <p:nvPr/>
        </p:nvSpPr>
        <p:spPr>
          <a:xfrm>
            <a:off x="273844" y="358775"/>
            <a:ext cx="548636" cy="809170"/>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310" name="Google Shape;1310;p126"/>
          <p:cNvSpPr txBox="1"/>
          <p:nvPr>
            <p:ph type="ctrTitle"/>
          </p:nvPr>
        </p:nvSpPr>
        <p:spPr>
          <a:xfrm>
            <a:off x="4993005" y="365759"/>
            <a:ext cx="3874800" cy="3200400"/>
          </a:xfrm>
          <a:prstGeom prst="rect">
            <a:avLst/>
          </a:prstGeom>
          <a:solidFill>
            <a:srgbClr val="006E74"/>
          </a:solidFill>
          <a:ln>
            <a:noFill/>
          </a:ln>
        </p:spPr>
        <p:txBody>
          <a:bodyPr anchorCtr="0" anchor="t" bIns="274300" lIns="274300" spcFirstLastPara="1" rIns="274300" wrap="square" tIns="274300">
            <a:noAutofit/>
          </a:bodyPr>
          <a:lstStyle>
            <a:lvl1pPr lvl="0" algn="l">
              <a:lnSpc>
                <a:spcPct val="90000"/>
              </a:lnSpc>
              <a:spcBef>
                <a:spcPts val="0"/>
              </a:spcBef>
              <a:spcAft>
                <a:spcPts val="0"/>
              </a:spcAft>
              <a:buClr>
                <a:schemeClr val="lt1"/>
              </a:buClr>
              <a:buSzPts val="2400"/>
              <a:buFont typeface="Arial"/>
              <a:buNone/>
              <a:defRPr b="0" sz="24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1" name="Google Shape;1311;p126"/>
          <p:cNvSpPr txBox="1"/>
          <p:nvPr>
            <p:ph idx="1" type="subTitle"/>
          </p:nvPr>
        </p:nvSpPr>
        <p:spPr>
          <a:xfrm>
            <a:off x="5198364" y="2651760"/>
            <a:ext cx="3463200" cy="685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500"/>
              <a:buNone/>
              <a:defRPr b="0" sz="150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p:txBody>
      </p:sp>
      <p:sp>
        <p:nvSpPr>
          <p:cNvPr id="1312" name="Google Shape;1312;p126"/>
          <p:cNvSpPr txBox="1"/>
          <p:nvPr>
            <p:ph idx="2" type="body"/>
          </p:nvPr>
        </p:nvSpPr>
        <p:spPr>
          <a:xfrm>
            <a:off x="4993005" y="5577840"/>
            <a:ext cx="3874800" cy="9144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solidFill>
                  <a:schemeClr val="dk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
        <p:nvSpPr>
          <p:cNvPr id="1313" name="Google Shape;1313;p126"/>
          <p:cNvSpPr/>
          <p:nvPr>
            <p:ph idx="3" type="pic"/>
          </p:nvPr>
        </p:nvSpPr>
        <p:spPr>
          <a:xfrm>
            <a:off x="891540" y="1234440"/>
            <a:ext cx="3874800" cy="5257800"/>
          </a:xfrm>
          <a:prstGeom prst="rect">
            <a:avLst/>
          </a:prstGeom>
          <a:solidFill>
            <a:srgbClr val="D7E0E3"/>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Worldwide office locations Updated">
  <p:cSld name="6_Worldwide office locations Updated">
    <p:bg>
      <p:bgPr>
        <a:solidFill>
          <a:srgbClr val="231F20"/>
        </a:solidFill>
      </p:bgPr>
    </p:bg>
    <p:spTree>
      <p:nvGrpSpPr>
        <p:cNvPr id="1314" name="Shape 1314"/>
        <p:cNvGrpSpPr/>
        <p:nvPr/>
      </p:nvGrpSpPr>
      <p:grpSpPr>
        <a:xfrm>
          <a:off x="0" y="0"/>
          <a:ext cx="0" cy="0"/>
          <a:chOff x="0" y="0"/>
          <a:chExt cx="0" cy="0"/>
        </a:xfrm>
      </p:grpSpPr>
      <p:sp>
        <p:nvSpPr>
          <p:cNvPr id="1315" name="Google Shape;1315;p127"/>
          <p:cNvSpPr txBox="1"/>
          <p:nvPr/>
        </p:nvSpPr>
        <p:spPr>
          <a:xfrm>
            <a:off x="274320" y="365760"/>
            <a:ext cx="7479000" cy="91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2400"/>
              <a:buFont typeface="Arial"/>
              <a:buNone/>
            </a:pPr>
            <a:r>
              <a:rPr b="0" lang="en-US" sz="2400">
                <a:solidFill>
                  <a:schemeClr val="lt1"/>
                </a:solidFill>
                <a:latin typeface="Arial"/>
                <a:ea typeface="Arial"/>
                <a:cs typeface="Arial"/>
                <a:sym typeface="Arial"/>
              </a:rPr>
              <a:t>Engineering change </a:t>
            </a:r>
            <a:br>
              <a:rPr b="0" lang="en-US" sz="2400">
                <a:solidFill>
                  <a:schemeClr val="lt1"/>
                </a:solidFill>
                <a:latin typeface="Arial"/>
                <a:ea typeface="Arial"/>
                <a:cs typeface="Arial"/>
                <a:sym typeface="Arial"/>
              </a:rPr>
            </a:br>
            <a:r>
              <a:rPr b="0" lang="en-US" sz="2400">
                <a:solidFill>
                  <a:schemeClr val="lt1"/>
                </a:solidFill>
                <a:latin typeface="Arial"/>
                <a:ea typeface="Arial"/>
                <a:cs typeface="Arial"/>
                <a:sym typeface="Arial"/>
              </a:rPr>
              <a:t>all over the world</a:t>
            </a:r>
            <a:endParaRPr/>
          </a:p>
        </p:txBody>
      </p:sp>
      <p:sp>
        <p:nvSpPr>
          <p:cNvPr id="1316" name="Google Shape;1316;p127">
            <a:hlinkClick r:id="rId2"/>
          </p:cNvPr>
          <p:cNvSpPr txBox="1"/>
          <p:nvPr/>
        </p:nvSpPr>
        <p:spPr>
          <a:xfrm>
            <a:off x="273844" y="1385476"/>
            <a:ext cx="1859400" cy="332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i="0" lang="en-US" sz="788">
                <a:solidFill>
                  <a:schemeClr val="lt1"/>
                </a:solidFill>
                <a:latin typeface="Arial"/>
                <a:ea typeface="Arial"/>
                <a:cs typeface="Arial"/>
                <a:sym typeface="Arial"/>
              </a:rPr>
              <a:t>*To see a list of all offices, visit </a:t>
            </a:r>
            <a:r>
              <a:rPr b="1" i="0" lang="en-US" sz="788" u="sng">
                <a:solidFill>
                  <a:schemeClr val="lt1"/>
                </a:solidFill>
                <a:latin typeface="Arial"/>
                <a:ea typeface="Arial"/>
                <a:cs typeface="Arial"/>
                <a:sym typeface="Arial"/>
              </a:rPr>
              <a:t>ust.com</a:t>
            </a:r>
            <a:endParaRPr/>
          </a:p>
        </p:txBody>
      </p:sp>
      <p:grpSp>
        <p:nvGrpSpPr>
          <p:cNvPr id="1317" name="Google Shape;1317;p127"/>
          <p:cNvGrpSpPr/>
          <p:nvPr/>
        </p:nvGrpSpPr>
        <p:grpSpPr>
          <a:xfrm>
            <a:off x="273844" y="5468864"/>
            <a:ext cx="1429394" cy="479454"/>
            <a:chOff x="505022" y="1208296"/>
            <a:chExt cx="1905859" cy="479454"/>
          </a:xfrm>
        </p:grpSpPr>
        <p:sp>
          <p:nvSpPr>
            <p:cNvPr id="1318" name="Google Shape;1318;p127"/>
            <p:cNvSpPr txBox="1"/>
            <p:nvPr/>
          </p:nvSpPr>
          <p:spPr>
            <a:xfrm>
              <a:off x="775881" y="1456750"/>
              <a:ext cx="7374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750">
                  <a:solidFill>
                    <a:schemeClr val="lt1"/>
                  </a:solidFill>
                  <a:latin typeface="Arial"/>
                  <a:ea typeface="Arial"/>
                  <a:cs typeface="Arial"/>
                  <a:sym typeface="Arial"/>
                </a:rPr>
                <a:t>Other Centers</a:t>
              </a:r>
              <a:endParaRPr/>
            </a:p>
          </p:txBody>
        </p:sp>
        <p:sp>
          <p:nvSpPr>
            <p:cNvPr id="1319" name="Google Shape;1319;p127"/>
            <p:cNvSpPr/>
            <p:nvPr/>
          </p:nvSpPr>
          <p:spPr>
            <a:xfrm>
              <a:off x="505022" y="1236605"/>
              <a:ext cx="131596" cy="131432"/>
            </a:xfrm>
            <a:custGeom>
              <a:rect b="b" l="l" r="r" t="t"/>
              <a:pathLst>
                <a:path extrusionOk="0" h="185" w="185">
                  <a:moveTo>
                    <a:pt x="185" y="185"/>
                  </a:moveTo>
                  <a:lnTo>
                    <a:pt x="185" y="185"/>
                  </a:lnTo>
                  <a:lnTo>
                    <a:pt x="0" y="185"/>
                  </a:lnTo>
                  <a:lnTo>
                    <a:pt x="0" y="0"/>
                  </a:lnTo>
                  <a:lnTo>
                    <a:pt x="185" y="0"/>
                  </a:lnTo>
                  <a:lnTo>
                    <a:pt x="185" y="185"/>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20" name="Google Shape;1320;p127"/>
            <p:cNvSpPr/>
            <p:nvPr/>
          </p:nvSpPr>
          <p:spPr>
            <a:xfrm>
              <a:off x="505022" y="1464413"/>
              <a:ext cx="131596" cy="131432"/>
            </a:xfrm>
            <a:custGeom>
              <a:rect b="b" l="l" r="r" t="t"/>
              <a:pathLst>
                <a:path extrusionOk="0" h="185" w="185">
                  <a:moveTo>
                    <a:pt x="185" y="185"/>
                  </a:moveTo>
                  <a:lnTo>
                    <a:pt x="185" y="185"/>
                  </a:lnTo>
                  <a:lnTo>
                    <a:pt x="0" y="185"/>
                  </a:lnTo>
                  <a:lnTo>
                    <a:pt x="0" y="0"/>
                  </a:lnTo>
                  <a:lnTo>
                    <a:pt x="185" y="0"/>
                  </a:lnTo>
                  <a:lnTo>
                    <a:pt x="185" y="185"/>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21" name="Google Shape;1321;p127"/>
            <p:cNvSpPr txBox="1"/>
            <p:nvPr/>
          </p:nvSpPr>
          <p:spPr>
            <a:xfrm>
              <a:off x="775881" y="1208296"/>
              <a:ext cx="16350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750">
                  <a:solidFill>
                    <a:schemeClr val="lt1"/>
                  </a:solidFill>
                  <a:latin typeface="Arial"/>
                  <a:ea typeface="Arial"/>
                  <a:cs typeface="Arial"/>
                  <a:sym typeface="Arial"/>
                </a:rPr>
                <a:t>Main Offices &amp; Innovation Labs</a:t>
              </a:r>
              <a:endParaRPr/>
            </a:p>
          </p:txBody>
        </p:sp>
      </p:grpSp>
      <p:sp>
        <p:nvSpPr>
          <p:cNvPr id="1322" name="Google Shape;1322;p127"/>
          <p:cNvSpPr/>
          <p:nvPr/>
        </p:nvSpPr>
        <p:spPr>
          <a:xfrm>
            <a:off x="273844" y="1966988"/>
            <a:ext cx="1506000" cy="18429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dk1"/>
              </a:solidFill>
              <a:latin typeface="Arial"/>
              <a:ea typeface="Arial"/>
              <a:cs typeface="Arial"/>
              <a:sym typeface="Arial"/>
            </a:endParaRPr>
          </a:p>
        </p:txBody>
      </p:sp>
      <p:sp>
        <p:nvSpPr>
          <p:cNvPr id="1323" name="Google Shape;1323;p127"/>
          <p:cNvSpPr/>
          <p:nvPr/>
        </p:nvSpPr>
        <p:spPr>
          <a:xfrm>
            <a:off x="394139" y="2233661"/>
            <a:ext cx="1323000" cy="774300"/>
          </a:xfrm>
          <a:prstGeom prst="rect">
            <a:avLst/>
          </a:prstGeom>
          <a:noFill/>
          <a:ln>
            <a:noFill/>
          </a:ln>
        </p:spPr>
        <p:txBody>
          <a:bodyPr anchorCtr="0" anchor="ctr" bIns="45700" lIns="91425" spcFirstLastPara="1" rIns="91425" wrap="square" tIns="45700">
            <a:noAutofit/>
          </a:bodyPr>
          <a:lstStyle/>
          <a:p>
            <a:pPr indent="0" lvl="2" marL="0" marR="0" rtl="0" algn="l">
              <a:lnSpc>
                <a:spcPct val="120000"/>
              </a:lnSpc>
              <a:spcBef>
                <a:spcPts val="0"/>
              </a:spcBef>
              <a:spcAft>
                <a:spcPts val="0"/>
              </a:spcAft>
              <a:buNone/>
            </a:pPr>
            <a:r>
              <a:rPr b="0" i="0" lang="en-US" sz="750" u="none" cap="none" strike="noStrike">
                <a:solidFill>
                  <a:schemeClr val="lt1"/>
                </a:solidFill>
                <a:latin typeface="Arial"/>
                <a:ea typeface="Arial"/>
                <a:cs typeface="Arial"/>
                <a:sym typeface="Arial"/>
              </a:rPr>
              <a:t>86% of our global footprint is ISO 14001:2015 (Environmental Management System)</a:t>
            </a:r>
            <a:endParaRPr b="0" i="0" sz="750" u="none" cap="none" strike="noStrike">
              <a:solidFill>
                <a:schemeClr val="lt1"/>
              </a:solidFill>
              <a:latin typeface="Arial"/>
              <a:ea typeface="Arial"/>
              <a:cs typeface="Arial"/>
              <a:sym typeface="Arial"/>
            </a:endParaRPr>
          </a:p>
        </p:txBody>
      </p:sp>
      <p:sp>
        <p:nvSpPr>
          <p:cNvPr id="1324" name="Google Shape;1324;p127"/>
          <p:cNvSpPr/>
          <p:nvPr/>
        </p:nvSpPr>
        <p:spPr>
          <a:xfrm>
            <a:off x="394139" y="3102454"/>
            <a:ext cx="1323000" cy="388200"/>
          </a:xfrm>
          <a:prstGeom prst="rect">
            <a:avLst/>
          </a:prstGeom>
          <a:noFill/>
          <a:ln>
            <a:noFill/>
          </a:ln>
        </p:spPr>
        <p:txBody>
          <a:bodyPr anchorCtr="0" anchor="ctr" bIns="45700" lIns="91425" spcFirstLastPara="1" rIns="91425" wrap="square" tIns="45700">
            <a:noAutofit/>
          </a:bodyPr>
          <a:lstStyle/>
          <a:p>
            <a:pPr indent="0" lvl="2" marL="0" marR="0" rtl="0" algn="l">
              <a:lnSpc>
                <a:spcPct val="120000"/>
              </a:lnSpc>
              <a:spcBef>
                <a:spcPts val="0"/>
              </a:spcBef>
              <a:spcAft>
                <a:spcPts val="0"/>
              </a:spcAft>
              <a:buNone/>
            </a:pPr>
            <a:r>
              <a:rPr b="0" i="0" lang="en-US" sz="750" u="none" cap="none" strike="noStrike">
                <a:solidFill>
                  <a:schemeClr val="lt1"/>
                </a:solidFill>
                <a:latin typeface="Arial"/>
                <a:ea typeface="Arial"/>
                <a:cs typeface="Arial"/>
                <a:sym typeface="Arial"/>
              </a:rPr>
              <a:t>43% of our global footprint is LEED Gold Certified</a:t>
            </a:r>
            <a:endParaRPr b="0" i="0" sz="750" u="none" cap="none" strike="noStrike">
              <a:solidFill>
                <a:schemeClr val="lt1"/>
              </a:solidFill>
              <a:latin typeface="Arial"/>
              <a:ea typeface="Arial"/>
              <a:cs typeface="Arial"/>
              <a:sym typeface="Arial"/>
            </a:endParaRPr>
          </a:p>
        </p:txBody>
      </p:sp>
      <p:grpSp>
        <p:nvGrpSpPr>
          <p:cNvPr id="1325" name="Google Shape;1325;p127"/>
          <p:cNvGrpSpPr/>
          <p:nvPr/>
        </p:nvGrpSpPr>
        <p:grpSpPr>
          <a:xfrm>
            <a:off x="2105887" y="1020802"/>
            <a:ext cx="6794760" cy="5104202"/>
            <a:chOff x="2845949" y="1020802"/>
            <a:chExt cx="9059680" cy="5104202"/>
          </a:xfrm>
        </p:grpSpPr>
        <p:sp>
          <p:nvSpPr>
            <p:cNvPr id="1326" name="Google Shape;1326;p127"/>
            <p:cNvSpPr txBox="1"/>
            <p:nvPr/>
          </p:nvSpPr>
          <p:spPr>
            <a:xfrm>
              <a:off x="2845949" y="2336626"/>
              <a:ext cx="1072800" cy="241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750">
                  <a:solidFill>
                    <a:schemeClr val="lt1"/>
                  </a:solidFill>
                  <a:latin typeface="Arial"/>
                  <a:ea typeface="Arial"/>
                  <a:cs typeface="Arial"/>
                  <a:sym typeface="Arial"/>
                </a:rPr>
                <a:t>AMERICAS</a:t>
              </a:r>
              <a:endParaRPr/>
            </a:p>
            <a:p>
              <a:pPr indent="0" lvl="0" marL="0" marR="0" rtl="0" algn="l">
                <a:lnSpc>
                  <a:spcPct val="110000"/>
                </a:lnSpc>
                <a:spcBef>
                  <a:spcPts val="75"/>
                </a:spcBef>
                <a:spcAft>
                  <a:spcPts val="0"/>
                </a:spcAft>
                <a:buNone/>
              </a:pPr>
              <a:r>
                <a:rPr lang="en-US" sz="750">
                  <a:solidFill>
                    <a:schemeClr val="accent6"/>
                  </a:solidFill>
                  <a:latin typeface="Arial"/>
                  <a:ea typeface="Arial"/>
                  <a:cs typeface="Arial"/>
                  <a:sym typeface="Arial"/>
                </a:rPr>
                <a:t>Global HQ – Orange </a:t>
              </a:r>
              <a:br>
                <a:rPr lang="en-US" sz="750">
                  <a:solidFill>
                    <a:schemeClr val="accent6"/>
                  </a:solidFill>
                  <a:latin typeface="Arial"/>
                  <a:ea typeface="Arial"/>
                  <a:cs typeface="Arial"/>
                  <a:sym typeface="Arial"/>
                </a:rPr>
              </a:br>
              <a:r>
                <a:rPr lang="en-US" sz="750">
                  <a:solidFill>
                    <a:schemeClr val="accent6"/>
                  </a:solidFill>
                  <a:latin typeface="Arial"/>
                  <a:ea typeface="Arial"/>
                  <a:cs typeface="Arial"/>
                  <a:sym typeface="Arial"/>
                </a:rPr>
                <a:t>County, CA</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Bentonville, AR</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Chicago, IL </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Norfolk, VA</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Atlanta, GA</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Seattle, WA</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Toronto, CA</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Vancouver, CA</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Guadalajara, MX</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Leon, MX</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San Jose, CR</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Santiago, CL</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Lima, PE</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Sao Paulo, BR</a:t>
              </a:r>
              <a:endParaRPr/>
            </a:p>
            <a:p>
              <a:pPr indent="0" lvl="0" marL="0" marR="0" rtl="0" algn="l">
                <a:lnSpc>
                  <a:spcPct val="110000"/>
                </a:lnSpc>
                <a:spcBef>
                  <a:spcPts val="75"/>
                </a:spcBef>
                <a:spcAft>
                  <a:spcPts val="0"/>
                </a:spcAft>
                <a:buNone/>
              </a:pPr>
              <a:r>
                <a:rPr lang="en-US" sz="750">
                  <a:solidFill>
                    <a:schemeClr val="lt1"/>
                  </a:solidFill>
                  <a:latin typeface="Arial"/>
                  <a:ea typeface="Arial"/>
                  <a:cs typeface="Arial"/>
                  <a:sym typeface="Arial"/>
                </a:rPr>
                <a:t>Bogota, CO</a:t>
              </a:r>
              <a:endParaRPr/>
            </a:p>
          </p:txBody>
        </p:sp>
        <p:sp>
          <p:nvSpPr>
            <p:cNvPr id="1327" name="Google Shape;1327;p127"/>
            <p:cNvSpPr txBox="1"/>
            <p:nvPr/>
          </p:nvSpPr>
          <p:spPr>
            <a:xfrm>
              <a:off x="8669029" y="3791605"/>
              <a:ext cx="1073100" cy="138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750">
                  <a:solidFill>
                    <a:schemeClr val="lt1"/>
                  </a:solidFill>
                  <a:latin typeface="Arial"/>
                  <a:ea typeface="Arial"/>
                  <a:cs typeface="Arial"/>
                  <a:sym typeface="Arial"/>
                </a:rPr>
                <a:t>INDIA</a:t>
              </a:r>
              <a:endParaRPr/>
            </a:p>
            <a:p>
              <a:pPr indent="0" lvl="0" marL="0" marR="0" rtl="0" algn="l">
                <a:lnSpc>
                  <a:spcPct val="110000"/>
                </a:lnSpc>
                <a:spcBef>
                  <a:spcPts val="0"/>
                </a:spcBef>
                <a:spcAft>
                  <a:spcPts val="0"/>
                </a:spcAft>
                <a:buNone/>
              </a:pPr>
              <a:r>
                <a:rPr lang="en-US" sz="750">
                  <a:solidFill>
                    <a:schemeClr val="accent3"/>
                  </a:solidFill>
                  <a:latin typeface="Arial"/>
                  <a:ea typeface="Arial"/>
                  <a:cs typeface="Arial"/>
                  <a:sym typeface="Arial"/>
                </a:rPr>
                <a:t>Trivandrum</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Bangalore</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Chennai</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Hyderabad</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Kochi</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Delhi</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Coimbatore </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Hosur </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Pune</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Kolkata</a:t>
              </a:r>
              <a:endParaRPr/>
            </a:p>
          </p:txBody>
        </p:sp>
        <p:sp>
          <p:nvSpPr>
            <p:cNvPr id="1328" name="Google Shape;1328;p127"/>
            <p:cNvSpPr txBox="1"/>
            <p:nvPr/>
          </p:nvSpPr>
          <p:spPr>
            <a:xfrm>
              <a:off x="5910808" y="2284867"/>
              <a:ext cx="837900" cy="1258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750">
                  <a:solidFill>
                    <a:schemeClr val="lt1"/>
                  </a:solidFill>
                  <a:latin typeface="Arial"/>
                  <a:ea typeface="Arial"/>
                  <a:cs typeface="Arial"/>
                  <a:sym typeface="Arial"/>
                </a:rPr>
                <a:t>EMEA</a:t>
              </a:r>
              <a:endParaRPr/>
            </a:p>
            <a:p>
              <a:pPr indent="0" lvl="0" marL="0" marR="0" rtl="0" algn="l">
                <a:lnSpc>
                  <a:spcPct val="110000"/>
                </a:lnSpc>
                <a:spcBef>
                  <a:spcPts val="0"/>
                </a:spcBef>
                <a:spcAft>
                  <a:spcPts val="0"/>
                </a:spcAft>
                <a:buNone/>
              </a:pPr>
              <a:r>
                <a:rPr lang="en-US" sz="750">
                  <a:solidFill>
                    <a:schemeClr val="accent3"/>
                  </a:solidFill>
                  <a:latin typeface="Arial"/>
                  <a:ea typeface="Arial"/>
                  <a:cs typeface="Arial"/>
                  <a:sym typeface="Arial"/>
                </a:rPr>
                <a:t>London, UK</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Leeds, UK</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Nottingham, UK</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Dublin, IE</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Madrid, ES</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Tel Aviv, IS</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Cologne, DE</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Lisbon, PT</a:t>
              </a:r>
              <a:endParaRPr/>
            </a:p>
          </p:txBody>
        </p:sp>
        <p:sp>
          <p:nvSpPr>
            <p:cNvPr id="1329" name="Google Shape;1329;p127"/>
            <p:cNvSpPr txBox="1"/>
            <p:nvPr/>
          </p:nvSpPr>
          <p:spPr>
            <a:xfrm>
              <a:off x="6318430" y="3850704"/>
              <a:ext cx="867900" cy="2274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Paris, FR</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Gdansk, PL</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Bucharest, RO</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Sofia, BG</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Helmond, NL</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Barcelona, ES</a:t>
              </a:r>
              <a:endParaRPr/>
            </a:p>
            <a:p>
              <a:pPr indent="0" lvl="0" marL="0" marR="0" rtl="0" algn="l">
                <a:lnSpc>
                  <a:spcPct val="110000"/>
                </a:lnSpc>
                <a:spcBef>
                  <a:spcPts val="0"/>
                </a:spcBef>
                <a:spcAft>
                  <a:spcPts val="0"/>
                </a:spcAft>
                <a:buNone/>
              </a:pPr>
              <a:r>
                <a:rPr b="0" lang="en-US" sz="750">
                  <a:solidFill>
                    <a:schemeClr val="lt1"/>
                  </a:solidFill>
                  <a:latin typeface="Arial"/>
                  <a:ea typeface="Arial"/>
                  <a:cs typeface="Arial"/>
                  <a:sym typeface="Arial"/>
                </a:rPr>
                <a:t>Bilbao, ES</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Salamanca, ES</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Valencia, ES</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Zaragoza, ES</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Copenhagen, DK</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Zurich, CH</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Kyiv, UA</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Prague, CZ</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Cape Town, ZA</a:t>
              </a:r>
              <a:endParaRPr/>
            </a:p>
          </p:txBody>
        </p:sp>
        <p:sp>
          <p:nvSpPr>
            <p:cNvPr id="1330" name="Google Shape;1330;p127"/>
            <p:cNvSpPr/>
            <p:nvPr/>
          </p:nvSpPr>
          <p:spPr>
            <a:xfrm>
              <a:off x="3054484" y="1020802"/>
              <a:ext cx="8644088" cy="4481042"/>
            </a:xfrm>
            <a:custGeom>
              <a:rect b="b" l="l" r="r" t="t"/>
              <a:pathLst>
                <a:path extrusionOk="0" h="4463" w="8611">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31" name="Google Shape;1331;p127"/>
            <p:cNvSpPr/>
            <p:nvPr/>
          </p:nvSpPr>
          <p:spPr>
            <a:xfrm>
              <a:off x="4051148" y="2799766"/>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32" name="Google Shape;1332;p127"/>
            <p:cNvSpPr/>
            <p:nvPr/>
          </p:nvSpPr>
          <p:spPr>
            <a:xfrm>
              <a:off x="4931739" y="2404629"/>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33" name="Google Shape;1333;p127"/>
            <p:cNvSpPr/>
            <p:nvPr/>
          </p:nvSpPr>
          <p:spPr>
            <a:xfrm>
              <a:off x="5151701" y="278072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34" name="Google Shape;1334;p127"/>
            <p:cNvSpPr/>
            <p:nvPr/>
          </p:nvSpPr>
          <p:spPr>
            <a:xfrm>
              <a:off x="4839521" y="278072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35" name="Google Shape;1335;p127"/>
            <p:cNvSpPr/>
            <p:nvPr/>
          </p:nvSpPr>
          <p:spPr>
            <a:xfrm>
              <a:off x="5117220" y="2557549"/>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36" name="Google Shape;1336;p127"/>
            <p:cNvSpPr/>
            <p:nvPr/>
          </p:nvSpPr>
          <p:spPr>
            <a:xfrm>
              <a:off x="4990497" y="289912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37" name="Google Shape;1337;p127"/>
            <p:cNvSpPr/>
            <p:nvPr/>
          </p:nvSpPr>
          <p:spPr>
            <a:xfrm>
              <a:off x="4760996" y="2942697"/>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38" name="Google Shape;1338;p127"/>
            <p:cNvSpPr/>
            <p:nvPr/>
          </p:nvSpPr>
          <p:spPr>
            <a:xfrm>
              <a:off x="4586118" y="243190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39" name="Google Shape;1339;p127"/>
            <p:cNvSpPr/>
            <p:nvPr/>
          </p:nvSpPr>
          <p:spPr>
            <a:xfrm>
              <a:off x="5297034" y="2298468"/>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40" name="Google Shape;1340;p127"/>
            <p:cNvSpPr/>
            <p:nvPr/>
          </p:nvSpPr>
          <p:spPr>
            <a:xfrm>
              <a:off x="4799123" y="340378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41" name="Google Shape;1341;p127"/>
            <p:cNvSpPr/>
            <p:nvPr/>
          </p:nvSpPr>
          <p:spPr>
            <a:xfrm>
              <a:off x="4645418" y="332607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42" name="Google Shape;1342;p127"/>
            <p:cNvSpPr/>
            <p:nvPr/>
          </p:nvSpPr>
          <p:spPr>
            <a:xfrm>
              <a:off x="4936641" y="348866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43" name="Google Shape;1343;p127"/>
            <p:cNvSpPr/>
            <p:nvPr/>
          </p:nvSpPr>
          <p:spPr>
            <a:xfrm>
              <a:off x="5319945" y="4641946"/>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44" name="Google Shape;1344;p127"/>
            <p:cNvSpPr/>
            <p:nvPr/>
          </p:nvSpPr>
          <p:spPr>
            <a:xfrm>
              <a:off x="5220779" y="407906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45" name="Google Shape;1345;p127"/>
            <p:cNvSpPr/>
            <p:nvPr/>
          </p:nvSpPr>
          <p:spPr>
            <a:xfrm>
              <a:off x="5872653" y="4583489"/>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46" name="Google Shape;1346;p127"/>
            <p:cNvSpPr/>
            <p:nvPr/>
          </p:nvSpPr>
          <p:spPr>
            <a:xfrm>
              <a:off x="6966396" y="2329034"/>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47" name="Google Shape;1347;p127"/>
            <p:cNvSpPr/>
            <p:nvPr/>
          </p:nvSpPr>
          <p:spPr>
            <a:xfrm>
              <a:off x="8861447" y="3594187"/>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48" name="Google Shape;1348;p127"/>
            <p:cNvSpPr/>
            <p:nvPr/>
          </p:nvSpPr>
          <p:spPr>
            <a:xfrm>
              <a:off x="9490780" y="3619314"/>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49" name="Google Shape;1349;p127"/>
            <p:cNvSpPr/>
            <p:nvPr/>
          </p:nvSpPr>
          <p:spPr>
            <a:xfrm>
              <a:off x="6947333" y="2220804"/>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50" name="Google Shape;1350;p127"/>
            <p:cNvSpPr/>
            <p:nvPr/>
          </p:nvSpPr>
          <p:spPr>
            <a:xfrm>
              <a:off x="10072856" y="3557674"/>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51" name="Google Shape;1351;p127"/>
            <p:cNvSpPr/>
            <p:nvPr/>
          </p:nvSpPr>
          <p:spPr>
            <a:xfrm>
              <a:off x="10761695" y="4621570"/>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52" name="Google Shape;1352;p127"/>
            <p:cNvSpPr/>
            <p:nvPr/>
          </p:nvSpPr>
          <p:spPr>
            <a:xfrm>
              <a:off x="10761695" y="446699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53" name="Google Shape;1353;p127"/>
            <p:cNvSpPr/>
            <p:nvPr/>
          </p:nvSpPr>
          <p:spPr>
            <a:xfrm>
              <a:off x="9565034" y="373273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54" name="Google Shape;1354;p127"/>
            <p:cNvSpPr/>
            <p:nvPr/>
          </p:nvSpPr>
          <p:spPr>
            <a:xfrm>
              <a:off x="9946198" y="310791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55" name="Google Shape;1355;p127"/>
            <p:cNvSpPr/>
            <p:nvPr/>
          </p:nvSpPr>
          <p:spPr>
            <a:xfrm>
              <a:off x="9783772" y="3271627"/>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56" name="Google Shape;1356;p127"/>
            <p:cNvSpPr/>
            <p:nvPr/>
          </p:nvSpPr>
          <p:spPr>
            <a:xfrm>
              <a:off x="7168798" y="2397849"/>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57" name="Google Shape;1357;p127"/>
            <p:cNvSpPr/>
            <p:nvPr/>
          </p:nvSpPr>
          <p:spPr>
            <a:xfrm>
              <a:off x="6854597" y="2752017"/>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58" name="Google Shape;1358;p127"/>
            <p:cNvSpPr/>
            <p:nvPr/>
          </p:nvSpPr>
          <p:spPr>
            <a:xfrm>
              <a:off x="7114847" y="2502484"/>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59" name="Google Shape;1359;p127"/>
            <p:cNvSpPr/>
            <p:nvPr/>
          </p:nvSpPr>
          <p:spPr>
            <a:xfrm>
              <a:off x="7425211" y="226799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60" name="Google Shape;1360;p127"/>
            <p:cNvSpPr/>
            <p:nvPr/>
          </p:nvSpPr>
          <p:spPr>
            <a:xfrm>
              <a:off x="8116379" y="262820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61" name="Google Shape;1361;p127"/>
            <p:cNvSpPr/>
            <p:nvPr/>
          </p:nvSpPr>
          <p:spPr>
            <a:xfrm>
              <a:off x="8024873" y="271789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62" name="Google Shape;1362;p127"/>
            <p:cNvSpPr/>
            <p:nvPr/>
          </p:nvSpPr>
          <p:spPr>
            <a:xfrm>
              <a:off x="8833524" y="3492846"/>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63" name="Google Shape;1363;p127"/>
            <p:cNvSpPr/>
            <p:nvPr/>
          </p:nvSpPr>
          <p:spPr>
            <a:xfrm>
              <a:off x="8931926" y="335076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64" name="Google Shape;1364;p127"/>
            <p:cNvSpPr/>
            <p:nvPr/>
          </p:nvSpPr>
          <p:spPr>
            <a:xfrm>
              <a:off x="8785192" y="3121953"/>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65" name="Google Shape;1365;p127"/>
            <p:cNvSpPr/>
            <p:nvPr/>
          </p:nvSpPr>
          <p:spPr>
            <a:xfrm>
              <a:off x="6801823" y="2298467"/>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66" name="Google Shape;1366;p127"/>
            <p:cNvSpPr/>
            <p:nvPr/>
          </p:nvSpPr>
          <p:spPr>
            <a:xfrm>
              <a:off x="7904611" y="308387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67" name="Google Shape;1367;p127"/>
            <p:cNvSpPr/>
            <p:nvPr/>
          </p:nvSpPr>
          <p:spPr>
            <a:xfrm>
              <a:off x="10543292" y="4762314"/>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68" name="Google Shape;1368;p127"/>
            <p:cNvSpPr txBox="1"/>
            <p:nvPr/>
          </p:nvSpPr>
          <p:spPr>
            <a:xfrm>
              <a:off x="10883229" y="2428150"/>
              <a:ext cx="1022400" cy="1766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750">
                  <a:solidFill>
                    <a:schemeClr val="lt1"/>
                  </a:solidFill>
                  <a:latin typeface="Arial"/>
                  <a:ea typeface="Arial"/>
                  <a:cs typeface="Arial"/>
                  <a:sym typeface="Arial"/>
                </a:rPr>
                <a:t>APAC</a:t>
              </a:r>
              <a:endParaRPr/>
            </a:p>
            <a:p>
              <a:pPr indent="0" lvl="0" marL="0" marR="0" rtl="0" algn="l">
                <a:lnSpc>
                  <a:spcPct val="110000"/>
                </a:lnSpc>
                <a:spcBef>
                  <a:spcPts val="0"/>
                </a:spcBef>
                <a:spcAft>
                  <a:spcPts val="0"/>
                </a:spcAft>
                <a:buNone/>
              </a:pPr>
              <a:r>
                <a:rPr lang="en-US" sz="750">
                  <a:solidFill>
                    <a:schemeClr val="accent3"/>
                  </a:solidFill>
                  <a:latin typeface="Arial"/>
                  <a:ea typeface="Arial"/>
                  <a:cs typeface="Arial"/>
                  <a:sym typeface="Arial"/>
                </a:rPr>
                <a:t>Singapore, SG</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Manila, PH</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Sydney, AU</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Melbourne, AU</a:t>
              </a:r>
              <a:endParaRPr/>
            </a:p>
            <a:p>
              <a:pPr indent="0" lvl="0" marL="0" marR="0" rtl="0" algn="l">
                <a:lnSpc>
                  <a:spcPct val="110000"/>
                </a:lnSpc>
                <a:spcBef>
                  <a:spcPts val="0"/>
                </a:spcBef>
                <a:spcAft>
                  <a:spcPts val="0"/>
                </a:spcAft>
                <a:buClr>
                  <a:schemeClr val="lt1"/>
                </a:buClr>
                <a:buSzPts val="750"/>
                <a:buFont typeface="Arial"/>
                <a:buNone/>
              </a:pPr>
              <a:r>
                <a:rPr lang="en-US" sz="750">
                  <a:solidFill>
                    <a:schemeClr val="lt1"/>
                  </a:solidFill>
                  <a:latin typeface="Arial"/>
                  <a:ea typeface="Arial"/>
                  <a:cs typeface="Arial"/>
                  <a:sym typeface="Arial"/>
                </a:rPr>
                <a:t>Brisbane, AU</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Penang, MY</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Kuala Lumpur, MY</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Shanghai, CN</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Taipei, TW</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Hong Kong, HK</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Tokyo, JP</a:t>
              </a:r>
              <a:endParaRPr/>
            </a:p>
            <a:p>
              <a:pPr indent="0" lvl="0" marL="0" marR="0" rtl="0" algn="l">
                <a:lnSpc>
                  <a:spcPct val="110000"/>
                </a:lnSpc>
                <a:spcBef>
                  <a:spcPts val="0"/>
                </a:spcBef>
                <a:spcAft>
                  <a:spcPts val="0"/>
                </a:spcAft>
                <a:buNone/>
              </a:pPr>
              <a:r>
                <a:rPr lang="en-US" sz="750">
                  <a:solidFill>
                    <a:schemeClr val="lt1"/>
                  </a:solidFill>
                  <a:latin typeface="Arial"/>
                  <a:ea typeface="Arial"/>
                  <a:cs typeface="Arial"/>
                  <a:sym typeface="Arial"/>
                </a:rPr>
                <a:t>Ho chin min, VN</a:t>
              </a:r>
              <a:endParaRPr/>
            </a:p>
          </p:txBody>
        </p:sp>
        <p:sp>
          <p:nvSpPr>
            <p:cNvPr id="1369" name="Google Shape;1369;p127"/>
            <p:cNvSpPr/>
            <p:nvPr/>
          </p:nvSpPr>
          <p:spPr>
            <a:xfrm>
              <a:off x="10479645" y="2739156"/>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70" name="Google Shape;1370;p127"/>
            <p:cNvSpPr/>
            <p:nvPr/>
          </p:nvSpPr>
          <p:spPr>
            <a:xfrm>
              <a:off x="4019380" y="2398563"/>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71" name="Google Shape;1371;p127"/>
            <p:cNvSpPr/>
            <p:nvPr/>
          </p:nvSpPr>
          <p:spPr>
            <a:xfrm>
              <a:off x="5150929" y="3764740"/>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72" name="Google Shape;1372;p127"/>
            <p:cNvSpPr/>
            <p:nvPr/>
          </p:nvSpPr>
          <p:spPr>
            <a:xfrm>
              <a:off x="9616458" y="3507190"/>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494">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Worldwide office locations Updated">
  <p:cSld name="7_Worldwide office locations Updated">
    <p:bg>
      <p:bgPr>
        <a:solidFill>
          <a:schemeClr val="lt1"/>
        </a:solidFill>
      </p:bgPr>
    </p:bg>
    <p:spTree>
      <p:nvGrpSpPr>
        <p:cNvPr id="1373" name="Shape 1373"/>
        <p:cNvGrpSpPr/>
        <p:nvPr/>
      </p:nvGrpSpPr>
      <p:grpSpPr>
        <a:xfrm>
          <a:off x="0" y="0"/>
          <a:ext cx="0" cy="0"/>
          <a:chOff x="0" y="0"/>
          <a:chExt cx="0" cy="0"/>
        </a:xfrm>
      </p:grpSpPr>
      <p:sp>
        <p:nvSpPr>
          <p:cNvPr id="1374" name="Google Shape;1374;p128"/>
          <p:cNvSpPr txBox="1"/>
          <p:nvPr/>
        </p:nvSpPr>
        <p:spPr>
          <a:xfrm>
            <a:off x="274320" y="365760"/>
            <a:ext cx="7479000" cy="91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2400"/>
              <a:buFont typeface="Arial"/>
              <a:buNone/>
            </a:pPr>
            <a:r>
              <a:rPr b="0" lang="en-US" sz="2400">
                <a:solidFill>
                  <a:schemeClr val="dk1"/>
                </a:solidFill>
                <a:latin typeface="Arial"/>
                <a:ea typeface="Arial"/>
                <a:cs typeface="Arial"/>
                <a:sym typeface="Arial"/>
              </a:rPr>
              <a:t>Engineering change </a:t>
            </a:r>
            <a:br>
              <a:rPr b="0" lang="en-US" sz="2400">
                <a:solidFill>
                  <a:schemeClr val="dk1"/>
                </a:solidFill>
                <a:latin typeface="Arial"/>
                <a:ea typeface="Arial"/>
                <a:cs typeface="Arial"/>
                <a:sym typeface="Arial"/>
              </a:rPr>
            </a:br>
            <a:r>
              <a:rPr b="0" lang="en-US" sz="2400">
                <a:solidFill>
                  <a:schemeClr val="dk1"/>
                </a:solidFill>
                <a:latin typeface="Arial"/>
                <a:ea typeface="Arial"/>
                <a:cs typeface="Arial"/>
                <a:sym typeface="Arial"/>
              </a:rPr>
              <a:t>all over the world</a:t>
            </a:r>
            <a:endParaRPr/>
          </a:p>
        </p:txBody>
      </p:sp>
      <p:sp>
        <p:nvSpPr>
          <p:cNvPr id="1375" name="Google Shape;1375;p128">
            <a:hlinkClick r:id="rId2"/>
          </p:cNvPr>
          <p:cNvSpPr txBox="1"/>
          <p:nvPr/>
        </p:nvSpPr>
        <p:spPr>
          <a:xfrm>
            <a:off x="273844" y="1385476"/>
            <a:ext cx="1859400" cy="332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i="0" lang="en-US" sz="788">
                <a:solidFill>
                  <a:schemeClr val="dk1"/>
                </a:solidFill>
                <a:latin typeface="Arial"/>
                <a:ea typeface="Arial"/>
                <a:cs typeface="Arial"/>
                <a:sym typeface="Arial"/>
              </a:rPr>
              <a:t>*To see a list of all offices, visit </a:t>
            </a:r>
            <a:r>
              <a:rPr b="1" i="0" lang="en-US" sz="788" u="sng">
                <a:solidFill>
                  <a:schemeClr val="dk1"/>
                </a:solidFill>
                <a:latin typeface="Arial"/>
                <a:ea typeface="Arial"/>
                <a:cs typeface="Arial"/>
                <a:sym typeface="Arial"/>
              </a:rPr>
              <a:t>ust.com</a:t>
            </a:r>
            <a:endParaRPr/>
          </a:p>
        </p:txBody>
      </p:sp>
      <p:grpSp>
        <p:nvGrpSpPr>
          <p:cNvPr id="1376" name="Google Shape;1376;p128"/>
          <p:cNvGrpSpPr/>
          <p:nvPr/>
        </p:nvGrpSpPr>
        <p:grpSpPr>
          <a:xfrm>
            <a:off x="273844" y="5468864"/>
            <a:ext cx="1429394" cy="479454"/>
            <a:chOff x="505022" y="1208296"/>
            <a:chExt cx="1905859" cy="479454"/>
          </a:xfrm>
        </p:grpSpPr>
        <p:sp>
          <p:nvSpPr>
            <p:cNvPr id="1377" name="Google Shape;1377;p128"/>
            <p:cNvSpPr txBox="1"/>
            <p:nvPr/>
          </p:nvSpPr>
          <p:spPr>
            <a:xfrm>
              <a:off x="775881" y="1456750"/>
              <a:ext cx="7374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750">
                  <a:solidFill>
                    <a:schemeClr val="dk1"/>
                  </a:solidFill>
                  <a:latin typeface="Arial"/>
                  <a:ea typeface="Arial"/>
                  <a:cs typeface="Arial"/>
                  <a:sym typeface="Arial"/>
                </a:rPr>
                <a:t>Other Centers</a:t>
              </a:r>
              <a:endParaRPr/>
            </a:p>
          </p:txBody>
        </p:sp>
        <p:sp>
          <p:nvSpPr>
            <p:cNvPr id="1378" name="Google Shape;1378;p128"/>
            <p:cNvSpPr/>
            <p:nvPr/>
          </p:nvSpPr>
          <p:spPr>
            <a:xfrm>
              <a:off x="505022" y="1236605"/>
              <a:ext cx="131596" cy="131432"/>
            </a:xfrm>
            <a:custGeom>
              <a:rect b="b" l="l" r="r" t="t"/>
              <a:pathLst>
                <a:path extrusionOk="0" h="185" w="185">
                  <a:moveTo>
                    <a:pt x="185" y="185"/>
                  </a:moveTo>
                  <a:lnTo>
                    <a:pt x="185" y="185"/>
                  </a:lnTo>
                  <a:lnTo>
                    <a:pt x="0" y="185"/>
                  </a:lnTo>
                  <a:lnTo>
                    <a:pt x="0" y="0"/>
                  </a:lnTo>
                  <a:lnTo>
                    <a:pt x="185" y="0"/>
                  </a:lnTo>
                  <a:lnTo>
                    <a:pt x="185" y="185"/>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79" name="Google Shape;1379;p128"/>
            <p:cNvSpPr/>
            <p:nvPr/>
          </p:nvSpPr>
          <p:spPr>
            <a:xfrm>
              <a:off x="505022" y="1464413"/>
              <a:ext cx="131596" cy="131432"/>
            </a:xfrm>
            <a:custGeom>
              <a:rect b="b" l="l" r="r" t="t"/>
              <a:pathLst>
                <a:path extrusionOk="0" h="185" w="185">
                  <a:moveTo>
                    <a:pt x="185" y="185"/>
                  </a:moveTo>
                  <a:lnTo>
                    <a:pt x="185" y="185"/>
                  </a:lnTo>
                  <a:lnTo>
                    <a:pt x="0" y="185"/>
                  </a:lnTo>
                  <a:lnTo>
                    <a:pt x="0" y="0"/>
                  </a:lnTo>
                  <a:lnTo>
                    <a:pt x="185" y="0"/>
                  </a:lnTo>
                  <a:lnTo>
                    <a:pt x="185" y="185"/>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380" name="Google Shape;1380;p128"/>
            <p:cNvSpPr txBox="1"/>
            <p:nvPr/>
          </p:nvSpPr>
          <p:spPr>
            <a:xfrm>
              <a:off x="775881" y="1208296"/>
              <a:ext cx="16350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750">
                  <a:solidFill>
                    <a:schemeClr val="dk1"/>
                  </a:solidFill>
                  <a:latin typeface="Arial"/>
                  <a:ea typeface="Arial"/>
                  <a:cs typeface="Arial"/>
                  <a:sym typeface="Arial"/>
                </a:rPr>
                <a:t>Main Offices &amp; Innovation Labs</a:t>
              </a:r>
              <a:endParaRPr/>
            </a:p>
          </p:txBody>
        </p:sp>
      </p:grpSp>
      <p:sp>
        <p:nvSpPr>
          <p:cNvPr id="1381" name="Google Shape;1381;p128"/>
          <p:cNvSpPr/>
          <p:nvPr/>
        </p:nvSpPr>
        <p:spPr>
          <a:xfrm>
            <a:off x="273844" y="1966988"/>
            <a:ext cx="1506000" cy="18429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dk1"/>
              </a:solidFill>
              <a:latin typeface="Arial"/>
              <a:ea typeface="Arial"/>
              <a:cs typeface="Arial"/>
              <a:sym typeface="Arial"/>
            </a:endParaRPr>
          </a:p>
        </p:txBody>
      </p:sp>
      <p:sp>
        <p:nvSpPr>
          <p:cNvPr id="1382" name="Google Shape;1382;p128"/>
          <p:cNvSpPr/>
          <p:nvPr/>
        </p:nvSpPr>
        <p:spPr>
          <a:xfrm>
            <a:off x="394139" y="2233661"/>
            <a:ext cx="1323000" cy="774300"/>
          </a:xfrm>
          <a:prstGeom prst="rect">
            <a:avLst/>
          </a:prstGeom>
          <a:noFill/>
          <a:ln>
            <a:noFill/>
          </a:ln>
        </p:spPr>
        <p:txBody>
          <a:bodyPr anchorCtr="0" anchor="ctr" bIns="45700" lIns="91425" spcFirstLastPara="1" rIns="91425" wrap="square" tIns="45700">
            <a:noAutofit/>
          </a:bodyPr>
          <a:lstStyle/>
          <a:p>
            <a:pPr indent="0" lvl="2" marL="0" marR="0" rtl="0" algn="l">
              <a:lnSpc>
                <a:spcPct val="120000"/>
              </a:lnSpc>
              <a:spcBef>
                <a:spcPts val="0"/>
              </a:spcBef>
              <a:spcAft>
                <a:spcPts val="0"/>
              </a:spcAft>
              <a:buNone/>
            </a:pPr>
            <a:r>
              <a:rPr b="0" i="0" lang="en-US" sz="750" u="none" cap="none" strike="noStrike">
                <a:solidFill>
                  <a:schemeClr val="lt1"/>
                </a:solidFill>
                <a:latin typeface="Arial"/>
                <a:ea typeface="Arial"/>
                <a:cs typeface="Arial"/>
                <a:sym typeface="Arial"/>
              </a:rPr>
              <a:t>86% of our global footprint is ISO 14001:2015 (Environmental Management System)</a:t>
            </a:r>
            <a:endParaRPr b="0" i="0" sz="750" u="none" cap="none" strike="noStrike">
              <a:solidFill>
                <a:schemeClr val="lt1"/>
              </a:solidFill>
              <a:latin typeface="Arial"/>
              <a:ea typeface="Arial"/>
              <a:cs typeface="Arial"/>
              <a:sym typeface="Arial"/>
            </a:endParaRPr>
          </a:p>
        </p:txBody>
      </p:sp>
      <p:sp>
        <p:nvSpPr>
          <p:cNvPr id="1383" name="Google Shape;1383;p128"/>
          <p:cNvSpPr/>
          <p:nvPr/>
        </p:nvSpPr>
        <p:spPr>
          <a:xfrm>
            <a:off x="394139" y="3102454"/>
            <a:ext cx="1323000" cy="388200"/>
          </a:xfrm>
          <a:prstGeom prst="rect">
            <a:avLst/>
          </a:prstGeom>
          <a:noFill/>
          <a:ln>
            <a:noFill/>
          </a:ln>
        </p:spPr>
        <p:txBody>
          <a:bodyPr anchorCtr="0" anchor="ctr" bIns="45700" lIns="91425" spcFirstLastPara="1" rIns="91425" wrap="square" tIns="45700">
            <a:noAutofit/>
          </a:bodyPr>
          <a:lstStyle/>
          <a:p>
            <a:pPr indent="0" lvl="2" marL="0" marR="0" rtl="0" algn="l">
              <a:lnSpc>
                <a:spcPct val="120000"/>
              </a:lnSpc>
              <a:spcBef>
                <a:spcPts val="0"/>
              </a:spcBef>
              <a:spcAft>
                <a:spcPts val="0"/>
              </a:spcAft>
              <a:buNone/>
            </a:pPr>
            <a:r>
              <a:rPr b="0" i="0" lang="en-US" sz="750" u="none" cap="none" strike="noStrike">
                <a:solidFill>
                  <a:schemeClr val="lt1"/>
                </a:solidFill>
                <a:latin typeface="Arial"/>
                <a:ea typeface="Arial"/>
                <a:cs typeface="Arial"/>
                <a:sym typeface="Arial"/>
              </a:rPr>
              <a:t>43% of our global footprint is LEED Gold Certified</a:t>
            </a:r>
            <a:endParaRPr b="0" i="0" sz="750" u="none" cap="none" strike="noStrike">
              <a:solidFill>
                <a:schemeClr val="lt1"/>
              </a:solidFill>
              <a:latin typeface="Arial"/>
              <a:ea typeface="Arial"/>
              <a:cs typeface="Arial"/>
              <a:sym typeface="Arial"/>
            </a:endParaRPr>
          </a:p>
        </p:txBody>
      </p:sp>
      <p:sp>
        <p:nvSpPr>
          <p:cNvPr descr="UST" id="1384" name="Google Shape;1384;p128"/>
          <p:cNvSpPr/>
          <p:nvPr/>
        </p:nvSpPr>
        <p:spPr>
          <a:xfrm>
            <a:off x="274320" y="6238277"/>
            <a:ext cx="240030" cy="354094"/>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rgbClr val="231F20"/>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lt1"/>
              </a:buClr>
              <a:buSzPts val="1350"/>
              <a:buFont typeface="Arial"/>
              <a:buNone/>
            </a:pPr>
            <a:r>
              <a:t/>
            </a:r>
            <a:endParaRPr b="0" i="0" sz="1350" u="none" cap="none" strike="noStrike">
              <a:solidFill>
                <a:srgbClr val="231F20"/>
              </a:solidFill>
              <a:latin typeface="Arial"/>
              <a:ea typeface="Arial"/>
              <a:cs typeface="Arial"/>
              <a:sym typeface="Arial"/>
            </a:endParaRPr>
          </a:p>
        </p:txBody>
      </p:sp>
      <p:sp>
        <p:nvSpPr>
          <p:cNvPr id="1385" name="Google Shape;1385;p128"/>
          <p:cNvSpPr txBox="1"/>
          <p:nvPr/>
        </p:nvSpPr>
        <p:spPr>
          <a:xfrm>
            <a:off x="6167470" y="6402070"/>
            <a:ext cx="2357100" cy="1830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1386" name="Google Shape;1386;p128"/>
          <p:cNvSpPr txBox="1"/>
          <p:nvPr/>
        </p:nvSpPr>
        <p:spPr>
          <a:xfrm>
            <a:off x="8524494" y="6317731"/>
            <a:ext cx="342900" cy="2745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grpSp>
        <p:nvGrpSpPr>
          <p:cNvPr id="1387" name="Google Shape;1387;p128"/>
          <p:cNvGrpSpPr/>
          <p:nvPr/>
        </p:nvGrpSpPr>
        <p:grpSpPr>
          <a:xfrm>
            <a:off x="2105887" y="1020802"/>
            <a:ext cx="6794760" cy="5104202"/>
            <a:chOff x="2807849" y="1020802"/>
            <a:chExt cx="9059680" cy="5104202"/>
          </a:xfrm>
        </p:grpSpPr>
        <p:grpSp>
          <p:nvGrpSpPr>
            <p:cNvPr id="1388" name="Google Shape;1388;p128"/>
            <p:cNvGrpSpPr/>
            <p:nvPr/>
          </p:nvGrpSpPr>
          <p:grpSpPr>
            <a:xfrm>
              <a:off x="2807849" y="1020802"/>
              <a:ext cx="8852623" cy="5104202"/>
              <a:chOff x="2845949" y="1020802"/>
              <a:chExt cx="8852623" cy="5104202"/>
            </a:xfrm>
          </p:grpSpPr>
          <p:sp>
            <p:nvSpPr>
              <p:cNvPr id="1389" name="Google Shape;1389;p128"/>
              <p:cNvSpPr txBox="1"/>
              <p:nvPr/>
            </p:nvSpPr>
            <p:spPr>
              <a:xfrm>
                <a:off x="2845949" y="2336626"/>
                <a:ext cx="1072800" cy="241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750">
                    <a:solidFill>
                      <a:schemeClr val="dk1"/>
                    </a:solidFill>
                    <a:latin typeface="Arial"/>
                    <a:ea typeface="Arial"/>
                    <a:cs typeface="Arial"/>
                    <a:sym typeface="Arial"/>
                  </a:rPr>
                  <a:t>AMERICAS</a:t>
                </a:r>
                <a:endParaRPr/>
              </a:p>
              <a:p>
                <a:pPr indent="0" lvl="0" marL="0" marR="0" rtl="0" algn="l">
                  <a:lnSpc>
                    <a:spcPct val="110000"/>
                  </a:lnSpc>
                  <a:spcBef>
                    <a:spcPts val="75"/>
                  </a:spcBef>
                  <a:spcAft>
                    <a:spcPts val="0"/>
                  </a:spcAft>
                  <a:buNone/>
                </a:pPr>
                <a:r>
                  <a:rPr lang="en-US" sz="750">
                    <a:solidFill>
                      <a:schemeClr val="accent6"/>
                    </a:solidFill>
                    <a:latin typeface="Arial"/>
                    <a:ea typeface="Arial"/>
                    <a:cs typeface="Arial"/>
                    <a:sym typeface="Arial"/>
                  </a:rPr>
                  <a:t>Global HQ – Orange </a:t>
                </a:r>
                <a:br>
                  <a:rPr lang="en-US" sz="750">
                    <a:solidFill>
                      <a:schemeClr val="accent6"/>
                    </a:solidFill>
                    <a:latin typeface="Arial"/>
                    <a:ea typeface="Arial"/>
                    <a:cs typeface="Arial"/>
                    <a:sym typeface="Arial"/>
                  </a:rPr>
                </a:br>
                <a:r>
                  <a:rPr lang="en-US" sz="750">
                    <a:solidFill>
                      <a:schemeClr val="accent6"/>
                    </a:solidFill>
                    <a:latin typeface="Arial"/>
                    <a:ea typeface="Arial"/>
                    <a:cs typeface="Arial"/>
                    <a:sym typeface="Arial"/>
                  </a:rPr>
                  <a:t>County, CA</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Bentonville, AR</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Chicago, IL </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Norfolk, VA</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Atlanta, GA</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Seattle, WA</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Toronto, CA</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Vancouver, CA</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Guadalajara, MX</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Leon, MX</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San Jose, CR</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Santiago, CL</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Lima, PE</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Sao Paulo, BR</a:t>
                </a:r>
                <a:endParaRPr/>
              </a:p>
              <a:p>
                <a:pPr indent="0" lvl="0" marL="0" marR="0" rtl="0" algn="l">
                  <a:lnSpc>
                    <a:spcPct val="110000"/>
                  </a:lnSpc>
                  <a:spcBef>
                    <a:spcPts val="75"/>
                  </a:spcBef>
                  <a:spcAft>
                    <a:spcPts val="0"/>
                  </a:spcAft>
                  <a:buNone/>
                </a:pPr>
                <a:r>
                  <a:rPr lang="en-US" sz="750">
                    <a:solidFill>
                      <a:schemeClr val="dk1"/>
                    </a:solidFill>
                    <a:latin typeface="Arial"/>
                    <a:ea typeface="Arial"/>
                    <a:cs typeface="Arial"/>
                    <a:sym typeface="Arial"/>
                  </a:rPr>
                  <a:t>Bogota, CO</a:t>
                </a:r>
                <a:endParaRPr/>
              </a:p>
            </p:txBody>
          </p:sp>
          <p:sp>
            <p:nvSpPr>
              <p:cNvPr id="1390" name="Google Shape;1390;p128"/>
              <p:cNvSpPr txBox="1"/>
              <p:nvPr/>
            </p:nvSpPr>
            <p:spPr>
              <a:xfrm>
                <a:off x="8669029" y="3791605"/>
                <a:ext cx="1073100" cy="138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750">
                    <a:solidFill>
                      <a:schemeClr val="dk1"/>
                    </a:solidFill>
                    <a:latin typeface="Arial"/>
                    <a:ea typeface="Arial"/>
                    <a:cs typeface="Arial"/>
                    <a:sym typeface="Arial"/>
                  </a:rPr>
                  <a:t>INDIA</a:t>
                </a:r>
                <a:endParaRPr/>
              </a:p>
              <a:p>
                <a:pPr indent="0" lvl="0" marL="0" marR="0" rtl="0" algn="l">
                  <a:lnSpc>
                    <a:spcPct val="110000"/>
                  </a:lnSpc>
                  <a:spcBef>
                    <a:spcPts val="0"/>
                  </a:spcBef>
                  <a:spcAft>
                    <a:spcPts val="0"/>
                  </a:spcAft>
                  <a:buNone/>
                </a:pPr>
                <a:r>
                  <a:rPr lang="en-US" sz="750">
                    <a:solidFill>
                      <a:schemeClr val="accent3"/>
                    </a:solidFill>
                    <a:latin typeface="Arial"/>
                    <a:ea typeface="Arial"/>
                    <a:cs typeface="Arial"/>
                    <a:sym typeface="Arial"/>
                  </a:rPr>
                  <a:t>Trivandrum</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Bangalore</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Chennai</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Hyderabad</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Kochi</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Delhi</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Coimbatore </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Hosur </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Pune</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Kolkata</a:t>
                </a:r>
                <a:endParaRPr/>
              </a:p>
            </p:txBody>
          </p:sp>
          <p:sp>
            <p:nvSpPr>
              <p:cNvPr id="1391" name="Google Shape;1391;p128"/>
              <p:cNvSpPr txBox="1"/>
              <p:nvPr/>
            </p:nvSpPr>
            <p:spPr>
              <a:xfrm>
                <a:off x="5910806" y="2284867"/>
                <a:ext cx="837900" cy="1258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750">
                    <a:solidFill>
                      <a:schemeClr val="dk1"/>
                    </a:solidFill>
                    <a:latin typeface="Arial"/>
                    <a:ea typeface="Arial"/>
                    <a:cs typeface="Arial"/>
                    <a:sym typeface="Arial"/>
                  </a:rPr>
                  <a:t>EMEA</a:t>
                </a:r>
                <a:endParaRPr/>
              </a:p>
              <a:p>
                <a:pPr indent="0" lvl="0" marL="0" marR="0" rtl="0" algn="l">
                  <a:lnSpc>
                    <a:spcPct val="110000"/>
                  </a:lnSpc>
                  <a:spcBef>
                    <a:spcPts val="0"/>
                  </a:spcBef>
                  <a:spcAft>
                    <a:spcPts val="0"/>
                  </a:spcAft>
                  <a:buNone/>
                </a:pPr>
                <a:r>
                  <a:rPr lang="en-US" sz="750">
                    <a:solidFill>
                      <a:schemeClr val="accent3"/>
                    </a:solidFill>
                    <a:latin typeface="Arial"/>
                    <a:ea typeface="Arial"/>
                    <a:cs typeface="Arial"/>
                    <a:sym typeface="Arial"/>
                  </a:rPr>
                  <a:t>London, UK</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Leeds, UK</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Nottingham, UK</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Dublin, IE</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Madrid, ES</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Tel Aviv, IS</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Cologne, DE</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Lisbon, PT</a:t>
                </a:r>
                <a:endParaRPr/>
              </a:p>
            </p:txBody>
          </p:sp>
          <p:sp>
            <p:nvSpPr>
              <p:cNvPr id="1392" name="Google Shape;1392;p128"/>
              <p:cNvSpPr txBox="1"/>
              <p:nvPr/>
            </p:nvSpPr>
            <p:spPr>
              <a:xfrm>
                <a:off x="6318430" y="3850704"/>
                <a:ext cx="867900" cy="2274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Paris, FR</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Gdansk, PL</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Bucharest, RO</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Sofia, BG</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Helmond, NL</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Barcelona, ES</a:t>
                </a:r>
                <a:endParaRPr/>
              </a:p>
              <a:p>
                <a:pPr indent="0" lvl="0" marL="0" marR="0" rtl="0" algn="l">
                  <a:lnSpc>
                    <a:spcPct val="110000"/>
                  </a:lnSpc>
                  <a:spcBef>
                    <a:spcPts val="0"/>
                  </a:spcBef>
                  <a:spcAft>
                    <a:spcPts val="0"/>
                  </a:spcAft>
                  <a:buNone/>
                </a:pPr>
                <a:r>
                  <a:rPr b="0" lang="en-US" sz="750">
                    <a:solidFill>
                      <a:schemeClr val="dk1"/>
                    </a:solidFill>
                    <a:latin typeface="Arial"/>
                    <a:ea typeface="Arial"/>
                    <a:cs typeface="Arial"/>
                    <a:sym typeface="Arial"/>
                  </a:rPr>
                  <a:t>Bilbao, ES</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Salamanca, ES</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Valencia, ES</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Zaragoza, ES</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Copenhagen, DK</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Zurich, CH</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Kyiv, UA</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Prague, CZ</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Cape Town, ZA</a:t>
                </a:r>
                <a:endParaRPr/>
              </a:p>
            </p:txBody>
          </p:sp>
          <p:sp>
            <p:nvSpPr>
              <p:cNvPr id="1393" name="Google Shape;1393;p128"/>
              <p:cNvSpPr/>
              <p:nvPr/>
            </p:nvSpPr>
            <p:spPr>
              <a:xfrm>
                <a:off x="3054484" y="1020802"/>
                <a:ext cx="8644088" cy="4481042"/>
              </a:xfrm>
              <a:custGeom>
                <a:rect b="b" l="l" r="r" t="t"/>
                <a:pathLst>
                  <a:path extrusionOk="0" h="4463" w="8611">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394" name="Google Shape;1394;p128"/>
              <p:cNvSpPr/>
              <p:nvPr/>
            </p:nvSpPr>
            <p:spPr>
              <a:xfrm>
                <a:off x="4051148" y="2799766"/>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395" name="Google Shape;1395;p128"/>
              <p:cNvSpPr/>
              <p:nvPr/>
            </p:nvSpPr>
            <p:spPr>
              <a:xfrm>
                <a:off x="4931739" y="2404629"/>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396" name="Google Shape;1396;p128"/>
              <p:cNvSpPr/>
              <p:nvPr/>
            </p:nvSpPr>
            <p:spPr>
              <a:xfrm>
                <a:off x="5151701" y="278072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397" name="Google Shape;1397;p128"/>
              <p:cNvSpPr/>
              <p:nvPr/>
            </p:nvSpPr>
            <p:spPr>
              <a:xfrm>
                <a:off x="4839521" y="278072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398" name="Google Shape;1398;p128"/>
              <p:cNvSpPr/>
              <p:nvPr/>
            </p:nvSpPr>
            <p:spPr>
              <a:xfrm>
                <a:off x="5117220" y="2557549"/>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399" name="Google Shape;1399;p128"/>
              <p:cNvSpPr/>
              <p:nvPr/>
            </p:nvSpPr>
            <p:spPr>
              <a:xfrm>
                <a:off x="4990497" y="289912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00" name="Google Shape;1400;p128"/>
              <p:cNvSpPr/>
              <p:nvPr/>
            </p:nvSpPr>
            <p:spPr>
              <a:xfrm>
                <a:off x="4760996" y="2942697"/>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01" name="Google Shape;1401;p128"/>
              <p:cNvSpPr/>
              <p:nvPr/>
            </p:nvSpPr>
            <p:spPr>
              <a:xfrm>
                <a:off x="4586118" y="243190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02" name="Google Shape;1402;p128"/>
              <p:cNvSpPr/>
              <p:nvPr/>
            </p:nvSpPr>
            <p:spPr>
              <a:xfrm>
                <a:off x="5297034" y="2298468"/>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03" name="Google Shape;1403;p128"/>
              <p:cNvSpPr/>
              <p:nvPr/>
            </p:nvSpPr>
            <p:spPr>
              <a:xfrm>
                <a:off x="4799123" y="340378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04" name="Google Shape;1404;p128"/>
              <p:cNvSpPr/>
              <p:nvPr/>
            </p:nvSpPr>
            <p:spPr>
              <a:xfrm>
                <a:off x="4645418" y="332607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05" name="Google Shape;1405;p128"/>
              <p:cNvSpPr/>
              <p:nvPr/>
            </p:nvSpPr>
            <p:spPr>
              <a:xfrm>
                <a:off x="4936641" y="348866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06" name="Google Shape;1406;p128"/>
              <p:cNvSpPr/>
              <p:nvPr/>
            </p:nvSpPr>
            <p:spPr>
              <a:xfrm>
                <a:off x="5319945" y="4641946"/>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07" name="Google Shape;1407;p128"/>
              <p:cNvSpPr/>
              <p:nvPr/>
            </p:nvSpPr>
            <p:spPr>
              <a:xfrm>
                <a:off x="5220779" y="407906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08" name="Google Shape;1408;p128"/>
              <p:cNvSpPr/>
              <p:nvPr/>
            </p:nvSpPr>
            <p:spPr>
              <a:xfrm>
                <a:off x="5872653" y="4583489"/>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09" name="Google Shape;1409;p128"/>
              <p:cNvSpPr/>
              <p:nvPr/>
            </p:nvSpPr>
            <p:spPr>
              <a:xfrm>
                <a:off x="6966396" y="2329034"/>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10" name="Google Shape;1410;p128"/>
              <p:cNvSpPr/>
              <p:nvPr/>
            </p:nvSpPr>
            <p:spPr>
              <a:xfrm>
                <a:off x="8861447" y="3594187"/>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11" name="Google Shape;1411;p128"/>
              <p:cNvSpPr/>
              <p:nvPr/>
            </p:nvSpPr>
            <p:spPr>
              <a:xfrm>
                <a:off x="9490780" y="3619314"/>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12" name="Google Shape;1412;p128"/>
              <p:cNvSpPr/>
              <p:nvPr/>
            </p:nvSpPr>
            <p:spPr>
              <a:xfrm>
                <a:off x="6947333" y="2220804"/>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13" name="Google Shape;1413;p128"/>
              <p:cNvSpPr/>
              <p:nvPr/>
            </p:nvSpPr>
            <p:spPr>
              <a:xfrm>
                <a:off x="10072856" y="3557674"/>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14" name="Google Shape;1414;p128"/>
              <p:cNvSpPr/>
              <p:nvPr/>
            </p:nvSpPr>
            <p:spPr>
              <a:xfrm>
                <a:off x="10761695" y="4621570"/>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15" name="Google Shape;1415;p128"/>
              <p:cNvSpPr/>
              <p:nvPr/>
            </p:nvSpPr>
            <p:spPr>
              <a:xfrm>
                <a:off x="10761695" y="446699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16" name="Google Shape;1416;p128"/>
              <p:cNvSpPr/>
              <p:nvPr/>
            </p:nvSpPr>
            <p:spPr>
              <a:xfrm>
                <a:off x="9565034" y="373273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17" name="Google Shape;1417;p128"/>
              <p:cNvSpPr/>
              <p:nvPr/>
            </p:nvSpPr>
            <p:spPr>
              <a:xfrm>
                <a:off x="9946198" y="310791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18" name="Google Shape;1418;p128"/>
              <p:cNvSpPr/>
              <p:nvPr/>
            </p:nvSpPr>
            <p:spPr>
              <a:xfrm>
                <a:off x="9783772" y="3271627"/>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19" name="Google Shape;1419;p128"/>
              <p:cNvSpPr/>
              <p:nvPr/>
            </p:nvSpPr>
            <p:spPr>
              <a:xfrm>
                <a:off x="7168798" y="2397849"/>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20" name="Google Shape;1420;p128"/>
              <p:cNvSpPr/>
              <p:nvPr/>
            </p:nvSpPr>
            <p:spPr>
              <a:xfrm>
                <a:off x="6854597" y="2752017"/>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21" name="Google Shape;1421;p128"/>
              <p:cNvSpPr/>
              <p:nvPr/>
            </p:nvSpPr>
            <p:spPr>
              <a:xfrm>
                <a:off x="7114847" y="2502484"/>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22" name="Google Shape;1422;p128"/>
              <p:cNvSpPr/>
              <p:nvPr/>
            </p:nvSpPr>
            <p:spPr>
              <a:xfrm>
                <a:off x="7425211" y="2267991"/>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23" name="Google Shape;1423;p128"/>
              <p:cNvSpPr/>
              <p:nvPr/>
            </p:nvSpPr>
            <p:spPr>
              <a:xfrm>
                <a:off x="8116379" y="2628205"/>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24" name="Google Shape;1424;p128"/>
              <p:cNvSpPr/>
              <p:nvPr/>
            </p:nvSpPr>
            <p:spPr>
              <a:xfrm>
                <a:off x="8024873" y="271789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25" name="Google Shape;1425;p128"/>
              <p:cNvSpPr/>
              <p:nvPr/>
            </p:nvSpPr>
            <p:spPr>
              <a:xfrm>
                <a:off x="8833524" y="3492846"/>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26" name="Google Shape;1426;p128"/>
              <p:cNvSpPr/>
              <p:nvPr/>
            </p:nvSpPr>
            <p:spPr>
              <a:xfrm>
                <a:off x="8931926" y="335076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27" name="Google Shape;1427;p128"/>
              <p:cNvSpPr/>
              <p:nvPr/>
            </p:nvSpPr>
            <p:spPr>
              <a:xfrm>
                <a:off x="8785192" y="3121953"/>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28" name="Google Shape;1428;p128"/>
              <p:cNvSpPr/>
              <p:nvPr/>
            </p:nvSpPr>
            <p:spPr>
              <a:xfrm>
                <a:off x="6801823" y="2298467"/>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29" name="Google Shape;1429;p128"/>
              <p:cNvSpPr/>
              <p:nvPr/>
            </p:nvSpPr>
            <p:spPr>
              <a:xfrm>
                <a:off x="7904611" y="3083872"/>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30" name="Google Shape;1430;p128"/>
              <p:cNvSpPr/>
              <p:nvPr/>
            </p:nvSpPr>
            <p:spPr>
              <a:xfrm>
                <a:off x="10543292" y="4762314"/>
                <a:ext cx="114384" cy="114243"/>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lt1"/>
                  </a:solidFill>
                  <a:latin typeface="Arial"/>
                  <a:ea typeface="Arial"/>
                  <a:cs typeface="Arial"/>
                  <a:sym typeface="Arial"/>
                </a:endParaRPr>
              </a:p>
            </p:txBody>
          </p:sp>
          <p:sp>
            <p:nvSpPr>
              <p:cNvPr id="1431" name="Google Shape;1431;p128"/>
              <p:cNvSpPr/>
              <p:nvPr/>
            </p:nvSpPr>
            <p:spPr>
              <a:xfrm>
                <a:off x="10479645" y="2739156"/>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32" name="Google Shape;1432;p128"/>
              <p:cNvSpPr/>
              <p:nvPr/>
            </p:nvSpPr>
            <p:spPr>
              <a:xfrm>
                <a:off x="4019380" y="2398563"/>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33" name="Google Shape;1433;p128"/>
              <p:cNvSpPr/>
              <p:nvPr/>
            </p:nvSpPr>
            <p:spPr>
              <a:xfrm>
                <a:off x="5150929" y="3764740"/>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434" name="Google Shape;1434;p128"/>
              <p:cNvSpPr/>
              <p:nvPr/>
            </p:nvSpPr>
            <p:spPr>
              <a:xfrm>
                <a:off x="9616458" y="3507190"/>
                <a:ext cx="76255" cy="76162"/>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grpSp>
        <p:sp>
          <p:nvSpPr>
            <p:cNvPr id="1435" name="Google Shape;1435;p128"/>
            <p:cNvSpPr txBox="1"/>
            <p:nvPr/>
          </p:nvSpPr>
          <p:spPr>
            <a:xfrm>
              <a:off x="10845129" y="2428150"/>
              <a:ext cx="1022400" cy="1766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750">
                  <a:solidFill>
                    <a:schemeClr val="dk1"/>
                  </a:solidFill>
                  <a:latin typeface="Arial"/>
                  <a:ea typeface="Arial"/>
                  <a:cs typeface="Arial"/>
                  <a:sym typeface="Arial"/>
                </a:rPr>
                <a:t>APAC</a:t>
              </a:r>
              <a:endParaRPr/>
            </a:p>
            <a:p>
              <a:pPr indent="0" lvl="0" marL="0" marR="0" rtl="0" algn="l">
                <a:lnSpc>
                  <a:spcPct val="110000"/>
                </a:lnSpc>
                <a:spcBef>
                  <a:spcPts val="0"/>
                </a:spcBef>
                <a:spcAft>
                  <a:spcPts val="0"/>
                </a:spcAft>
                <a:buNone/>
              </a:pPr>
              <a:r>
                <a:rPr lang="en-US" sz="750">
                  <a:solidFill>
                    <a:schemeClr val="accent3"/>
                  </a:solidFill>
                  <a:latin typeface="Arial"/>
                  <a:ea typeface="Arial"/>
                  <a:cs typeface="Arial"/>
                  <a:sym typeface="Arial"/>
                </a:rPr>
                <a:t>Singapore, SG</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Manila, PH</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Sydney, AU</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Melbourne, AU</a:t>
              </a:r>
              <a:endParaRPr/>
            </a:p>
            <a:p>
              <a:pPr indent="0" lvl="0" marL="0" marR="0" rtl="0" algn="l">
                <a:lnSpc>
                  <a:spcPct val="110000"/>
                </a:lnSpc>
                <a:spcBef>
                  <a:spcPts val="0"/>
                </a:spcBef>
                <a:spcAft>
                  <a:spcPts val="0"/>
                </a:spcAft>
                <a:buClr>
                  <a:schemeClr val="dk1"/>
                </a:buClr>
                <a:buSzPts val="750"/>
                <a:buFont typeface="Arial"/>
                <a:buNone/>
              </a:pPr>
              <a:r>
                <a:rPr lang="en-US" sz="750">
                  <a:solidFill>
                    <a:schemeClr val="dk1"/>
                  </a:solidFill>
                  <a:latin typeface="Arial"/>
                  <a:ea typeface="Arial"/>
                  <a:cs typeface="Arial"/>
                  <a:sym typeface="Arial"/>
                </a:rPr>
                <a:t>Brisbane, AU</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Penang, MY</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Kuala Lumpur, MY</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Shanghai, CN</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Taipei, TW</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Hong Kong, HK</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Tokyo, JP</a:t>
              </a:r>
              <a:endParaRPr/>
            </a:p>
            <a:p>
              <a:pPr indent="0" lvl="0" marL="0" marR="0" rtl="0" algn="l">
                <a:lnSpc>
                  <a:spcPct val="110000"/>
                </a:lnSpc>
                <a:spcBef>
                  <a:spcPts val="0"/>
                </a:spcBef>
                <a:spcAft>
                  <a:spcPts val="0"/>
                </a:spcAft>
                <a:buNone/>
              </a:pPr>
              <a:r>
                <a:rPr lang="en-US" sz="750">
                  <a:solidFill>
                    <a:schemeClr val="dk1"/>
                  </a:solidFill>
                  <a:latin typeface="Arial"/>
                  <a:ea typeface="Arial"/>
                  <a:cs typeface="Arial"/>
                  <a:sym typeface="Arial"/>
                </a:rPr>
                <a:t>Ho chin min, VN</a:t>
              </a:r>
              <a:endParaRPr/>
            </a:p>
          </p:txBody>
        </p:sp>
      </p:gr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494">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undless Impact">
  <p:cSld name="Boundless Impact">
    <p:bg>
      <p:bgPr>
        <a:solidFill>
          <a:schemeClr val="lt2"/>
        </a:solidFill>
      </p:bgPr>
    </p:bg>
    <p:spTree>
      <p:nvGrpSpPr>
        <p:cNvPr id="1436" name="Shape 1436"/>
        <p:cNvGrpSpPr/>
        <p:nvPr/>
      </p:nvGrpSpPr>
      <p:grpSpPr>
        <a:xfrm>
          <a:off x="0" y="0"/>
          <a:ext cx="0" cy="0"/>
          <a:chOff x="0" y="0"/>
          <a:chExt cx="0" cy="0"/>
        </a:xfrm>
      </p:grpSpPr>
      <p:sp>
        <p:nvSpPr>
          <p:cNvPr id="1437" name="Google Shape;1437;p129"/>
          <p:cNvSpPr/>
          <p:nvPr/>
        </p:nvSpPr>
        <p:spPr>
          <a:xfrm>
            <a:off x="0" y="1280160"/>
            <a:ext cx="5392200" cy="3488700"/>
          </a:xfrm>
          <a:prstGeom prst="roundRect">
            <a:avLst>
              <a:gd fmla="val 0" name="adj"/>
            </a:avLst>
          </a:prstGeom>
          <a:solidFill>
            <a:schemeClr val="dk1"/>
          </a:solidFill>
          <a:ln>
            <a:noFill/>
          </a:ln>
        </p:spPr>
        <p:txBody>
          <a:bodyPr anchorCtr="0" anchor="ctr" bIns="45700" lIns="411475" spcFirstLastPara="1" rIns="91425" wrap="square" tIns="137150">
            <a:noAutofit/>
          </a:bodyPr>
          <a:lstStyle/>
          <a:p>
            <a:pPr indent="0" lvl="0" marL="0" marR="0" rtl="0" algn="l">
              <a:spcBef>
                <a:spcPts val="0"/>
              </a:spcBef>
              <a:spcAft>
                <a:spcPts val="0"/>
              </a:spcAft>
              <a:buNone/>
            </a:pPr>
            <a:r>
              <a:rPr b="1" lang="en-US" sz="1500">
                <a:solidFill>
                  <a:schemeClr val="lt1"/>
                </a:solidFill>
                <a:latin typeface="Arial"/>
                <a:ea typeface="Arial"/>
                <a:cs typeface="Arial"/>
                <a:sym typeface="Arial"/>
              </a:rPr>
              <a:t>We transform lives through the power of technology. </a:t>
            </a:r>
            <a:endParaRPr/>
          </a:p>
          <a:p>
            <a:pPr indent="0" lvl="0" marL="0" marR="0" rtl="0" algn="l">
              <a:spcBef>
                <a:spcPts val="0"/>
              </a:spcBef>
              <a:spcAft>
                <a:spcPts val="0"/>
              </a:spcAft>
              <a:buNone/>
            </a:pPr>
            <a:r>
              <a:t/>
            </a:r>
            <a:endParaRPr b="1" sz="1500">
              <a:solidFill>
                <a:schemeClr val="lt1"/>
              </a:solidFill>
              <a:latin typeface="Arial"/>
              <a:ea typeface="Arial"/>
              <a:cs typeface="Arial"/>
              <a:sym typeface="Arial"/>
            </a:endParaRPr>
          </a:p>
          <a:p>
            <a:pPr indent="0" lvl="0" marL="0" marR="0" rtl="0" algn="l">
              <a:spcBef>
                <a:spcPts val="0"/>
              </a:spcBef>
              <a:spcAft>
                <a:spcPts val="0"/>
              </a:spcAft>
              <a:buNone/>
            </a:pPr>
            <a:r>
              <a:rPr b="1" lang="en-US" sz="1500">
                <a:solidFill>
                  <a:schemeClr val="lt1"/>
                </a:solidFill>
                <a:latin typeface="Arial"/>
                <a:ea typeface="Arial"/>
                <a:cs typeface="Arial"/>
                <a:sym typeface="Arial"/>
              </a:rPr>
              <a:t>We do it collaboratively, in partnership with our clients and communities. </a:t>
            </a:r>
            <a:endParaRPr/>
          </a:p>
          <a:p>
            <a:pPr indent="0" lvl="0" marL="0" marR="0" rtl="0" algn="l">
              <a:spcBef>
                <a:spcPts val="0"/>
              </a:spcBef>
              <a:spcAft>
                <a:spcPts val="0"/>
              </a:spcAft>
              <a:buNone/>
            </a:pPr>
            <a:r>
              <a:t/>
            </a:r>
            <a:endParaRPr b="1" sz="1500">
              <a:solidFill>
                <a:schemeClr val="lt1"/>
              </a:solidFill>
              <a:latin typeface="Arial"/>
              <a:ea typeface="Arial"/>
              <a:cs typeface="Arial"/>
              <a:sym typeface="Arial"/>
            </a:endParaRPr>
          </a:p>
          <a:p>
            <a:pPr indent="0" lvl="0" marL="0" marR="0" rtl="0" algn="l">
              <a:spcBef>
                <a:spcPts val="0"/>
              </a:spcBef>
              <a:spcAft>
                <a:spcPts val="0"/>
              </a:spcAft>
              <a:buNone/>
            </a:pPr>
            <a:r>
              <a:rPr b="1" lang="en-US" sz="1500">
                <a:solidFill>
                  <a:schemeClr val="lt1"/>
                </a:solidFill>
                <a:latin typeface="Arial"/>
                <a:ea typeface="Arial"/>
                <a:cs typeface="Arial"/>
                <a:sym typeface="Arial"/>
              </a:rPr>
              <a:t>And we do it sustainably, building enduring, boundless impact.</a:t>
            </a:r>
            <a:endParaRPr/>
          </a:p>
          <a:p>
            <a:pPr indent="0" lvl="0" marL="0" marR="0" rtl="0" algn="l">
              <a:lnSpc>
                <a:spcPct val="100000"/>
              </a:lnSpc>
              <a:spcBef>
                <a:spcPts val="0"/>
              </a:spcBef>
              <a:spcAft>
                <a:spcPts val="0"/>
              </a:spcAft>
              <a:buClr>
                <a:schemeClr val="lt1"/>
              </a:buClr>
              <a:buSzPts val="1200"/>
              <a:buFont typeface="Arial"/>
              <a:buNone/>
            </a:pPr>
            <a:r>
              <a:t/>
            </a:r>
            <a:endParaRPr b="1" i="0" sz="12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1200"/>
              <a:buFont typeface="Arial"/>
              <a:buNone/>
            </a:pPr>
            <a:r>
              <a:t/>
            </a:r>
            <a:endParaRPr b="1" i="0" sz="12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1200"/>
              <a:buFont typeface="Arial"/>
              <a:buNone/>
            </a:pPr>
            <a:r>
              <a:t/>
            </a:r>
            <a:endParaRPr b="0" i="0" sz="1200" u="none" cap="none" strike="noStrike">
              <a:solidFill>
                <a:srgbClr val="FFFFFF"/>
              </a:solidFill>
              <a:latin typeface="Arial"/>
              <a:ea typeface="Arial"/>
              <a:cs typeface="Arial"/>
              <a:sym typeface="Arial"/>
            </a:endParaRPr>
          </a:p>
        </p:txBody>
      </p:sp>
      <p:grpSp>
        <p:nvGrpSpPr>
          <p:cNvPr id="1438" name="Google Shape;1438;p129"/>
          <p:cNvGrpSpPr/>
          <p:nvPr/>
        </p:nvGrpSpPr>
        <p:grpSpPr>
          <a:xfrm>
            <a:off x="175995" y="4004751"/>
            <a:ext cx="4782990" cy="389986"/>
            <a:chOff x="234660" y="3540516"/>
            <a:chExt cx="6377320" cy="389986"/>
          </a:xfrm>
        </p:grpSpPr>
        <p:sp>
          <p:nvSpPr>
            <p:cNvPr id="1439" name="Google Shape;1439;p129"/>
            <p:cNvSpPr/>
            <p:nvPr/>
          </p:nvSpPr>
          <p:spPr>
            <a:xfrm>
              <a:off x="234660" y="3540516"/>
              <a:ext cx="1497300" cy="36180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Customers</a:t>
              </a:r>
              <a:endParaRPr b="0" i="0" sz="1050" u="none" cap="none" strike="noStrike">
                <a:solidFill>
                  <a:srgbClr val="FFFFFF"/>
                </a:solidFill>
                <a:latin typeface="Arial"/>
                <a:ea typeface="Arial"/>
                <a:cs typeface="Arial"/>
                <a:sym typeface="Arial"/>
              </a:endParaRPr>
            </a:p>
          </p:txBody>
        </p:sp>
        <p:sp>
          <p:nvSpPr>
            <p:cNvPr id="1440" name="Google Shape;1440;p129"/>
            <p:cNvSpPr/>
            <p:nvPr/>
          </p:nvSpPr>
          <p:spPr>
            <a:xfrm>
              <a:off x="1833890" y="3568702"/>
              <a:ext cx="1497300" cy="36180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Consumers</a:t>
              </a:r>
              <a:endParaRPr b="0" i="0" sz="1050" u="none" cap="none" strike="noStrike">
                <a:solidFill>
                  <a:srgbClr val="FFFFFF"/>
                </a:solidFill>
                <a:latin typeface="Arial"/>
                <a:ea typeface="Arial"/>
                <a:cs typeface="Arial"/>
                <a:sym typeface="Arial"/>
              </a:endParaRPr>
            </a:p>
          </p:txBody>
        </p:sp>
        <p:sp>
          <p:nvSpPr>
            <p:cNvPr id="1441" name="Google Shape;1441;p129"/>
            <p:cNvSpPr/>
            <p:nvPr/>
          </p:nvSpPr>
          <p:spPr>
            <a:xfrm>
              <a:off x="3370635" y="3568701"/>
              <a:ext cx="1497300" cy="36180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Employees</a:t>
              </a:r>
              <a:endParaRPr b="0" i="0" sz="1050" u="none" cap="none" strike="noStrike">
                <a:solidFill>
                  <a:srgbClr val="FFFFFF"/>
                </a:solidFill>
                <a:latin typeface="Arial"/>
                <a:ea typeface="Arial"/>
                <a:cs typeface="Arial"/>
                <a:sym typeface="Arial"/>
              </a:endParaRPr>
            </a:p>
          </p:txBody>
        </p:sp>
        <p:sp>
          <p:nvSpPr>
            <p:cNvPr id="1442" name="Google Shape;1442;p129"/>
            <p:cNvSpPr/>
            <p:nvPr/>
          </p:nvSpPr>
          <p:spPr>
            <a:xfrm>
              <a:off x="4907380" y="3568700"/>
              <a:ext cx="1704600" cy="36180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Communities</a:t>
              </a:r>
              <a:endParaRPr b="0" i="0" sz="1050" u="none" cap="none" strike="noStrike">
                <a:solidFill>
                  <a:srgbClr val="FFFFFF"/>
                </a:solidFill>
                <a:latin typeface="Arial"/>
                <a:ea typeface="Arial"/>
                <a:cs typeface="Arial"/>
                <a:sym typeface="Arial"/>
              </a:endParaRPr>
            </a:p>
          </p:txBody>
        </p:sp>
        <p:cxnSp>
          <p:nvCxnSpPr>
            <p:cNvPr id="1443" name="Google Shape;1443;p129"/>
            <p:cNvCxnSpPr/>
            <p:nvPr/>
          </p:nvCxnSpPr>
          <p:spPr>
            <a:xfrm>
              <a:off x="1598337" y="3749582"/>
              <a:ext cx="408000" cy="0"/>
            </a:xfrm>
            <a:prstGeom prst="straightConnector1">
              <a:avLst/>
            </a:prstGeom>
            <a:noFill/>
            <a:ln cap="sq" cmpd="sng" w="12700">
              <a:solidFill>
                <a:schemeClr val="lt1"/>
              </a:solidFill>
              <a:prstDash val="solid"/>
              <a:round/>
              <a:headEnd len="sm" w="sm" type="none"/>
              <a:tailEnd len="sm" w="sm" type="none"/>
            </a:ln>
          </p:spPr>
        </p:cxnSp>
        <p:cxnSp>
          <p:nvCxnSpPr>
            <p:cNvPr id="1444" name="Google Shape;1444;p129"/>
            <p:cNvCxnSpPr/>
            <p:nvPr/>
          </p:nvCxnSpPr>
          <p:spPr>
            <a:xfrm>
              <a:off x="3145783" y="3749582"/>
              <a:ext cx="408000" cy="0"/>
            </a:xfrm>
            <a:prstGeom prst="straightConnector1">
              <a:avLst/>
            </a:prstGeom>
            <a:noFill/>
            <a:ln cap="sq" cmpd="sng" w="12700">
              <a:solidFill>
                <a:schemeClr val="lt1"/>
              </a:solidFill>
              <a:prstDash val="solid"/>
              <a:round/>
              <a:headEnd len="sm" w="sm" type="none"/>
              <a:tailEnd len="sm" w="sm" type="none"/>
            </a:ln>
          </p:spPr>
        </p:cxnSp>
        <p:cxnSp>
          <p:nvCxnSpPr>
            <p:cNvPr id="1445" name="Google Shape;1445;p129"/>
            <p:cNvCxnSpPr/>
            <p:nvPr/>
          </p:nvCxnSpPr>
          <p:spPr>
            <a:xfrm>
              <a:off x="4693229" y="3749582"/>
              <a:ext cx="408000" cy="0"/>
            </a:xfrm>
            <a:prstGeom prst="straightConnector1">
              <a:avLst/>
            </a:prstGeom>
            <a:noFill/>
            <a:ln cap="sq" cmpd="sng" w="12700">
              <a:solidFill>
                <a:schemeClr val="lt1"/>
              </a:solidFill>
              <a:prstDash val="solid"/>
              <a:round/>
              <a:headEnd len="sm" w="sm" type="none"/>
              <a:tailEnd len="sm" w="sm" type="none"/>
            </a:ln>
          </p:spPr>
        </p:cxnSp>
      </p:grpSp>
      <p:pic>
        <p:nvPicPr>
          <p:cNvPr descr="Qr code&#10;&#10;Description automatically generated" id="1446" name="Google Shape;1446;p129"/>
          <p:cNvPicPr preferRelativeResize="0"/>
          <p:nvPr/>
        </p:nvPicPr>
        <p:blipFill rotWithShape="1">
          <a:blip r:embed="rId2">
            <a:alphaModFix/>
          </a:blip>
          <a:srcRect b="0" l="0" r="0" t="0"/>
          <a:stretch/>
        </p:blipFill>
        <p:spPr>
          <a:xfrm>
            <a:off x="5887329" y="2789897"/>
            <a:ext cx="2335096" cy="3113461"/>
          </a:xfrm>
          <a:prstGeom prst="rect">
            <a:avLst/>
          </a:prstGeom>
          <a:noFill/>
          <a:ln>
            <a:noFill/>
          </a:ln>
        </p:spPr>
      </p:pic>
      <p:sp>
        <p:nvSpPr>
          <p:cNvPr id="1447" name="Google Shape;1447;p129"/>
          <p:cNvSpPr txBox="1"/>
          <p:nvPr/>
        </p:nvSpPr>
        <p:spPr>
          <a:xfrm>
            <a:off x="274320" y="365760"/>
            <a:ext cx="7479000" cy="914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0" lang="en-US" sz="2400">
                <a:solidFill>
                  <a:schemeClr val="dk1"/>
                </a:solidFill>
                <a:latin typeface="Arial"/>
                <a:ea typeface="Arial"/>
                <a:cs typeface="Arial"/>
                <a:sym typeface="Arial"/>
              </a:rPr>
              <a:t>Together, we build for boundless impact</a:t>
            </a:r>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meline history">
  <p:cSld name="1_Timeline history">
    <p:spTree>
      <p:nvGrpSpPr>
        <p:cNvPr id="1448" name="Shape 1448"/>
        <p:cNvGrpSpPr/>
        <p:nvPr/>
      </p:nvGrpSpPr>
      <p:grpSpPr>
        <a:xfrm>
          <a:off x="0" y="0"/>
          <a:ext cx="0" cy="0"/>
          <a:chOff x="0" y="0"/>
          <a:chExt cx="0" cy="0"/>
        </a:xfrm>
      </p:grpSpPr>
      <p:sp>
        <p:nvSpPr>
          <p:cNvPr id="1449" name="Google Shape;1449;p130"/>
          <p:cNvSpPr txBox="1"/>
          <p:nvPr/>
        </p:nvSpPr>
        <p:spPr>
          <a:xfrm>
            <a:off x="274320" y="365760"/>
            <a:ext cx="3052800" cy="91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2400"/>
              <a:buFont typeface="Arial"/>
              <a:buNone/>
            </a:pPr>
            <a:r>
              <a:rPr b="0" lang="en-US" sz="2400">
                <a:solidFill>
                  <a:schemeClr val="dk1"/>
                </a:solidFill>
                <a:latin typeface="Arial"/>
                <a:ea typeface="Arial"/>
                <a:cs typeface="Arial"/>
                <a:sym typeface="Arial"/>
              </a:rPr>
              <a:t>UST’s evolution</a:t>
            </a:r>
            <a:endParaRPr/>
          </a:p>
          <a:p>
            <a:pPr indent="0" lvl="0" marL="0" marR="0" rtl="0" algn="l">
              <a:lnSpc>
                <a:spcPct val="90000"/>
              </a:lnSpc>
              <a:spcBef>
                <a:spcPts val="0"/>
              </a:spcBef>
              <a:spcAft>
                <a:spcPts val="0"/>
              </a:spcAft>
              <a:buClr>
                <a:schemeClr val="dk1"/>
              </a:buClr>
              <a:buSzPts val="1800"/>
              <a:buFont typeface="Arial"/>
              <a:buNone/>
            </a:pPr>
            <a:r>
              <a:rPr b="0" lang="en-US" sz="1800">
                <a:solidFill>
                  <a:schemeClr val="dk1"/>
                </a:solidFill>
                <a:latin typeface="Arial"/>
                <a:ea typeface="Arial"/>
                <a:cs typeface="Arial"/>
                <a:sym typeface="Arial"/>
              </a:rPr>
              <a:t>Digital from day one</a:t>
            </a:r>
            <a:endParaRPr/>
          </a:p>
        </p:txBody>
      </p:sp>
      <p:grpSp>
        <p:nvGrpSpPr>
          <p:cNvPr id="1450" name="Google Shape;1450;p130"/>
          <p:cNvGrpSpPr/>
          <p:nvPr/>
        </p:nvGrpSpPr>
        <p:grpSpPr>
          <a:xfrm>
            <a:off x="1" y="0"/>
            <a:ext cx="9143894" cy="6172329"/>
            <a:chOff x="1" y="0"/>
            <a:chExt cx="12191859" cy="6172329"/>
          </a:xfrm>
        </p:grpSpPr>
        <p:sp>
          <p:nvSpPr>
            <p:cNvPr id="1451" name="Google Shape;1451;p130"/>
            <p:cNvSpPr/>
            <p:nvPr/>
          </p:nvSpPr>
          <p:spPr>
            <a:xfrm>
              <a:off x="5258260" y="0"/>
              <a:ext cx="6933600" cy="6172200"/>
            </a:xfrm>
            <a:prstGeom prst="rect">
              <a:avLst/>
            </a:prstGeom>
            <a:solidFill>
              <a:srgbClr val="C2BCB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1452" name="Google Shape;1452;p130"/>
            <p:cNvSpPr/>
            <p:nvPr/>
          </p:nvSpPr>
          <p:spPr>
            <a:xfrm>
              <a:off x="2183622" y="1764129"/>
              <a:ext cx="3077700" cy="4408200"/>
            </a:xfrm>
            <a:prstGeom prst="rect">
              <a:avLst/>
            </a:prstGeom>
            <a:solidFill>
              <a:srgbClr val="D7E0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1453" name="Google Shape;1453;p130"/>
            <p:cNvSpPr/>
            <p:nvPr/>
          </p:nvSpPr>
          <p:spPr>
            <a:xfrm>
              <a:off x="1" y="2734540"/>
              <a:ext cx="2187300" cy="3437700"/>
            </a:xfrm>
            <a:prstGeom prst="rect">
              <a:avLst/>
            </a:prstGeom>
            <a:solidFill>
              <a:srgbClr val="F2F7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1454" name="Google Shape;1454;p130"/>
            <p:cNvSpPr txBox="1"/>
            <p:nvPr/>
          </p:nvSpPr>
          <p:spPr>
            <a:xfrm>
              <a:off x="328336" y="3068582"/>
              <a:ext cx="1176300" cy="28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350">
                  <a:solidFill>
                    <a:schemeClr val="dk1"/>
                  </a:solidFill>
                  <a:latin typeface="Arial"/>
                  <a:ea typeface="Arial"/>
                  <a:cs typeface="Arial"/>
                  <a:sym typeface="Arial"/>
                </a:rPr>
                <a:t>1999 – 2005</a:t>
              </a:r>
              <a:endParaRPr/>
            </a:p>
          </p:txBody>
        </p:sp>
        <p:sp>
          <p:nvSpPr>
            <p:cNvPr id="1455" name="Google Shape;1455;p130"/>
            <p:cNvSpPr txBox="1"/>
            <p:nvPr/>
          </p:nvSpPr>
          <p:spPr>
            <a:xfrm>
              <a:off x="2416036" y="2043150"/>
              <a:ext cx="1176300" cy="28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350">
                  <a:solidFill>
                    <a:schemeClr val="dk1"/>
                  </a:solidFill>
                  <a:latin typeface="Arial"/>
                  <a:ea typeface="Arial"/>
                  <a:cs typeface="Arial"/>
                  <a:sym typeface="Arial"/>
                </a:rPr>
                <a:t>2006 – 2016 </a:t>
              </a:r>
              <a:endParaRPr/>
            </a:p>
          </p:txBody>
        </p:sp>
        <p:sp>
          <p:nvSpPr>
            <p:cNvPr id="1456" name="Google Shape;1456;p130"/>
            <p:cNvSpPr txBox="1"/>
            <p:nvPr/>
          </p:nvSpPr>
          <p:spPr>
            <a:xfrm>
              <a:off x="5511911" y="340426"/>
              <a:ext cx="1176300" cy="28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350">
                  <a:solidFill>
                    <a:schemeClr val="dk1"/>
                  </a:solidFill>
                  <a:latin typeface="Arial"/>
                  <a:ea typeface="Arial"/>
                  <a:cs typeface="Arial"/>
                  <a:sym typeface="Arial"/>
                </a:rPr>
                <a:t>2017 – 2025</a:t>
              </a:r>
              <a:endParaRPr/>
            </a:p>
          </p:txBody>
        </p:sp>
        <p:cxnSp>
          <p:nvCxnSpPr>
            <p:cNvPr id="1457" name="Google Shape;1457;p130"/>
            <p:cNvCxnSpPr/>
            <p:nvPr/>
          </p:nvCxnSpPr>
          <p:spPr>
            <a:xfrm rot="10800000">
              <a:off x="6426804" y="2788024"/>
              <a:ext cx="0" cy="594000"/>
            </a:xfrm>
            <a:prstGeom prst="straightConnector1">
              <a:avLst/>
            </a:prstGeom>
            <a:noFill/>
            <a:ln cap="sq" cmpd="sng" w="12700">
              <a:solidFill>
                <a:srgbClr val="231F20"/>
              </a:solidFill>
              <a:prstDash val="solid"/>
              <a:round/>
              <a:headEnd len="sm" w="sm" type="none"/>
              <a:tailEnd len="sm" w="sm" type="none"/>
            </a:ln>
          </p:spPr>
        </p:cxnSp>
        <p:cxnSp>
          <p:nvCxnSpPr>
            <p:cNvPr id="1458" name="Google Shape;1458;p130"/>
            <p:cNvCxnSpPr/>
            <p:nvPr/>
          </p:nvCxnSpPr>
          <p:spPr>
            <a:xfrm rot="10800000">
              <a:off x="6118713" y="2338780"/>
              <a:ext cx="0" cy="404100"/>
            </a:xfrm>
            <a:prstGeom prst="straightConnector1">
              <a:avLst/>
            </a:prstGeom>
            <a:noFill/>
            <a:ln cap="sq" cmpd="sng" w="12700">
              <a:solidFill>
                <a:srgbClr val="231F20"/>
              </a:solidFill>
              <a:prstDash val="solid"/>
              <a:round/>
              <a:headEnd len="sm" w="sm" type="none"/>
              <a:tailEnd len="sm" w="sm" type="none"/>
            </a:ln>
          </p:spPr>
        </p:cxnSp>
        <p:sp>
          <p:nvSpPr>
            <p:cNvPr id="1459" name="Google Shape;1459;p130"/>
            <p:cNvSpPr txBox="1"/>
            <p:nvPr/>
          </p:nvSpPr>
          <p:spPr>
            <a:xfrm>
              <a:off x="2731139" y="3301316"/>
              <a:ext cx="828300" cy="377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2009</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Expanded into Latin America</a:t>
              </a:r>
              <a:endParaRPr/>
            </a:p>
          </p:txBody>
        </p:sp>
        <p:cxnSp>
          <p:nvCxnSpPr>
            <p:cNvPr id="1460" name="Google Shape;1460;p130"/>
            <p:cNvCxnSpPr/>
            <p:nvPr/>
          </p:nvCxnSpPr>
          <p:spPr>
            <a:xfrm rot="10800000">
              <a:off x="2795527" y="3848953"/>
              <a:ext cx="0" cy="532500"/>
            </a:xfrm>
            <a:prstGeom prst="straightConnector1">
              <a:avLst/>
            </a:prstGeom>
            <a:noFill/>
            <a:ln cap="sq" cmpd="sng" w="12700">
              <a:solidFill>
                <a:srgbClr val="231F20"/>
              </a:solidFill>
              <a:prstDash val="solid"/>
              <a:round/>
              <a:headEnd len="sm" w="sm" type="none"/>
              <a:tailEnd len="sm" w="sm" type="none"/>
            </a:ln>
          </p:spPr>
        </p:cxnSp>
        <p:cxnSp>
          <p:nvCxnSpPr>
            <p:cNvPr id="1461" name="Google Shape;1461;p130"/>
            <p:cNvCxnSpPr/>
            <p:nvPr/>
          </p:nvCxnSpPr>
          <p:spPr>
            <a:xfrm rot="10800000">
              <a:off x="2472420" y="4522311"/>
              <a:ext cx="0" cy="780600"/>
            </a:xfrm>
            <a:prstGeom prst="straightConnector1">
              <a:avLst/>
            </a:prstGeom>
            <a:noFill/>
            <a:ln cap="sq" cmpd="sng" w="12700">
              <a:solidFill>
                <a:srgbClr val="231F20"/>
              </a:solidFill>
              <a:prstDash val="solid"/>
              <a:round/>
              <a:headEnd len="sm" w="sm" type="none"/>
              <a:tailEnd len="sm" w="sm" type="none"/>
            </a:ln>
          </p:spPr>
        </p:cxnSp>
        <p:cxnSp>
          <p:nvCxnSpPr>
            <p:cNvPr id="1462" name="Google Shape;1462;p130"/>
            <p:cNvCxnSpPr/>
            <p:nvPr/>
          </p:nvCxnSpPr>
          <p:spPr>
            <a:xfrm rot="10800000">
              <a:off x="1139979" y="4743823"/>
              <a:ext cx="0" cy="102600"/>
            </a:xfrm>
            <a:prstGeom prst="straightConnector1">
              <a:avLst/>
            </a:prstGeom>
            <a:noFill/>
            <a:ln cap="sq" cmpd="sng" w="12700">
              <a:solidFill>
                <a:srgbClr val="231F20"/>
              </a:solidFill>
              <a:prstDash val="solid"/>
              <a:round/>
              <a:headEnd len="sm" w="sm" type="none"/>
              <a:tailEnd len="sm" w="sm" type="none"/>
            </a:ln>
          </p:spPr>
        </p:cxnSp>
        <p:sp>
          <p:nvSpPr>
            <p:cNvPr id="1463" name="Google Shape;1463;p130"/>
            <p:cNvSpPr txBox="1"/>
            <p:nvPr/>
          </p:nvSpPr>
          <p:spPr>
            <a:xfrm>
              <a:off x="2416818" y="5363583"/>
              <a:ext cx="1608300" cy="492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2006</a:t>
              </a:r>
              <a:endParaRPr b="1" i="0" sz="825" u="none" cap="none" strike="noStrike">
                <a:solidFill>
                  <a:srgbClr val="231F20"/>
                </a:solidFill>
                <a:latin typeface="Arial"/>
                <a:ea typeface="Arial"/>
                <a:cs typeface="Arial"/>
                <a:sym typeface="Arial"/>
              </a:endParaRPr>
            </a:p>
            <a:p>
              <a:pPr indent="0" lvl="0" marL="0" marR="0" rtl="0" algn="l">
                <a:spcBef>
                  <a:spcPts val="150"/>
                </a:spcBef>
                <a:spcAft>
                  <a:spcPts val="0"/>
                </a:spcAft>
                <a:buNone/>
              </a:pPr>
              <a:r>
                <a:rPr lang="en-US" sz="750">
                  <a:solidFill>
                    <a:schemeClr val="dk1"/>
                  </a:solidFill>
                  <a:latin typeface="Arial"/>
                  <a:ea typeface="Arial"/>
                  <a:cs typeface="Arial"/>
                  <a:sym typeface="Arial"/>
                </a:rPr>
                <a:t>Opened operations in the UK, expanding its EU footprint</a:t>
              </a:r>
              <a:endParaRPr/>
            </a:p>
          </p:txBody>
        </p:sp>
        <p:sp>
          <p:nvSpPr>
            <p:cNvPr id="1464" name="Google Shape;1464;p130"/>
            <p:cNvSpPr txBox="1"/>
            <p:nvPr/>
          </p:nvSpPr>
          <p:spPr>
            <a:xfrm>
              <a:off x="3105258" y="4932445"/>
              <a:ext cx="989100" cy="377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2013</a:t>
              </a:r>
              <a:endParaRPr/>
            </a:p>
            <a:p>
              <a:pPr indent="0" lvl="0" marL="0" marR="0" rtl="0" algn="l">
                <a:lnSpc>
                  <a:spcPct val="100000"/>
                </a:lnSpc>
                <a:spcBef>
                  <a:spcPts val="150"/>
                </a:spcBef>
                <a:spcAft>
                  <a:spcPts val="0"/>
                </a:spcAft>
                <a:buClr>
                  <a:schemeClr val="dk1"/>
                </a:buClr>
                <a:buSzPts val="750"/>
                <a:buFont typeface="Arial"/>
                <a:buNone/>
              </a:pPr>
              <a:r>
                <a:rPr lang="en-US" sz="750">
                  <a:solidFill>
                    <a:schemeClr val="dk1"/>
                  </a:solidFill>
                  <a:latin typeface="Arial"/>
                  <a:ea typeface="Arial"/>
                  <a:cs typeface="Arial"/>
                  <a:sym typeface="Arial"/>
                </a:rPr>
                <a:t>10,000 employees</a:t>
              </a:r>
              <a:endParaRPr/>
            </a:p>
          </p:txBody>
        </p:sp>
        <p:sp>
          <p:nvSpPr>
            <p:cNvPr id="1465" name="Google Shape;1465;p130"/>
            <p:cNvSpPr txBox="1"/>
            <p:nvPr/>
          </p:nvSpPr>
          <p:spPr>
            <a:xfrm>
              <a:off x="6053240" y="1809997"/>
              <a:ext cx="915900" cy="377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2018</a:t>
              </a:r>
              <a:endParaRPr/>
            </a:p>
            <a:p>
              <a:pPr indent="0" lvl="0" marL="0" marR="0" rtl="0" algn="l">
                <a:spcBef>
                  <a:spcPts val="150"/>
                </a:spcBef>
                <a:spcAft>
                  <a:spcPts val="0"/>
                </a:spcAft>
                <a:buNone/>
              </a:pPr>
              <a:r>
                <a:rPr b="0" lang="en-US" sz="750">
                  <a:solidFill>
                    <a:srgbClr val="231F20"/>
                  </a:solidFill>
                  <a:latin typeface="Arial"/>
                  <a:ea typeface="Arial"/>
                  <a:cs typeface="Arial"/>
                  <a:sym typeface="Arial"/>
                </a:rPr>
                <a:t>Temasek invested $250M</a:t>
              </a:r>
              <a:endParaRPr/>
            </a:p>
          </p:txBody>
        </p:sp>
        <p:sp>
          <p:nvSpPr>
            <p:cNvPr id="1466" name="Google Shape;1466;p130"/>
            <p:cNvSpPr txBox="1"/>
            <p:nvPr/>
          </p:nvSpPr>
          <p:spPr>
            <a:xfrm>
              <a:off x="6361657" y="3427651"/>
              <a:ext cx="904200" cy="492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2018</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Reached 20,000 employees</a:t>
              </a:r>
              <a:endParaRPr/>
            </a:p>
          </p:txBody>
        </p:sp>
        <p:sp>
          <p:nvSpPr>
            <p:cNvPr id="1467" name="Google Shape;1467;p130"/>
            <p:cNvSpPr txBox="1"/>
            <p:nvPr/>
          </p:nvSpPr>
          <p:spPr>
            <a:xfrm>
              <a:off x="3573406" y="2859614"/>
              <a:ext cx="854400" cy="492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2013</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Launched Step IT Up America</a:t>
              </a:r>
              <a:endParaRPr/>
            </a:p>
          </p:txBody>
        </p:sp>
        <p:sp>
          <p:nvSpPr>
            <p:cNvPr id="1468" name="Google Shape;1468;p130"/>
            <p:cNvSpPr/>
            <p:nvPr/>
          </p:nvSpPr>
          <p:spPr>
            <a:xfrm>
              <a:off x="343694" y="221010"/>
              <a:ext cx="11177635" cy="4735329"/>
            </a:xfrm>
            <a:custGeom>
              <a:rect b="b" l="l" r="r" t="t"/>
              <a:pathLst>
                <a:path extrusionOk="0" h="5637297" w="9472572">
                  <a:moveTo>
                    <a:pt x="0" y="5637297"/>
                  </a:moveTo>
                  <a:lnTo>
                    <a:pt x="1070776" y="5171083"/>
                  </a:lnTo>
                  <a:lnTo>
                    <a:pt x="2105921" y="5032851"/>
                  </a:lnTo>
                  <a:lnTo>
                    <a:pt x="3075739" y="4219697"/>
                  </a:lnTo>
                  <a:lnTo>
                    <a:pt x="4199252" y="3907202"/>
                  </a:lnTo>
                  <a:lnTo>
                    <a:pt x="4886514" y="3019811"/>
                  </a:lnTo>
                  <a:lnTo>
                    <a:pt x="5817988" y="2847529"/>
                  </a:lnTo>
                  <a:lnTo>
                    <a:pt x="5827248" y="2846783"/>
                  </a:lnTo>
                  <a:lnTo>
                    <a:pt x="6652279" y="2532041"/>
                  </a:lnTo>
                  <a:cubicBezTo>
                    <a:pt x="6969070" y="2322677"/>
                    <a:pt x="7219885" y="2281251"/>
                    <a:pt x="7601696" y="1948337"/>
                  </a:cubicBezTo>
                  <a:lnTo>
                    <a:pt x="8181173" y="1416313"/>
                  </a:lnTo>
                  <a:cubicBezTo>
                    <a:pt x="8350966" y="1223294"/>
                    <a:pt x="9302779" y="193019"/>
                    <a:pt x="9472572" y="0"/>
                  </a:cubicBezTo>
                </a:path>
              </a:pathLst>
            </a:custGeom>
            <a:no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50"/>
                <a:buFont typeface="Arial"/>
                <a:buNone/>
              </a:pPr>
              <a:r>
                <a:t/>
              </a:r>
              <a:endParaRPr b="0" i="0" sz="1050" u="none" cap="none" strike="noStrike">
                <a:solidFill>
                  <a:srgbClr val="525252"/>
                </a:solidFill>
                <a:latin typeface="Arial"/>
                <a:ea typeface="Arial"/>
                <a:cs typeface="Arial"/>
                <a:sym typeface="Arial"/>
              </a:endParaRPr>
            </a:p>
          </p:txBody>
        </p:sp>
        <p:sp>
          <p:nvSpPr>
            <p:cNvPr id="1469" name="Google Shape;1469;p130"/>
            <p:cNvSpPr txBox="1"/>
            <p:nvPr/>
          </p:nvSpPr>
          <p:spPr>
            <a:xfrm>
              <a:off x="8563121" y="905854"/>
              <a:ext cx="1196100" cy="608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2021</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Certified “Top Employer of the year” in US, UK and Spain</a:t>
              </a:r>
              <a:endParaRPr b="1" i="0" sz="675" u="none" cap="none" strike="noStrike">
                <a:solidFill>
                  <a:schemeClr val="dk1"/>
                </a:solidFill>
                <a:latin typeface="Arial"/>
                <a:ea typeface="Arial"/>
                <a:cs typeface="Arial"/>
                <a:sym typeface="Arial"/>
              </a:endParaRPr>
            </a:p>
          </p:txBody>
        </p:sp>
        <p:sp>
          <p:nvSpPr>
            <p:cNvPr id="1470" name="Google Shape;1470;p130"/>
            <p:cNvSpPr/>
            <p:nvPr/>
          </p:nvSpPr>
          <p:spPr>
            <a:xfrm>
              <a:off x="1081049" y="4606900"/>
              <a:ext cx="130200" cy="135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1471" name="Google Shape;1471;p130"/>
            <p:cNvSpPr/>
            <p:nvPr/>
          </p:nvSpPr>
          <p:spPr>
            <a:xfrm>
              <a:off x="2407273" y="4417303"/>
              <a:ext cx="130200" cy="1356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1472" name="Google Shape;1472;p130"/>
            <p:cNvSpPr/>
            <p:nvPr/>
          </p:nvSpPr>
          <p:spPr>
            <a:xfrm>
              <a:off x="2730380" y="4380198"/>
              <a:ext cx="130200" cy="1356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1473" name="Google Shape;1473;p130"/>
            <p:cNvSpPr/>
            <p:nvPr/>
          </p:nvSpPr>
          <p:spPr>
            <a:xfrm>
              <a:off x="6053240" y="2710692"/>
              <a:ext cx="130200" cy="1356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1474" name="Google Shape;1474;p130"/>
            <p:cNvSpPr/>
            <p:nvPr/>
          </p:nvSpPr>
          <p:spPr>
            <a:xfrm>
              <a:off x="6361657" y="2652424"/>
              <a:ext cx="130200" cy="135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1475" name="Google Shape;1475;p130"/>
            <p:cNvSpPr txBox="1"/>
            <p:nvPr/>
          </p:nvSpPr>
          <p:spPr>
            <a:xfrm>
              <a:off x="1069317" y="4898729"/>
              <a:ext cx="950100" cy="377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2002</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Launched UST’s Colors Program</a:t>
              </a:r>
              <a:endParaRPr/>
            </a:p>
          </p:txBody>
        </p:sp>
        <p:sp>
          <p:nvSpPr>
            <p:cNvPr id="1476" name="Google Shape;1476;p130"/>
            <p:cNvSpPr txBox="1"/>
            <p:nvPr/>
          </p:nvSpPr>
          <p:spPr>
            <a:xfrm>
              <a:off x="5523777" y="5474567"/>
              <a:ext cx="1356300" cy="377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2017</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Launched CyberProof and UST SmartOps</a:t>
              </a:r>
              <a:endParaRPr/>
            </a:p>
          </p:txBody>
        </p:sp>
        <p:sp>
          <p:nvSpPr>
            <p:cNvPr id="1477" name="Google Shape;1477;p130"/>
            <p:cNvSpPr txBox="1"/>
            <p:nvPr/>
          </p:nvSpPr>
          <p:spPr>
            <a:xfrm>
              <a:off x="7545392" y="1609648"/>
              <a:ext cx="873000" cy="377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2020</a:t>
              </a:r>
              <a:endParaRPr/>
            </a:p>
            <a:p>
              <a:pPr indent="0" lvl="0" marL="0" marR="0" rtl="0" algn="l">
                <a:lnSpc>
                  <a:spcPct val="100000"/>
                </a:lnSpc>
                <a:spcBef>
                  <a:spcPts val="150"/>
                </a:spcBef>
                <a:spcAft>
                  <a:spcPts val="0"/>
                </a:spcAft>
                <a:buClr>
                  <a:schemeClr val="dk1"/>
                </a:buClr>
                <a:buSzPts val="750"/>
                <a:buFont typeface="Arial"/>
                <a:buNone/>
              </a:pPr>
              <a:r>
                <a:rPr i="0" lang="en-US" sz="750" u="none" cap="none" strike="noStrike">
                  <a:solidFill>
                    <a:schemeClr val="dk1"/>
                  </a:solidFill>
                  <a:latin typeface="Arial"/>
                  <a:ea typeface="Arial"/>
                  <a:cs typeface="Arial"/>
                  <a:sym typeface="Arial"/>
                </a:rPr>
                <a:t>Glassdoor Best Places to Work</a:t>
              </a:r>
              <a:endParaRPr i="0" sz="675" u="none" cap="none" strike="noStrike">
                <a:solidFill>
                  <a:schemeClr val="dk1"/>
                </a:solidFill>
                <a:latin typeface="Arial"/>
                <a:ea typeface="Arial"/>
                <a:cs typeface="Arial"/>
                <a:sym typeface="Arial"/>
              </a:endParaRPr>
            </a:p>
          </p:txBody>
        </p:sp>
        <p:sp>
          <p:nvSpPr>
            <p:cNvPr id="1478" name="Google Shape;1478;p130"/>
            <p:cNvSpPr txBox="1"/>
            <p:nvPr/>
          </p:nvSpPr>
          <p:spPr>
            <a:xfrm>
              <a:off x="6895934" y="1009879"/>
              <a:ext cx="960900" cy="377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2019</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Launched UST HealthProof</a:t>
              </a:r>
              <a:endParaRPr/>
            </a:p>
          </p:txBody>
        </p:sp>
        <p:cxnSp>
          <p:nvCxnSpPr>
            <p:cNvPr id="1479" name="Google Shape;1479;p130"/>
            <p:cNvCxnSpPr>
              <a:endCxn id="1480" idx="0"/>
            </p:cNvCxnSpPr>
            <p:nvPr/>
          </p:nvCxnSpPr>
          <p:spPr>
            <a:xfrm>
              <a:off x="7610492" y="2139669"/>
              <a:ext cx="0" cy="278700"/>
            </a:xfrm>
            <a:prstGeom prst="straightConnector1">
              <a:avLst/>
            </a:prstGeom>
            <a:noFill/>
            <a:ln cap="sq" cmpd="sng" w="12700">
              <a:solidFill>
                <a:srgbClr val="231F20"/>
              </a:solidFill>
              <a:prstDash val="solid"/>
              <a:round/>
              <a:headEnd len="sm" w="sm" type="none"/>
              <a:tailEnd len="sm" w="sm" type="none"/>
            </a:ln>
          </p:spPr>
        </p:cxnSp>
        <p:sp>
          <p:nvSpPr>
            <p:cNvPr id="1481" name="Google Shape;1481;p130"/>
            <p:cNvSpPr txBox="1"/>
            <p:nvPr/>
          </p:nvSpPr>
          <p:spPr>
            <a:xfrm>
              <a:off x="7901885" y="5159246"/>
              <a:ext cx="1164600" cy="492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2020</a:t>
              </a:r>
              <a:endParaRPr/>
            </a:p>
            <a:p>
              <a:pPr indent="0" lvl="0" marL="0" marR="0" rtl="0" algn="l">
                <a:spcBef>
                  <a:spcPts val="150"/>
                </a:spcBef>
                <a:spcAft>
                  <a:spcPts val="0"/>
                </a:spcAft>
                <a:buNone/>
              </a:pPr>
              <a:r>
                <a:rPr b="0" lang="en-US" sz="750">
                  <a:solidFill>
                    <a:srgbClr val="231F20"/>
                  </a:solidFill>
                  <a:latin typeface="Arial"/>
                  <a:ea typeface="Arial"/>
                  <a:cs typeface="Arial"/>
                  <a:sym typeface="Arial"/>
                </a:rPr>
                <a:t>Temasek follow on investment of $120M</a:t>
              </a:r>
              <a:endParaRPr/>
            </a:p>
          </p:txBody>
        </p:sp>
        <p:cxnSp>
          <p:nvCxnSpPr>
            <p:cNvPr id="1482" name="Google Shape;1482;p130"/>
            <p:cNvCxnSpPr/>
            <p:nvPr/>
          </p:nvCxnSpPr>
          <p:spPr>
            <a:xfrm rot="10800000">
              <a:off x="7308226" y="2585265"/>
              <a:ext cx="0" cy="3021600"/>
            </a:xfrm>
            <a:prstGeom prst="straightConnector1">
              <a:avLst/>
            </a:prstGeom>
            <a:noFill/>
            <a:ln cap="sq" cmpd="sng" w="12700">
              <a:solidFill>
                <a:srgbClr val="231F20"/>
              </a:solidFill>
              <a:prstDash val="solid"/>
              <a:round/>
              <a:headEnd len="sm" w="sm" type="none"/>
              <a:tailEnd len="sm" w="sm" type="none"/>
            </a:ln>
          </p:spPr>
        </p:cxnSp>
        <p:sp>
          <p:nvSpPr>
            <p:cNvPr id="1483" name="Google Shape;1483;p130"/>
            <p:cNvSpPr/>
            <p:nvPr/>
          </p:nvSpPr>
          <p:spPr>
            <a:xfrm>
              <a:off x="7243078" y="2518935"/>
              <a:ext cx="130200" cy="1356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1484" name="Google Shape;1484;p130"/>
            <p:cNvSpPr txBox="1"/>
            <p:nvPr/>
          </p:nvSpPr>
          <p:spPr>
            <a:xfrm>
              <a:off x="7243078" y="5628456"/>
              <a:ext cx="1823400" cy="261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2020</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Acquired Advalent healthcare</a:t>
              </a:r>
              <a:endParaRPr/>
            </a:p>
          </p:txBody>
        </p:sp>
        <p:sp>
          <p:nvSpPr>
            <p:cNvPr id="1485" name="Google Shape;1485;p130"/>
            <p:cNvSpPr txBox="1"/>
            <p:nvPr/>
          </p:nvSpPr>
          <p:spPr>
            <a:xfrm>
              <a:off x="8896975" y="4387027"/>
              <a:ext cx="1115400" cy="261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2022</a:t>
              </a:r>
              <a:endParaRPr/>
            </a:p>
            <a:p>
              <a:pPr indent="0" lvl="0" marL="0" marR="0" rtl="0" algn="l">
                <a:spcBef>
                  <a:spcPts val="150"/>
                </a:spcBef>
                <a:spcAft>
                  <a:spcPts val="0"/>
                </a:spcAft>
                <a:buNone/>
              </a:pPr>
              <a:r>
                <a:rPr b="0" lang="en-US" sz="750">
                  <a:solidFill>
                    <a:srgbClr val="231F20"/>
                  </a:solidFill>
                  <a:latin typeface="Arial"/>
                  <a:ea typeface="Arial"/>
                  <a:cs typeface="Arial"/>
                  <a:sym typeface="Arial"/>
                </a:rPr>
                <a:t>30,000+ employees</a:t>
              </a:r>
              <a:endParaRPr b="0" i="0" sz="675" u="none" cap="none" strike="noStrike">
                <a:solidFill>
                  <a:srgbClr val="231F20"/>
                </a:solidFill>
                <a:latin typeface="Arial"/>
                <a:ea typeface="Arial"/>
                <a:cs typeface="Arial"/>
                <a:sym typeface="Arial"/>
              </a:endParaRPr>
            </a:p>
          </p:txBody>
        </p:sp>
        <p:cxnSp>
          <p:nvCxnSpPr>
            <p:cNvPr id="1486" name="Google Shape;1486;p130"/>
            <p:cNvCxnSpPr/>
            <p:nvPr/>
          </p:nvCxnSpPr>
          <p:spPr>
            <a:xfrm rot="10800000">
              <a:off x="347365" y="5022927"/>
              <a:ext cx="0" cy="242100"/>
            </a:xfrm>
            <a:prstGeom prst="straightConnector1">
              <a:avLst/>
            </a:prstGeom>
            <a:noFill/>
            <a:ln cap="sq" cmpd="sng" w="12700">
              <a:solidFill>
                <a:srgbClr val="231F20"/>
              </a:solidFill>
              <a:prstDash val="solid"/>
              <a:round/>
              <a:headEnd len="sm" w="sm" type="none"/>
              <a:tailEnd len="sm" w="sm" type="none"/>
            </a:ln>
          </p:spPr>
        </p:cxnSp>
        <p:sp>
          <p:nvSpPr>
            <p:cNvPr id="1487" name="Google Shape;1487;p130"/>
            <p:cNvSpPr txBox="1"/>
            <p:nvPr/>
          </p:nvSpPr>
          <p:spPr>
            <a:xfrm>
              <a:off x="558737" y="3824376"/>
              <a:ext cx="1121400" cy="377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1999</a:t>
              </a:r>
              <a:endParaRPr/>
            </a:p>
            <a:p>
              <a:pPr indent="0" lvl="0" marL="0" marR="0" rtl="0" algn="l">
                <a:spcBef>
                  <a:spcPts val="150"/>
                </a:spcBef>
                <a:spcAft>
                  <a:spcPts val="0"/>
                </a:spcAft>
                <a:buNone/>
              </a:pPr>
              <a:r>
                <a:rPr b="0" lang="en-US" sz="750">
                  <a:solidFill>
                    <a:srgbClr val="231F20"/>
                  </a:solidFill>
                  <a:latin typeface="Arial"/>
                  <a:ea typeface="Arial"/>
                  <a:cs typeface="Arial"/>
                  <a:sym typeface="Arial"/>
                </a:rPr>
                <a:t>Born digital with 14 employees</a:t>
              </a:r>
              <a:endParaRPr/>
            </a:p>
          </p:txBody>
        </p:sp>
        <p:sp>
          <p:nvSpPr>
            <p:cNvPr id="1488" name="Google Shape;1488;p130"/>
            <p:cNvSpPr/>
            <p:nvPr/>
          </p:nvSpPr>
          <p:spPr>
            <a:xfrm>
              <a:off x="282218" y="4905711"/>
              <a:ext cx="130200" cy="1356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1489" name="Google Shape;1489;p130"/>
            <p:cNvSpPr txBox="1"/>
            <p:nvPr/>
          </p:nvSpPr>
          <p:spPr>
            <a:xfrm>
              <a:off x="4456146" y="2168372"/>
              <a:ext cx="694500" cy="377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2016</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Acquired BlueConch</a:t>
              </a:r>
              <a:endParaRPr/>
            </a:p>
          </p:txBody>
        </p:sp>
        <p:cxnSp>
          <p:nvCxnSpPr>
            <p:cNvPr id="1490" name="Google Shape;1490;p130"/>
            <p:cNvCxnSpPr/>
            <p:nvPr/>
          </p:nvCxnSpPr>
          <p:spPr>
            <a:xfrm rot="10800000">
              <a:off x="4518594" y="2722601"/>
              <a:ext cx="0" cy="878100"/>
            </a:xfrm>
            <a:prstGeom prst="straightConnector1">
              <a:avLst/>
            </a:prstGeom>
            <a:noFill/>
            <a:ln cap="sq" cmpd="sng" w="12700">
              <a:solidFill>
                <a:srgbClr val="231F20"/>
              </a:solidFill>
              <a:prstDash val="solid"/>
              <a:round/>
              <a:headEnd len="sm" w="sm" type="none"/>
              <a:tailEnd len="sm" w="sm" type="none"/>
            </a:ln>
          </p:spPr>
        </p:cxnSp>
        <p:sp>
          <p:nvSpPr>
            <p:cNvPr id="1491" name="Google Shape;1491;p130"/>
            <p:cNvSpPr/>
            <p:nvPr/>
          </p:nvSpPr>
          <p:spPr>
            <a:xfrm>
              <a:off x="4456146" y="3565148"/>
              <a:ext cx="130200" cy="1356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1492" name="Google Shape;1492;p130"/>
            <p:cNvSpPr txBox="1"/>
            <p:nvPr/>
          </p:nvSpPr>
          <p:spPr>
            <a:xfrm>
              <a:off x="3913242" y="4141727"/>
              <a:ext cx="1042800" cy="261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2014</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Acquired Moonraft</a:t>
              </a:r>
              <a:endParaRPr/>
            </a:p>
          </p:txBody>
        </p:sp>
        <p:cxnSp>
          <p:nvCxnSpPr>
            <p:cNvPr id="1493" name="Google Shape;1493;p130"/>
            <p:cNvCxnSpPr/>
            <p:nvPr/>
          </p:nvCxnSpPr>
          <p:spPr>
            <a:xfrm rot="10800000">
              <a:off x="3978390" y="3775132"/>
              <a:ext cx="0" cy="316500"/>
            </a:xfrm>
            <a:prstGeom prst="straightConnector1">
              <a:avLst/>
            </a:prstGeom>
            <a:noFill/>
            <a:ln cap="sq" cmpd="sng" w="12700">
              <a:solidFill>
                <a:srgbClr val="231F20"/>
              </a:solidFill>
              <a:prstDash val="solid"/>
              <a:round/>
              <a:headEnd len="sm" w="sm" type="none"/>
              <a:tailEnd len="sm" w="sm" type="none"/>
            </a:ln>
          </p:spPr>
        </p:cxnSp>
        <p:sp>
          <p:nvSpPr>
            <p:cNvPr id="1494" name="Google Shape;1494;p130"/>
            <p:cNvSpPr/>
            <p:nvPr/>
          </p:nvSpPr>
          <p:spPr>
            <a:xfrm>
              <a:off x="3913242" y="3682467"/>
              <a:ext cx="130200" cy="1356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1495" name="Google Shape;1495;p130"/>
            <p:cNvSpPr txBox="1"/>
            <p:nvPr/>
          </p:nvSpPr>
          <p:spPr>
            <a:xfrm>
              <a:off x="9355047" y="3612689"/>
              <a:ext cx="2069700" cy="401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2023</a:t>
              </a:r>
              <a:endParaRPr/>
            </a:p>
            <a:p>
              <a:pPr indent="0" lvl="0" marL="0" marR="0" rtl="0" algn="l">
                <a:lnSpc>
                  <a:spcPct val="110000"/>
                </a:lnSpc>
                <a:spcBef>
                  <a:spcPts val="150"/>
                </a:spcBef>
                <a:spcAft>
                  <a:spcPts val="0"/>
                </a:spcAft>
                <a:buClr>
                  <a:srgbClr val="231F20"/>
                </a:buClr>
                <a:buSzPts val="750"/>
                <a:buFont typeface="Arial"/>
                <a:buNone/>
              </a:pPr>
              <a:r>
                <a:rPr b="0" i="0" lang="en-US" sz="750" u="none" cap="none" strike="noStrike">
                  <a:solidFill>
                    <a:srgbClr val="231F20"/>
                  </a:solidFill>
                  <a:latin typeface="Arial"/>
                  <a:ea typeface="Arial"/>
                  <a:cs typeface="Arial"/>
                  <a:sym typeface="Arial"/>
                </a:rPr>
                <a:t>Acquired </a:t>
              </a:r>
              <a:r>
                <a:rPr b="0" lang="en-US" sz="750">
                  <a:solidFill>
                    <a:srgbClr val="231F20"/>
                  </a:solidFill>
                  <a:latin typeface="Arial"/>
                  <a:ea typeface="Arial"/>
                  <a:cs typeface="Arial"/>
                  <a:sym typeface="Arial"/>
                </a:rPr>
                <a:t>Prodigy Labs, Advantasure and MobileComm</a:t>
              </a:r>
              <a:endParaRPr/>
            </a:p>
          </p:txBody>
        </p:sp>
        <p:cxnSp>
          <p:nvCxnSpPr>
            <p:cNvPr id="1496" name="Google Shape;1496;p130"/>
            <p:cNvCxnSpPr/>
            <p:nvPr/>
          </p:nvCxnSpPr>
          <p:spPr>
            <a:xfrm rot="10800000">
              <a:off x="9392524" y="1813448"/>
              <a:ext cx="0" cy="1751700"/>
            </a:xfrm>
            <a:prstGeom prst="straightConnector1">
              <a:avLst/>
            </a:prstGeom>
            <a:noFill/>
            <a:ln cap="sq" cmpd="sng" w="12700">
              <a:solidFill>
                <a:srgbClr val="231F20"/>
              </a:solidFill>
              <a:prstDash val="solid"/>
              <a:round/>
              <a:headEnd len="sm" w="sm" type="none"/>
              <a:tailEnd len="sm" w="sm" type="none"/>
            </a:ln>
          </p:spPr>
        </p:cxnSp>
        <p:sp>
          <p:nvSpPr>
            <p:cNvPr id="1497" name="Google Shape;1497;p130"/>
            <p:cNvSpPr/>
            <p:nvPr/>
          </p:nvSpPr>
          <p:spPr>
            <a:xfrm>
              <a:off x="9327376" y="1720958"/>
              <a:ext cx="130200" cy="1356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1498" name="Google Shape;1498;p130"/>
            <p:cNvSpPr txBox="1"/>
            <p:nvPr/>
          </p:nvSpPr>
          <p:spPr>
            <a:xfrm>
              <a:off x="311003" y="5343842"/>
              <a:ext cx="1455000" cy="521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1999</a:t>
              </a:r>
              <a:endParaRPr/>
            </a:p>
            <a:p>
              <a:pPr indent="0" lvl="0" marL="0" marR="0" rtl="0" algn="l">
                <a:spcBef>
                  <a:spcPts val="150"/>
                </a:spcBef>
                <a:spcAft>
                  <a:spcPts val="0"/>
                </a:spcAft>
                <a:buNone/>
              </a:pPr>
              <a:r>
                <a:rPr b="0" lang="en-US" sz="750">
                  <a:solidFill>
                    <a:srgbClr val="231F20"/>
                  </a:solidFill>
                  <a:latin typeface="Arial"/>
                  <a:ea typeface="Arial"/>
                  <a:cs typeface="Arial"/>
                  <a:sym typeface="Arial"/>
                </a:rPr>
                <a:t>Founded in Aliso Viejo, CA and Trivandrum, India</a:t>
              </a:r>
              <a:endParaRPr/>
            </a:p>
            <a:p>
              <a:pPr indent="0" lvl="0" marL="0" marR="0" rtl="0" algn="l">
                <a:spcBef>
                  <a:spcPts val="225"/>
                </a:spcBef>
                <a:spcAft>
                  <a:spcPts val="0"/>
                </a:spcAft>
                <a:buNone/>
              </a:pPr>
              <a:r>
                <a:rPr b="0" lang="en-US" sz="750">
                  <a:solidFill>
                    <a:srgbClr val="231F20"/>
                  </a:solidFill>
                  <a:latin typeface="Arial"/>
                  <a:ea typeface="Arial"/>
                  <a:cs typeface="Arial"/>
                  <a:sym typeface="Arial"/>
                </a:rPr>
                <a:t>Majority-owned by family </a:t>
              </a:r>
              <a:endParaRPr/>
            </a:p>
          </p:txBody>
        </p:sp>
        <p:cxnSp>
          <p:nvCxnSpPr>
            <p:cNvPr id="1499" name="Google Shape;1499;p130"/>
            <p:cNvCxnSpPr/>
            <p:nvPr/>
          </p:nvCxnSpPr>
          <p:spPr>
            <a:xfrm rot="10800000">
              <a:off x="612773" y="4364905"/>
              <a:ext cx="0" cy="427200"/>
            </a:xfrm>
            <a:prstGeom prst="straightConnector1">
              <a:avLst/>
            </a:prstGeom>
            <a:noFill/>
            <a:ln cap="sq" cmpd="sng" w="12700">
              <a:solidFill>
                <a:srgbClr val="231F20"/>
              </a:solidFill>
              <a:prstDash val="solid"/>
              <a:round/>
              <a:headEnd len="sm" w="sm" type="none"/>
              <a:tailEnd len="sm" w="sm" type="none"/>
            </a:ln>
          </p:spPr>
        </p:cxnSp>
        <p:sp>
          <p:nvSpPr>
            <p:cNvPr id="1500" name="Google Shape;1500;p130"/>
            <p:cNvSpPr txBox="1"/>
            <p:nvPr/>
          </p:nvSpPr>
          <p:spPr>
            <a:xfrm>
              <a:off x="5791041" y="4337050"/>
              <a:ext cx="823200" cy="511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2017</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Acquired </a:t>
              </a:r>
              <a:endParaRPr/>
            </a:p>
            <a:p>
              <a:pPr indent="0" lvl="0" marL="0" marR="0" rtl="0" algn="l">
                <a:spcBef>
                  <a:spcPts val="150"/>
                </a:spcBef>
                <a:spcAft>
                  <a:spcPts val="0"/>
                </a:spcAft>
                <a:buNone/>
              </a:pPr>
              <a:r>
                <a:rPr lang="en-US" sz="750">
                  <a:solidFill>
                    <a:schemeClr val="dk1"/>
                  </a:solidFill>
                  <a:latin typeface="Arial"/>
                  <a:ea typeface="Arial"/>
                  <a:cs typeface="Arial"/>
                  <a:sym typeface="Arial"/>
                </a:rPr>
                <a:t>Round Feather </a:t>
              </a:r>
              <a:endParaRPr/>
            </a:p>
          </p:txBody>
        </p:sp>
        <p:cxnSp>
          <p:nvCxnSpPr>
            <p:cNvPr id="1501" name="Google Shape;1501;p130"/>
            <p:cNvCxnSpPr/>
            <p:nvPr/>
          </p:nvCxnSpPr>
          <p:spPr>
            <a:xfrm rot="10800000">
              <a:off x="8318059" y="2372830"/>
              <a:ext cx="0" cy="2301900"/>
            </a:xfrm>
            <a:prstGeom prst="straightConnector1">
              <a:avLst/>
            </a:prstGeom>
            <a:noFill/>
            <a:ln cap="sq" cmpd="sng" w="12700">
              <a:solidFill>
                <a:srgbClr val="231F20"/>
              </a:solidFill>
              <a:prstDash val="solid"/>
              <a:round/>
              <a:headEnd len="sm" w="sm" type="none"/>
              <a:tailEnd len="sm" w="sm" type="none"/>
            </a:ln>
          </p:spPr>
        </p:cxnSp>
        <p:sp>
          <p:nvSpPr>
            <p:cNvPr id="1502" name="Google Shape;1502;p130"/>
            <p:cNvSpPr txBox="1"/>
            <p:nvPr/>
          </p:nvSpPr>
          <p:spPr>
            <a:xfrm>
              <a:off x="8252912" y="4718698"/>
              <a:ext cx="898800" cy="377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2020</a:t>
              </a:r>
              <a:endParaRPr/>
            </a:p>
            <a:p>
              <a:pPr indent="0" lvl="0" marL="0" marR="0" rtl="0" algn="l">
                <a:spcBef>
                  <a:spcPts val="150"/>
                </a:spcBef>
                <a:spcAft>
                  <a:spcPts val="0"/>
                </a:spcAft>
                <a:buNone/>
              </a:pPr>
              <a:r>
                <a:rPr b="0" lang="en-US" sz="750">
                  <a:solidFill>
                    <a:srgbClr val="231F20"/>
                  </a:solidFill>
                  <a:latin typeface="Arial"/>
                  <a:ea typeface="Arial"/>
                  <a:cs typeface="Arial"/>
                  <a:sym typeface="Arial"/>
                </a:rPr>
                <a:t>Revenue of $1B</a:t>
              </a:r>
              <a:endParaRPr/>
            </a:p>
          </p:txBody>
        </p:sp>
        <p:sp>
          <p:nvSpPr>
            <p:cNvPr id="1503" name="Google Shape;1503;p130"/>
            <p:cNvSpPr/>
            <p:nvPr/>
          </p:nvSpPr>
          <p:spPr>
            <a:xfrm>
              <a:off x="547626" y="4794910"/>
              <a:ext cx="130200" cy="135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cxnSp>
          <p:nvCxnSpPr>
            <p:cNvPr id="1504" name="Google Shape;1504;p130"/>
            <p:cNvCxnSpPr/>
            <p:nvPr/>
          </p:nvCxnSpPr>
          <p:spPr>
            <a:xfrm rot="10800000">
              <a:off x="3192402" y="4268984"/>
              <a:ext cx="0" cy="598200"/>
            </a:xfrm>
            <a:prstGeom prst="straightConnector1">
              <a:avLst/>
            </a:prstGeom>
            <a:noFill/>
            <a:ln cap="sq" cmpd="sng" w="12700">
              <a:solidFill>
                <a:srgbClr val="231F20"/>
              </a:solidFill>
              <a:prstDash val="solid"/>
              <a:round/>
              <a:headEnd len="sm" w="sm" type="none"/>
              <a:tailEnd len="sm" w="sm" type="none"/>
            </a:ln>
          </p:spPr>
        </p:cxnSp>
        <p:sp>
          <p:nvSpPr>
            <p:cNvPr id="1505" name="Google Shape;1505;p130"/>
            <p:cNvSpPr/>
            <p:nvPr/>
          </p:nvSpPr>
          <p:spPr>
            <a:xfrm>
              <a:off x="3136080" y="4137767"/>
              <a:ext cx="130200" cy="135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cxnSp>
          <p:nvCxnSpPr>
            <p:cNvPr id="1506" name="Google Shape;1506;p130"/>
            <p:cNvCxnSpPr/>
            <p:nvPr/>
          </p:nvCxnSpPr>
          <p:spPr>
            <a:xfrm rot="10800000">
              <a:off x="3607084" y="3356324"/>
              <a:ext cx="1500" cy="541800"/>
            </a:xfrm>
            <a:prstGeom prst="straightConnector1">
              <a:avLst/>
            </a:prstGeom>
            <a:noFill/>
            <a:ln cap="sq" cmpd="sng" w="12700">
              <a:solidFill>
                <a:srgbClr val="231F20"/>
              </a:solidFill>
              <a:prstDash val="solid"/>
              <a:round/>
              <a:headEnd len="sm" w="sm" type="none"/>
              <a:tailEnd len="sm" w="sm" type="none"/>
            </a:ln>
          </p:spPr>
        </p:cxnSp>
        <p:sp>
          <p:nvSpPr>
            <p:cNvPr id="1507" name="Google Shape;1507;p130"/>
            <p:cNvSpPr/>
            <p:nvPr/>
          </p:nvSpPr>
          <p:spPr>
            <a:xfrm>
              <a:off x="3543437" y="3893155"/>
              <a:ext cx="130200" cy="135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1500">
                  <a:solidFill>
                    <a:schemeClr val="lt1"/>
                  </a:solidFill>
                  <a:latin typeface="Arial"/>
                  <a:ea typeface="Arial"/>
                  <a:cs typeface="Arial"/>
                  <a:sym typeface="Arial"/>
                </a:rPr>
                <a:t> </a:t>
              </a:r>
              <a:endParaRPr sz="1500">
                <a:solidFill>
                  <a:schemeClr val="lt1"/>
                </a:solidFill>
                <a:latin typeface="Arial"/>
                <a:ea typeface="Arial"/>
                <a:cs typeface="Arial"/>
                <a:sym typeface="Arial"/>
              </a:endParaRPr>
            </a:p>
          </p:txBody>
        </p:sp>
        <p:cxnSp>
          <p:nvCxnSpPr>
            <p:cNvPr id="1508" name="Google Shape;1508;p130"/>
            <p:cNvCxnSpPr/>
            <p:nvPr/>
          </p:nvCxnSpPr>
          <p:spPr>
            <a:xfrm rot="10800000">
              <a:off x="5588924" y="3301200"/>
              <a:ext cx="0" cy="2147100"/>
            </a:xfrm>
            <a:prstGeom prst="straightConnector1">
              <a:avLst/>
            </a:prstGeom>
            <a:noFill/>
            <a:ln cap="sq" cmpd="sng" w="12700">
              <a:solidFill>
                <a:srgbClr val="231F20"/>
              </a:solidFill>
              <a:prstDash val="solid"/>
              <a:round/>
              <a:headEnd len="sm" w="sm" type="none"/>
              <a:tailEnd len="sm" w="sm" type="none"/>
            </a:ln>
          </p:spPr>
        </p:cxnSp>
        <p:sp>
          <p:nvSpPr>
            <p:cNvPr id="1509" name="Google Shape;1509;p130"/>
            <p:cNvSpPr/>
            <p:nvPr/>
          </p:nvSpPr>
          <p:spPr>
            <a:xfrm>
              <a:off x="5523777" y="3165657"/>
              <a:ext cx="130200" cy="1356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cxnSp>
          <p:nvCxnSpPr>
            <p:cNvPr id="1510" name="Google Shape;1510;p130"/>
            <p:cNvCxnSpPr/>
            <p:nvPr/>
          </p:nvCxnSpPr>
          <p:spPr>
            <a:xfrm flipH="1" rot="10800000">
              <a:off x="5852338" y="3038696"/>
              <a:ext cx="3900" cy="1257300"/>
            </a:xfrm>
            <a:prstGeom prst="straightConnector1">
              <a:avLst/>
            </a:prstGeom>
            <a:noFill/>
            <a:ln cap="sq" cmpd="sng" w="12700">
              <a:solidFill>
                <a:srgbClr val="231F20"/>
              </a:solidFill>
              <a:prstDash val="solid"/>
              <a:round/>
              <a:headEnd len="sm" w="sm" type="none"/>
              <a:tailEnd len="sm" w="sm" type="none"/>
            </a:ln>
          </p:spPr>
        </p:cxnSp>
        <p:sp>
          <p:nvSpPr>
            <p:cNvPr id="1511" name="Google Shape;1511;p130"/>
            <p:cNvSpPr/>
            <p:nvPr/>
          </p:nvSpPr>
          <p:spPr>
            <a:xfrm>
              <a:off x="5791041" y="2903061"/>
              <a:ext cx="130200" cy="1356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cxnSp>
          <p:nvCxnSpPr>
            <p:cNvPr id="1512" name="Google Shape;1512;p130"/>
            <p:cNvCxnSpPr/>
            <p:nvPr/>
          </p:nvCxnSpPr>
          <p:spPr>
            <a:xfrm rot="10800000">
              <a:off x="6961081" y="1527297"/>
              <a:ext cx="0" cy="1054200"/>
            </a:xfrm>
            <a:prstGeom prst="straightConnector1">
              <a:avLst/>
            </a:prstGeom>
            <a:noFill/>
            <a:ln cap="sq" cmpd="sng" w="12700">
              <a:solidFill>
                <a:srgbClr val="231F20"/>
              </a:solidFill>
              <a:prstDash val="solid"/>
              <a:round/>
              <a:headEnd len="sm" w="sm" type="none"/>
              <a:tailEnd len="sm" w="sm" type="none"/>
            </a:ln>
          </p:spPr>
        </p:cxnSp>
        <p:sp>
          <p:nvSpPr>
            <p:cNvPr id="1513" name="Google Shape;1513;p130"/>
            <p:cNvSpPr/>
            <p:nvPr/>
          </p:nvSpPr>
          <p:spPr>
            <a:xfrm>
              <a:off x="6895934" y="2554029"/>
              <a:ext cx="130200" cy="1356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1480" name="Google Shape;1480;p130"/>
            <p:cNvSpPr/>
            <p:nvPr/>
          </p:nvSpPr>
          <p:spPr>
            <a:xfrm>
              <a:off x="7545392" y="2418369"/>
              <a:ext cx="130200" cy="1356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cxnSp>
          <p:nvCxnSpPr>
            <p:cNvPr id="1514" name="Google Shape;1514;p130"/>
            <p:cNvCxnSpPr/>
            <p:nvPr/>
          </p:nvCxnSpPr>
          <p:spPr>
            <a:xfrm rot="10800000">
              <a:off x="7957488" y="2473556"/>
              <a:ext cx="0" cy="2660100"/>
            </a:xfrm>
            <a:prstGeom prst="straightConnector1">
              <a:avLst/>
            </a:prstGeom>
            <a:noFill/>
            <a:ln cap="sq" cmpd="sng" w="12700">
              <a:solidFill>
                <a:srgbClr val="231F20"/>
              </a:solidFill>
              <a:prstDash val="solid"/>
              <a:round/>
              <a:headEnd len="sm" w="sm" type="none"/>
              <a:tailEnd len="sm" w="sm" type="none"/>
            </a:ln>
          </p:spPr>
        </p:cxnSp>
        <p:sp>
          <p:nvSpPr>
            <p:cNvPr id="1515" name="Google Shape;1515;p130"/>
            <p:cNvSpPr/>
            <p:nvPr/>
          </p:nvSpPr>
          <p:spPr>
            <a:xfrm>
              <a:off x="7901885" y="2337877"/>
              <a:ext cx="130200" cy="1356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1516" name="Google Shape;1516;p130"/>
            <p:cNvSpPr/>
            <p:nvPr/>
          </p:nvSpPr>
          <p:spPr>
            <a:xfrm>
              <a:off x="8252912" y="2232233"/>
              <a:ext cx="130200" cy="135600"/>
            </a:xfrm>
            <a:prstGeom prst="rect">
              <a:avLst/>
            </a:prstGeom>
            <a:solidFill>
              <a:srgbClr val="01B27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cxnSp>
          <p:nvCxnSpPr>
            <p:cNvPr id="1517" name="Google Shape;1517;p130"/>
            <p:cNvCxnSpPr/>
            <p:nvPr/>
          </p:nvCxnSpPr>
          <p:spPr>
            <a:xfrm rot="10800000">
              <a:off x="8628269" y="1599858"/>
              <a:ext cx="0" cy="498300"/>
            </a:xfrm>
            <a:prstGeom prst="straightConnector1">
              <a:avLst/>
            </a:prstGeom>
            <a:noFill/>
            <a:ln cap="sq" cmpd="sng" w="12700">
              <a:solidFill>
                <a:srgbClr val="231F20"/>
              </a:solidFill>
              <a:prstDash val="solid"/>
              <a:round/>
              <a:headEnd len="sm" w="sm" type="none"/>
              <a:tailEnd len="sm" w="sm" type="none"/>
            </a:ln>
          </p:spPr>
        </p:cxnSp>
        <p:sp>
          <p:nvSpPr>
            <p:cNvPr id="1518" name="Google Shape;1518;p130"/>
            <p:cNvSpPr/>
            <p:nvPr/>
          </p:nvSpPr>
          <p:spPr>
            <a:xfrm>
              <a:off x="8563122" y="2098158"/>
              <a:ext cx="130200" cy="1356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cxnSp>
          <p:nvCxnSpPr>
            <p:cNvPr id="1519" name="Google Shape;1519;p130"/>
            <p:cNvCxnSpPr/>
            <p:nvPr/>
          </p:nvCxnSpPr>
          <p:spPr>
            <a:xfrm>
              <a:off x="8962123" y="2107314"/>
              <a:ext cx="0" cy="2240400"/>
            </a:xfrm>
            <a:prstGeom prst="straightConnector1">
              <a:avLst/>
            </a:prstGeom>
            <a:noFill/>
            <a:ln cap="sq" cmpd="sng" w="12700">
              <a:solidFill>
                <a:srgbClr val="231F20"/>
              </a:solidFill>
              <a:prstDash val="solid"/>
              <a:round/>
              <a:headEnd len="sm" w="sm" type="none"/>
              <a:tailEnd len="sm" w="sm" type="none"/>
            </a:ln>
          </p:spPr>
        </p:cxnSp>
        <p:sp>
          <p:nvSpPr>
            <p:cNvPr id="1520" name="Google Shape;1520;p130"/>
            <p:cNvSpPr/>
            <p:nvPr/>
          </p:nvSpPr>
          <p:spPr>
            <a:xfrm>
              <a:off x="8896975" y="1971654"/>
              <a:ext cx="130200" cy="135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1521" name="Google Shape;1521;p130"/>
            <p:cNvSpPr txBox="1"/>
            <p:nvPr/>
          </p:nvSpPr>
          <p:spPr>
            <a:xfrm>
              <a:off x="9873206" y="2853795"/>
              <a:ext cx="1908900" cy="528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2024</a:t>
              </a:r>
              <a:endParaRPr/>
            </a:p>
            <a:p>
              <a:pPr indent="0" lvl="0" marL="0" marR="0" rtl="0" algn="l">
                <a:lnSpc>
                  <a:spcPct val="110000"/>
                </a:lnSpc>
                <a:spcBef>
                  <a:spcPts val="150"/>
                </a:spcBef>
                <a:spcAft>
                  <a:spcPts val="0"/>
                </a:spcAft>
                <a:buClr>
                  <a:srgbClr val="231F20"/>
                </a:buClr>
                <a:buSzPts val="750"/>
                <a:buFont typeface="Arial"/>
                <a:buNone/>
              </a:pPr>
              <a:r>
                <a:rPr i="0" lang="en-US" sz="750" u="none" cap="none" strike="noStrike">
                  <a:solidFill>
                    <a:srgbClr val="231F20"/>
                  </a:solidFill>
                  <a:latin typeface="Arial"/>
                  <a:ea typeface="Arial"/>
                  <a:cs typeface="Arial"/>
                  <a:sym typeface="Arial"/>
                </a:rPr>
                <a:t>Acquired </a:t>
              </a:r>
              <a:r>
                <a:rPr lang="en-US" sz="750">
                  <a:solidFill>
                    <a:srgbClr val="231F20"/>
                  </a:solidFill>
                  <a:latin typeface="Arial"/>
                  <a:ea typeface="Arial"/>
                  <a:cs typeface="Arial"/>
                  <a:sym typeface="Arial"/>
                </a:rPr>
                <a:t>Leonardo, Strativity Group, Endeavor, Consulting Group and Interpres Security</a:t>
              </a:r>
              <a:endParaRPr/>
            </a:p>
          </p:txBody>
        </p:sp>
        <p:cxnSp>
          <p:nvCxnSpPr>
            <p:cNvPr id="1522" name="Google Shape;1522;p130"/>
            <p:cNvCxnSpPr/>
            <p:nvPr/>
          </p:nvCxnSpPr>
          <p:spPr>
            <a:xfrm rot="10800000">
              <a:off x="9933844" y="1475689"/>
              <a:ext cx="0" cy="1343700"/>
            </a:xfrm>
            <a:prstGeom prst="straightConnector1">
              <a:avLst/>
            </a:prstGeom>
            <a:noFill/>
            <a:ln cap="sq" cmpd="sng" w="12700">
              <a:solidFill>
                <a:srgbClr val="231F20"/>
              </a:solidFill>
              <a:prstDash val="solid"/>
              <a:round/>
              <a:headEnd len="sm" w="sm" type="none"/>
              <a:tailEnd len="sm" w="sm" type="none"/>
            </a:ln>
          </p:spPr>
        </p:cxnSp>
        <p:sp>
          <p:nvSpPr>
            <p:cNvPr id="1523" name="Google Shape;1523;p130"/>
            <p:cNvSpPr/>
            <p:nvPr/>
          </p:nvSpPr>
          <p:spPr>
            <a:xfrm>
              <a:off x="9868697" y="1383248"/>
              <a:ext cx="130200" cy="1356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cxnSp>
          <p:nvCxnSpPr>
            <p:cNvPr id="1524" name="Google Shape;1524;p130"/>
            <p:cNvCxnSpPr/>
            <p:nvPr/>
          </p:nvCxnSpPr>
          <p:spPr>
            <a:xfrm rot="10800000">
              <a:off x="10319618" y="1232258"/>
              <a:ext cx="0" cy="488700"/>
            </a:xfrm>
            <a:prstGeom prst="straightConnector1">
              <a:avLst/>
            </a:prstGeom>
            <a:noFill/>
            <a:ln cap="sq" cmpd="sng" w="12700">
              <a:solidFill>
                <a:srgbClr val="231F20"/>
              </a:solidFill>
              <a:prstDash val="solid"/>
              <a:round/>
              <a:headEnd len="sm" w="sm" type="none"/>
              <a:tailEnd len="sm" w="sm" type="none"/>
            </a:ln>
          </p:spPr>
        </p:cxnSp>
        <p:sp>
          <p:nvSpPr>
            <p:cNvPr id="1525" name="Google Shape;1525;p130"/>
            <p:cNvSpPr/>
            <p:nvPr/>
          </p:nvSpPr>
          <p:spPr>
            <a:xfrm>
              <a:off x="10254471" y="1096580"/>
              <a:ext cx="130200" cy="1356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sp>
          <p:nvSpPr>
            <p:cNvPr id="1526" name="Google Shape;1526;p130"/>
            <p:cNvSpPr txBox="1"/>
            <p:nvPr/>
          </p:nvSpPr>
          <p:spPr>
            <a:xfrm>
              <a:off x="10277563" y="1744611"/>
              <a:ext cx="1640400" cy="80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2025</a:t>
              </a:r>
              <a:endParaRPr/>
            </a:p>
            <a:p>
              <a:pPr indent="-89154" lvl="0" marL="89154" marR="0" rtl="0" algn="l">
                <a:lnSpc>
                  <a:spcPct val="110000"/>
                </a:lnSpc>
                <a:spcBef>
                  <a:spcPts val="150"/>
                </a:spcBef>
                <a:spcAft>
                  <a:spcPts val="0"/>
                </a:spcAft>
                <a:buClr>
                  <a:srgbClr val="231F20"/>
                </a:buClr>
                <a:buSzPts val="750"/>
                <a:buFont typeface="Arial"/>
                <a:buChar char="•"/>
              </a:pPr>
              <a:r>
                <a:rPr b="1" lang="en-US" sz="750">
                  <a:solidFill>
                    <a:srgbClr val="231F20"/>
                  </a:solidFill>
                  <a:latin typeface="Arial"/>
                  <a:ea typeface="Arial"/>
                  <a:cs typeface="Arial"/>
                  <a:sym typeface="Arial"/>
                </a:rPr>
                <a:t>Majority stake in Italdesign</a:t>
              </a:r>
              <a:endParaRPr/>
            </a:p>
            <a:p>
              <a:pPr indent="-89154" lvl="0" marL="89154" marR="0" rtl="0" algn="l">
                <a:lnSpc>
                  <a:spcPct val="110000"/>
                </a:lnSpc>
                <a:spcBef>
                  <a:spcPts val="75"/>
                </a:spcBef>
                <a:spcAft>
                  <a:spcPts val="0"/>
                </a:spcAft>
                <a:buClr>
                  <a:srgbClr val="231F20"/>
                </a:buClr>
                <a:buSzPts val="750"/>
                <a:buFont typeface="Arial"/>
                <a:buChar char="•"/>
              </a:pPr>
              <a:r>
                <a:rPr b="1" lang="en-US" sz="750">
                  <a:solidFill>
                    <a:srgbClr val="231F20"/>
                  </a:solidFill>
                  <a:latin typeface="Arial"/>
                  <a:ea typeface="Arial"/>
                  <a:cs typeface="Arial"/>
                  <a:sym typeface="Arial"/>
                </a:rPr>
                <a:t>Acquired Modus </a:t>
              </a:r>
              <a:endParaRPr/>
            </a:p>
            <a:p>
              <a:pPr indent="-89154" lvl="0" marL="89154" marR="0" rtl="0" algn="l">
                <a:lnSpc>
                  <a:spcPct val="110000"/>
                </a:lnSpc>
                <a:spcBef>
                  <a:spcPts val="75"/>
                </a:spcBef>
                <a:spcAft>
                  <a:spcPts val="0"/>
                </a:spcAft>
                <a:buClr>
                  <a:srgbClr val="231F20"/>
                </a:buClr>
                <a:buSzPts val="750"/>
                <a:buFont typeface="Arial"/>
                <a:buChar char="•"/>
              </a:pPr>
              <a:r>
                <a:rPr b="1" lang="en-US" sz="750">
                  <a:solidFill>
                    <a:srgbClr val="231F20"/>
                  </a:solidFill>
                  <a:latin typeface="Arial"/>
                  <a:ea typeface="Arial"/>
                  <a:cs typeface="Arial"/>
                  <a:sym typeface="Arial"/>
                </a:rPr>
                <a:t>Semicon manufacturing </a:t>
              </a:r>
              <a:br>
                <a:rPr b="1" lang="en-US" sz="750">
                  <a:solidFill>
                    <a:srgbClr val="231F20"/>
                  </a:solidFill>
                  <a:latin typeface="Arial"/>
                  <a:ea typeface="Arial"/>
                  <a:cs typeface="Arial"/>
                  <a:sym typeface="Arial"/>
                </a:rPr>
              </a:br>
              <a:r>
                <a:rPr b="1" lang="en-US" sz="750">
                  <a:solidFill>
                    <a:srgbClr val="231F20"/>
                  </a:solidFill>
                  <a:latin typeface="Arial"/>
                  <a:ea typeface="Arial"/>
                  <a:cs typeface="Arial"/>
                  <a:sym typeface="Arial"/>
                </a:rPr>
                <a:t>JV with Kaynes Semicon</a:t>
              </a:r>
              <a:endParaRPr/>
            </a:p>
          </p:txBody>
        </p:sp>
        <p:grpSp>
          <p:nvGrpSpPr>
            <p:cNvPr id="1527" name="Google Shape;1527;p130"/>
            <p:cNvGrpSpPr/>
            <p:nvPr/>
          </p:nvGrpSpPr>
          <p:grpSpPr>
            <a:xfrm>
              <a:off x="10027616" y="4864524"/>
              <a:ext cx="1801200" cy="1141500"/>
              <a:chOff x="10086044" y="4843757"/>
              <a:chExt cx="1801200" cy="1141500"/>
            </a:xfrm>
          </p:grpSpPr>
          <p:sp>
            <p:nvSpPr>
              <p:cNvPr id="1528" name="Google Shape;1528;p130"/>
              <p:cNvSpPr/>
              <p:nvPr/>
            </p:nvSpPr>
            <p:spPr>
              <a:xfrm>
                <a:off x="10086044" y="4843757"/>
                <a:ext cx="1801200" cy="11415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grpSp>
            <p:nvGrpSpPr>
              <p:cNvPr id="1529" name="Google Shape;1529;p130"/>
              <p:cNvGrpSpPr/>
              <p:nvPr/>
            </p:nvGrpSpPr>
            <p:grpSpPr>
              <a:xfrm>
                <a:off x="10299557" y="5015198"/>
                <a:ext cx="1294169" cy="267900"/>
                <a:chOff x="10377348" y="4992493"/>
                <a:chExt cx="1294169" cy="267900"/>
              </a:xfrm>
            </p:grpSpPr>
            <p:sp>
              <p:nvSpPr>
                <p:cNvPr id="1530" name="Google Shape;1530;p130"/>
                <p:cNvSpPr txBox="1"/>
                <p:nvPr/>
              </p:nvSpPr>
              <p:spPr>
                <a:xfrm>
                  <a:off x="10540817" y="4992493"/>
                  <a:ext cx="1130700" cy="267900"/>
                </a:xfrm>
                <a:prstGeom prst="rect">
                  <a:avLst/>
                </a:prstGeom>
                <a:noFill/>
                <a:ln>
                  <a:noFill/>
                </a:ln>
              </p:spPr>
              <p:txBody>
                <a:bodyPr anchorCtr="0" anchor="t" bIns="18275" lIns="0" spcFirstLastPara="1" rIns="0" wrap="square" tIns="18275">
                  <a:spAutoFit/>
                </a:bodyPr>
                <a:lstStyle/>
                <a:p>
                  <a:pPr indent="0" lvl="0" marL="0" marR="0" rtl="0" algn="l">
                    <a:lnSpc>
                      <a:spcPct val="100000"/>
                    </a:lnSpc>
                    <a:spcBef>
                      <a:spcPts val="0"/>
                    </a:spcBef>
                    <a:spcAft>
                      <a:spcPts val="0"/>
                    </a:spcAft>
                    <a:buClr>
                      <a:srgbClr val="171616"/>
                    </a:buClr>
                    <a:buSzPts val="750"/>
                    <a:buFont typeface="Arial"/>
                    <a:buNone/>
                  </a:pPr>
                  <a:r>
                    <a:rPr b="0" i="0" lang="en-US" sz="750" u="none" cap="none" strike="noStrike">
                      <a:solidFill>
                        <a:srgbClr val="171616"/>
                      </a:solidFill>
                      <a:latin typeface="Arial"/>
                      <a:ea typeface="Arial"/>
                      <a:cs typeface="Arial"/>
                      <a:sym typeface="Arial"/>
                    </a:rPr>
                    <a:t>Corporate milestones</a:t>
                  </a:r>
                  <a:endParaRPr b="0" i="0" sz="750" u="none" cap="none" strike="noStrike">
                    <a:solidFill>
                      <a:srgbClr val="171616"/>
                    </a:solidFill>
                    <a:latin typeface="Arial"/>
                    <a:ea typeface="Arial"/>
                    <a:cs typeface="Arial"/>
                    <a:sym typeface="Arial"/>
                  </a:endParaRPr>
                </a:p>
              </p:txBody>
            </p:sp>
            <p:sp>
              <p:nvSpPr>
                <p:cNvPr id="1531" name="Google Shape;1531;p130"/>
                <p:cNvSpPr/>
                <p:nvPr/>
              </p:nvSpPr>
              <p:spPr>
                <a:xfrm>
                  <a:off x="10377348" y="5037611"/>
                  <a:ext cx="100500" cy="1005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200">
                    <a:solidFill>
                      <a:schemeClr val="lt1"/>
                    </a:solidFill>
                    <a:latin typeface="Arial"/>
                    <a:ea typeface="Arial"/>
                    <a:cs typeface="Arial"/>
                    <a:sym typeface="Arial"/>
                  </a:endParaRPr>
                </a:p>
              </p:txBody>
            </p:sp>
          </p:grpSp>
          <p:grpSp>
            <p:nvGrpSpPr>
              <p:cNvPr id="1532" name="Google Shape;1532;p130"/>
              <p:cNvGrpSpPr/>
              <p:nvPr/>
            </p:nvGrpSpPr>
            <p:grpSpPr>
              <a:xfrm>
                <a:off x="10299557" y="5223595"/>
                <a:ext cx="642269" cy="267900"/>
                <a:chOff x="10377348" y="5265668"/>
                <a:chExt cx="642269" cy="267900"/>
              </a:xfrm>
            </p:grpSpPr>
            <p:sp>
              <p:nvSpPr>
                <p:cNvPr id="1533" name="Google Shape;1533;p130"/>
                <p:cNvSpPr txBox="1"/>
                <p:nvPr/>
              </p:nvSpPr>
              <p:spPr>
                <a:xfrm>
                  <a:off x="10540817" y="5265668"/>
                  <a:ext cx="478800" cy="267900"/>
                </a:xfrm>
                <a:prstGeom prst="rect">
                  <a:avLst/>
                </a:prstGeom>
                <a:noFill/>
                <a:ln>
                  <a:noFill/>
                </a:ln>
              </p:spPr>
              <p:txBody>
                <a:bodyPr anchorCtr="0" anchor="t" bIns="18275" lIns="0" spcFirstLastPara="1" rIns="0" wrap="square" tIns="18275">
                  <a:spAutoFit/>
                </a:bodyPr>
                <a:lstStyle/>
                <a:p>
                  <a:pPr indent="0" lvl="0" marL="0" marR="0" rtl="0" algn="l">
                    <a:lnSpc>
                      <a:spcPct val="100000"/>
                    </a:lnSpc>
                    <a:spcBef>
                      <a:spcPts val="0"/>
                    </a:spcBef>
                    <a:spcAft>
                      <a:spcPts val="0"/>
                    </a:spcAft>
                    <a:buClr>
                      <a:srgbClr val="171616"/>
                    </a:buClr>
                    <a:buSzPts val="750"/>
                    <a:buFont typeface="Arial"/>
                    <a:buNone/>
                  </a:pPr>
                  <a:r>
                    <a:rPr b="0" i="0" lang="en-US" sz="750" u="none" cap="none" strike="noStrike">
                      <a:solidFill>
                        <a:srgbClr val="171616"/>
                      </a:solidFill>
                      <a:latin typeface="Arial"/>
                      <a:ea typeface="Arial"/>
                      <a:cs typeface="Arial"/>
                      <a:sym typeface="Arial"/>
                    </a:rPr>
                    <a:t>Offerings</a:t>
                  </a:r>
                  <a:endParaRPr b="0" i="0" sz="750" u="none" cap="none" strike="noStrike">
                    <a:solidFill>
                      <a:srgbClr val="171616"/>
                    </a:solidFill>
                    <a:latin typeface="Arial"/>
                    <a:ea typeface="Arial"/>
                    <a:cs typeface="Arial"/>
                    <a:sym typeface="Arial"/>
                  </a:endParaRPr>
                </a:p>
              </p:txBody>
            </p:sp>
            <p:sp>
              <p:nvSpPr>
                <p:cNvPr id="1534" name="Google Shape;1534;p130"/>
                <p:cNvSpPr/>
                <p:nvPr/>
              </p:nvSpPr>
              <p:spPr>
                <a:xfrm>
                  <a:off x="10377348" y="5310786"/>
                  <a:ext cx="100500" cy="1005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200">
                    <a:solidFill>
                      <a:schemeClr val="lt1"/>
                    </a:solidFill>
                    <a:latin typeface="Arial"/>
                    <a:ea typeface="Arial"/>
                    <a:cs typeface="Arial"/>
                    <a:sym typeface="Arial"/>
                  </a:endParaRPr>
                </a:p>
              </p:txBody>
            </p:sp>
          </p:grpSp>
          <p:grpSp>
            <p:nvGrpSpPr>
              <p:cNvPr id="1535" name="Google Shape;1535;p130"/>
              <p:cNvGrpSpPr/>
              <p:nvPr/>
            </p:nvGrpSpPr>
            <p:grpSpPr>
              <a:xfrm>
                <a:off x="10299557" y="5431992"/>
                <a:ext cx="729869" cy="267900"/>
                <a:chOff x="10377348" y="5538843"/>
                <a:chExt cx="729869" cy="267900"/>
              </a:xfrm>
            </p:grpSpPr>
            <p:sp>
              <p:nvSpPr>
                <p:cNvPr id="1536" name="Google Shape;1536;p130"/>
                <p:cNvSpPr txBox="1"/>
                <p:nvPr/>
              </p:nvSpPr>
              <p:spPr>
                <a:xfrm>
                  <a:off x="10540817" y="5538843"/>
                  <a:ext cx="566400" cy="267900"/>
                </a:xfrm>
                <a:prstGeom prst="rect">
                  <a:avLst/>
                </a:prstGeom>
                <a:noFill/>
                <a:ln>
                  <a:noFill/>
                </a:ln>
              </p:spPr>
              <p:txBody>
                <a:bodyPr anchorCtr="0" anchor="t" bIns="18275" lIns="0" spcFirstLastPara="1" rIns="0" wrap="square" tIns="18275">
                  <a:spAutoFit/>
                </a:bodyPr>
                <a:lstStyle/>
                <a:p>
                  <a:pPr indent="0" lvl="0" marL="0" marR="0" rtl="0" algn="l">
                    <a:lnSpc>
                      <a:spcPct val="100000"/>
                    </a:lnSpc>
                    <a:spcBef>
                      <a:spcPts val="0"/>
                    </a:spcBef>
                    <a:spcAft>
                      <a:spcPts val="0"/>
                    </a:spcAft>
                    <a:buClr>
                      <a:srgbClr val="171616"/>
                    </a:buClr>
                    <a:buSzPts val="750"/>
                    <a:buFont typeface="Arial"/>
                    <a:buNone/>
                  </a:pPr>
                  <a:r>
                    <a:rPr b="0" i="0" lang="en-US" sz="750" u="none" cap="none" strike="noStrike">
                      <a:solidFill>
                        <a:srgbClr val="171616"/>
                      </a:solidFill>
                      <a:latin typeface="Arial"/>
                      <a:ea typeface="Arial"/>
                      <a:cs typeface="Arial"/>
                      <a:sym typeface="Arial"/>
                    </a:rPr>
                    <a:t>Employees</a:t>
                  </a:r>
                  <a:endParaRPr b="0" i="0" sz="750" u="none" cap="none" strike="noStrike">
                    <a:solidFill>
                      <a:srgbClr val="171616"/>
                    </a:solidFill>
                    <a:latin typeface="Arial"/>
                    <a:ea typeface="Arial"/>
                    <a:cs typeface="Arial"/>
                    <a:sym typeface="Arial"/>
                  </a:endParaRPr>
                </a:p>
              </p:txBody>
            </p:sp>
            <p:sp>
              <p:nvSpPr>
                <p:cNvPr id="1537" name="Google Shape;1537;p130"/>
                <p:cNvSpPr/>
                <p:nvPr/>
              </p:nvSpPr>
              <p:spPr>
                <a:xfrm>
                  <a:off x="10377348" y="5583961"/>
                  <a:ext cx="100500" cy="1005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200">
                    <a:solidFill>
                      <a:schemeClr val="lt1"/>
                    </a:solidFill>
                    <a:latin typeface="Arial"/>
                    <a:ea typeface="Arial"/>
                    <a:cs typeface="Arial"/>
                    <a:sym typeface="Arial"/>
                  </a:endParaRPr>
                </a:p>
              </p:txBody>
            </p:sp>
          </p:grpSp>
          <p:grpSp>
            <p:nvGrpSpPr>
              <p:cNvPr id="1538" name="Google Shape;1538;p130"/>
              <p:cNvGrpSpPr/>
              <p:nvPr/>
            </p:nvGrpSpPr>
            <p:grpSpPr>
              <a:xfrm>
                <a:off x="10299557" y="5640390"/>
                <a:ext cx="1022669" cy="267900"/>
                <a:chOff x="10377348" y="5819712"/>
                <a:chExt cx="1022669" cy="267900"/>
              </a:xfrm>
            </p:grpSpPr>
            <p:sp>
              <p:nvSpPr>
                <p:cNvPr id="1539" name="Google Shape;1539;p130"/>
                <p:cNvSpPr txBox="1"/>
                <p:nvPr/>
              </p:nvSpPr>
              <p:spPr>
                <a:xfrm>
                  <a:off x="10540817" y="5819712"/>
                  <a:ext cx="859200" cy="267900"/>
                </a:xfrm>
                <a:prstGeom prst="rect">
                  <a:avLst/>
                </a:prstGeom>
                <a:noFill/>
                <a:ln>
                  <a:noFill/>
                </a:ln>
              </p:spPr>
              <p:txBody>
                <a:bodyPr anchorCtr="0" anchor="t" bIns="18275" lIns="0" spcFirstLastPara="1" rIns="0" wrap="square" tIns="18275">
                  <a:spAutoFit/>
                </a:bodyPr>
                <a:lstStyle/>
                <a:p>
                  <a:pPr indent="0" lvl="0" marL="0" marR="0" rtl="0" algn="l">
                    <a:lnSpc>
                      <a:spcPct val="100000"/>
                    </a:lnSpc>
                    <a:spcBef>
                      <a:spcPts val="0"/>
                    </a:spcBef>
                    <a:spcAft>
                      <a:spcPts val="0"/>
                    </a:spcAft>
                    <a:buClr>
                      <a:srgbClr val="171616"/>
                    </a:buClr>
                    <a:buSzPts val="750"/>
                    <a:buFont typeface="Arial"/>
                    <a:buNone/>
                  </a:pPr>
                  <a:r>
                    <a:rPr b="0" i="0" lang="en-US" sz="750" u="none" cap="none" strike="noStrike">
                      <a:solidFill>
                        <a:srgbClr val="171616"/>
                      </a:solidFill>
                      <a:latin typeface="Arial"/>
                      <a:ea typeface="Arial"/>
                      <a:cs typeface="Arial"/>
                      <a:sym typeface="Arial"/>
                    </a:rPr>
                    <a:t>Annual Revenue</a:t>
                  </a:r>
                  <a:endParaRPr b="0" i="0" sz="750" u="none" cap="none" strike="noStrike">
                    <a:solidFill>
                      <a:srgbClr val="171616"/>
                    </a:solidFill>
                    <a:latin typeface="Arial"/>
                    <a:ea typeface="Arial"/>
                    <a:cs typeface="Arial"/>
                    <a:sym typeface="Arial"/>
                  </a:endParaRPr>
                </a:p>
              </p:txBody>
            </p:sp>
            <p:sp>
              <p:nvSpPr>
                <p:cNvPr id="1540" name="Google Shape;1540;p130"/>
                <p:cNvSpPr/>
                <p:nvPr/>
              </p:nvSpPr>
              <p:spPr>
                <a:xfrm>
                  <a:off x="10377348" y="5864830"/>
                  <a:ext cx="100500" cy="1005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200">
                    <a:solidFill>
                      <a:schemeClr val="lt1"/>
                    </a:solidFill>
                    <a:latin typeface="Arial"/>
                    <a:ea typeface="Arial"/>
                    <a:cs typeface="Arial"/>
                    <a:sym typeface="Arial"/>
                  </a:endParaRPr>
                </a:p>
              </p:txBody>
            </p:sp>
          </p:grpSp>
        </p:grpSp>
        <p:sp>
          <p:nvSpPr>
            <p:cNvPr id="1541" name="Google Shape;1541;p130"/>
            <p:cNvSpPr txBox="1"/>
            <p:nvPr/>
          </p:nvSpPr>
          <p:spPr>
            <a:xfrm>
              <a:off x="10620155" y="1068657"/>
              <a:ext cx="1211400" cy="528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231F20"/>
                </a:buClr>
                <a:buSzPts val="825"/>
                <a:buFont typeface="Arial"/>
                <a:buNone/>
              </a:pPr>
              <a:r>
                <a:rPr b="1" i="0" lang="en-US" sz="825" u="none" cap="none" strike="noStrike">
                  <a:solidFill>
                    <a:srgbClr val="231F20"/>
                  </a:solidFill>
                  <a:latin typeface="Arial"/>
                  <a:ea typeface="Arial"/>
                  <a:cs typeface="Arial"/>
                  <a:sym typeface="Arial"/>
                </a:rPr>
                <a:t>2025</a:t>
              </a:r>
              <a:endParaRPr/>
            </a:p>
            <a:p>
              <a:pPr indent="0" lvl="0" marL="0" marR="0" rtl="0" algn="l">
                <a:lnSpc>
                  <a:spcPct val="110000"/>
                </a:lnSpc>
                <a:spcBef>
                  <a:spcPts val="150"/>
                </a:spcBef>
                <a:spcAft>
                  <a:spcPts val="0"/>
                </a:spcAft>
                <a:buNone/>
              </a:pPr>
              <a:r>
                <a:rPr b="1" lang="en-US" sz="750">
                  <a:solidFill>
                    <a:schemeClr val="dk1"/>
                  </a:solidFill>
                  <a:latin typeface="Arial"/>
                  <a:ea typeface="Arial"/>
                  <a:cs typeface="Arial"/>
                  <a:sym typeface="Arial"/>
                </a:rPr>
                <a:t>Trained 25,000+ </a:t>
              </a:r>
              <a:br>
                <a:rPr b="1" lang="en-US" sz="750">
                  <a:solidFill>
                    <a:schemeClr val="dk1"/>
                  </a:solidFill>
                  <a:latin typeface="Arial"/>
                  <a:ea typeface="Arial"/>
                  <a:cs typeface="Arial"/>
                  <a:sym typeface="Arial"/>
                </a:rPr>
              </a:br>
              <a:r>
                <a:rPr b="1" lang="en-US" sz="750">
                  <a:solidFill>
                    <a:schemeClr val="dk1"/>
                  </a:solidFill>
                  <a:latin typeface="Arial"/>
                  <a:ea typeface="Arial"/>
                  <a:cs typeface="Arial"/>
                  <a:sym typeface="Arial"/>
                </a:rPr>
                <a:t>employees in Gen AI</a:t>
              </a:r>
              <a:endParaRPr/>
            </a:p>
          </p:txBody>
        </p:sp>
        <p:cxnSp>
          <p:nvCxnSpPr>
            <p:cNvPr id="1542" name="Google Shape;1542;p130"/>
            <p:cNvCxnSpPr/>
            <p:nvPr/>
          </p:nvCxnSpPr>
          <p:spPr>
            <a:xfrm rot="10800000">
              <a:off x="10657755" y="941850"/>
              <a:ext cx="0" cy="105900"/>
            </a:xfrm>
            <a:prstGeom prst="straightConnector1">
              <a:avLst/>
            </a:prstGeom>
            <a:noFill/>
            <a:ln cap="sq" cmpd="sng" w="12700">
              <a:solidFill>
                <a:srgbClr val="231F20"/>
              </a:solidFill>
              <a:prstDash val="solid"/>
              <a:round/>
              <a:headEnd len="sm" w="sm" type="none"/>
              <a:tailEnd len="sm" w="sm" type="none"/>
            </a:ln>
          </p:spPr>
        </p:cxnSp>
        <p:sp>
          <p:nvSpPr>
            <p:cNvPr id="1543" name="Google Shape;1543;p130"/>
            <p:cNvSpPr/>
            <p:nvPr/>
          </p:nvSpPr>
          <p:spPr>
            <a:xfrm>
              <a:off x="10593031" y="816784"/>
              <a:ext cx="130200" cy="1356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500">
                <a:solidFill>
                  <a:schemeClr val="lt1"/>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option 1" showMasterSp="0">
  <p:cSld name="Cover slide option 1">
    <p:spTree>
      <p:nvGrpSpPr>
        <p:cNvPr id="1544" name="Shape 1544"/>
        <p:cNvGrpSpPr/>
        <p:nvPr/>
      </p:nvGrpSpPr>
      <p:grpSpPr>
        <a:xfrm>
          <a:off x="0" y="0"/>
          <a:ext cx="0" cy="0"/>
          <a:chOff x="0" y="0"/>
          <a:chExt cx="0" cy="0"/>
        </a:xfrm>
      </p:grpSpPr>
      <p:sp>
        <p:nvSpPr>
          <p:cNvPr id="1545" name="Google Shape;1545;p131"/>
          <p:cNvSpPr/>
          <p:nvPr/>
        </p:nvSpPr>
        <p:spPr>
          <a:xfrm>
            <a:off x="891541" y="1234441"/>
            <a:ext cx="8252400" cy="5623500"/>
          </a:xfrm>
          <a:prstGeom prst="rect">
            <a:avLst/>
          </a:prstGeom>
          <a:solidFill>
            <a:srgbClr val="006E7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dk1"/>
              </a:solidFill>
              <a:latin typeface="Arial"/>
              <a:ea typeface="Arial"/>
              <a:cs typeface="Arial"/>
              <a:sym typeface="Arial"/>
            </a:endParaRPr>
          </a:p>
        </p:txBody>
      </p:sp>
      <p:sp>
        <p:nvSpPr>
          <p:cNvPr descr="UST" id="1546" name="Google Shape;1546;p131"/>
          <p:cNvSpPr/>
          <p:nvPr/>
        </p:nvSpPr>
        <p:spPr>
          <a:xfrm>
            <a:off x="273844" y="358775"/>
            <a:ext cx="548636" cy="809170"/>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547" name="Google Shape;1547;p131"/>
          <p:cNvSpPr txBox="1"/>
          <p:nvPr>
            <p:ph type="ctrTitle"/>
          </p:nvPr>
        </p:nvSpPr>
        <p:spPr>
          <a:xfrm>
            <a:off x="1276540" y="1585468"/>
            <a:ext cx="6515100" cy="21051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a:buNone/>
              <a:defRPr b="0" sz="36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8" name="Google Shape;1548;p131"/>
          <p:cNvSpPr txBox="1"/>
          <p:nvPr>
            <p:ph idx="1" type="subTitle"/>
          </p:nvPr>
        </p:nvSpPr>
        <p:spPr>
          <a:xfrm>
            <a:off x="1276540" y="3931920"/>
            <a:ext cx="6515100" cy="91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None/>
              <a:defRPr sz="180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1549" name="Google Shape;1549;p131"/>
          <p:cNvSpPr txBox="1"/>
          <p:nvPr>
            <p:ph idx="2" type="body"/>
          </p:nvPr>
        </p:nvSpPr>
        <p:spPr>
          <a:xfrm>
            <a:off x="1276539" y="5577840"/>
            <a:ext cx="6515100" cy="9144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lt1"/>
              </a:buClr>
              <a:buSzPts val="1200"/>
              <a:buFont typeface="Arial"/>
              <a:buNone/>
              <a:defRPr b="1" sz="1200">
                <a:solidFill>
                  <a:schemeClr val="lt1"/>
                </a:solidFill>
                <a:latin typeface="Arial"/>
                <a:ea typeface="Arial"/>
                <a:cs typeface="Arial"/>
                <a:sym typeface="Arial"/>
              </a:defRPr>
            </a:lvl1pPr>
            <a:lvl2pPr indent="-228600" lvl="1" marL="914400" algn="l">
              <a:lnSpc>
                <a:spcPct val="100000"/>
              </a:lnSpc>
              <a:spcBef>
                <a:spcPts val="0"/>
              </a:spcBef>
              <a:spcAft>
                <a:spcPts val="0"/>
              </a:spcAft>
              <a:buClr>
                <a:schemeClr val="lt1"/>
              </a:buClr>
              <a:buSzPts val="1200"/>
              <a:buFont typeface="Arial"/>
              <a:buNone/>
              <a:defRPr sz="1200">
                <a:solidFill>
                  <a:schemeClr val="lt1"/>
                </a:solidFill>
              </a:defRPr>
            </a:lvl2pPr>
            <a:lvl3pPr indent="-228600" lvl="2" marL="1371600" algn="l">
              <a:lnSpc>
                <a:spcPct val="100000"/>
              </a:lnSpc>
              <a:spcBef>
                <a:spcPts val="0"/>
              </a:spcBef>
              <a:spcAft>
                <a:spcPts val="0"/>
              </a:spcAft>
              <a:buClr>
                <a:schemeClr val="lt1"/>
              </a:buClr>
              <a:buSzPts val="1200"/>
              <a:buFont typeface="Arial"/>
              <a:buNone/>
              <a:defRPr sz="1200">
                <a:solidFill>
                  <a:schemeClr val="lt1"/>
                </a:solidFill>
              </a:defRPr>
            </a:lvl3pPr>
            <a:lvl4pPr indent="-228600" lvl="3" marL="1828800" algn="l">
              <a:lnSpc>
                <a:spcPct val="100000"/>
              </a:lnSpc>
              <a:spcBef>
                <a:spcPts val="0"/>
              </a:spcBef>
              <a:spcAft>
                <a:spcPts val="0"/>
              </a:spcAft>
              <a:buClr>
                <a:schemeClr val="lt1"/>
              </a:buClr>
              <a:buSzPts val="1200"/>
              <a:buFont typeface="Arial"/>
              <a:buNone/>
              <a:defRPr sz="1200">
                <a:solidFill>
                  <a:schemeClr val="lt1"/>
                </a:solidFill>
              </a:defRPr>
            </a:lvl4pPr>
            <a:lvl5pPr indent="-228600" lvl="4" marL="2286000" algn="l">
              <a:lnSpc>
                <a:spcPct val="100000"/>
              </a:lnSpc>
              <a:spcBef>
                <a:spcPts val="0"/>
              </a:spcBef>
              <a:spcAft>
                <a:spcPts val="0"/>
              </a:spcAft>
              <a:buClr>
                <a:schemeClr val="lt1"/>
              </a:buClr>
              <a:buSzPts val="1200"/>
              <a:buFont typeface="Arial"/>
              <a:buNone/>
              <a:defRPr sz="1200">
                <a:solidFill>
                  <a:schemeClr val="lt1"/>
                </a:solidFill>
              </a:defRPr>
            </a:lvl5pPr>
            <a:lvl6pPr indent="-228600" lvl="5" marL="2743200" algn="l">
              <a:lnSpc>
                <a:spcPct val="100000"/>
              </a:lnSpc>
              <a:spcBef>
                <a:spcPts val="0"/>
              </a:spcBef>
              <a:spcAft>
                <a:spcPts val="0"/>
              </a:spcAft>
              <a:buClr>
                <a:schemeClr val="lt1"/>
              </a:buClr>
              <a:buSzPts val="1200"/>
              <a:buFont typeface="Arial"/>
              <a:buNone/>
              <a:defRPr sz="1200">
                <a:solidFill>
                  <a:schemeClr val="lt1"/>
                </a:solidFill>
              </a:defRPr>
            </a:lvl6pPr>
            <a:lvl7pPr indent="-228600" lvl="6" marL="3200400" algn="l">
              <a:lnSpc>
                <a:spcPct val="100000"/>
              </a:lnSpc>
              <a:spcBef>
                <a:spcPts val="0"/>
              </a:spcBef>
              <a:spcAft>
                <a:spcPts val="0"/>
              </a:spcAft>
              <a:buClr>
                <a:schemeClr val="lt1"/>
              </a:buClr>
              <a:buSzPts val="1200"/>
              <a:buFont typeface="Arial"/>
              <a:buNone/>
              <a:defRPr sz="1200">
                <a:solidFill>
                  <a:schemeClr val="lt1"/>
                </a:solidFill>
              </a:defRPr>
            </a:lvl7pPr>
            <a:lvl8pPr indent="-228600" lvl="7" marL="3657600" algn="l">
              <a:lnSpc>
                <a:spcPct val="100000"/>
              </a:lnSpc>
              <a:spcBef>
                <a:spcPts val="0"/>
              </a:spcBef>
              <a:spcAft>
                <a:spcPts val="0"/>
              </a:spcAft>
              <a:buClr>
                <a:schemeClr val="lt1"/>
              </a:buClr>
              <a:buSzPts val="1200"/>
              <a:buFont typeface="Arial"/>
              <a:buNone/>
              <a:defRPr sz="1200">
                <a:solidFill>
                  <a:schemeClr val="lt1"/>
                </a:solidFill>
              </a:defRPr>
            </a:lvl8pPr>
            <a:lvl9pPr indent="-228600" lvl="8" marL="4114800" algn="l">
              <a:lnSpc>
                <a:spcPct val="100000"/>
              </a:lnSpc>
              <a:spcBef>
                <a:spcPts val="0"/>
              </a:spcBef>
              <a:spcAft>
                <a:spcPts val="0"/>
              </a:spcAft>
              <a:buClr>
                <a:schemeClr val="lt1"/>
              </a:buClr>
              <a:buSzPts val="1200"/>
              <a:buFont typeface="Arial"/>
              <a:buNone/>
              <a:defRPr sz="1200">
                <a:solidFill>
                  <a:schemeClr val="lt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6546">
          <p15:clr>
            <a:srgbClr val="FBAE40"/>
          </p15:clr>
        </p15:guide>
        <p15:guide id="3" orient="horz" pos="776">
          <p15:clr>
            <a:srgbClr val="FBAE40"/>
          </p15:clr>
        </p15:guide>
        <p15:guide id="4" pos="748">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option 2" showMasterSp="0">
  <p:cSld name="Cover slide option 2">
    <p:bg>
      <p:bgPr>
        <a:solidFill>
          <a:schemeClr val="lt1"/>
        </a:solidFill>
      </p:bgPr>
    </p:bg>
    <p:spTree>
      <p:nvGrpSpPr>
        <p:cNvPr id="1550" name="Shape 1550"/>
        <p:cNvGrpSpPr/>
        <p:nvPr/>
      </p:nvGrpSpPr>
      <p:grpSpPr>
        <a:xfrm>
          <a:off x="0" y="0"/>
          <a:ext cx="0" cy="0"/>
          <a:chOff x="0" y="0"/>
          <a:chExt cx="0" cy="0"/>
        </a:xfrm>
      </p:grpSpPr>
      <p:sp>
        <p:nvSpPr>
          <p:cNvPr id="1551" name="Google Shape;1551;p132"/>
          <p:cNvSpPr/>
          <p:nvPr/>
        </p:nvSpPr>
        <p:spPr>
          <a:xfrm>
            <a:off x="0" y="3840480"/>
            <a:ext cx="9144000" cy="3017400"/>
          </a:xfrm>
          <a:prstGeom prst="rect">
            <a:avLst/>
          </a:prstGeom>
          <a:solidFill>
            <a:srgbClr val="ECECE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dk1"/>
              </a:solidFill>
              <a:latin typeface="Arial"/>
              <a:ea typeface="Arial"/>
              <a:cs typeface="Arial"/>
              <a:sym typeface="Arial"/>
            </a:endParaRPr>
          </a:p>
        </p:txBody>
      </p:sp>
      <p:sp>
        <p:nvSpPr>
          <p:cNvPr descr="UST" id="1552" name="Google Shape;1552;p132"/>
          <p:cNvSpPr/>
          <p:nvPr/>
        </p:nvSpPr>
        <p:spPr>
          <a:xfrm>
            <a:off x="273844" y="358775"/>
            <a:ext cx="548636" cy="809170"/>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553" name="Google Shape;1553;p132"/>
          <p:cNvSpPr txBox="1"/>
          <p:nvPr>
            <p:ph type="ctrTitle"/>
          </p:nvPr>
        </p:nvSpPr>
        <p:spPr>
          <a:xfrm>
            <a:off x="891540" y="1234440"/>
            <a:ext cx="3874800" cy="2304300"/>
          </a:xfrm>
          <a:prstGeom prst="rect">
            <a:avLst/>
          </a:prstGeom>
          <a:solidFill>
            <a:srgbClr val="006E74"/>
          </a:solidFill>
          <a:ln>
            <a:noFill/>
          </a:ln>
        </p:spPr>
        <p:txBody>
          <a:bodyPr anchorCtr="0" anchor="t" bIns="274300" lIns="274300" spcFirstLastPara="1" rIns="274300" wrap="square" tIns="274300">
            <a:noAutofit/>
          </a:bodyPr>
          <a:lstStyle>
            <a:lvl1pPr lvl="0" algn="l">
              <a:lnSpc>
                <a:spcPct val="90000"/>
              </a:lnSpc>
              <a:spcBef>
                <a:spcPts val="0"/>
              </a:spcBef>
              <a:spcAft>
                <a:spcPts val="0"/>
              </a:spcAft>
              <a:buClr>
                <a:schemeClr val="lt1"/>
              </a:buClr>
              <a:buSzPts val="2400"/>
              <a:buFont typeface="Arial"/>
              <a:buNone/>
              <a:defRPr b="0" sz="24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4" name="Google Shape;1554;p132"/>
          <p:cNvSpPr txBox="1"/>
          <p:nvPr>
            <p:ph idx="1" type="subTitle"/>
          </p:nvPr>
        </p:nvSpPr>
        <p:spPr>
          <a:xfrm>
            <a:off x="891540" y="4114799"/>
            <a:ext cx="3874800" cy="685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500"/>
              <a:buNone/>
              <a:defRPr b="0" sz="1500">
                <a:solidFill>
                  <a:schemeClr val="dk1"/>
                </a:solidFill>
                <a:latin typeface="Arial"/>
                <a:ea typeface="Arial"/>
                <a:cs typeface="Arial"/>
                <a:sym typeface="Arial"/>
              </a:defRPr>
            </a:lvl1pPr>
            <a:lvl2pPr lvl="1" algn="l">
              <a:lnSpc>
                <a:spcPct val="100000"/>
              </a:lnSpc>
              <a:spcBef>
                <a:spcPts val="0"/>
              </a:spcBef>
              <a:spcAft>
                <a:spcPts val="0"/>
              </a:spcAft>
              <a:buClr>
                <a:schemeClr val="dk1"/>
              </a:buClr>
              <a:buSzPts val="1500"/>
              <a:buNone/>
              <a:defRPr sz="1500">
                <a:solidFill>
                  <a:schemeClr val="dk1"/>
                </a:solidFill>
              </a:defRPr>
            </a:lvl2pPr>
            <a:lvl3pPr lvl="2" algn="l">
              <a:lnSpc>
                <a:spcPct val="100000"/>
              </a:lnSpc>
              <a:spcBef>
                <a:spcPts val="0"/>
              </a:spcBef>
              <a:spcAft>
                <a:spcPts val="0"/>
              </a:spcAft>
              <a:buClr>
                <a:schemeClr val="dk1"/>
              </a:buClr>
              <a:buSzPts val="1500"/>
              <a:buNone/>
              <a:defRPr sz="1500">
                <a:solidFill>
                  <a:schemeClr val="dk1"/>
                </a:solidFill>
              </a:defRPr>
            </a:lvl3pPr>
            <a:lvl4pPr lvl="3" algn="l">
              <a:lnSpc>
                <a:spcPct val="100000"/>
              </a:lnSpc>
              <a:spcBef>
                <a:spcPts val="0"/>
              </a:spcBef>
              <a:spcAft>
                <a:spcPts val="0"/>
              </a:spcAft>
              <a:buClr>
                <a:schemeClr val="dk1"/>
              </a:buClr>
              <a:buSzPts val="1500"/>
              <a:buNone/>
              <a:defRPr sz="1500">
                <a:solidFill>
                  <a:schemeClr val="dk1"/>
                </a:solidFill>
              </a:defRPr>
            </a:lvl4pPr>
            <a:lvl5pPr lvl="4" algn="l">
              <a:lnSpc>
                <a:spcPct val="100000"/>
              </a:lnSpc>
              <a:spcBef>
                <a:spcPts val="0"/>
              </a:spcBef>
              <a:spcAft>
                <a:spcPts val="0"/>
              </a:spcAft>
              <a:buClr>
                <a:schemeClr val="dk1"/>
              </a:buClr>
              <a:buSzPts val="1500"/>
              <a:buNone/>
              <a:defRPr sz="1500">
                <a:solidFill>
                  <a:schemeClr val="dk1"/>
                </a:solidFill>
              </a:defRPr>
            </a:lvl5pPr>
            <a:lvl6pPr lvl="5" algn="l">
              <a:lnSpc>
                <a:spcPct val="100000"/>
              </a:lnSpc>
              <a:spcBef>
                <a:spcPts val="0"/>
              </a:spcBef>
              <a:spcAft>
                <a:spcPts val="0"/>
              </a:spcAft>
              <a:buClr>
                <a:schemeClr val="dk1"/>
              </a:buClr>
              <a:buSzPts val="1500"/>
              <a:buNone/>
              <a:defRPr sz="1500">
                <a:solidFill>
                  <a:schemeClr val="dk1"/>
                </a:solidFill>
              </a:defRPr>
            </a:lvl6pPr>
            <a:lvl7pPr lvl="6" algn="l">
              <a:lnSpc>
                <a:spcPct val="100000"/>
              </a:lnSpc>
              <a:spcBef>
                <a:spcPts val="0"/>
              </a:spcBef>
              <a:spcAft>
                <a:spcPts val="0"/>
              </a:spcAft>
              <a:buClr>
                <a:schemeClr val="dk1"/>
              </a:buClr>
              <a:buSzPts val="1500"/>
              <a:buNone/>
              <a:defRPr sz="1500">
                <a:solidFill>
                  <a:schemeClr val="dk1"/>
                </a:solidFill>
              </a:defRPr>
            </a:lvl7pPr>
            <a:lvl8pPr lvl="7" algn="l">
              <a:lnSpc>
                <a:spcPct val="100000"/>
              </a:lnSpc>
              <a:spcBef>
                <a:spcPts val="0"/>
              </a:spcBef>
              <a:spcAft>
                <a:spcPts val="0"/>
              </a:spcAft>
              <a:buClr>
                <a:schemeClr val="dk1"/>
              </a:buClr>
              <a:buSzPts val="1500"/>
              <a:buNone/>
              <a:defRPr sz="1500">
                <a:solidFill>
                  <a:schemeClr val="dk1"/>
                </a:solidFill>
              </a:defRPr>
            </a:lvl8pPr>
            <a:lvl9pPr lvl="8" algn="l">
              <a:lnSpc>
                <a:spcPct val="100000"/>
              </a:lnSpc>
              <a:spcBef>
                <a:spcPts val="0"/>
              </a:spcBef>
              <a:spcAft>
                <a:spcPts val="0"/>
              </a:spcAft>
              <a:buClr>
                <a:schemeClr val="dk1"/>
              </a:buClr>
              <a:buSzPts val="1500"/>
              <a:buNone/>
              <a:defRPr sz="1500">
                <a:solidFill>
                  <a:schemeClr val="dk1"/>
                </a:solidFill>
              </a:defRPr>
            </a:lvl9pPr>
          </a:lstStyle>
          <a:p/>
        </p:txBody>
      </p:sp>
      <p:sp>
        <p:nvSpPr>
          <p:cNvPr id="1555" name="Google Shape;1555;p132"/>
          <p:cNvSpPr txBox="1"/>
          <p:nvPr>
            <p:ph idx="2" type="body"/>
          </p:nvPr>
        </p:nvSpPr>
        <p:spPr>
          <a:xfrm>
            <a:off x="891540" y="5577840"/>
            <a:ext cx="3874800" cy="9144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solidFill>
                  <a:schemeClr val="dk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
        <p:nvSpPr>
          <p:cNvPr id="1556" name="Google Shape;1556;p132"/>
          <p:cNvSpPr/>
          <p:nvPr>
            <p:ph idx="3" type="pic"/>
          </p:nvPr>
        </p:nvSpPr>
        <p:spPr>
          <a:xfrm>
            <a:off x="4993005" y="2148840"/>
            <a:ext cx="3874800" cy="4343400"/>
          </a:xfrm>
          <a:prstGeom prst="rect">
            <a:avLst/>
          </a:prstGeom>
          <a:solidFill>
            <a:srgbClr val="D7E0E3"/>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option 4" showMasterSp="0">
  <p:cSld name="Cover slide option 4">
    <p:bg>
      <p:bgPr>
        <a:solidFill>
          <a:schemeClr val="lt1"/>
        </a:solidFill>
      </p:bgPr>
    </p:bg>
    <p:spTree>
      <p:nvGrpSpPr>
        <p:cNvPr id="1557" name="Shape 1557"/>
        <p:cNvGrpSpPr/>
        <p:nvPr/>
      </p:nvGrpSpPr>
      <p:grpSpPr>
        <a:xfrm>
          <a:off x="0" y="0"/>
          <a:ext cx="0" cy="0"/>
          <a:chOff x="0" y="0"/>
          <a:chExt cx="0" cy="0"/>
        </a:xfrm>
      </p:grpSpPr>
      <p:sp>
        <p:nvSpPr>
          <p:cNvPr id="1558" name="Google Shape;1558;p133"/>
          <p:cNvSpPr/>
          <p:nvPr>
            <p:ph idx="2" type="pic"/>
          </p:nvPr>
        </p:nvSpPr>
        <p:spPr>
          <a:xfrm>
            <a:off x="3103245" y="-1"/>
            <a:ext cx="6040800" cy="6856500"/>
          </a:xfrm>
          <a:prstGeom prst="rect">
            <a:avLst/>
          </a:prstGeom>
          <a:solidFill>
            <a:srgbClr val="D7E0E3"/>
          </a:solidFill>
          <a:ln>
            <a:noFill/>
          </a:ln>
        </p:spPr>
      </p:sp>
      <p:sp>
        <p:nvSpPr>
          <p:cNvPr descr="UST" id="1559" name="Google Shape;1559;p133"/>
          <p:cNvSpPr/>
          <p:nvPr/>
        </p:nvSpPr>
        <p:spPr>
          <a:xfrm>
            <a:off x="273844" y="358775"/>
            <a:ext cx="548636" cy="809170"/>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560" name="Google Shape;1560;p133"/>
          <p:cNvSpPr txBox="1"/>
          <p:nvPr>
            <p:ph type="ctrTitle"/>
          </p:nvPr>
        </p:nvSpPr>
        <p:spPr>
          <a:xfrm>
            <a:off x="1003459" y="1623059"/>
            <a:ext cx="3399600" cy="3737700"/>
          </a:xfrm>
          <a:prstGeom prst="rect">
            <a:avLst/>
          </a:prstGeom>
          <a:solidFill>
            <a:srgbClr val="006E74"/>
          </a:solidFill>
          <a:ln>
            <a:noFill/>
          </a:ln>
        </p:spPr>
        <p:txBody>
          <a:bodyPr anchorCtr="0" anchor="t" bIns="274300" lIns="274300" spcFirstLastPara="1" rIns="274300" wrap="square" tIns="274300">
            <a:noAutofit/>
          </a:bodyPr>
          <a:lstStyle>
            <a:lvl1pPr lvl="0" algn="l">
              <a:lnSpc>
                <a:spcPct val="90000"/>
              </a:lnSpc>
              <a:spcBef>
                <a:spcPts val="0"/>
              </a:spcBef>
              <a:spcAft>
                <a:spcPts val="0"/>
              </a:spcAft>
              <a:buClr>
                <a:schemeClr val="lt1"/>
              </a:buClr>
              <a:buSzPts val="2400"/>
              <a:buFont typeface="Arial"/>
              <a:buNone/>
              <a:defRPr b="0" sz="24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61" name="Google Shape;1561;p133"/>
          <p:cNvSpPr txBox="1"/>
          <p:nvPr>
            <p:ph idx="1" type="subTitle"/>
          </p:nvPr>
        </p:nvSpPr>
        <p:spPr>
          <a:xfrm>
            <a:off x="1223010" y="2903219"/>
            <a:ext cx="2891700" cy="1291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500"/>
              <a:buNone/>
              <a:defRPr b="0" sz="150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p:txBody>
      </p:sp>
      <p:sp>
        <p:nvSpPr>
          <p:cNvPr id="1562" name="Google Shape;1562;p133"/>
          <p:cNvSpPr txBox="1"/>
          <p:nvPr>
            <p:ph idx="3" type="body"/>
          </p:nvPr>
        </p:nvSpPr>
        <p:spPr>
          <a:xfrm>
            <a:off x="1223010" y="4194809"/>
            <a:ext cx="2891700" cy="9144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lt1"/>
              </a:buClr>
              <a:buSzPts val="1200"/>
              <a:buFont typeface="Arial"/>
              <a:buNone/>
              <a:defRPr b="1" sz="1200">
                <a:solidFill>
                  <a:schemeClr val="lt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slide option 4" showMasterSp="0">
  <p:cSld name="1_Cover slide option 4">
    <p:bg>
      <p:bgPr>
        <a:solidFill>
          <a:schemeClr val="lt1"/>
        </a:solidFill>
      </p:bgPr>
    </p:bg>
    <p:spTree>
      <p:nvGrpSpPr>
        <p:cNvPr id="1563" name="Shape 1563"/>
        <p:cNvGrpSpPr/>
        <p:nvPr/>
      </p:nvGrpSpPr>
      <p:grpSpPr>
        <a:xfrm>
          <a:off x="0" y="0"/>
          <a:ext cx="0" cy="0"/>
          <a:chOff x="0" y="0"/>
          <a:chExt cx="0" cy="0"/>
        </a:xfrm>
      </p:grpSpPr>
      <p:sp>
        <p:nvSpPr>
          <p:cNvPr id="1564" name="Google Shape;1564;p134"/>
          <p:cNvSpPr/>
          <p:nvPr>
            <p:ph idx="2" type="pic"/>
          </p:nvPr>
        </p:nvSpPr>
        <p:spPr>
          <a:xfrm>
            <a:off x="3103245" y="-1"/>
            <a:ext cx="6040800" cy="6856500"/>
          </a:xfrm>
          <a:prstGeom prst="rect">
            <a:avLst/>
          </a:prstGeom>
          <a:solidFill>
            <a:srgbClr val="D7E0E3"/>
          </a:solidFill>
          <a:ln>
            <a:noFill/>
          </a:ln>
        </p:spPr>
      </p:sp>
      <p:sp>
        <p:nvSpPr>
          <p:cNvPr id="1565" name="Google Shape;1565;p134"/>
          <p:cNvSpPr txBox="1"/>
          <p:nvPr>
            <p:ph type="ctrTitle"/>
          </p:nvPr>
        </p:nvSpPr>
        <p:spPr>
          <a:xfrm>
            <a:off x="1003459" y="1623059"/>
            <a:ext cx="3399600" cy="3737700"/>
          </a:xfrm>
          <a:prstGeom prst="rect">
            <a:avLst/>
          </a:prstGeom>
          <a:solidFill>
            <a:srgbClr val="006E74"/>
          </a:solidFill>
          <a:ln>
            <a:noFill/>
          </a:ln>
        </p:spPr>
        <p:txBody>
          <a:bodyPr anchorCtr="0" anchor="t" bIns="274300" lIns="274300" spcFirstLastPara="1" rIns="274300" wrap="square" tIns="274300">
            <a:noAutofit/>
          </a:bodyPr>
          <a:lstStyle>
            <a:lvl1pPr lvl="0" algn="l">
              <a:lnSpc>
                <a:spcPct val="90000"/>
              </a:lnSpc>
              <a:spcBef>
                <a:spcPts val="0"/>
              </a:spcBef>
              <a:spcAft>
                <a:spcPts val="0"/>
              </a:spcAft>
              <a:buClr>
                <a:schemeClr val="lt1"/>
              </a:buClr>
              <a:buSzPts val="2400"/>
              <a:buFont typeface="Arial"/>
              <a:buNone/>
              <a:defRPr b="0" sz="24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66" name="Google Shape;1566;p134"/>
          <p:cNvSpPr txBox="1"/>
          <p:nvPr>
            <p:ph idx="1" type="subTitle"/>
          </p:nvPr>
        </p:nvSpPr>
        <p:spPr>
          <a:xfrm>
            <a:off x="1223010" y="2903219"/>
            <a:ext cx="2891700" cy="1291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500"/>
              <a:buNone/>
              <a:defRPr b="0" sz="150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p:txBody>
      </p:sp>
      <p:sp>
        <p:nvSpPr>
          <p:cNvPr id="1567" name="Google Shape;1567;p134"/>
          <p:cNvSpPr txBox="1"/>
          <p:nvPr>
            <p:ph idx="3" type="body"/>
          </p:nvPr>
        </p:nvSpPr>
        <p:spPr>
          <a:xfrm>
            <a:off x="1223010" y="4194809"/>
            <a:ext cx="2891700" cy="9144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lt1"/>
              </a:buClr>
              <a:buSzPts val="1200"/>
              <a:buFont typeface="Arial"/>
              <a:buNone/>
              <a:defRPr b="1" sz="1200">
                <a:solidFill>
                  <a:schemeClr val="lt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
        <p:nvSpPr>
          <p:cNvPr descr="UST" id="1568" name="Google Shape;1568;p134"/>
          <p:cNvSpPr/>
          <p:nvPr/>
        </p:nvSpPr>
        <p:spPr>
          <a:xfrm>
            <a:off x="273844" y="358775"/>
            <a:ext cx="549080" cy="810003"/>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cxnSp>
        <p:nvCxnSpPr>
          <p:cNvPr id="1569" name="Google Shape;1569;p134"/>
          <p:cNvCxnSpPr/>
          <p:nvPr/>
        </p:nvCxnSpPr>
        <p:spPr>
          <a:xfrm>
            <a:off x="1003460" y="371716"/>
            <a:ext cx="0" cy="792000"/>
          </a:xfrm>
          <a:prstGeom prst="straightConnector1">
            <a:avLst/>
          </a:prstGeom>
          <a:noFill/>
          <a:ln cap="sq" cmpd="sng" w="12700">
            <a:solidFill>
              <a:schemeClr val="dk1"/>
            </a:solidFill>
            <a:prstDash val="solid"/>
            <a:round/>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option 5" showMasterSp="0">
  <p:cSld name="Cover slide option 5">
    <p:bg>
      <p:bgPr>
        <a:solidFill>
          <a:schemeClr val="lt1"/>
        </a:solidFill>
      </p:bgPr>
    </p:bg>
    <p:spTree>
      <p:nvGrpSpPr>
        <p:cNvPr id="1570" name="Shape 1570"/>
        <p:cNvGrpSpPr/>
        <p:nvPr/>
      </p:nvGrpSpPr>
      <p:grpSpPr>
        <a:xfrm>
          <a:off x="0" y="0"/>
          <a:ext cx="0" cy="0"/>
          <a:chOff x="0" y="0"/>
          <a:chExt cx="0" cy="0"/>
        </a:xfrm>
      </p:grpSpPr>
      <p:pic>
        <p:nvPicPr>
          <p:cNvPr descr="A picture containing sky, water, outdoor&#10;&#10;Description automatically generated" id="1571" name="Google Shape;1571;p135"/>
          <p:cNvPicPr preferRelativeResize="0"/>
          <p:nvPr/>
        </p:nvPicPr>
        <p:blipFill rotWithShape="1">
          <a:blip r:embed="rId2">
            <a:alphaModFix/>
          </a:blip>
          <a:srcRect b="3765" l="74" r="3839" t="0"/>
          <a:stretch/>
        </p:blipFill>
        <p:spPr>
          <a:xfrm>
            <a:off x="0" y="1"/>
            <a:ext cx="9144000" cy="6856412"/>
          </a:xfrm>
          <a:prstGeom prst="rect">
            <a:avLst/>
          </a:prstGeom>
          <a:noFill/>
          <a:ln>
            <a:noFill/>
          </a:ln>
        </p:spPr>
      </p:pic>
      <p:sp>
        <p:nvSpPr>
          <p:cNvPr id="1572" name="Google Shape;1572;p135"/>
          <p:cNvSpPr txBox="1"/>
          <p:nvPr>
            <p:ph type="ctrTitle"/>
          </p:nvPr>
        </p:nvSpPr>
        <p:spPr>
          <a:xfrm>
            <a:off x="1003459" y="1623059"/>
            <a:ext cx="3399600" cy="3737700"/>
          </a:xfrm>
          <a:prstGeom prst="rect">
            <a:avLst/>
          </a:prstGeom>
          <a:solidFill>
            <a:srgbClr val="006E74"/>
          </a:solidFill>
          <a:ln>
            <a:noFill/>
          </a:ln>
        </p:spPr>
        <p:txBody>
          <a:bodyPr anchorCtr="0" anchor="t" bIns="274300" lIns="274300" spcFirstLastPara="1" rIns="274300" wrap="square" tIns="274300">
            <a:noAutofit/>
          </a:bodyPr>
          <a:lstStyle>
            <a:lvl1pPr lvl="0" algn="l">
              <a:lnSpc>
                <a:spcPct val="90000"/>
              </a:lnSpc>
              <a:spcBef>
                <a:spcPts val="0"/>
              </a:spcBef>
              <a:spcAft>
                <a:spcPts val="0"/>
              </a:spcAft>
              <a:buClr>
                <a:schemeClr val="lt1"/>
              </a:buClr>
              <a:buSzPts val="2400"/>
              <a:buFont typeface="Arial"/>
              <a:buNone/>
              <a:defRPr b="0" sz="24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3" name="Google Shape;1573;p135"/>
          <p:cNvSpPr txBox="1"/>
          <p:nvPr>
            <p:ph idx="1" type="subTitle"/>
          </p:nvPr>
        </p:nvSpPr>
        <p:spPr>
          <a:xfrm>
            <a:off x="1223010" y="2903219"/>
            <a:ext cx="2891700" cy="1291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500"/>
              <a:buNone/>
              <a:defRPr b="0" sz="150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p:txBody>
      </p:sp>
      <p:sp>
        <p:nvSpPr>
          <p:cNvPr id="1574" name="Google Shape;1574;p135"/>
          <p:cNvSpPr txBox="1"/>
          <p:nvPr>
            <p:ph idx="2" type="body"/>
          </p:nvPr>
        </p:nvSpPr>
        <p:spPr>
          <a:xfrm>
            <a:off x="1223010" y="4194809"/>
            <a:ext cx="2891700" cy="9144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lt1"/>
              </a:buClr>
              <a:buSzPts val="1200"/>
              <a:buFont typeface="Arial"/>
              <a:buNone/>
              <a:defRPr b="1" sz="1200">
                <a:solidFill>
                  <a:schemeClr val="lt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
        <p:nvSpPr>
          <p:cNvPr descr="UST" id="1575" name="Google Shape;1575;p135"/>
          <p:cNvSpPr/>
          <p:nvPr/>
        </p:nvSpPr>
        <p:spPr>
          <a:xfrm>
            <a:off x="273844" y="358775"/>
            <a:ext cx="548636" cy="809170"/>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slide option 5" showMasterSp="0">
  <p:cSld name="1_Cover slide option 5">
    <p:bg>
      <p:bgPr>
        <a:solidFill>
          <a:schemeClr val="lt1"/>
        </a:solidFill>
      </p:bgPr>
    </p:bg>
    <p:spTree>
      <p:nvGrpSpPr>
        <p:cNvPr id="1576" name="Shape 1576"/>
        <p:cNvGrpSpPr/>
        <p:nvPr/>
      </p:nvGrpSpPr>
      <p:grpSpPr>
        <a:xfrm>
          <a:off x="0" y="0"/>
          <a:ext cx="0" cy="0"/>
          <a:chOff x="0" y="0"/>
          <a:chExt cx="0" cy="0"/>
        </a:xfrm>
      </p:grpSpPr>
      <p:pic>
        <p:nvPicPr>
          <p:cNvPr descr="A person and person looking at a tablet&#10;&#10;Description automatically generated" id="1577" name="Google Shape;1577;p136"/>
          <p:cNvPicPr preferRelativeResize="0"/>
          <p:nvPr/>
        </p:nvPicPr>
        <p:blipFill rotWithShape="1">
          <a:blip r:embed="rId2">
            <a:alphaModFix/>
          </a:blip>
          <a:srcRect b="0" l="0" r="2041" t="2041"/>
          <a:stretch/>
        </p:blipFill>
        <p:spPr>
          <a:xfrm>
            <a:off x="0" y="0"/>
            <a:ext cx="9144001" cy="6858000"/>
          </a:xfrm>
          <a:prstGeom prst="rect">
            <a:avLst/>
          </a:prstGeom>
          <a:noFill/>
          <a:ln>
            <a:noFill/>
          </a:ln>
        </p:spPr>
      </p:pic>
      <p:sp>
        <p:nvSpPr>
          <p:cNvPr id="1578" name="Google Shape;1578;p136"/>
          <p:cNvSpPr txBox="1"/>
          <p:nvPr>
            <p:ph type="ctrTitle"/>
          </p:nvPr>
        </p:nvSpPr>
        <p:spPr>
          <a:xfrm>
            <a:off x="1003459" y="1623059"/>
            <a:ext cx="3399600" cy="3737700"/>
          </a:xfrm>
          <a:prstGeom prst="rect">
            <a:avLst/>
          </a:prstGeom>
          <a:solidFill>
            <a:srgbClr val="006E74"/>
          </a:solidFill>
          <a:ln>
            <a:noFill/>
          </a:ln>
        </p:spPr>
        <p:txBody>
          <a:bodyPr anchorCtr="0" anchor="t" bIns="274300" lIns="274300" spcFirstLastPara="1" rIns="274300" wrap="square" tIns="274300">
            <a:noAutofit/>
          </a:bodyPr>
          <a:lstStyle>
            <a:lvl1pPr lvl="0" algn="l">
              <a:lnSpc>
                <a:spcPct val="90000"/>
              </a:lnSpc>
              <a:spcBef>
                <a:spcPts val="0"/>
              </a:spcBef>
              <a:spcAft>
                <a:spcPts val="0"/>
              </a:spcAft>
              <a:buClr>
                <a:schemeClr val="lt1"/>
              </a:buClr>
              <a:buSzPts val="2400"/>
              <a:buFont typeface="Arial"/>
              <a:buNone/>
              <a:defRPr b="0" sz="24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9" name="Google Shape;1579;p136"/>
          <p:cNvSpPr txBox="1"/>
          <p:nvPr>
            <p:ph idx="1" type="subTitle"/>
          </p:nvPr>
        </p:nvSpPr>
        <p:spPr>
          <a:xfrm>
            <a:off x="1223010" y="2903219"/>
            <a:ext cx="2891700" cy="1291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500"/>
              <a:buNone/>
              <a:defRPr b="0" sz="150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p:txBody>
      </p:sp>
      <p:sp>
        <p:nvSpPr>
          <p:cNvPr id="1580" name="Google Shape;1580;p136"/>
          <p:cNvSpPr txBox="1"/>
          <p:nvPr>
            <p:ph idx="2" type="body"/>
          </p:nvPr>
        </p:nvSpPr>
        <p:spPr>
          <a:xfrm>
            <a:off x="1223010" y="4194809"/>
            <a:ext cx="2891700" cy="9144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lt1"/>
              </a:buClr>
              <a:buSzPts val="1200"/>
              <a:buFont typeface="Arial"/>
              <a:buNone/>
              <a:defRPr b="1" sz="1200">
                <a:solidFill>
                  <a:schemeClr val="lt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
        <p:nvSpPr>
          <p:cNvPr descr="UST" id="1581" name="Google Shape;1581;p136"/>
          <p:cNvSpPr/>
          <p:nvPr/>
        </p:nvSpPr>
        <p:spPr>
          <a:xfrm>
            <a:off x="273844" y="358775"/>
            <a:ext cx="548636" cy="809170"/>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option 7" showMasterSp="0">
  <p:cSld name="Cover slide option 7">
    <p:bg>
      <p:bgPr>
        <a:solidFill>
          <a:schemeClr val="lt1"/>
        </a:solidFill>
      </p:bgPr>
    </p:bg>
    <p:spTree>
      <p:nvGrpSpPr>
        <p:cNvPr id="1582" name="Shape 1582"/>
        <p:cNvGrpSpPr/>
        <p:nvPr/>
      </p:nvGrpSpPr>
      <p:grpSpPr>
        <a:xfrm>
          <a:off x="0" y="0"/>
          <a:ext cx="0" cy="0"/>
          <a:chOff x="0" y="0"/>
          <a:chExt cx="0" cy="0"/>
        </a:xfrm>
      </p:grpSpPr>
      <p:sp>
        <p:nvSpPr>
          <p:cNvPr id="1583" name="Google Shape;1583;p137"/>
          <p:cNvSpPr/>
          <p:nvPr>
            <p:ph idx="2" type="pic"/>
          </p:nvPr>
        </p:nvSpPr>
        <p:spPr>
          <a:xfrm>
            <a:off x="0" y="-1"/>
            <a:ext cx="9144000" cy="6856500"/>
          </a:xfrm>
          <a:prstGeom prst="rect">
            <a:avLst/>
          </a:prstGeom>
          <a:solidFill>
            <a:srgbClr val="D7E0E3"/>
          </a:solidFill>
          <a:ln>
            <a:noFill/>
          </a:ln>
        </p:spPr>
      </p:sp>
      <p:sp>
        <p:nvSpPr>
          <p:cNvPr id="1584" name="Google Shape;1584;p137"/>
          <p:cNvSpPr txBox="1"/>
          <p:nvPr>
            <p:ph idx="1" type="subTitle"/>
          </p:nvPr>
        </p:nvSpPr>
        <p:spPr>
          <a:xfrm>
            <a:off x="360046" y="2270758"/>
            <a:ext cx="4263300" cy="1372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2400"/>
              <a:buNone/>
              <a:defRPr b="0" sz="2400">
                <a:solidFill>
                  <a:schemeClr val="dk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p:txBody>
      </p:sp>
      <p:sp>
        <p:nvSpPr>
          <p:cNvPr id="1585" name="Google Shape;1585;p137"/>
          <p:cNvSpPr txBox="1"/>
          <p:nvPr>
            <p:ph idx="3" type="body"/>
          </p:nvPr>
        </p:nvSpPr>
        <p:spPr>
          <a:xfrm>
            <a:off x="360046" y="3875315"/>
            <a:ext cx="4263300" cy="870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500"/>
              <a:buFont typeface="Arial"/>
              <a:buNone/>
              <a:defRPr b="1" sz="1500">
                <a:solidFill>
                  <a:schemeClr val="dk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
        <p:nvSpPr>
          <p:cNvPr id="1586" name="Google Shape;1586;p137"/>
          <p:cNvSpPr txBox="1"/>
          <p:nvPr>
            <p:ph idx="4" type="body"/>
          </p:nvPr>
        </p:nvSpPr>
        <p:spPr>
          <a:xfrm>
            <a:off x="360046" y="4967152"/>
            <a:ext cx="4263300" cy="8742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350"/>
              <a:buFont typeface="Arial"/>
              <a:buNone/>
              <a:defRPr b="1" sz="1350">
                <a:solidFill>
                  <a:schemeClr val="dk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
        <p:nvSpPr>
          <p:cNvPr descr="UST" id="1587" name="Google Shape;1587;p137"/>
          <p:cNvSpPr/>
          <p:nvPr/>
        </p:nvSpPr>
        <p:spPr>
          <a:xfrm>
            <a:off x="273844" y="358775"/>
            <a:ext cx="548636" cy="809170"/>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option 8" showMasterSp="0">
  <p:cSld name="Cover slide option 8">
    <p:bg>
      <p:bgPr>
        <a:solidFill>
          <a:schemeClr val="lt1"/>
        </a:solidFill>
      </p:bgPr>
    </p:bg>
    <p:spTree>
      <p:nvGrpSpPr>
        <p:cNvPr id="1588" name="Shape 1588"/>
        <p:cNvGrpSpPr/>
        <p:nvPr/>
      </p:nvGrpSpPr>
      <p:grpSpPr>
        <a:xfrm>
          <a:off x="0" y="0"/>
          <a:ext cx="0" cy="0"/>
          <a:chOff x="0" y="0"/>
          <a:chExt cx="0" cy="0"/>
        </a:xfrm>
      </p:grpSpPr>
      <p:sp>
        <p:nvSpPr>
          <p:cNvPr id="1589" name="Google Shape;1589;p138"/>
          <p:cNvSpPr/>
          <p:nvPr>
            <p:ph idx="2" type="pic"/>
          </p:nvPr>
        </p:nvSpPr>
        <p:spPr>
          <a:xfrm>
            <a:off x="0" y="-1"/>
            <a:ext cx="9144000" cy="6856500"/>
          </a:xfrm>
          <a:prstGeom prst="rect">
            <a:avLst/>
          </a:prstGeom>
          <a:solidFill>
            <a:srgbClr val="D7E0E3"/>
          </a:solidFill>
          <a:ln>
            <a:noFill/>
          </a:ln>
        </p:spPr>
      </p:sp>
      <p:sp>
        <p:nvSpPr>
          <p:cNvPr descr="UST" id="1590" name="Google Shape;1590;p138"/>
          <p:cNvSpPr/>
          <p:nvPr/>
        </p:nvSpPr>
        <p:spPr>
          <a:xfrm>
            <a:off x="273844" y="358775"/>
            <a:ext cx="548636" cy="809170"/>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591" name="Google Shape;1591;p138"/>
          <p:cNvSpPr txBox="1"/>
          <p:nvPr>
            <p:ph idx="1" type="subTitle"/>
          </p:nvPr>
        </p:nvSpPr>
        <p:spPr>
          <a:xfrm>
            <a:off x="360046" y="2270758"/>
            <a:ext cx="4263300" cy="1372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2400"/>
              <a:buNone/>
              <a:defRPr b="0" sz="2400">
                <a:solidFill>
                  <a:schemeClr val="lt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p:txBody>
      </p:sp>
      <p:sp>
        <p:nvSpPr>
          <p:cNvPr id="1592" name="Google Shape;1592;p138"/>
          <p:cNvSpPr txBox="1"/>
          <p:nvPr>
            <p:ph idx="3" type="body"/>
          </p:nvPr>
        </p:nvSpPr>
        <p:spPr>
          <a:xfrm>
            <a:off x="360046" y="3875315"/>
            <a:ext cx="4263300" cy="870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500"/>
              <a:buFont typeface="Arial"/>
              <a:buNone/>
              <a:defRPr b="1" sz="1500">
                <a:solidFill>
                  <a:schemeClr val="lt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
        <p:nvSpPr>
          <p:cNvPr id="1593" name="Google Shape;1593;p138"/>
          <p:cNvSpPr txBox="1"/>
          <p:nvPr>
            <p:ph idx="4" type="body"/>
          </p:nvPr>
        </p:nvSpPr>
        <p:spPr>
          <a:xfrm>
            <a:off x="360046" y="4967152"/>
            <a:ext cx="4263300" cy="8742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lt1"/>
              </a:buClr>
              <a:buSzPts val="1350"/>
              <a:buFont typeface="Arial"/>
              <a:buNone/>
              <a:defRPr b="1" sz="1350">
                <a:solidFill>
                  <a:schemeClr val="lt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option 9" showMasterSp="0">
  <p:cSld name="Cover slide option 9">
    <p:bg>
      <p:bgPr>
        <a:solidFill>
          <a:schemeClr val="lt1"/>
        </a:solidFill>
      </p:bgPr>
    </p:bg>
    <p:spTree>
      <p:nvGrpSpPr>
        <p:cNvPr id="1594" name="Shape 1594"/>
        <p:cNvGrpSpPr/>
        <p:nvPr/>
      </p:nvGrpSpPr>
      <p:grpSpPr>
        <a:xfrm>
          <a:off x="0" y="0"/>
          <a:ext cx="0" cy="0"/>
          <a:chOff x="0" y="0"/>
          <a:chExt cx="0" cy="0"/>
        </a:xfrm>
      </p:grpSpPr>
      <p:sp>
        <p:nvSpPr>
          <p:cNvPr id="1595" name="Google Shape;1595;p139"/>
          <p:cNvSpPr/>
          <p:nvPr>
            <p:ph idx="2" type="pic"/>
          </p:nvPr>
        </p:nvSpPr>
        <p:spPr>
          <a:xfrm>
            <a:off x="5343525" y="-1"/>
            <a:ext cx="3800400" cy="6856500"/>
          </a:xfrm>
          <a:prstGeom prst="rect">
            <a:avLst/>
          </a:prstGeom>
          <a:solidFill>
            <a:srgbClr val="D7E0E3"/>
          </a:solidFill>
          <a:ln>
            <a:noFill/>
          </a:ln>
        </p:spPr>
      </p:sp>
      <p:sp>
        <p:nvSpPr>
          <p:cNvPr descr="UST" id="1596" name="Google Shape;1596;p139"/>
          <p:cNvSpPr/>
          <p:nvPr/>
        </p:nvSpPr>
        <p:spPr>
          <a:xfrm>
            <a:off x="273844" y="358775"/>
            <a:ext cx="548636" cy="809170"/>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597" name="Google Shape;1597;p139"/>
          <p:cNvSpPr txBox="1"/>
          <p:nvPr>
            <p:ph idx="1" type="subTitle"/>
          </p:nvPr>
        </p:nvSpPr>
        <p:spPr>
          <a:xfrm>
            <a:off x="360046" y="2270758"/>
            <a:ext cx="4263300" cy="1372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2400"/>
              <a:buNone/>
              <a:defRPr b="0" sz="2400">
                <a:solidFill>
                  <a:schemeClr val="dk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p:txBody>
      </p:sp>
      <p:sp>
        <p:nvSpPr>
          <p:cNvPr id="1598" name="Google Shape;1598;p139"/>
          <p:cNvSpPr txBox="1"/>
          <p:nvPr>
            <p:ph idx="3" type="body"/>
          </p:nvPr>
        </p:nvSpPr>
        <p:spPr>
          <a:xfrm>
            <a:off x="360046" y="3875315"/>
            <a:ext cx="4263300" cy="870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500"/>
              <a:buFont typeface="Arial"/>
              <a:buNone/>
              <a:defRPr b="1" sz="1500">
                <a:solidFill>
                  <a:schemeClr val="dk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
        <p:nvSpPr>
          <p:cNvPr id="1599" name="Google Shape;1599;p139"/>
          <p:cNvSpPr txBox="1"/>
          <p:nvPr>
            <p:ph idx="4" type="body"/>
          </p:nvPr>
        </p:nvSpPr>
        <p:spPr>
          <a:xfrm>
            <a:off x="360046" y="4967152"/>
            <a:ext cx="4263300" cy="8742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350"/>
              <a:buFont typeface="Arial"/>
              <a:buNone/>
              <a:defRPr b="1" sz="1350">
                <a:solidFill>
                  <a:schemeClr val="dk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slide option 9" showMasterSp="0">
  <p:cSld name="1_Cover slide option 9">
    <p:bg>
      <p:bgPr>
        <a:solidFill>
          <a:schemeClr val="lt1"/>
        </a:solidFill>
      </p:bgPr>
    </p:bg>
    <p:spTree>
      <p:nvGrpSpPr>
        <p:cNvPr id="1600" name="Shape 1600"/>
        <p:cNvGrpSpPr/>
        <p:nvPr/>
      </p:nvGrpSpPr>
      <p:grpSpPr>
        <a:xfrm>
          <a:off x="0" y="0"/>
          <a:ext cx="0" cy="0"/>
          <a:chOff x="0" y="0"/>
          <a:chExt cx="0" cy="0"/>
        </a:xfrm>
      </p:grpSpPr>
      <p:sp>
        <p:nvSpPr>
          <p:cNvPr id="1601" name="Google Shape;1601;p140"/>
          <p:cNvSpPr/>
          <p:nvPr>
            <p:ph idx="2" type="pic"/>
          </p:nvPr>
        </p:nvSpPr>
        <p:spPr>
          <a:xfrm>
            <a:off x="5343525" y="-1"/>
            <a:ext cx="3800400" cy="6856500"/>
          </a:xfrm>
          <a:prstGeom prst="rect">
            <a:avLst/>
          </a:prstGeom>
          <a:solidFill>
            <a:srgbClr val="D7E0E3"/>
          </a:solidFill>
          <a:ln>
            <a:noFill/>
          </a:ln>
        </p:spPr>
      </p:sp>
      <p:sp>
        <p:nvSpPr>
          <p:cNvPr id="1602" name="Google Shape;1602;p140"/>
          <p:cNvSpPr txBox="1"/>
          <p:nvPr>
            <p:ph idx="1" type="subTitle"/>
          </p:nvPr>
        </p:nvSpPr>
        <p:spPr>
          <a:xfrm>
            <a:off x="360046" y="2270758"/>
            <a:ext cx="4263300" cy="1372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2400"/>
              <a:buNone/>
              <a:defRPr b="0" sz="2400">
                <a:solidFill>
                  <a:schemeClr val="dk1"/>
                </a:solidFill>
                <a:latin typeface="Arial"/>
                <a:ea typeface="Arial"/>
                <a:cs typeface="Arial"/>
                <a:sym typeface="Aria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p:txBody>
      </p:sp>
      <p:sp>
        <p:nvSpPr>
          <p:cNvPr id="1603" name="Google Shape;1603;p140"/>
          <p:cNvSpPr txBox="1"/>
          <p:nvPr>
            <p:ph idx="3" type="body"/>
          </p:nvPr>
        </p:nvSpPr>
        <p:spPr>
          <a:xfrm>
            <a:off x="360046" y="3875315"/>
            <a:ext cx="4263300" cy="870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500"/>
              <a:buFont typeface="Arial"/>
              <a:buNone/>
              <a:defRPr b="1" sz="1500">
                <a:solidFill>
                  <a:schemeClr val="dk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
        <p:nvSpPr>
          <p:cNvPr id="1604" name="Google Shape;1604;p140"/>
          <p:cNvSpPr txBox="1"/>
          <p:nvPr>
            <p:ph idx="4" type="body"/>
          </p:nvPr>
        </p:nvSpPr>
        <p:spPr>
          <a:xfrm>
            <a:off x="360046" y="4967152"/>
            <a:ext cx="4263300" cy="8742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350"/>
              <a:buFont typeface="Arial"/>
              <a:buNone/>
              <a:defRPr b="1" sz="1350">
                <a:solidFill>
                  <a:schemeClr val="dk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200"/>
              <a:buFont typeface="Arial"/>
              <a:buNone/>
              <a:defRPr sz="1200">
                <a:solidFill>
                  <a:schemeClr val="dk1"/>
                </a:solidFill>
              </a:defRPr>
            </a:lvl2pPr>
            <a:lvl3pPr indent="-228600" lvl="2" marL="1371600" algn="l">
              <a:lnSpc>
                <a:spcPct val="100000"/>
              </a:lnSpc>
              <a:spcBef>
                <a:spcPts val="0"/>
              </a:spcBef>
              <a:spcAft>
                <a:spcPts val="0"/>
              </a:spcAft>
              <a:buClr>
                <a:schemeClr val="dk1"/>
              </a:buClr>
              <a:buSzPts val="1200"/>
              <a:buFont typeface="Arial"/>
              <a:buNone/>
              <a:defRPr sz="1200">
                <a:solidFill>
                  <a:schemeClr val="dk1"/>
                </a:solidFill>
              </a:defRPr>
            </a:lvl3pPr>
            <a:lvl4pPr indent="-228600" lvl="3" marL="1828800" algn="l">
              <a:lnSpc>
                <a:spcPct val="100000"/>
              </a:lnSpc>
              <a:spcBef>
                <a:spcPts val="0"/>
              </a:spcBef>
              <a:spcAft>
                <a:spcPts val="0"/>
              </a:spcAft>
              <a:buClr>
                <a:schemeClr val="dk1"/>
              </a:buClr>
              <a:buSzPts val="1200"/>
              <a:buFont typeface="Arial"/>
              <a:buNone/>
              <a:defRPr sz="1200">
                <a:solidFill>
                  <a:schemeClr val="dk1"/>
                </a:solidFill>
              </a:defRPr>
            </a:lvl4pPr>
            <a:lvl5pPr indent="-228600" lvl="4" marL="2286000" algn="l">
              <a:lnSpc>
                <a:spcPct val="100000"/>
              </a:lnSpc>
              <a:spcBef>
                <a:spcPts val="0"/>
              </a:spcBef>
              <a:spcAft>
                <a:spcPts val="0"/>
              </a:spcAft>
              <a:buClr>
                <a:schemeClr val="dk1"/>
              </a:buClr>
              <a:buSzPts val="1200"/>
              <a:buFont typeface="Arial"/>
              <a:buNone/>
              <a:defRPr sz="1200">
                <a:solidFill>
                  <a:schemeClr val="dk1"/>
                </a:solidFill>
              </a:defRPr>
            </a:lvl5pPr>
            <a:lvl6pPr indent="-228600" lvl="5" marL="2743200" algn="l">
              <a:lnSpc>
                <a:spcPct val="100000"/>
              </a:lnSpc>
              <a:spcBef>
                <a:spcPts val="0"/>
              </a:spcBef>
              <a:spcAft>
                <a:spcPts val="0"/>
              </a:spcAft>
              <a:buClr>
                <a:schemeClr val="dk1"/>
              </a:buClr>
              <a:buSzPts val="1200"/>
              <a:buFont typeface="Arial"/>
              <a:buNone/>
              <a:defRPr sz="1200">
                <a:solidFill>
                  <a:schemeClr val="dk1"/>
                </a:solidFill>
              </a:defRPr>
            </a:lvl6pPr>
            <a:lvl7pPr indent="-228600" lvl="6" marL="3200400" algn="l">
              <a:lnSpc>
                <a:spcPct val="100000"/>
              </a:lnSpc>
              <a:spcBef>
                <a:spcPts val="0"/>
              </a:spcBef>
              <a:spcAft>
                <a:spcPts val="0"/>
              </a:spcAft>
              <a:buClr>
                <a:schemeClr val="dk1"/>
              </a:buClr>
              <a:buSzPts val="1200"/>
              <a:buFont typeface="Arial"/>
              <a:buNone/>
              <a:defRPr sz="1200">
                <a:solidFill>
                  <a:schemeClr val="dk1"/>
                </a:solidFill>
              </a:defRPr>
            </a:lvl7pPr>
            <a:lvl8pPr indent="-228600" lvl="7" marL="3657600" algn="l">
              <a:lnSpc>
                <a:spcPct val="100000"/>
              </a:lnSpc>
              <a:spcBef>
                <a:spcPts val="0"/>
              </a:spcBef>
              <a:spcAft>
                <a:spcPts val="0"/>
              </a:spcAft>
              <a:buClr>
                <a:schemeClr val="dk1"/>
              </a:buClr>
              <a:buSzPts val="1200"/>
              <a:buFont typeface="Arial"/>
              <a:buNone/>
              <a:defRPr sz="1200">
                <a:solidFill>
                  <a:schemeClr val="dk1"/>
                </a:solidFill>
              </a:defRPr>
            </a:lvl8pPr>
            <a:lvl9pPr indent="-228600" lvl="8" marL="4114800" algn="l">
              <a:lnSpc>
                <a:spcPct val="100000"/>
              </a:lnSpc>
              <a:spcBef>
                <a:spcPts val="0"/>
              </a:spcBef>
              <a:spcAft>
                <a:spcPts val="0"/>
              </a:spcAft>
              <a:buClr>
                <a:schemeClr val="dk1"/>
              </a:buClr>
              <a:buSzPts val="1200"/>
              <a:buFont typeface="Arial"/>
              <a:buNone/>
              <a:defRPr sz="1200">
                <a:solidFill>
                  <a:schemeClr val="dk1"/>
                </a:solidFill>
              </a:defRPr>
            </a:lvl9pPr>
          </a:lstStyle>
          <a:p/>
        </p:txBody>
      </p:sp>
      <p:sp>
        <p:nvSpPr>
          <p:cNvPr descr="UST" id="1605" name="Google Shape;1605;p140"/>
          <p:cNvSpPr/>
          <p:nvPr/>
        </p:nvSpPr>
        <p:spPr>
          <a:xfrm>
            <a:off x="273844" y="358775"/>
            <a:ext cx="549080" cy="810003"/>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cxnSp>
        <p:nvCxnSpPr>
          <p:cNvPr id="1606" name="Google Shape;1606;p140"/>
          <p:cNvCxnSpPr/>
          <p:nvPr/>
        </p:nvCxnSpPr>
        <p:spPr>
          <a:xfrm>
            <a:off x="1003460" y="371716"/>
            <a:ext cx="0" cy="792000"/>
          </a:xfrm>
          <a:prstGeom prst="straightConnector1">
            <a:avLst/>
          </a:prstGeom>
          <a:noFill/>
          <a:ln cap="sq" cmpd="sng" w="12700">
            <a:solidFill>
              <a:schemeClr val="dk1"/>
            </a:solidFill>
            <a:prstDash val="solid"/>
            <a:round/>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ith Photo 1">
  <p:cSld name="Agenda with Photo 1">
    <p:spTree>
      <p:nvGrpSpPr>
        <p:cNvPr id="1607" name="Shape 1607"/>
        <p:cNvGrpSpPr/>
        <p:nvPr/>
      </p:nvGrpSpPr>
      <p:grpSpPr>
        <a:xfrm>
          <a:off x="0" y="0"/>
          <a:ext cx="0" cy="0"/>
          <a:chOff x="0" y="0"/>
          <a:chExt cx="0" cy="0"/>
        </a:xfrm>
      </p:grpSpPr>
      <p:sp>
        <p:nvSpPr>
          <p:cNvPr id="1608" name="Google Shape;1608;p141"/>
          <p:cNvSpPr txBox="1"/>
          <p:nvPr>
            <p:ph type="title"/>
          </p:nvPr>
        </p:nvSpPr>
        <p:spPr>
          <a:xfrm>
            <a:off x="274320" y="365760"/>
            <a:ext cx="36828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9" name="Google Shape;1609;p141"/>
          <p:cNvSpPr/>
          <p:nvPr>
            <p:ph idx="2" type="pic"/>
          </p:nvPr>
        </p:nvSpPr>
        <p:spPr>
          <a:xfrm>
            <a:off x="4096264" y="0"/>
            <a:ext cx="5047800" cy="5288700"/>
          </a:xfrm>
          <a:prstGeom prst="rect">
            <a:avLst/>
          </a:prstGeom>
          <a:solidFill>
            <a:srgbClr val="D7E0E3"/>
          </a:solidFill>
          <a:ln>
            <a:noFill/>
          </a:ln>
        </p:spPr>
      </p:sp>
      <p:sp>
        <p:nvSpPr>
          <p:cNvPr id="1610" name="Google Shape;1610;p141"/>
          <p:cNvSpPr txBox="1"/>
          <p:nvPr>
            <p:ph idx="1" type="body"/>
          </p:nvPr>
        </p:nvSpPr>
        <p:spPr>
          <a:xfrm>
            <a:off x="274320" y="1828801"/>
            <a:ext cx="3139800" cy="4119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900"/>
              </a:spcBef>
              <a:spcAft>
                <a:spcPts val="0"/>
              </a:spcAft>
              <a:buClr>
                <a:schemeClr val="dk1"/>
              </a:buClr>
              <a:buSzPts val="1350"/>
              <a:buFont typeface="Arial"/>
              <a:buNone/>
              <a:defRPr>
                <a:latin typeface="Arial"/>
                <a:ea typeface="Arial"/>
                <a:cs typeface="Arial"/>
                <a:sym typeface="Arial"/>
              </a:defRPr>
            </a:lvl1pPr>
            <a:lvl2pPr indent="-228600" lvl="1" marL="914400" algn="l">
              <a:lnSpc>
                <a:spcPct val="100000"/>
              </a:lnSpc>
              <a:spcBef>
                <a:spcPts val="225"/>
              </a:spcBef>
              <a:spcAft>
                <a:spcPts val="0"/>
              </a:spcAft>
              <a:buClr>
                <a:schemeClr val="dk1"/>
              </a:buClr>
              <a:buSzPts val="1350"/>
              <a:buNone/>
              <a:defRPr>
                <a:latin typeface="Arial"/>
                <a:ea typeface="Arial"/>
                <a:cs typeface="Arial"/>
                <a:sym typeface="Arial"/>
              </a:defRPr>
            </a:lvl2pPr>
            <a:lvl3pPr indent="-228600" lvl="2" marL="1371600" algn="l">
              <a:lnSpc>
                <a:spcPct val="100000"/>
              </a:lnSpc>
              <a:spcBef>
                <a:spcPts val="225"/>
              </a:spcBef>
              <a:spcAft>
                <a:spcPts val="0"/>
              </a:spcAft>
              <a:buClr>
                <a:schemeClr val="dk1"/>
              </a:buClr>
              <a:buSzPts val="1350"/>
              <a:buNone/>
              <a:defRPr/>
            </a:lvl3pPr>
            <a:lvl4pPr indent="-228600" lvl="3" marL="1828800" algn="l">
              <a:lnSpc>
                <a:spcPct val="100000"/>
              </a:lnSpc>
              <a:spcBef>
                <a:spcPts val="225"/>
              </a:spcBef>
              <a:spcAft>
                <a:spcPts val="0"/>
              </a:spcAft>
              <a:buClr>
                <a:schemeClr val="dk1"/>
              </a:buClr>
              <a:buSzPts val="1350"/>
              <a:buNone/>
              <a:defRPr/>
            </a:lvl4pPr>
            <a:lvl5pPr indent="-228600" lvl="4" marL="2286000" algn="l">
              <a:lnSpc>
                <a:spcPct val="100000"/>
              </a:lnSpc>
              <a:spcBef>
                <a:spcPts val="225"/>
              </a:spcBef>
              <a:spcAft>
                <a:spcPts val="0"/>
              </a:spcAft>
              <a:buClr>
                <a:schemeClr val="dk1"/>
              </a:buClr>
              <a:buSzPts val="1350"/>
              <a:buNone/>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ith Photo 2">
  <p:cSld name="Agenda with Photo 2">
    <p:spTree>
      <p:nvGrpSpPr>
        <p:cNvPr id="1611" name="Shape 1611"/>
        <p:cNvGrpSpPr/>
        <p:nvPr/>
      </p:nvGrpSpPr>
      <p:grpSpPr>
        <a:xfrm>
          <a:off x="0" y="0"/>
          <a:ext cx="0" cy="0"/>
          <a:chOff x="0" y="0"/>
          <a:chExt cx="0" cy="0"/>
        </a:xfrm>
      </p:grpSpPr>
      <p:sp>
        <p:nvSpPr>
          <p:cNvPr id="1612" name="Google Shape;1612;p142"/>
          <p:cNvSpPr txBox="1"/>
          <p:nvPr>
            <p:ph idx="1" type="body"/>
          </p:nvPr>
        </p:nvSpPr>
        <p:spPr>
          <a:xfrm>
            <a:off x="5241846" y="3192780"/>
            <a:ext cx="3291900" cy="28449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200"/>
              <a:buFont typeface="Arial"/>
              <a:buNone/>
              <a:defRPr sz="1200"/>
            </a:lvl1pPr>
            <a:lvl2pPr indent="-228600" lvl="1" marL="914400" algn="l">
              <a:lnSpc>
                <a:spcPct val="100000"/>
              </a:lnSpc>
              <a:spcBef>
                <a:spcPts val="450"/>
              </a:spcBef>
              <a:spcAft>
                <a:spcPts val="0"/>
              </a:spcAft>
              <a:buClr>
                <a:schemeClr val="dk1"/>
              </a:buClr>
              <a:buSzPts val="1200"/>
              <a:buNone/>
              <a:defRPr sz="1200"/>
            </a:lvl2pPr>
            <a:lvl3pPr indent="-228600" lvl="2" marL="1371600" algn="l">
              <a:lnSpc>
                <a:spcPct val="100000"/>
              </a:lnSpc>
              <a:spcBef>
                <a:spcPts val="450"/>
              </a:spcBef>
              <a:spcAft>
                <a:spcPts val="0"/>
              </a:spcAft>
              <a:buClr>
                <a:schemeClr val="dk1"/>
              </a:buClr>
              <a:buSzPts val="1350"/>
              <a:buNone/>
              <a:defRPr/>
            </a:lvl3pPr>
            <a:lvl4pPr indent="-228600" lvl="3" marL="1828800" algn="l">
              <a:lnSpc>
                <a:spcPct val="100000"/>
              </a:lnSpc>
              <a:spcBef>
                <a:spcPts val="225"/>
              </a:spcBef>
              <a:spcAft>
                <a:spcPts val="0"/>
              </a:spcAft>
              <a:buClr>
                <a:schemeClr val="dk1"/>
              </a:buClr>
              <a:buSzPts val="1350"/>
              <a:buNone/>
              <a:defRPr/>
            </a:lvl4pPr>
            <a:lvl5pPr indent="-228600" lvl="4" marL="2286000" algn="l">
              <a:lnSpc>
                <a:spcPct val="100000"/>
              </a:lnSpc>
              <a:spcBef>
                <a:spcPts val="225"/>
              </a:spcBef>
              <a:spcAft>
                <a:spcPts val="0"/>
              </a:spcAft>
              <a:buClr>
                <a:schemeClr val="dk1"/>
              </a:buClr>
              <a:buSzPts val="1350"/>
              <a:buNone/>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13" name="Google Shape;1613;p142"/>
          <p:cNvSpPr/>
          <p:nvPr/>
        </p:nvSpPr>
        <p:spPr>
          <a:xfrm>
            <a:off x="2836069" y="0"/>
            <a:ext cx="2160000" cy="2880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1614" name="Google Shape;1614;p142"/>
          <p:cNvSpPr txBox="1"/>
          <p:nvPr>
            <p:ph type="title"/>
          </p:nvPr>
        </p:nvSpPr>
        <p:spPr>
          <a:xfrm>
            <a:off x="3074704" y="571500"/>
            <a:ext cx="1682700" cy="708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15" name="Google Shape;1615;p142"/>
          <p:cNvSpPr/>
          <p:nvPr>
            <p:ph idx="2" type="pic"/>
          </p:nvPr>
        </p:nvSpPr>
        <p:spPr>
          <a:xfrm>
            <a:off x="610115" y="1521684"/>
            <a:ext cx="3490500" cy="4650600"/>
          </a:xfrm>
          <a:prstGeom prst="rect">
            <a:avLst/>
          </a:prstGeom>
          <a:solidFill>
            <a:srgbClr val="D7E0E3"/>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ith Numbers">
  <p:cSld name="Agenda with Numbers">
    <p:bg>
      <p:bgPr>
        <a:blipFill>
          <a:blip r:embed="rId2">
            <a:alphaModFix/>
          </a:blip>
          <a:stretch>
            <a:fillRect/>
          </a:stretch>
        </a:blipFill>
      </p:bgPr>
    </p:bg>
    <p:spTree>
      <p:nvGrpSpPr>
        <p:cNvPr id="1616" name="Shape 1616"/>
        <p:cNvGrpSpPr/>
        <p:nvPr/>
      </p:nvGrpSpPr>
      <p:grpSpPr>
        <a:xfrm>
          <a:off x="0" y="0"/>
          <a:ext cx="0" cy="0"/>
          <a:chOff x="0" y="0"/>
          <a:chExt cx="0" cy="0"/>
        </a:xfrm>
      </p:grpSpPr>
      <p:sp>
        <p:nvSpPr>
          <p:cNvPr id="1617" name="Google Shape;1617;p143"/>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18" name="Google Shape;1618;p143"/>
          <p:cNvSpPr txBox="1"/>
          <p:nvPr>
            <p:ph idx="1" type="body"/>
          </p:nvPr>
        </p:nvSpPr>
        <p:spPr>
          <a:xfrm>
            <a:off x="273842" y="2011680"/>
            <a:ext cx="61710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indent="-228600" lvl="1" marL="914400" algn="l">
              <a:lnSpc>
                <a:spcPct val="85000"/>
              </a:lnSpc>
              <a:spcBef>
                <a:spcPts val="0"/>
              </a:spcBef>
              <a:spcAft>
                <a:spcPts val="0"/>
              </a:spcAft>
              <a:buClr>
                <a:schemeClr val="dk1"/>
              </a:buClr>
              <a:buSzPts val="4500"/>
              <a:buNone/>
              <a:defRPr sz="4500">
                <a:solidFill>
                  <a:schemeClr val="dk1"/>
                </a:solidFill>
              </a:defRPr>
            </a:lvl2pPr>
            <a:lvl3pPr indent="-228600" lvl="2" marL="1371600" algn="l">
              <a:lnSpc>
                <a:spcPct val="85000"/>
              </a:lnSpc>
              <a:spcBef>
                <a:spcPts val="0"/>
              </a:spcBef>
              <a:spcAft>
                <a:spcPts val="0"/>
              </a:spcAft>
              <a:buClr>
                <a:schemeClr val="dk1"/>
              </a:buClr>
              <a:buSzPts val="4500"/>
              <a:buNone/>
              <a:defRPr sz="4500">
                <a:solidFill>
                  <a:schemeClr val="dk1"/>
                </a:solidFill>
              </a:defRPr>
            </a:lvl3pPr>
            <a:lvl4pPr indent="-228600" lvl="3" marL="1828800" algn="l">
              <a:lnSpc>
                <a:spcPct val="85000"/>
              </a:lnSpc>
              <a:spcBef>
                <a:spcPts val="0"/>
              </a:spcBef>
              <a:spcAft>
                <a:spcPts val="0"/>
              </a:spcAft>
              <a:buClr>
                <a:schemeClr val="dk1"/>
              </a:buClr>
              <a:buSzPts val="4500"/>
              <a:buNone/>
              <a:defRPr sz="4500">
                <a:solidFill>
                  <a:schemeClr val="dk1"/>
                </a:solidFill>
              </a:defRPr>
            </a:lvl4pPr>
            <a:lvl5pPr indent="-228600" lvl="4" marL="2286000" algn="l">
              <a:lnSpc>
                <a:spcPct val="85000"/>
              </a:lnSpc>
              <a:spcBef>
                <a:spcPts val="0"/>
              </a:spcBef>
              <a:spcAft>
                <a:spcPts val="0"/>
              </a:spcAft>
              <a:buClr>
                <a:schemeClr val="dk1"/>
              </a:buClr>
              <a:buSzPts val="4500"/>
              <a:buNone/>
              <a:defRPr sz="4500">
                <a:solidFill>
                  <a:schemeClr val="dk1"/>
                </a:solidFill>
              </a:defRPr>
            </a:lvl5pPr>
            <a:lvl6pPr indent="-228600" lvl="5" marL="2743200" algn="l">
              <a:lnSpc>
                <a:spcPct val="85000"/>
              </a:lnSpc>
              <a:spcBef>
                <a:spcPts val="0"/>
              </a:spcBef>
              <a:spcAft>
                <a:spcPts val="0"/>
              </a:spcAft>
              <a:buClr>
                <a:schemeClr val="dk1"/>
              </a:buClr>
              <a:buSzPts val="4500"/>
              <a:buNone/>
              <a:defRPr sz="4500">
                <a:solidFill>
                  <a:schemeClr val="dk1"/>
                </a:solidFill>
              </a:defRPr>
            </a:lvl6pPr>
            <a:lvl7pPr indent="-228600" lvl="6" marL="3200400" algn="l">
              <a:lnSpc>
                <a:spcPct val="85000"/>
              </a:lnSpc>
              <a:spcBef>
                <a:spcPts val="0"/>
              </a:spcBef>
              <a:spcAft>
                <a:spcPts val="0"/>
              </a:spcAft>
              <a:buClr>
                <a:schemeClr val="dk1"/>
              </a:buClr>
              <a:buSzPts val="4500"/>
              <a:buNone/>
              <a:defRPr sz="4500">
                <a:solidFill>
                  <a:schemeClr val="dk1"/>
                </a:solidFill>
              </a:defRPr>
            </a:lvl7pPr>
            <a:lvl8pPr indent="-228600" lvl="7" marL="3657600" algn="l">
              <a:lnSpc>
                <a:spcPct val="85000"/>
              </a:lnSpc>
              <a:spcBef>
                <a:spcPts val="0"/>
              </a:spcBef>
              <a:spcAft>
                <a:spcPts val="0"/>
              </a:spcAft>
              <a:buClr>
                <a:schemeClr val="dk1"/>
              </a:buClr>
              <a:buSzPts val="4500"/>
              <a:buNone/>
              <a:defRPr sz="4500">
                <a:solidFill>
                  <a:schemeClr val="dk1"/>
                </a:solidFill>
              </a:defRPr>
            </a:lvl8pPr>
            <a:lvl9pPr indent="-228600" lvl="8" marL="4114800" algn="l">
              <a:lnSpc>
                <a:spcPct val="85000"/>
              </a:lnSpc>
              <a:spcBef>
                <a:spcPts val="0"/>
              </a:spcBef>
              <a:spcAft>
                <a:spcPts val="0"/>
              </a:spcAft>
              <a:buClr>
                <a:schemeClr val="dk1"/>
              </a:buClr>
              <a:buSzPts val="4500"/>
              <a:buNone/>
              <a:defRPr sz="4500">
                <a:solidFill>
                  <a:schemeClr val="dk1"/>
                </a:solidFill>
              </a:defRPr>
            </a:lvl9pPr>
          </a:lstStyle>
          <a:p/>
        </p:txBody>
      </p:sp>
      <p:sp>
        <p:nvSpPr>
          <p:cNvPr id="1619" name="Google Shape;1619;p143"/>
          <p:cNvSpPr txBox="1"/>
          <p:nvPr>
            <p:ph idx="2" type="body"/>
          </p:nvPr>
        </p:nvSpPr>
        <p:spPr>
          <a:xfrm>
            <a:off x="994886" y="2011680"/>
            <a:ext cx="198870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1620" name="Google Shape;1620;p143"/>
          <p:cNvSpPr txBox="1"/>
          <p:nvPr>
            <p:ph idx="3" type="body"/>
          </p:nvPr>
        </p:nvSpPr>
        <p:spPr>
          <a:xfrm>
            <a:off x="273842" y="3475990"/>
            <a:ext cx="61710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indent="-228600" lvl="1" marL="914400" algn="l">
              <a:lnSpc>
                <a:spcPct val="85000"/>
              </a:lnSpc>
              <a:spcBef>
                <a:spcPts val="0"/>
              </a:spcBef>
              <a:spcAft>
                <a:spcPts val="0"/>
              </a:spcAft>
              <a:buClr>
                <a:schemeClr val="dk1"/>
              </a:buClr>
              <a:buSzPts val="4500"/>
              <a:buNone/>
              <a:defRPr sz="4500">
                <a:solidFill>
                  <a:schemeClr val="dk1"/>
                </a:solidFill>
              </a:defRPr>
            </a:lvl2pPr>
            <a:lvl3pPr indent="-228600" lvl="2" marL="1371600" algn="l">
              <a:lnSpc>
                <a:spcPct val="85000"/>
              </a:lnSpc>
              <a:spcBef>
                <a:spcPts val="0"/>
              </a:spcBef>
              <a:spcAft>
                <a:spcPts val="0"/>
              </a:spcAft>
              <a:buClr>
                <a:schemeClr val="dk1"/>
              </a:buClr>
              <a:buSzPts val="4500"/>
              <a:buNone/>
              <a:defRPr sz="4500">
                <a:solidFill>
                  <a:schemeClr val="dk1"/>
                </a:solidFill>
              </a:defRPr>
            </a:lvl3pPr>
            <a:lvl4pPr indent="-228600" lvl="3" marL="1828800" algn="l">
              <a:lnSpc>
                <a:spcPct val="85000"/>
              </a:lnSpc>
              <a:spcBef>
                <a:spcPts val="0"/>
              </a:spcBef>
              <a:spcAft>
                <a:spcPts val="0"/>
              </a:spcAft>
              <a:buClr>
                <a:schemeClr val="dk1"/>
              </a:buClr>
              <a:buSzPts val="4500"/>
              <a:buNone/>
              <a:defRPr sz="4500">
                <a:solidFill>
                  <a:schemeClr val="dk1"/>
                </a:solidFill>
              </a:defRPr>
            </a:lvl4pPr>
            <a:lvl5pPr indent="-228600" lvl="4" marL="2286000" algn="l">
              <a:lnSpc>
                <a:spcPct val="85000"/>
              </a:lnSpc>
              <a:spcBef>
                <a:spcPts val="0"/>
              </a:spcBef>
              <a:spcAft>
                <a:spcPts val="0"/>
              </a:spcAft>
              <a:buClr>
                <a:schemeClr val="dk1"/>
              </a:buClr>
              <a:buSzPts val="4500"/>
              <a:buNone/>
              <a:defRPr sz="4500">
                <a:solidFill>
                  <a:schemeClr val="dk1"/>
                </a:solidFill>
              </a:defRPr>
            </a:lvl5pPr>
            <a:lvl6pPr indent="-228600" lvl="5" marL="2743200" algn="l">
              <a:lnSpc>
                <a:spcPct val="85000"/>
              </a:lnSpc>
              <a:spcBef>
                <a:spcPts val="0"/>
              </a:spcBef>
              <a:spcAft>
                <a:spcPts val="0"/>
              </a:spcAft>
              <a:buClr>
                <a:schemeClr val="dk1"/>
              </a:buClr>
              <a:buSzPts val="4500"/>
              <a:buNone/>
              <a:defRPr sz="4500">
                <a:solidFill>
                  <a:schemeClr val="dk1"/>
                </a:solidFill>
              </a:defRPr>
            </a:lvl6pPr>
            <a:lvl7pPr indent="-228600" lvl="6" marL="3200400" algn="l">
              <a:lnSpc>
                <a:spcPct val="85000"/>
              </a:lnSpc>
              <a:spcBef>
                <a:spcPts val="0"/>
              </a:spcBef>
              <a:spcAft>
                <a:spcPts val="0"/>
              </a:spcAft>
              <a:buClr>
                <a:schemeClr val="dk1"/>
              </a:buClr>
              <a:buSzPts val="4500"/>
              <a:buNone/>
              <a:defRPr sz="4500">
                <a:solidFill>
                  <a:schemeClr val="dk1"/>
                </a:solidFill>
              </a:defRPr>
            </a:lvl7pPr>
            <a:lvl8pPr indent="-228600" lvl="7" marL="3657600" algn="l">
              <a:lnSpc>
                <a:spcPct val="85000"/>
              </a:lnSpc>
              <a:spcBef>
                <a:spcPts val="0"/>
              </a:spcBef>
              <a:spcAft>
                <a:spcPts val="0"/>
              </a:spcAft>
              <a:buClr>
                <a:schemeClr val="dk1"/>
              </a:buClr>
              <a:buSzPts val="4500"/>
              <a:buNone/>
              <a:defRPr sz="4500">
                <a:solidFill>
                  <a:schemeClr val="dk1"/>
                </a:solidFill>
              </a:defRPr>
            </a:lvl8pPr>
            <a:lvl9pPr indent="-228600" lvl="8" marL="4114800" algn="l">
              <a:lnSpc>
                <a:spcPct val="85000"/>
              </a:lnSpc>
              <a:spcBef>
                <a:spcPts val="0"/>
              </a:spcBef>
              <a:spcAft>
                <a:spcPts val="0"/>
              </a:spcAft>
              <a:buClr>
                <a:schemeClr val="dk1"/>
              </a:buClr>
              <a:buSzPts val="4500"/>
              <a:buNone/>
              <a:defRPr sz="4500">
                <a:solidFill>
                  <a:schemeClr val="dk1"/>
                </a:solidFill>
              </a:defRPr>
            </a:lvl9pPr>
          </a:lstStyle>
          <a:p/>
        </p:txBody>
      </p:sp>
      <p:sp>
        <p:nvSpPr>
          <p:cNvPr id="1621" name="Google Shape;1621;p143"/>
          <p:cNvSpPr txBox="1"/>
          <p:nvPr>
            <p:ph idx="4" type="body"/>
          </p:nvPr>
        </p:nvSpPr>
        <p:spPr>
          <a:xfrm>
            <a:off x="994886" y="3475990"/>
            <a:ext cx="198870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1622" name="Google Shape;1622;p143"/>
          <p:cNvSpPr txBox="1"/>
          <p:nvPr>
            <p:ph idx="5" type="body"/>
          </p:nvPr>
        </p:nvSpPr>
        <p:spPr>
          <a:xfrm>
            <a:off x="273842" y="4940300"/>
            <a:ext cx="61710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indent="-228600" lvl="1" marL="914400" algn="l">
              <a:lnSpc>
                <a:spcPct val="85000"/>
              </a:lnSpc>
              <a:spcBef>
                <a:spcPts val="0"/>
              </a:spcBef>
              <a:spcAft>
                <a:spcPts val="0"/>
              </a:spcAft>
              <a:buClr>
                <a:schemeClr val="dk1"/>
              </a:buClr>
              <a:buSzPts val="4500"/>
              <a:buNone/>
              <a:defRPr sz="4500">
                <a:solidFill>
                  <a:schemeClr val="dk1"/>
                </a:solidFill>
              </a:defRPr>
            </a:lvl2pPr>
            <a:lvl3pPr indent="-228600" lvl="2" marL="1371600" algn="l">
              <a:lnSpc>
                <a:spcPct val="85000"/>
              </a:lnSpc>
              <a:spcBef>
                <a:spcPts val="0"/>
              </a:spcBef>
              <a:spcAft>
                <a:spcPts val="0"/>
              </a:spcAft>
              <a:buClr>
                <a:schemeClr val="dk1"/>
              </a:buClr>
              <a:buSzPts val="4500"/>
              <a:buNone/>
              <a:defRPr sz="4500">
                <a:solidFill>
                  <a:schemeClr val="dk1"/>
                </a:solidFill>
              </a:defRPr>
            </a:lvl3pPr>
            <a:lvl4pPr indent="-228600" lvl="3" marL="1828800" algn="l">
              <a:lnSpc>
                <a:spcPct val="85000"/>
              </a:lnSpc>
              <a:spcBef>
                <a:spcPts val="0"/>
              </a:spcBef>
              <a:spcAft>
                <a:spcPts val="0"/>
              </a:spcAft>
              <a:buClr>
                <a:schemeClr val="dk1"/>
              </a:buClr>
              <a:buSzPts val="4500"/>
              <a:buNone/>
              <a:defRPr sz="4500">
                <a:solidFill>
                  <a:schemeClr val="dk1"/>
                </a:solidFill>
              </a:defRPr>
            </a:lvl4pPr>
            <a:lvl5pPr indent="-228600" lvl="4" marL="2286000" algn="l">
              <a:lnSpc>
                <a:spcPct val="85000"/>
              </a:lnSpc>
              <a:spcBef>
                <a:spcPts val="0"/>
              </a:spcBef>
              <a:spcAft>
                <a:spcPts val="0"/>
              </a:spcAft>
              <a:buClr>
                <a:schemeClr val="dk1"/>
              </a:buClr>
              <a:buSzPts val="4500"/>
              <a:buNone/>
              <a:defRPr sz="4500">
                <a:solidFill>
                  <a:schemeClr val="dk1"/>
                </a:solidFill>
              </a:defRPr>
            </a:lvl5pPr>
            <a:lvl6pPr indent="-228600" lvl="5" marL="2743200" algn="l">
              <a:lnSpc>
                <a:spcPct val="85000"/>
              </a:lnSpc>
              <a:spcBef>
                <a:spcPts val="0"/>
              </a:spcBef>
              <a:spcAft>
                <a:spcPts val="0"/>
              </a:spcAft>
              <a:buClr>
                <a:schemeClr val="dk1"/>
              </a:buClr>
              <a:buSzPts val="4500"/>
              <a:buNone/>
              <a:defRPr sz="4500">
                <a:solidFill>
                  <a:schemeClr val="dk1"/>
                </a:solidFill>
              </a:defRPr>
            </a:lvl6pPr>
            <a:lvl7pPr indent="-228600" lvl="6" marL="3200400" algn="l">
              <a:lnSpc>
                <a:spcPct val="85000"/>
              </a:lnSpc>
              <a:spcBef>
                <a:spcPts val="0"/>
              </a:spcBef>
              <a:spcAft>
                <a:spcPts val="0"/>
              </a:spcAft>
              <a:buClr>
                <a:schemeClr val="dk1"/>
              </a:buClr>
              <a:buSzPts val="4500"/>
              <a:buNone/>
              <a:defRPr sz="4500">
                <a:solidFill>
                  <a:schemeClr val="dk1"/>
                </a:solidFill>
              </a:defRPr>
            </a:lvl7pPr>
            <a:lvl8pPr indent="-228600" lvl="7" marL="3657600" algn="l">
              <a:lnSpc>
                <a:spcPct val="85000"/>
              </a:lnSpc>
              <a:spcBef>
                <a:spcPts val="0"/>
              </a:spcBef>
              <a:spcAft>
                <a:spcPts val="0"/>
              </a:spcAft>
              <a:buClr>
                <a:schemeClr val="dk1"/>
              </a:buClr>
              <a:buSzPts val="4500"/>
              <a:buNone/>
              <a:defRPr sz="4500">
                <a:solidFill>
                  <a:schemeClr val="dk1"/>
                </a:solidFill>
              </a:defRPr>
            </a:lvl8pPr>
            <a:lvl9pPr indent="-228600" lvl="8" marL="4114800" algn="l">
              <a:lnSpc>
                <a:spcPct val="85000"/>
              </a:lnSpc>
              <a:spcBef>
                <a:spcPts val="0"/>
              </a:spcBef>
              <a:spcAft>
                <a:spcPts val="0"/>
              </a:spcAft>
              <a:buClr>
                <a:schemeClr val="dk1"/>
              </a:buClr>
              <a:buSzPts val="4500"/>
              <a:buNone/>
              <a:defRPr sz="4500">
                <a:solidFill>
                  <a:schemeClr val="dk1"/>
                </a:solidFill>
              </a:defRPr>
            </a:lvl9pPr>
          </a:lstStyle>
          <a:p/>
        </p:txBody>
      </p:sp>
      <p:sp>
        <p:nvSpPr>
          <p:cNvPr id="1623" name="Google Shape;1623;p143"/>
          <p:cNvSpPr txBox="1"/>
          <p:nvPr>
            <p:ph idx="6" type="body"/>
          </p:nvPr>
        </p:nvSpPr>
        <p:spPr>
          <a:xfrm>
            <a:off x="994886" y="4940300"/>
            <a:ext cx="198870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1624" name="Google Shape;1624;p143"/>
          <p:cNvSpPr txBox="1"/>
          <p:nvPr>
            <p:ph idx="7" type="body"/>
          </p:nvPr>
        </p:nvSpPr>
        <p:spPr>
          <a:xfrm>
            <a:off x="3215448" y="2011680"/>
            <a:ext cx="61710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indent="-228600" lvl="1" marL="914400" algn="l">
              <a:lnSpc>
                <a:spcPct val="85000"/>
              </a:lnSpc>
              <a:spcBef>
                <a:spcPts val="0"/>
              </a:spcBef>
              <a:spcAft>
                <a:spcPts val="0"/>
              </a:spcAft>
              <a:buClr>
                <a:schemeClr val="dk1"/>
              </a:buClr>
              <a:buSzPts val="4500"/>
              <a:buNone/>
              <a:defRPr sz="4500">
                <a:solidFill>
                  <a:schemeClr val="dk1"/>
                </a:solidFill>
              </a:defRPr>
            </a:lvl2pPr>
            <a:lvl3pPr indent="-228600" lvl="2" marL="1371600" algn="l">
              <a:lnSpc>
                <a:spcPct val="85000"/>
              </a:lnSpc>
              <a:spcBef>
                <a:spcPts val="0"/>
              </a:spcBef>
              <a:spcAft>
                <a:spcPts val="0"/>
              </a:spcAft>
              <a:buClr>
                <a:schemeClr val="dk1"/>
              </a:buClr>
              <a:buSzPts val="4500"/>
              <a:buNone/>
              <a:defRPr sz="4500">
                <a:solidFill>
                  <a:schemeClr val="dk1"/>
                </a:solidFill>
              </a:defRPr>
            </a:lvl3pPr>
            <a:lvl4pPr indent="-228600" lvl="3" marL="1828800" algn="l">
              <a:lnSpc>
                <a:spcPct val="85000"/>
              </a:lnSpc>
              <a:spcBef>
                <a:spcPts val="0"/>
              </a:spcBef>
              <a:spcAft>
                <a:spcPts val="0"/>
              </a:spcAft>
              <a:buClr>
                <a:schemeClr val="dk1"/>
              </a:buClr>
              <a:buSzPts val="4500"/>
              <a:buNone/>
              <a:defRPr sz="4500">
                <a:solidFill>
                  <a:schemeClr val="dk1"/>
                </a:solidFill>
              </a:defRPr>
            </a:lvl4pPr>
            <a:lvl5pPr indent="-228600" lvl="4" marL="2286000" algn="l">
              <a:lnSpc>
                <a:spcPct val="85000"/>
              </a:lnSpc>
              <a:spcBef>
                <a:spcPts val="0"/>
              </a:spcBef>
              <a:spcAft>
                <a:spcPts val="0"/>
              </a:spcAft>
              <a:buClr>
                <a:schemeClr val="dk1"/>
              </a:buClr>
              <a:buSzPts val="4500"/>
              <a:buNone/>
              <a:defRPr sz="4500">
                <a:solidFill>
                  <a:schemeClr val="dk1"/>
                </a:solidFill>
              </a:defRPr>
            </a:lvl5pPr>
            <a:lvl6pPr indent="-228600" lvl="5" marL="2743200" algn="l">
              <a:lnSpc>
                <a:spcPct val="85000"/>
              </a:lnSpc>
              <a:spcBef>
                <a:spcPts val="0"/>
              </a:spcBef>
              <a:spcAft>
                <a:spcPts val="0"/>
              </a:spcAft>
              <a:buClr>
                <a:schemeClr val="dk1"/>
              </a:buClr>
              <a:buSzPts val="4500"/>
              <a:buNone/>
              <a:defRPr sz="4500">
                <a:solidFill>
                  <a:schemeClr val="dk1"/>
                </a:solidFill>
              </a:defRPr>
            </a:lvl6pPr>
            <a:lvl7pPr indent="-228600" lvl="6" marL="3200400" algn="l">
              <a:lnSpc>
                <a:spcPct val="85000"/>
              </a:lnSpc>
              <a:spcBef>
                <a:spcPts val="0"/>
              </a:spcBef>
              <a:spcAft>
                <a:spcPts val="0"/>
              </a:spcAft>
              <a:buClr>
                <a:schemeClr val="dk1"/>
              </a:buClr>
              <a:buSzPts val="4500"/>
              <a:buNone/>
              <a:defRPr sz="4500">
                <a:solidFill>
                  <a:schemeClr val="dk1"/>
                </a:solidFill>
              </a:defRPr>
            </a:lvl7pPr>
            <a:lvl8pPr indent="-228600" lvl="7" marL="3657600" algn="l">
              <a:lnSpc>
                <a:spcPct val="85000"/>
              </a:lnSpc>
              <a:spcBef>
                <a:spcPts val="0"/>
              </a:spcBef>
              <a:spcAft>
                <a:spcPts val="0"/>
              </a:spcAft>
              <a:buClr>
                <a:schemeClr val="dk1"/>
              </a:buClr>
              <a:buSzPts val="4500"/>
              <a:buNone/>
              <a:defRPr sz="4500">
                <a:solidFill>
                  <a:schemeClr val="dk1"/>
                </a:solidFill>
              </a:defRPr>
            </a:lvl8pPr>
            <a:lvl9pPr indent="-228600" lvl="8" marL="4114800" algn="l">
              <a:lnSpc>
                <a:spcPct val="85000"/>
              </a:lnSpc>
              <a:spcBef>
                <a:spcPts val="0"/>
              </a:spcBef>
              <a:spcAft>
                <a:spcPts val="0"/>
              </a:spcAft>
              <a:buClr>
                <a:schemeClr val="dk1"/>
              </a:buClr>
              <a:buSzPts val="4500"/>
              <a:buNone/>
              <a:defRPr sz="4500">
                <a:solidFill>
                  <a:schemeClr val="dk1"/>
                </a:solidFill>
              </a:defRPr>
            </a:lvl9pPr>
          </a:lstStyle>
          <a:p/>
        </p:txBody>
      </p:sp>
      <p:sp>
        <p:nvSpPr>
          <p:cNvPr id="1625" name="Google Shape;1625;p143"/>
          <p:cNvSpPr txBox="1"/>
          <p:nvPr>
            <p:ph idx="8" type="body"/>
          </p:nvPr>
        </p:nvSpPr>
        <p:spPr>
          <a:xfrm>
            <a:off x="3936492" y="2011680"/>
            <a:ext cx="198870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1626" name="Google Shape;1626;p143"/>
          <p:cNvSpPr txBox="1"/>
          <p:nvPr>
            <p:ph idx="9" type="body"/>
          </p:nvPr>
        </p:nvSpPr>
        <p:spPr>
          <a:xfrm>
            <a:off x="3215448" y="3475990"/>
            <a:ext cx="61710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indent="-228600" lvl="1" marL="914400" algn="l">
              <a:lnSpc>
                <a:spcPct val="85000"/>
              </a:lnSpc>
              <a:spcBef>
                <a:spcPts val="0"/>
              </a:spcBef>
              <a:spcAft>
                <a:spcPts val="0"/>
              </a:spcAft>
              <a:buClr>
                <a:schemeClr val="dk1"/>
              </a:buClr>
              <a:buSzPts val="4500"/>
              <a:buNone/>
              <a:defRPr sz="4500">
                <a:solidFill>
                  <a:schemeClr val="dk1"/>
                </a:solidFill>
              </a:defRPr>
            </a:lvl2pPr>
            <a:lvl3pPr indent="-228600" lvl="2" marL="1371600" algn="l">
              <a:lnSpc>
                <a:spcPct val="85000"/>
              </a:lnSpc>
              <a:spcBef>
                <a:spcPts val="0"/>
              </a:spcBef>
              <a:spcAft>
                <a:spcPts val="0"/>
              </a:spcAft>
              <a:buClr>
                <a:schemeClr val="dk1"/>
              </a:buClr>
              <a:buSzPts val="4500"/>
              <a:buNone/>
              <a:defRPr sz="4500">
                <a:solidFill>
                  <a:schemeClr val="dk1"/>
                </a:solidFill>
              </a:defRPr>
            </a:lvl3pPr>
            <a:lvl4pPr indent="-228600" lvl="3" marL="1828800" algn="l">
              <a:lnSpc>
                <a:spcPct val="85000"/>
              </a:lnSpc>
              <a:spcBef>
                <a:spcPts val="0"/>
              </a:spcBef>
              <a:spcAft>
                <a:spcPts val="0"/>
              </a:spcAft>
              <a:buClr>
                <a:schemeClr val="dk1"/>
              </a:buClr>
              <a:buSzPts val="4500"/>
              <a:buNone/>
              <a:defRPr sz="4500">
                <a:solidFill>
                  <a:schemeClr val="dk1"/>
                </a:solidFill>
              </a:defRPr>
            </a:lvl4pPr>
            <a:lvl5pPr indent="-228600" lvl="4" marL="2286000" algn="l">
              <a:lnSpc>
                <a:spcPct val="85000"/>
              </a:lnSpc>
              <a:spcBef>
                <a:spcPts val="0"/>
              </a:spcBef>
              <a:spcAft>
                <a:spcPts val="0"/>
              </a:spcAft>
              <a:buClr>
                <a:schemeClr val="dk1"/>
              </a:buClr>
              <a:buSzPts val="4500"/>
              <a:buNone/>
              <a:defRPr sz="4500">
                <a:solidFill>
                  <a:schemeClr val="dk1"/>
                </a:solidFill>
              </a:defRPr>
            </a:lvl5pPr>
            <a:lvl6pPr indent="-228600" lvl="5" marL="2743200" algn="l">
              <a:lnSpc>
                <a:spcPct val="85000"/>
              </a:lnSpc>
              <a:spcBef>
                <a:spcPts val="0"/>
              </a:spcBef>
              <a:spcAft>
                <a:spcPts val="0"/>
              </a:spcAft>
              <a:buClr>
                <a:schemeClr val="dk1"/>
              </a:buClr>
              <a:buSzPts val="4500"/>
              <a:buNone/>
              <a:defRPr sz="4500">
                <a:solidFill>
                  <a:schemeClr val="dk1"/>
                </a:solidFill>
              </a:defRPr>
            </a:lvl6pPr>
            <a:lvl7pPr indent="-228600" lvl="6" marL="3200400" algn="l">
              <a:lnSpc>
                <a:spcPct val="85000"/>
              </a:lnSpc>
              <a:spcBef>
                <a:spcPts val="0"/>
              </a:spcBef>
              <a:spcAft>
                <a:spcPts val="0"/>
              </a:spcAft>
              <a:buClr>
                <a:schemeClr val="dk1"/>
              </a:buClr>
              <a:buSzPts val="4500"/>
              <a:buNone/>
              <a:defRPr sz="4500">
                <a:solidFill>
                  <a:schemeClr val="dk1"/>
                </a:solidFill>
              </a:defRPr>
            </a:lvl7pPr>
            <a:lvl8pPr indent="-228600" lvl="7" marL="3657600" algn="l">
              <a:lnSpc>
                <a:spcPct val="85000"/>
              </a:lnSpc>
              <a:spcBef>
                <a:spcPts val="0"/>
              </a:spcBef>
              <a:spcAft>
                <a:spcPts val="0"/>
              </a:spcAft>
              <a:buClr>
                <a:schemeClr val="dk1"/>
              </a:buClr>
              <a:buSzPts val="4500"/>
              <a:buNone/>
              <a:defRPr sz="4500">
                <a:solidFill>
                  <a:schemeClr val="dk1"/>
                </a:solidFill>
              </a:defRPr>
            </a:lvl8pPr>
            <a:lvl9pPr indent="-228600" lvl="8" marL="4114800" algn="l">
              <a:lnSpc>
                <a:spcPct val="85000"/>
              </a:lnSpc>
              <a:spcBef>
                <a:spcPts val="0"/>
              </a:spcBef>
              <a:spcAft>
                <a:spcPts val="0"/>
              </a:spcAft>
              <a:buClr>
                <a:schemeClr val="dk1"/>
              </a:buClr>
              <a:buSzPts val="4500"/>
              <a:buNone/>
              <a:defRPr sz="4500">
                <a:solidFill>
                  <a:schemeClr val="dk1"/>
                </a:solidFill>
              </a:defRPr>
            </a:lvl9pPr>
          </a:lstStyle>
          <a:p/>
        </p:txBody>
      </p:sp>
      <p:sp>
        <p:nvSpPr>
          <p:cNvPr id="1627" name="Google Shape;1627;p143"/>
          <p:cNvSpPr txBox="1"/>
          <p:nvPr>
            <p:ph idx="13" type="body"/>
          </p:nvPr>
        </p:nvSpPr>
        <p:spPr>
          <a:xfrm>
            <a:off x="3936492" y="3475990"/>
            <a:ext cx="198870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1628" name="Google Shape;1628;p143"/>
          <p:cNvSpPr txBox="1"/>
          <p:nvPr>
            <p:ph idx="14" type="body"/>
          </p:nvPr>
        </p:nvSpPr>
        <p:spPr>
          <a:xfrm>
            <a:off x="3215448" y="4940300"/>
            <a:ext cx="61710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indent="-228600" lvl="1" marL="914400" algn="l">
              <a:lnSpc>
                <a:spcPct val="85000"/>
              </a:lnSpc>
              <a:spcBef>
                <a:spcPts val="0"/>
              </a:spcBef>
              <a:spcAft>
                <a:spcPts val="0"/>
              </a:spcAft>
              <a:buClr>
                <a:schemeClr val="dk1"/>
              </a:buClr>
              <a:buSzPts val="4500"/>
              <a:buNone/>
              <a:defRPr sz="4500">
                <a:solidFill>
                  <a:schemeClr val="dk1"/>
                </a:solidFill>
              </a:defRPr>
            </a:lvl2pPr>
            <a:lvl3pPr indent="-228600" lvl="2" marL="1371600" algn="l">
              <a:lnSpc>
                <a:spcPct val="85000"/>
              </a:lnSpc>
              <a:spcBef>
                <a:spcPts val="0"/>
              </a:spcBef>
              <a:spcAft>
                <a:spcPts val="0"/>
              </a:spcAft>
              <a:buClr>
                <a:schemeClr val="dk1"/>
              </a:buClr>
              <a:buSzPts val="4500"/>
              <a:buNone/>
              <a:defRPr sz="4500">
                <a:solidFill>
                  <a:schemeClr val="dk1"/>
                </a:solidFill>
              </a:defRPr>
            </a:lvl3pPr>
            <a:lvl4pPr indent="-228600" lvl="3" marL="1828800" algn="l">
              <a:lnSpc>
                <a:spcPct val="85000"/>
              </a:lnSpc>
              <a:spcBef>
                <a:spcPts val="0"/>
              </a:spcBef>
              <a:spcAft>
                <a:spcPts val="0"/>
              </a:spcAft>
              <a:buClr>
                <a:schemeClr val="dk1"/>
              </a:buClr>
              <a:buSzPts val="4500"/>
              <a:buNone/>
              <a:defRPr sz="4500">
                <a:solidFill>
                  <a:schemeClr val="dk1"/>
                </a:solidFill>
              </a:defRPr>
            </a:lvl4pPr>
            <a:lvl5pPr indent="-228600" lvl="4" marL="2286000" algn="l">
              <a:lnSpc>
                <a:spcPct val="85000"/>
              </a:lnSpc>
              <a:spcBef>
                <a:spcPts val="0"/>
              </a:spcBef>
              <a:spcAft>
                <a:spcPts val="0"/>
              </a:spcAft>
              <a:buClr>
                <a:schemeClr val="dk1"/>
              </a:buClr>
              <a:buSzPts val="4500"/>
              <a:buNone/>
              <a:defRPr sz="4500">
                <a:solidFill>
                  <a:schemeClr val="dk1"/>
                </a:solidFill>
              </a:defRPr>
            </a:lvl5pPr>
            <a:lvl6pPr indent="-228600" lvl="5" marL="2743200" algn="l">
              <a:lnSpc>
                <a:spcPct val="85000"/>
              </a:lnSpc>
              <a:spcBef>
                <a:spcPts val="0"/>
              </a:spcBef>
              <a:spcAft>
                <a:spcPts val="0"/>
              </a:spcAft>
              <a:buClr>
                <a:schemeClr val="dk1"/>
              </a:buClr>
              <a:buSzPts val="4500"/>
              <a:buNone/>
              <a:defRPr sz="4500">
                <a:solidFill>
                  <a:schemeClr val="dk1"/>
                </a:solidFill>
              </a:defRPr>
            </a:lvl6pPr>
            <a:lvl7pPr indent="-228600" lvl="6" marL="3200400" algn="l">
              <a:lnSpc>
                <a:spcPct val="85000"/>
              </a:lnSpc>
              <a:spcBef>
                <a:spcPts val="0"/>
              </a:spcBef>
              <a:spcAft>
                <a:spcPts val="0"/>
              </a:spcAft>
              <a:buClr>
                <a:schemeClr val="dk1"/>
              </a:buClr>
              <a:buSzPts val="4500"/>
              <a:buNone/>
              <a:defRPr sz="4500">
                <a:solidFill>
                  <a:schemeClr val="dk1"/>
                </a:solidFill>
              </a:defRPr>
            </a:lvl7pPr>
            <a:lvl8pPr indent="-228600" lvl="7" marL="3657600" algn="l">
              <a:lnSpc>
                <a:spcPct val="85000"/>
              </a:lnSpc>
              <a:spcBef>
                <a:spcPts val="0"/>
              </a:spcBef>
              <a:spcAft>
                <a:spcPts val="0"/>
              </a:spcAft>
              <a:buClr>
                <a:schemeClr val="dk1"/>
              </a:buClr>
              <a:buSzPts val="4500"/>
              <a:buNone/>
              <a:defRPr sz="4500">
                <a:solidFill>
                  <a:schemeClr val="dk1"/>
                </a:solidFill>
              </a:defRPr>
            </a:lvl8pPr>
            <a:lvl9pPr indent="-228600" lvl="8" marL="4114800" algn="l">
              <a:lnSpc>
                <a:spcPct val="85000"/>
              </a:lnSpc>
              <a:spcBef>
                <a:spcPts val="0"/>
              </a:spcBef>
              <a:spcAft>
                <a:spcPts val="0"/>
              </a:spcAft>
              <a:buClr>
                <a:schemeClr val="dk1"/>
              </a:buClr>
              <a:buSzPts val="4500"/>
              <a:buNone/>
              <a:defRPr sz="4500">
                <a:solidFill>
                  <a:schemeClr val="dk1"/>
                </a:solidFill>
              </a:defRPr>
            </a:lvl9pPr>
          </a:lstStyle>
          <a:p/>
        </p:txBody>
      </p:sp>
      <p:sp>
        <p:nvSpPr>
          <p:cNvPr id="1629" name="Google Shape;1629;p143"/>
          <p:cNvSpPr txBox="1"/>
          <p:nvPr>
            <p:ph idx="15" type="body"/>
          </p:nvPr>
        </p:nvSpPr>
        <p:spPr>
          <a:xfrm>
            <a:off x="3936492" y="4940300"/>
            <a:ext cx="198870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1630" name="Google Shape;1630;p143"/>
          <p:cNvSpPr txBox="1"/>
          <p:nvPr>
            <p:ph idx="16" type="body"/>
          </p:nvPr>
        </p:nvSpPr>
        <p:spPr>
          <a:xfrm>
            <a:off x="6157530" y="2011680"/>
            <a:ext cx="61710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indent="-228600" lvl="1" marL="914400" algn="l">
              <a:lnSpc>
                <a:spcPct val="85000"/>
              </a:lnSpc>
              <a:spcBef>
                <a:spcPts val="0"/>
              </a:spcBef>
              <a:spcAft>
                <a:spcPts val="0"/>
              </a:spcAft>
              <a:buClr>
                <a:schemeClr val="dk1"/>
              </a:buClr>
              <a:buSzPts val="4500"/>
              <a:buNone/>
              <a:defRPr sz="4500">
                <a:solidFill>
                  <a:schemeClr val="dk1"/>
                </a:solidFill>
              </a:defRPr>
            </a:lvl2pPr>
            <a:lvl3pPr indent="-228600" lvl="2" marL="1371600" algn="l">
              <a:lnSpc>
                <a:spcPct val="85000"/>
              </a:lnSpc>
              <a:spcBef>
                <a:spcPts val="0"/>
              </a:spcBef>
              <a:spcAft>
                <a:spcPts val="0"/>
              </a:spcAft>
              <a:buClr>
                <a:schemeClr val="dk1"/>
              </a:buClr>
              <a:buSzPts val="4500"/>
              <a:buNone/>
              <a:defRPr sz="4500">
                <a:solidFill>
                  <a:schemeClr val="dk1"/>
                </a:solidFill>
              </a:defRPr>
            </a:lvl3pPr>
            <a:lvl4pPr indent="-228600" lvl="3" marL="1828800" algn="l">
              <a:lnSpc>
                <a:spcPct val="85000"/>
              </a:lnSpc>
              <a:spcBef>
                <a:spcPts val="0"/>
              </a:spcBef>
              <a:spcAft>
                <a:spcPts val="0"/>
              </a:spcAft>
              <a:buClr>
                <a:schemeClr val="dk1"/>
              </a:buClr>
              <a:buSzPts val="4500"/>
              <a:buNone/>
              <a:defRPr sz="4500">
                <a:solidFill>
                  <a:schemeClr val="dk1"/>
                </a:solidFill>
              </a:defRPr>
            </a:lvl4pPr>
            <a:lvl5pPr indent="-228600" lvl="4" marL="2286000" algn="l">
              <a:lnSpc>
                <a:spcPct val="85000"/>
              </a:lnSpc>
              <a:spcBef>
                <a:spcPts val="0"/>
              </a:spcBef>
              <a:spcAft>
                <a:spcPts val="0"/>
              </a:spcAft>
              <a:buClr>
                <a:schemeClr val="dk1"/>
              </a:buClr>
              <a:buSzPts val="4500"/>
              <a:buNone/>
              <a:defRPr sz="4500">
                <a:solidFill>
                  <a:schemeClr val="dk1"/>
                </a:solidFill>
              </a:defRPr>
            </a:lvl5pPr>
            <a:lvl6pPr indent="-228600" lvl="5" marL="2743200" algn="l">
              <a:lnSpc>
                <a:spcPct val="85000"/>
              </a:lnSpc>
              <a:spcBef>
                <a:spcPts val="0"/>
              </a:spcBef>
              <a:spcAft>
                <a:spcPts val="0"/>
              </a:spcAft>
              <a:buClr>
                <a:schemeClr val="dk1"/>
              </a:buClr>
              <a:buSzPts val="4500"/>
              <a:buNone/>
              <a:defRPr sz="4500">
                <a:solidFill>
                  <a:schemeClr val="dk1"/>
                </a:solidFill>
              </a:defRPr>
            </a:lvl6pPr>
            <a:lvl7pPr indent="-228600" lvl="6" marL="3200400" algn="l">
              <a:lnSpc>
                <a:spcPct val="85000"/>
              </a:lnSpc>
              <a:spcBef>
                <a:spcPts val="0"/>
              </a:spcBef>
              <a:spcAft>
                <a:spcPts val="0"/>
              </a:spcAft>
              <a:buClr>
                <a:schemeClr val="dk1"/>
              </a:buClr>
              <a:buSzPts val="4500"/>
              <a:buNone/>
              <a:defRPr sz="4500">
                <a:solidFill>
                  <a:schemeClr val="dk1"/>
                </a:solidFill>
              </a:defRPr>
            </a:lvl7pPr>
            <a:lvl8pPr indent="-228600" lvl="7" marL="3657600" algn="l">
              <a:lnSpc>
                <a:spcPct val="85000"/>
              </a:lnSpc>
              <a:spcBef>
                <a:spcPts val="0"/>
              </a:spcBef>
              <a:spcAft>
                <a:spcPts val="0"/>
              </a:spcAft>
              <a:buClr>
                <a:schemeClr val="dk1"/>
              </a:buClr>
              <a:buSzPts val="4500"/>
              <a:buNone/>
              <a:defRPr sz="4500">
                <a:solidFill>
                  <a:schemeClr val="dk1"/>
                </a:solidFill>
              </a:defRPr>
            </a:lvl8pPr>
            <a:lvl9pPr indent="-228600" lvl="8" marL="4114800" algn="l">
              <a:lnSpc>
                <a:spcPct val="85000"/>
              </a:lnSpc>
              <a:spcBef>
                <a:spcPts val="0"/>
              </a:spcBef>
              <a:spcAft>
                <a:spcPts val="0"/>
              </a:spcAft>
              <a:buClr>
                <a:schemeClr val="dk1"/>
              </a:buClr>
              <a:buSzPts val="4500"/>
              <a:buNone/>
              <a:defRPr sz="4500">
                <a:solidFill>
                  <a:schemeClr val="dk1"/>
                </a:solidFill>
              </a:defRPr>
            </a:lvl9pPr>
          </a:lstStyle>
          <a:p/>
        </p:txBody>
      </p:sp>
      <p:sp>
        <p:nvSpPr>
          <p:cNvPr id="1631" name="Google Shape;1631;p143"/>
          <p:cNvSpPr txBox="1"/>
          <p:nvPr>
            <p:ph idx="17" type="body"/>
          </p:nvPr>
        </p:nvSpPr>
        <p:spPr>
          <a:xfrm>
            <a:off x="6878574" y="2011680"/>
            <a:ext cx="198870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1632" name="Google Shape;1632;p143"/>
          <p:cNvSpPr txBox="1"/>
          <p:nvPr>
            <p:ph idx="18" type="body"/>
          </p:nvPr>
        </p:nvSpPr>
        <p:spPr>
          <a:xfrm>
            <a:off x="6157530" y="3475990"/>
            <a:ext cx="61710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indent="-228600" lvl="1" marL="914400" algn="l">
              <a:lnSpc>
                <a:spcPct val="85000"/>
              </a:lnSpc>
              <a:spcBef>
                <a:spcPts val="0"/>
              </a:spcBef>
              <a:spcAft>
                <a:spcPts val="0"/>
              </a:spcAft>
              <a:buClr>
                <a:schemeClr val="dk1"/>
              </a:buClr>
              <a:buSzPts val="4500"/>
              <a:buNone/>
              <a:defRPr sz="4500">
                <a:solidFill>
                  <a:schemeClr val="dk1"/>
                </a:solidFill>
              </a:defRPr>
            </a:lvl2pPr>
            <a:lvl3pPr indent="-228600" lvl="2" marL="1371600" algn="l">
              <a:lnSpc>
                <a:spcPct val="85000"/>
              </a:lnSpc>
              <a:spcBef>
                <a:spcPts val="0"/>
              </a:spcBef>
              <a:spcAft>
                <a:spcPts val="0"/>
              </a:spcAft>
              <a:buClr>
                <a:schemeClr val="dk1"/>
              </a:buClr>
              <a:buSzPts val="4500"/>
              <a:buNone/>
              <a:defRPr sz="4500">
                <a:solidFill>
                  <a:schemeClr val="dk1"/>
                </a:solidFill>
              </a:defRPr>
            </a:lvl3pPr>
            <a:lvl4pPr indent="-228600" lvl="3" marL="1828800" algn="l">
              <a:lnSpc>
                <a:spcPct val="85000"/>
              </a:lnSpc>
              <a:spcBef>
                <a:spcPts val="0"/>
              </a:spcBef>
              <a:spcAft>
                <a:spcPts val="0"/>
              </a:spcAft>
              <a:buClr>
                <a:schemeClr val="dk1"/>
              </a:buClr>
              <a:buSzPts val="4500"/>
              <a:buNone/>
              <a:defRPr sz="4500">
                <a:solidFill>
                  <a:schemeClr val="dk1"/>
                </a:solidFill>
              </a:defRPr>
            </a:lvl4pPr>
            <a:lvl5pPr indent="-228600" lvl="4" marL="2286000" algn="l">
              <a:lnSpc>
                <a:spcPct val="85000"/>
              </a:lnSpc>
              <a:spcBef>
                <a:spcPts val="0"/>
              </a:spcBef>
              <a:spcAft>
                <a:spcPts val="0"/>
              </a:spcAft>
              <a:buClr>
                <a:schemeClr val="dk1"/>
              </a:buClr>
              <a:buSzPts val="4500"/>
              <a:buNone/>
              <a:defRPr sz="4500">
                <a:solidFill>
                  <a:schemeClr val="dk1"/>
                </a:solidFill>
              </a:defRPr>
            </a:lvl5pPr>
            <a:lvl6pPr indent="-228600" lvl="5" marL="2743200" algn="l">
              <a:lnSpc>
                <a:spcPct val="85000"/>
              </a:lnSpc>
              <a:spcBef>
                <a:spcPts val="0"/>
              </a:spcBef>
              <a:spcAft>
                <a:spcPts val="0"/>
              </a:spcAft>
              <a:buClr>
                <a:schemeClr val="dk1"/>
              </a:buClr>
              <a:buSzPts val="4500"/>
              <a:buNone/>
              <a:defRPr sz="4500">
                <a:solidFill>
                  <a:schemeClr val="dk1"/>
                </a:solidFill>
              </a:defRPr>
            </a:lvl6pPr>
            <a:lvl7pPr indent="-228600" lvl="6" marL="3200400" algn="l">
              <a:lnSpc>
                <a:spcPct val="85000"/>
              </a:lnSpc>
              <a:spcBef>
                <a:spcPts val="0"/>
              </a:spcBef>
              <a:spcAft>
                <a:spcPts val="0"/>
              </a:spcAft>
              <a:buClr>
                <a:schemeClr val="dk1"/>
              </a:buClr>
              <a:buSzPts val="4500"/>
              <a:buNone/>
              <a:defRPr sz="4500">
                <a:solidFill>
                  <a:schemeClr val="dk1"/>
                </a:solidFill>
              </a:defRPr>
            </a:lvl7pPr>
            <a:lvl8pPr indent="-228600" lvl="7" marL="3657600" algn="l">
              <a:lnSpc>
                <a:spcPct val="85000"/>
              </a:lnSpc>
              <a:spcBef>
                <a:spcPts val="0"/>
              </a:spcBef>
              <a:spcAft>
                <a:spcPts val="0"/>
              </a:spcAft>
              <a:buClr>
                <a:schemeClr val="dk1"/>
              </a:buClr>
              <a:buSzPts val="4500"/>
              <a:buNone/>
              <a:defRPr sz="4500">
                <a:solidFill>
                  <a:schemeClr val="dk1"/>
                </a:solidFill>
              </a:defRPr>
            </a:lvl8pPr>
            <a:lvl9pPr indent="-228600" lvl="8" marL="4114800" algn="l">
              <a:lnSpc>
                <a:spcPct val="85000"/>
              </a:lnSpc>
              <a:spcBef>
                <a:spcPts val="0"/>
              </a:spcBef>
              <a:spcAft>
                <a:spcPts val="0"/>
              </a:spcAft>
              <a:buClr>
                <a:schemeClr val="dk1"/>
              </a:buClr>
              <a:buSzPts val="4500"/>
              <a:buNone/>
              <a:defRPr sz="4500">
                <a:solidFill>
                  <a:schemeClr val="dk1"/>
                </a:solidFill>
              </a:defRPr>
            </a:lvl9pPr>
          </a:lstStyle>
          <a:p/>
        </p:txBody>
      </p:sp>
      <p:sp>
        <p:nvSpPr>
          <p:cNvPr id="1633" name="Google Shape;1633;p143"/>
          <p:cNvSpPr txBox="1"/>
          <p:nvPr>
            <p:ph idx="19" type="body"/>
          </p:nvPr>
        </p:nvSpPr>
        <p:spPr>
          <a:xfrm>
            <a:off x="6878574" y="3475990"/>
            <a:ext cx="198870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1634" name="Google Shape;1634;p143"/>
          <p:cNvSpPr txBox="1"/>
          <p:nvPr>
            <p:ph idx="20" type="body"/>
          </p:nvPr>
        </p:nvSpPr>
        <p:spPr>
          <a:xfrm>
            <a:off x="6157530" y="4940300"/>
            <a:ext cx="61710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4500"/>
              <a:buNone/>
              <a:defRPr sz="4500">
                <a:solidFill>
                  <a:schemeClr val="dk1"/>
                </a:solidFill>
                <a:latin typeface="Arial"/>
                <a:ea typeface="Arial"/>
                <a:cs typeface="Arial"/>
                <a:sym typeface="Arial"/>
              </a:defRPr>
            </a:lvl1pPr>
            <a:lvl2pPr indent="-228600" lvl="1" marL="914400" algn="l">
              <a:lnSpc>
                <a:spcPct val="85000"/>
              </a:lnSpc>
              <a:spcBef>
                <a:spcPts val="0"/>
              </a:spcBef>
              <a:spcAft>
                <a:spcPts val="0"/>
              </a:spcAft>
              <a:buClr>
                <a:schemeClr val="dk1"/>
              </a:buClr>
              <a:buSzPts val="4500"/>
              <a:buNone/>
              <a:defRPr sz="4500">
                <a:solidFill>
                  <a:schemeClr val="dk1"/>
                </a:solidFill>
              </a:defRPr>
            </a:lvl2pPr>
            <a:lvl3pPr indent="-228600" lvl="2" marL="1371600" algn="l">
              <a:lnSpc>
                <a:spcPct val="85000"/>
              </a:lnSpc>
              <a:spcBef>
                <a:spcPts val="0"/>
              </a:spcBef>
              <a:spcAft>
                <a:spcPts val="0"/>
              </a:spcAft>
              <a:buClr>
                <a:schemeClr val="dk1"/>
              </a:buClr>
              <a:buSzPts val="4500"/>
              <a:buNone/>
              <a:defRPr sz="4500">
                <a:solidFill>
                  <a:schemeClr val="dk1"/>
                </a:solidFill>
              </a:defRPr>
            </a:lvl3pPr>
            <a:lvl4pPr indent="-228600" lvl="3" marL="1828800" algn="l">
              <a:lnSpc>
                <a:spcPct val="85000"/>
              </a:lnSpc>
              <a:spcBef>
                <a:spcPts val="0"/>
              </a:spcBef>
              <a:spcAft>
                <a:spcPts val="0"/>
              </a:spcAft>
              <a:buClr>
                <a:schemeClr val="dk1"/>
              </a:buClr>
              <a:buSzPts val="4500"/>
              <a:buNone/>
              <a:defRPr sz="4500">
                <a:solidFill>
                  <a:schemeClr val="dk1"/>
                </a:solidFill>
              </a:defRPr>
            </a:lvl4pPr>
            <a:lvl5pPr indent="-228600" lvl="4" marL="2286000" algn="l">
              <a:lnSpc>
                <a:spcPct val="85000"/>
              </a:lnSpc>
              <a:spcBef>
                <a:spcPts val="0"/>
              </a:spcBef>
              <a:spcAft>
                <a:spcPts val="0"/>
              </a:spcAft>
              <a:buClr>
                <a:schemeClr val="dk1"/>
              </a:buClr>
              <a:buSzPts val="4500"/>
              <a:buNone/>
              <a:defRPr sz="4500">
                <a:solidFill>
                  <a:schemeClr val="dk1"/>
                </a:solidFill>
              </a:defRPr>
            </a:lvl5pPr>
            <a:lvl6pPr indent="-228600" lvl="5" marL="2743200" algn="l">
              <a:lnSpc>
                <a:spcPct val="85000"/>
              </a:lnSpc>
              <a:spcBef>
                <a:spcPts val="0"/>
              </a:spcBef>
              <a:spcAft>
                <a:spcPts val="0"/>
              </a:spcAft>
              <a:buClr>
                <a:schemeClr val="dk1"/>
              </a:buClr>
              <a:buSzPts val="4500"/>
              <a:buNone/>
              <a:defRPr sz="4500">
                <a:solidFill>
                  <a:schemeClr val="dk1"/>
                </a:solidFill>
              </a:defRPr>
            </a:lvl6pPr>
            <a:lvl7pPr indent="-228600" lvl="6" marL="3200400" algn="l">
              <a:lnSpc>
                <a:spcPct val="85000"/>
              </a:lnSpc>
              <a:spcBef>
                <a:spcPts val="0"/>
              </a:spcBef>
              <a:spcAft>
                <a:spcPts val="0"/>
              </a:spcAft>
              <a:buClr>
                <a:schemeClr val="dk1"/>
              </a:buClr>
              <a:buSzPts val="4500"/>
              <a:buNone/>
              <a:defRPr sz="4500">
                <a:solidFill>
                  <a:schemeClr val="dk1"/>
                </a:solidFill>
              </a:defRPr>
            </a:lvl7pPr>
            <a:lvl8pPr indent="-228600" lvl="7" marL="3657600" algn="l">
              <a:lnSpc>
                <a:spcPct val="85000"/>
              </a:lnSpc>
              <a:spcBef>
                <a:spcPts val="0"/>
              </a:spcBef>
              <a:spcAft>
                <a:spcPts val="0"/>
              </a:spcAft>
              <a:buClr>
                <a:schemeClr val="dk1"/>
              </a:buClr>
              <a:buSzPts val="4500"/>
              <a:buNone/>
              <a:defRPr sz="4500">
                <a:solidFill>
                  <a:schemeClr val="dk1"/>
                </a:solidFill>
              </a:defRPr>
            </a:lvl8pPr>
            <a:lvl9pPr indent="-228600" lvl="8" marL="4114800" algn="l">
              <a:lnSpc>
                <a:spcPct val="85000"/>
              </a:lnSpc>
              <a:spcBef>
                <a:spcPts val="0"/>
              </a:spcBef>
              <a:spcAft>
                <a:spcPts val="0"/>
              </a:spcAft>
              <a:buClr>
                <a:schemeClr val="dk1"/>
              </a:buClr>
              <a:buSzPts val="4500"/>
              <a:buNone/>
              <a:defRPr sz="4500">
                <a:solidFill>
                  <a:schemeClr val="dk1"/>
                </a:solidFill>
              </a:defRPr>
            </a:lvl9pPr>
          </a:lstStyle>
          <a:p/>
        </p:txBody>
      </p:sp>
      <p:sp>
        <p:nvSpPr>
          <p:cNvPr id="1635" name="Google Shape;1635;p143"/>
          <p:cNvSpPr txBox="1"/>
          <p:nvPr>
            <p:ph idx="21" type="body"/>
          </p:nvPr>
        </p:nvSpPr>
        <p:spPr>
          <a:xfrm>
            <a:off x="6878574" y="4940300"/>
            <a:ext cx="198870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506">
          <p15:clr>
            <a:srgbClr val="FBAE40"/>
          </p15:clr>
        </p15:guide>
        <p15:guide id="2" pos="2700">
          <p15:clr>
            <a:srgbClr val="FBAE40"/>
          </p15:clr>
        </p15:guide>
        <p15:guide id="3" orient="horz" pos="1266">
          <p15:clr>
            <a:srgbClr val="FBAE40"/>
          </p15:clr>
        </p15:guide>
        <p15:guide id="4" orient="horz" pos="4148">
          <p15:clr>
            <a:srgbClr val="FBAE40"/>
          </p15:clr>
        </p15:guide>
        <p15:guide id="5" pos="4978">
          <p15:clr>
            <a:srgbClr val="FBAE40"/>
          </p15:clr>
        </p15:guide>
        <p15:guide id="6" pos="5172">
          <p15:clr>
            <a:srgbClr val="FBAE40"/>
          </p15:clr>
        </p15:guide>
        <p15:guide id="7" orient="horz" pos="3688">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p:cSld name="Three Content">
    <p:spTree>
      <p:nvGrpSpPr>
        <p:cNvPr id="1636" name="Shape 1636"/>
        <p:cNvGrpSpPr/>
        <p:nvPr/>
      </p:nvGrpSpPr>
      <p:grpSpPr>
        <a:xfrm>
          <a:off x="0" y="0"/>
          <a:ext cx="0" cy="0"/>
          <a:chOff x="0" y="0"/>
          <a:chExt cx="0" cy="0"/>
        </a:xfrm>
      </p:grpSpPr>
      <p:sp>
        <p:nvSpPr>
          <p:cNvPr id="1637" name="Google Shape;1637;p144"/>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8" name="Google Shape;1638;p144"/>
          <p:cNvSpPr txBox="1"/>
          <p:nvPr>
            <p:ph idx="1" type="body"/>
          </p:nvPr>
        </p:nvSpPr>
        <p:spPr>
          <a:xfrm>
            <a:off x="274320" y="1828800"/>
            <a:ext cx="2709000" cy="42519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39" name="Google Shape;1639;p144"/>
          <p:cNvSpPr txBox="1"/>
          <p:nvPr>
            <p:ph idx="2" type="body"/>
          </p:nvPr>
        </p:nvSpPr>
        <p:spPr>
          <a:xfrm>
            <a:off x="3216402" y="1828800"/>
            <a:ext cx="2709000" cy="42519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40" name="Google Shape;1640;p144"/>
          <p:cNvSpPr txBox="1"/>
          <p:nvPr>
            <p:ph idx="3" type="body"/>
          </p:nvPr>
        </p:nvSpPr>
        <p:spPr>
          <a:xfrm>
            <a:off x="6158484" y="1828800"/>
            <a:ext cx="2709000" cy="42519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tent">
  <p:cSld name="Four Content">
    <p:spTree>
      <p:nvGrpSpPr>
        <p:cNvPr id="1641" name="Shape 1641"/>
        <p:cNvGrpSpPr/>
        <p:nvPr/>
      </p:nvGrpSpPr>
      <p:grpSpPr>
        <a:xfrm>
          <a:off x="0" y="0"/>
          <a:ext cx="0" cy="0"/>
          <a:chOff x="0" y="0"/>
          <a:chExt cx="0" cy="0"/>
        </a:xfrm>
      </p:grpSpPr>
      <p:sp>
        <p:nvSpPr>
          <p:cNvPr id="1642" name="Google Shape;1642;p145"/>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3" name="Google Shape;1643;p145"/>
          <p:cNvSpPr txBox="1"/>
          <p:nvPr>
            <p:ph idx="1" type="body"/>
          </p:nvPr>
        </p:nvSpPr>
        <p:spPr>
          <a:xfrm>
            <a:off x="274320" y="1828800"/>
            <a:ext cx="1975200" cy="4251900"/>
          </a:xfrm>
          <a:prstGeom prst="rect">
            <a:avLst/>
          </a:prstGeom>
          <a:noFill/>
          <a:ln>
            <a:noFill/>
          </a:ln>
        </p:spPr>
        <p:txBody>
          <a:bodyPr anchorCtr="0" anchor="t" bIns="0" lIns="0" spcFirstLastPara="1" rIns="0" wrap="square" tIns="0">
            <a:normAutofit/>
          </a:bodyPr>
          <a:lstStyle>
            <a:lvl1pPr indent="-304800" lvl="0" marL="4572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indent="-304800" lvl="1" marL="9144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indent="-304800" lvl="5" marL="2743200" algn="l">
              <a:lnSpc>
                <a:spcPct val="100000"/>
              </a:lnSpc>
              <a:spcBef>
                <a:spcPts val="225"/>
              </a:spcBef>
              <a:spcAft>
                <a:spcPts val="0"/>
              </a:spcAft>
              <a:buClr>
                <a:schemeClr val="dk1"/>
              </a:buClr>
              <a:buSzPts val="1200"/>
              <a:buChar char="–"/>
              <a:defRPr sz="1200"/>
            </a:lvl6pPr>
            <a:lvl7pPr indent="-304800" lvl="6" marL="3200400" algn="l">
              <a:lnSpc>
                <a:spcPct val="100000"/>
              </a:lnSpc>
              <a:spcBef>
                <a:spcPts val="225"/>
              </a:spcBef>
              <a:spcAft>
                <a:spcPts val="0"/>
              </a:spcAft>
              <a:buClr>
                <a:schemeClr val="dk1"/>
              </a:buClr>
              <a:buSzPts val="1200"/>
              <a:buChar char="–"/>
              <a:defRPr sz="1200"/>
            </a:lvl7pPr>
            <a:lvl8pPr indent="-304800" lvl="7" marL="3657600" algn="l">
              <a:lnSpc>
                <a:spcPct val="100000"/>
              </a:lnSpc>
              <a:spcBef>
                <a:spcPts val="225"/>
              </a:spcBef>
              <a:spcAft>
                <a:spcPts val="0"/>
              </a:spcAft>
              <a:buClr>
                <a:schemeClr val="dk1"/>
              </a:buClr>
              <a:buSzPts val="1200"/>
              <a:buChar char="–"/>
              <a:defRPr sz="1200"/>
            </a:lvl8pPr>
            <a:lvl9pPr indent="-304800" lvl="8" marL="4114800" algn="l">
              <a:lnSpc>
                <a:spcPct val="100000"/>
              </a:lnSpc>
              <a:spcBef>
                <a:spcPts val="225"/>
              </a:spcBef>
              <a:spcAft>
                <a:spcPts val="0"/>
              </a:spcAft>
              <a:buClr>
                <a:schemeClr val="dk1"/>
              </a:buClr>
              <a:buSzPts val="1200"/>
              <a:buChar char="–"/>
              <a:defRPr sz="1200"/>
            </a:lvl9pPr>
          </a:lstStyle>
          <a:p/>
        </p:txBody>
      </p:sp>
      <p:sp>
        <p:nvSpPr>
          <p:cNvPr id="1644" name="Google Shape;1644;p145"/>
          <p:cNvSpPr txBox="1"/>
          <p:nvPr>
            <p:ph idx="2" type="body"/>
          </p:nvPr>
        </p:nvSpPr>
        <p:spPr>
          <a:xfrm>
            <a:off x="2482596" y="1828800"/>
            <a:ext cx="1975200" cy="4251900"/>
          </a:xfrm>
          <a:prstGeom prst="rect">
            <a:avLst/>
          </a:prstGeom>
          <a:noFill/>
          <a:ln>
            <a:noFill/>
          </a:ln>
        </p:spPr>
        <p:txBody>
          <a:bodyPr anchorCtr="0" anchor="t" bIns="0" lIns="0" spcFirstLastPara="1" rIns="0" wrap="square" tIns="0">
            <a:normAutofit/>
          </a:bodyPr>
          <a:lstStyle>
            <a:lvl1pPr indent="-304800" lvl="0" marL="4572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indent="-304800" lvl="1" marL="9144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indent="-304800" lvl="5" marL="2743200" algn="l">
              <a:lnSpc>
                <a:spcPct val="100000"/>
              </a:lnSpc>
              <a:spcBef>
                <a:spcPts val="225"/>
              </a:spcBef>
              <a:spcAft>
                <a:spcPts val="0"/>
              </a:spcAft>
              <a:buClr>
                <a:schemeClr val="dk1"/>
              </a:buClr>
              <a:buSzPts val="1200"/>
              <a:buChar char="–"/>
              <a:defRPr sz="1200"/>
            </a:lvl6pPr>
            <a:lvl7pPr indent="-304800" lvl="6" marL="3200400" algn="l">
              <a:lnSpc>
                <a:spcPct val="100000"/>
              </a:lnSpc>
              <a:spcBef>
                <a:spcPts val="225"/>
              </a:spcBef>
              <a:spcAft>
                <a:spcPts val="0"/>
              </a:spcAft>
              <a:buClr>
                <a:schemeClr val="dk1"/>
              </a:buClr>
              <a:buSzPts val="1200"/>
              <a:buChar char="–"/>
              <a:defRPr sz="1200"/>
            </a:lvl7pPr>
            <a:lvl8pPr indent="-304800" lvl="7" marL="3657600" algn="l">
              <a:lnSpc>
                <a:spcPct val="100000"/>
              </a:lnSpc>
              <a:spcBef>
                <a:spcPts val="225"/>
              </a:spcBef>
              <a:spcAft>
                <a:spcPts val="0"/>
              </a:spcAft>
              <a:buClr>
                <a:schemeClr val="dk1"/>
              </a:buClr>
              <a:buSzPts val="1200"/>
              <a:buChar char="–"/>
              <a:defRPr sz="1200"/>
            </a:lvl8pPr>
            <a:lvl9pPr indent="-304800" lvl="8" marL="4114800" algn="l">
              <a:lnSpc>
                <a:spcPct val="100000"/>
              </a:lnSpc>
              <a:spcBef>
                <a:spcPts val="225"/>
              </a:spcBef>
              <a:spcAft>
                <a:spcPts val="0"/>
              </a:spcAft>
              <a:buClr>
                <a:schemeClr val="dk1"/>
              </a:buClr>
              <a:buSzPts val="1200"/>
              <a:buChar char="–"/>
              <a:defRPr sz="1200"/>
            </a:lvl9pPr>
          </a:lstStyle>
          <a:p/>
        </p:txBody>
      </p:sp>
      <p:sp>
        <p:nvSpPr>
          <p:cNvPr id="1645" name="Google Shape;1645;p145"/>
          <p:cNvSpPr txBox="1"/>
          <p:nvPr>
            <p:ph idx="3" type="body"/>
          </p:nvPr>
        </p:nvSpPr>
        <p:spPr>
          <a:xfrm>
            <a:off x="4684014" y="1828800"/>
            <a:ext cx="1975200" cy="4251900"/>
          </a:xfrm>
          <a:prstGeom prst="rect">
            <a:avLst/>
          </a:prstGeom>
          <a:noFill/>
          <a:ln>
            <a:noFill/>
          </a:ln>
        </p:spPr>
        <p:txBody>
          <a:bodyPr anchorCtr="0" anchor="t" bIns="0" lIns="0" spcFirstLastPara="1" rIns="0" wrap="square" tIns="0">
            <a:normAutofit/>
          </a:bodyPr>
          <a:lstStyle>
            <a:lvl1pPr indent="-304800" lvl="0" marL="4572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indent="-304800" lvl="1" marL="9144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indent="-304800" lvl="5" marL="2743200" algn="l">
              <a:lnSpc>
                <a:spcPct val="100000"/>
              </a:lnSpc>
              <a:spcBef>
                <a:spcPts val="225"/>
              </a:spcBef>
              <a:spcAft>
                <a:spcPts val="0"/>
              </a:spcAft>
              <a:buClr>
                <a:schemeClr val="dk1"/>
              </a:buClr>
              <a:buSzPts val="1200"/>
              <a:buChar char="–"/>
              <a:defRPr sz="1200"/>
            </a:lvl6pPr>
            <a:lvl7pPr indent="-304800" lvl="6" marL="3200400" algn="l">
              <a:lnSpc>
                <a:spcPct val="100000"/>
              </a:lnSpc>
              <a:spcBef>
                <a:spcPts val="225"/>
              </a:spcBef>
              <a:spcAft>
                <a:spcPts val="0"/>
              </a:spcAft>
              <a:buClr>
                <a:schemeClr val="dk1"/>
              </a:buClr>
              <a:buSzPts val="1200"/>
              <a:buChar char="–"/>
              <a:defRPr sz="1200"/>
            </a:lvl7pPr>
            <a:lvl8pPr indent="-304800" lvl="7" marL="3657600" algn="l">
              <a:lnSpc>
                <a:spcPct val="100000"/>
              </a:lnSpc>
              <a:spcBef>
                <a:spcPts val="225"/>
              </a:spcBef>
              <a:spcAft>
                <a:spcPts val="0"/>
              </a:spcAft>
              <a:buClr>
                <a:schemeClr val="dk1"/>
              </a:buClr>
              <a:buSzPts val="1200"/>
              <a:buChar char="–"/>
              <a:defRPr sz="1200"/>
            </a:lvl8pPr>
            <a:lvl9pPr indent="-304800" lvl="8" marL="4114800" algn="l">
              <a:lnSpc>
                <a:spcPct val="100000"/>
              </a:lnSpc>
              <a:spcBef>
                <a:spcPts val="225"/>
              </a:spcBef>
              <a:spcAft>
                <a:spcPts val="0"/>
              </a:spcAft>
              <a:buClr>
                <a:schemeClr val="dk1"/>
              </a:buClr>
              <a:buSzPts val="1200"/>
              <a:buChar char="–"/>
              <a:defRPr sz="1200"/>
            </a:lvl9pPr>
          </a:lstStyle>
          <a:p/>
        </p:txBody>
      </p:sp>
      <p:sp>
        <p:nvSpPr>
          <p:cNvPr id="1646" name="Google Shape;1646;p145"/>
          <p:cNvSpPr txBox="1"/>
          <p:nvPr>
            <p:ph idx="4" type="body"/>
          </p:nvPr>
        </p:nvSpPr>
        <p:spPr>
          <a:xfrm>
            <a:off x="6892290" y="1828800"/>
            <a:ext cx="1975200" cy="4251900"/>
          </a:xfrm>
          <a:prstGeom prst="rect">
            <a:avLst/>
          </a:prstGeom>
          <a:noFill/>
          <a:ln>
            <a:noFill/>
          </a:ln>
        </p:spPr>
        <p:txBody>
          <a:bodyPr anchorCtr="0" anchor="t" bIns="0" lIns="0" spcFirstLastPara="1" rIns="0" wrap="square" tIns="0">
            <a:normAutofit/>
          </a:bodyPr>
          <a:lstStyle>
            <a:lvl1pPr indent="-304800" lvl="0" marL="4572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indent="-304800" lvl="1" marL="9144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indent="-304800" lvl="5" marL="2743200" algn="l">
              <a:lnSpc>
                <a:spcPct val="100000"/>
              </a:lnSpc>
              <a:spcBef>
                <a:spcPts val="225"/>
              </a:spcBef>
              <a:spcAft>
                <a:spcPts val="0"/>
              </a:spcAft>
              <a:buClr>
                <a:schemeClr val="dk1"/>
              </a:buClr>
              <a:buSzPts val="1200"/>
              <a:buChar char="–"/>
              <a:defRPr sz="1200"/>
            </a:lvl6pPr>
            <a:lvl7pPr indent="-304800" lvl="6" marL="3200400" algn="l">
              <a:lnSpc>
                <a:spcPct val="100000"/>
              </a:lnSpc>
              <a:spcBef>
                <a:spcPts val="225"/>
              </a:spcBef>
              <a:spcAft>
                <a:spcPts val="0"/>
              </a:spcAft>
              <a:buClr>
                <a:schemeClr val="dk1"/>
              </a:buClr>
              <a:buSzPts val="1200"/>
              <a:buChar char="–"/>
              <a:defRPr sz="1200"/>
            </a:lvl7pPr>
            <a:lvl8pPr indent="-304800" lvl="7" marL="3657600" algn="l">
              <a:lnSpc>
                <a:spcPct val="100000"/>
              </a:lnSpc>
              <a:spcBef>
                <a:spcPts val="225"/>
              </a:spcBef>
              <a:spcAft>
                <a:spcPts val="0"/>
              </a:spcAft>
              <a:buClr>
                <a:schemeClr val="dk1"/>
              </a:buClr>
              <a:buSzPts val="1200"/>
              <a:buChar char="–"/>
              <a:defRPr sz="1200"/>
            </a:lvl8pPr>
            <a:lvl9pPr indent="-304800" lvl="8" marL="4114800" algn="l">
              <a:lnSpc>
                <a:spcPct val="100000"/>
              </a:lnSpc>
              <a:spcBef>
                <a:spcPts val="225"/>
              </a:spcBef>
              <a:spcAft>
                <a:spcPts val="0"/>
              </a:spcAft>
              <a:buClr>
                <a:schemeClr val="dk1"/>
              </a:buClr>
              <a:buSzPts val="1200"/>
              <a:buChar char="–"/>
              <a:defRPr sz="120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084">
          <p15:clr>
            <a:srgbClr val="FBAE40"/>
          </p15:clr>
        </p15:guide>
        <p15:guide id="2" pos="1890">
          <p15:clr>
            <a:srgbClr val="FBAE40"/>
          </p15:clr>
        </p15:guide>
        <p15:guide id="3" pos="5594">
          <p15:clr>
            <a:srgbClr val="FBAE40"/>
          </p15:clr>
        </p15:guide>
        <p15:guide id="4" pos="5788">
          <p15:clr>
            <a:srgbClr val="FBAE40"/>
          </p15:clr>
        </p15:guide>
        <p15:guide id="5" pos="3744">
          <p15:clr>
            <a:srgbClr val="FBAE40"/>
          </p15:clr>
        </p15:guide>
        <p15:guide id="6" pos="3934">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T Overview">
  <p:cSld name="UST Overview">
    <p:spTree>
      <p:nvGrpSpPr>
        <p:cNvPr id="1647" name="Shape 1647"/>
        <p:cNvGrpSpPr/>
        <p:nvPr/>
      </p:nvGrpSpPr>
      <p:grpSpPr>
        <a:xfrm>
          <a:off x="0" y="0"/>
          <a:ext cx="0" cy="0"/>
          <a:chOff x="0" y="0"/>
          <a:chExt cx="0" cy="0"/>
        </a:xfrm>
      </p:grpSpPr>
      <p:sp>
        <p:nvSpPr>
          <p:cNvPr id="1648" name="Google Shape;1648;p146"/>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with Image">
  <p:cSld name="Three Content with Image">
    <p:spTree>
      <p:nvGrpSpPr>
        <p:cNvPr id="1649" name="Shape 1649"/>
        <p:cNvGrpSpPr/>
        <p:nvPr/>
      </p:nvGrpSpPr>
      <p:grpSpPr>
        <a:xfrm>
          <a:off x="0" y="0"/>
          <a:ext cx="0" cy="0"/>
          <a:chOff x="0" y="0"/>
          <a:chExt cx="0" cy="0"/>
        </a:xfrm>
      </p:grpSpPr>
      <p:sp>
        <p:nvSpPr>
          <p:cNvPr id="1650" name="Google Shape;1650;p147"/>
          <p:cNvSpPr txBox="1"/>
          <p:nvPr>
            <p:ph type="title"/>
          </p:nvPr>
        </p:nvSpPr>
        <p:spPr>
          <a:xfrm>
            <a:off x="274320" y="365760"/>
            <a:ext cx="4503300" cy="1806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51" name="Google Shape;1651;p147"/>
          <p:cNvSpPr txBox="1"/>
          <p:nvPr>
            <p:ph idx="1" type="body"/>
          </p:nvPr>
        </p:nvSpPr>
        <p:spPr>
          <a:xfrm>
            <a:off x="274320" y="3848102"/>
            <a:ext cx="2709000" cy="1695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52" name="Google Shape;1652;p147"/>
          <p:cNvSpPr txBox="1"/>
          <p:nvPr>
            <p:ph idx="2" type="body"/>
          </p:nvPr>
        </p:nvSpPr>
        <p:spPr>
          <a:xfrm>
            <a:off x="3216402" y="3848102"/>
            <a:ext cx="2709000" cy="1695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53" name="Google Shape;1653;p147"/>
          <p:cNvSpPr txBox="1"/>
          <p:nvPr>
            <p:ph idx="3" type="body"/>
          </p:nvPr>
        </p:nvSpPr>
        <p:spPr>
          <a:xfrm>
            <a:off x="6158484" y="3848102"/>
            <a:ext cx="2709000" cy="1695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54" name="Google Shape;1654;p147"/>
          <p:cNvSpPr/>
          <p:nvPr>
            <p:ph idx="4" type="pic"/>
          </p:nvPr>
        </p:nvSpPr>
        <p:spPr>
          <a:xfrm>
            <a:off x="5234940" y="365760"/>
            <a:ext cx="3909000" cy="2339400"/>
          </a:xfrm>
          <a:prstGeom prst="rect">
            <a:avLst/>
          </a:prstGeom>
          <a:solidFill>
            <a:srgbClr val="D7E0E3"/>
          </a:solidFill>
          <a:ln>
            <a:noFill/>
          </a:ln>
        </p:spPr>
      </p:sp>
      <p:sp>
        <p:nvSpPr>
          <p:cNvPr id="1655" name="Google Shape;1655;p147"/>
          <p:cNvSpPr txBox="1"/>
          <p:nvPr>
            <p:ph idx="5" type="body"/>
          </p:nvPr>
        </p:nvSpPr>
        <p:spPr>
          <a:xfrm>
            <a:off x="274320" y="5646420"/>
            <a:ext cx="5651100" cy="43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56" name="Google Shape;1656;p147"/>
          <p:cNvSpPr txBox="1"/>
          <p:nvPr>
            <p:ph idx="6" type="body"/>
          </p:nvPr>
        </p:nvSpPr>
        <p:spPr>
          <a:xfrm>
            <a:off x="273844" y="3422651"/>
            <a:ext cx="2708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57" name="Google Shape;1657;p147"/>
          <p:cNvSpPr txBox="1"/>
          <p:nvPr>
            <p:ph idx="7" type="body"/>
          </p:nvPr>
        </p:nvSpPr>
        <p:spPr>
          <a:xfrm>
            <a:off x="3216640" y="3422651"/>
            <a:ext cx="2708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58" name="Google Shape;1658;p147"/>
          <p:cNvSpPr txBox="1"/>
          <p:nvPr>
            <p:ph idx="8" type="body"/>
          </p:nvPr>
        </p:nvSpPr>
        <p:spPr>
          <a:xfrm>
            <a:off x="6158722" y="3422651"/>
            <a:ext cx="2708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59" name="Google Shape;1659;p147"/>
          <p:cNvSpPr txBox="1"/>
          <p:nvPr>
            <p:ph idx="9" type="body"/>
          </p:nvPr>
        </p:nvSpPr>
        <p:spPr>
          <a:xfrm>
            <a:off x="273844" y="2997200"/>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60" name="Google Shape;1660;p147"/>
          <p:cNvSpPr txBox="1"/>
          <p:nvPr>
            <p:ph idx="13" type="body"/>
          </p:nvPr>
        </p:nvSpPr>
        <p:spPr>
          <a:xfrm>
            <a:off x="3216640" y="2997200"/>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61" name="Google Shape;1661;p147"/>
          <p:cNvSpPr txBox="1"/>
          <p:nvPr>
            <p:ph idx="14" type="body"/>
          </p:nvPr>
        </p:nvSpPr>
        <p:spPr>
          <a:xfrm>
            <a:off x="6158722" y="2997200"/>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with Image G">
  <p:cSld name="Three Content with Image G">
    <p:spTree>
      <p:nvGrpSpPr>
        <p:cNvPr id="1662" name="Shape 1662"/>
        <p:cNvGrpSpPr/>
        <p:nvPr/>
      </p:nvGrpSpPr>
      <p:grpSpPr>
        <a:xfrm>
          <a:off x="0" y="0"/>
          <a:ext cx="0" cy="0"/>
          <a:chOff x="0" y="0"/>
          <a:chExt cx="0" cy="0"/>
        </a:xfrm>
      </p:grpSpPr>
      <p:sp>
        <p:nvSpPr>
          <p:cNvPr id="1663" name="Google Shape;1663;p148"/>
          <p:cNvSpPr/>
          <p:nvPr/>
        </p:nvSpPr>
        <p:spPr>
          <a:xfrm>
            <a:off x="0" y="0"/>
            <a:ext cx="9144000" cy="6858000"/>
          </a:xfrm>
          <a:prstGeom prst="rect">
            <a:avLst/>
          </a:prstGeom>
          <a:solidFill>
            <a:srgbClr val="F2F7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descr="UST" id="1664" name="Google Shape;1664;p148"/>
          <p:cNvSpPr/>
          <p:nvPr/>
        </p:nvSpPr>
        <p:spPr>
          <a:xfrm>
            <a:off x="274320" y="6238277"/>
            <a:ext cx="240030" cy="354094"/>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665" name="Google Shape;1665;p148"/>
          <p:cNvSpPr txBox="1"/>
          <p:nvPr/>
        </p:nvSpPr>
        <p:spPr>
          <a:xfrm>
            <a:off x="6167470" y="6402070"/>
            <a:ext cx="2357100" cy="1830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1666" name="Google Shape;1666;p148"/>
          <p:cNvSpPr txBox="1"/>
          <p:nvPr/>
        </p:nvSpPr>
        <p:spPr>
          <a:xfrm>
            <a:off x="8524494" y="6317731"/>
            <a:ext cx="342900" cy="2745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1667" name="Google Shape;1667;p148"/>
          <p:cNvSpPr txBox="1"/>
          <p:nvPr>
            <p:ph type="title"/>
          </p:nvPr>
        </p:nvSpPr>
        <p:spPr>
          <a:xfrm>
            <a:off x="274320" y="365760"/>
            <a:ext cx="4503300" cy="1806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68" name="Google Shape;1668;p148"/>
          <p:cNvSpPr txBox="1"/>
          <p:nvPr>
            <p:ph idx="1" type="body"/>
          </p:nvPr>
        </p:nvSpPr>
        <p:spPr>
          <a:xfrm>
            <a:off x="274320" y="3848102"/>
            <a:ext cx="2709000" cy="1695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69" name="Google Shape;1669;p148"/>
          <p:cNvSpPr txBox="1"/>
          <p:nvPr>
            <p:ph idx="2" type="body"/>
          </p:nvPr>
        </p:nvSpPr>
        <p:spPr>
          <a:xfrm>
            <a:off x="3216402" y="3848102"/>
            <a:ext cx="2709000" cy="1695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70" name="Google Shape;1670;p148"/>
          <p:cNvSpPr txBox="1"/>
          <p:nvPr>
            <p:ph idx="3" type="body"/>
          </p:nvPr>
        </p:nvSpPr>
        <p:spPr>
          <a:xfrm>
            <a:off x="6158484" y="3848102"/>
            <a:ext cx="2709000" cy="1695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71" name="Google Shape;1671;p148"/>
          <p:cNvSpPr/>
          <p:nvPr>
            <p:ph idx="4" type="pic"/>
          </p:nvPr>
        </p:nvSpPr>
        <p:spPr>
          <a:xfrm>
            <a:off x="5234940" y="365760"/>
            <a:ext cx="3909000" cy="2339400"/>
          </a:xfrm>
          <a:prstGeom prst="rect">
            <a:avLst/>
          </a:prstGeom>
          <a:solidFill>
            <a:srgbClr val="D7E0E3"/>
          </a:solidFill>
          <a:ln>
            <a:noFill/>
          </a:ln>
        </p:spPr>
      </p:sp>
      <p:sp>
        <p:nvSpPr>
          <p:cNvPr id="1672" name="Google Shape;1672;p148"/>
          <p:cNvSpPr txBox="1"/>
          <p:nvPr>
            <p:ph idx="5" type="body"/>
          </p:nvPr>
        </p:nvSpPr>
        <p:spPr>
          <a:xfrm>
            <a:off x="274320" y="5646420"/>
            <a:ext cx="5651100" cy="43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73" name="Google Shape;1673;p148"/>
          <p:cNvSpPr txBox="1"/>
          <p:nvPr>
            <p:ph idx="6" type="body"/>
          </p:nvPr>
        </p:nvSpPr>
        <p:spPr>
          <a:xfrm>
            <a:off x="273844" y="3422651"/>
            <a:ext cx="2708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74" name="Google Shape;1674;p148"/>
          <p:cNvSpPr txBox="1"/>
          <p:nvPr>
            <p:ph idx="7" type="body"/>
          </p:nvPr>
        </p:nvSpPr>
        <p:spPr>
          <a:xfrm>
            <a:off x="3216640" y="3422651"/>
            <a:ext cx="2708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75" name="Google Shape;1675;p148"/>
          <p:cNvSpPr txBox="1"/>
          <p:nvPr>
            <p:ph idx="8" type="body"/>
          </p:nvPr>
        </p:nvSpPr>
        <p:spPr>
          <a:xfrm>
            <a:off x="6158722" y="3422651"/>
            <a:ext cx="2708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76" name="Google Shape;1676;p148"/>
          <p:cNvSpPr txBox="1"/>
          <p:nvPr>
            <p:ph idx="9" type="body"/>
          </p:nvPr>
        </p:nvSpPr>
        <p:spPr>
          <a:xfrm>
            <a:off x="273844" y="2997200"/>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77" name="Google Shape;1677;p148"/>
          <p:cNvSpPr txBox="1"/>
          <p:nvPr>
            <p:ph idx="13" type="body"/>
          </p:nvPr>
        </p:nvSpPr>
        <p:spPr>
          <a:xfrm>
            <a:off x="3216640" y="2997200"/>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78" name="Google Shape;1678;p148"/>
          <p:cNvSpPr txBox="1"/>
          <p:nvPr>
            <p:ph idx="14" type="body"/>
          </p:nvPr>
        </p:nvSpPr>
        <p:spPr>
          <a:xfrm>
            <a:off x="6158722" y="2997200"/>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with Image B">
  <p:cSld name="Three Content with Image B">
    <p:bg>
      <p:bgPr>
        <a:solidFill>
          <a:srgbClr val="231F20"/>
        </a:solidFill>
      </p:bgPr>
    </p:bg>
    <p:spTree>
      <p:nvGrpSpPr>
        <p:cNvPr id="1679" name="Shape 1679"/>
        <p:cNvGrpSpPr/>
        <p:nvPr/>
      </p:nvGrpSpPr>
      <p:grpSpPr>
        <a:xfrm>
          <a:off x="0" y="0"/>
          <a:ext cx="0" cy="0"/>
          <a:chOff x="0" y="0"/>
          <a:chExt cx="0" cy="0"/>
        </a:xfrm>
      </p:grpSpPr>
      <p:sp>
        <p:nvSpPr>
          <p:cNvPr id="1680" name="Google Shape;1680;p149"/>
          <p:cNvSpPr txBox="1"/>
          <p:nvPr>
            <p:ph type="title"/>
          </p:nvPr>
        </p:nvSpPr>
        <p:spPr>
          <a:xfrm>
            <a:off x="274320" y="365760"/>
            <a:ext cx="4503300" cy="1806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1" name="Google Shape;1681;p149"/>
          <p:cNvSpPr txBox="1"/>
          <p:nvPr>
            <p:ph idx="1" type="body"/>
          </p:nvPr>
        </p:nvSpPr>
        <p:spPr>
          <a:xfrm>
            <a:off x="274320" y="3848102"/>
            <a:ext cx="2709000" cy="1695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lt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lt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lt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lt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1682" name="Google Shape;1682;p149"/>
          <p:cNvSpPr txBox="1"/>
          <p:nvPr>
            <p:ph idx="2" type="body"/>
          </p:nvPr>
        </p:nvSpPr>
        <p:spPr>
          <a:xfrm>
            <a:off x="3216402" y="3848102"/>
            <a:ext cx="2709000" cy="1695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lt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lt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lt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lt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1683" name="Google Shape;1683;p149"/>
          <p:cNvSpPr txBox="1"/>
          <p:nvPr>
            <p:ph idx="3" type="body"/>
          </p:nvPr>
        </p:nvSpPr>
        <p:spPr>
          <a:xfrm>
            <a:off x="6158484" y="3848102"/>
            <a:ext cx="2709000" cy="1695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lt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lt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lt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lt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1684" name="Google Shape;1684;p149"/>
          <p:cNvSpPr/>
          <p:nvPr>
            <p:ph idx="4" type="pic"/>
          </p:nvPr>
        </p:nvSpPr>
        <p:spPr>
          <a:xfrm>
            <a:off x="5234940" y="365760"/>
            <a:ext cx="3909000" cy="2339400"/>
          </a:xfrm>
          <a:prstGeom prst="rect">
            <a:avLst/>
          </a:prstGeom>
          <a:solidFill>
            <a:srgbClr val="D7E0E3"/>
          </a:solidFill>
          <a:ln>
            <a:noFill/>
          </a:ln>
        </p:spPr>
      </p:sp>
      <p:sp>
        <p:nvSpPr>
          <p:cNvPr id="1685" name="Google Shape;1685;p149"/>
          <p:cNvSpPr txBox="1"/>
          <p:nvPr>
            <p:ph idx="5" type="body"/>
          </p:nvPr>
        </p:nvSpPr>
        <p:spPr>
          <a:xfrm>
            <a:off x="274320" y="5646420"/>
            <a:ext cx="5651100" cy="43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lt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lt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lt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1686" name="Google Shape;1686;p149"/>
          <p:cNvSpPr txBox="1"/>
          <p:nvPr>
            <p:ph idx="6" type="body"/>
          </p:nvPr>
        </p:nvSpPr>
        <p:spPr>
          <a:xfrm>
            <a:off x="273844" y="3422651"/>
            <a:ext cx="2708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1"/>
              </a:buClr>
              <a:buSzPts val="1200"/>
              <a:buFont typeface="Arial"/>
              <a:buNone/>
              <a:defRPr b="1" sz="1200"/>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1687" name="Google Shape;1687;p149"/>
          <p:cNvSpPr txBox="1"/>
          <p:nvPr>
            <p:ph idx="7" type="body"/>
          </p:nvPr>
        </p:nvSpPr>
        <p:spPr>
          <a:xfrm>
            <a:off x="3216640" y="3422651"/>
            <a:ext cx="2708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1"/>
              </a:buClr>
              <a:buSzPts val="1200"/>
              <a:buFont typeface="Arial"/>
              <a:buNone/>
              <a:defRPr b="1" sz="1200"/>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1688" name="Google Shape;1688;p149"/>
          <p:cNvSpPr txBox="1"/>
          <p:nvPr>
            <p:ph idx="8" type="body"/>
          </p:nvPr>
        </p:nvSpPr>
        <p:spPr>
          <a:xfrm>
            <a:off x="6158722" y="3422651"/>
            <a:ext cx="2708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1"/>
              </a:buClr>
              <a:buSzPts val="1200"/>
              <a:buFont typeface="Arial"/>
              <a:buNone/>
              <a:defRPr b="1" sz="1200"/>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1689" name="Google Shape;1689;p149"/>
          <p:cNvSpPr txBox="1"/>
          <p:nvPr>
            <p:ph idx="9" type="body"/>
          </p:nvPr>
        </p:nvSpPr>
        <p:spPr>
          <a:xfrm>
            <a:off x="273844" y="2997200"/>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2"/>
              </a:buClr>
              <a:buSzPts val="1800"/>
              <a:buFont typeface="Arial"/>
              <a:buNone/>
              <a:defRPr b="1" sz="1800">
                <a:solidFill>
                  <a:schemeClr val="lt2"/>
                </a:solidFill>
              </a:defRPr>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1690" name="Google Shape;1690;p149"/>
          <p:cNvSpPr txBox="1"/>
          <p:nvPr>
            <p:ph idx="13" type="body"/>
          </p:nvPr>
        </p:nvSpPr>
        <p:spPr>
          <a:xfrm>
            <a:off x="3216640" y="2997200"/>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2"/>
              </a:buClr>
              <a:buSzPts val="1800"/>
              <a:buFont typeface="Arial"/>
              <a:buNone/>
              <a:defRPr b="1" sz="1800">
                <a:solidFill>
                  <a:schemeClr val="lt2"/>
                </a:solidFill>
              </a:defRPr>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1691" name="Google Shape;1691;p149"/>
          <p:cNvSpPr txBox="1"/>
          <p:nvPr>
            <p:ph idx="14" type="body"/>
          </p:nvPr>
        </p:nvSpPr>
        <p:spPr>
          <a:xfrm>
            <a:off x="6158722" y="2997200"/>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2"/>
              </a:buClr>
              <a:buSzPts val="1800"/>
              <a:buFont typeface="Arial"/>
              <a:buNone/>
              <a:defRPr b="1" sz="1800">
                <a:solidFill>
                  <a:schemeClr val="lt2"/>
                </a:solidFill>
              </a:defRPr>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guide id="2" orient="horz" pos="4148">
          <p15:clr>
            <a:srgbClr val="FBAE40"/>
          </p15:clr>
        </p15:guide>
        <p15:guide id="3" pos="5588">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Option 2 with Image">
  <p:cSld name="Three Content Option 2 with Image">
    <p:spTree>
      <p:nvGrpSpPr>
        <p:cNvPr id="1692" name="Shape 1692"/>
        <p:cNvGrpSpPr/>
        <p:nvPr/>
      </p:nvGrpSpPr>
      <p:grpSpPr>
        <a:xfrm>
          <a:off x="0" y="0"/>
          <a:ext cx="0" cy="0"/>
          <a:chOff x="0" y="0"/>
          <a:chExt cx="0" cy="0"/>
        </a:xfrm>
      </p:grpSpPr>
      <p:sp>
        <p:nvSpPr>
          <p:cNvPr id="1693" name="Google Shape;1693;p150"/>
          <p:cNvSpPr txBox="1"/>
          <p:nvPr>
            <p:ph type="title"/>
          </p:nvPr>
        </p:nvSpPr>
        <p:spPr>
          <a:xfrm>
            <a:off x="274320" y="365760"/>
            <a:ext cx="4503300" cy="1806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94" name="Google Shape;1694;p150"/>
          <p:cNvSpPr txBox="1"/>
          <p:nvPr>
            <p:ph idx="1" type="body"/>
          </p:nvPr>
        </p:nvSpPr>
        <p:spPr>
          <a:xfrm>
            <a:off x="274320" y="3277131"/>
            <a:ext cx="2709000" cy="2217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95" name="Google Shape;1695;p150"/>
          <p:cNvSpPr txBox="1"/>
          <p:nvPr>
            <p:ph idx="2" type="body"/>
          </p:nvPr>
        </p:nvSpPr>
        <p:spPr>
          <a:xfrm>
            <a:off x="3216402" y="3277131"/>
            <a:ext cx="2709000" cy="2217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96" name="Google Shape;1696;p150"/>
          <p:cNvSpPr txBox="1"/>
          <p:nvPr>
            <p:ph idx="3" type="body"/>
          </p:nvPr>
        </p:nvSpPr>
        <p:spPr>
          <a:xfrm>
            <a:off x="6158484" y="3277131"/>
            <a:ext cx="2709000" cy="2217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97" name="Google Shape;1697;p150"/>
          <p:cNvSpPr/>
          <p:nvPr>
            <p:ph idx="4" type="pic"/>
          </p:nvPr>
        </p:nvSpPr>
        <p:spPr>
          <a:xfrm>
            <a:off x="5234940" y="365760"/>
            <a:ext cx="3909000" cy="1806000"/>
          </a:xfrm>
          <a:prstGeom prst="rect">
            <a:avLst/>
          </a:prstGeom>
          <a:solidFill>
            <a:srgbClr val="D7E0E3"/>
          </a:solidFill>
          <a:ln>
            <a:noFill/>
          </a:ln>
        </p:spPr>
      </p:sp>
      <p:sp>
        <p:nvSpPr>
          <p:cNvPr id="1698" name="Google Shape;1698;p150"/>
          <p:cNvSpPr txBox="1"/>
          <p:nvPr>
            <p:ph idx="5" type="body"/>
          </p:nvPr>
        </p:nvSpPr>
        <p:spPr>
          <a:xfrm>
            <a:off x="274320" y="5646420"/>
            <a:ext cx="5651100" cy="43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699" name="Google Shape;1699;p150"/>
          <p:cNvSpPr txBox="1"/>
          <p:nvPr>
            <p:ph idx="6" type="body"/>
          </p:nvPr>
        </p:nvSpPr>
        <p:spPr>
          <a:xfrm>
            <a:off x="273844" y="2851680"/>
            <a:ext cx="2708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00" name="Google Shape;1700;p150"/>
          <p:cNvSpPr txBox="1"/>
          <p:nvPr>
            <p:ph idx="7" type="body"/>
          </p:nvPr>
        </p:nvSpPr>
        <p:spPr>
          <a:xfrm>
            <a:off x="3216640" y="2851680"/>
            <a:ext cx="2708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01" name="Google Shape;1701;p150"/>
          <p:cNvSpPr txBox="1"/>
          <p:nvPr>
            <p:ph idx="8" type="body"/>
          </p:nvPr>
        </p:nvSpPr>
        <p:spPr>
          <a:xfrm>
            <a:off x="6158722" y="2851680"/>
            <a:ext cx="2708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02" name="Google Shape;1702;p150"/>
          <p:cNvSpPr txBox="1"/>
          <p:nvPr>
            <p:ph idx="9" type="body"/>
          </p:nvPr>
        </p:nvSpPr>
        <p:spPr>
          <a:xfrm>
            <a:off x="273844" y="2426229"/>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03" name="Google Shape;1703;p150"/>
          <p:cNvSpPr txBox="1"/>
          <p:nvPr>
            <p:ph idx="13" type="body"/>
          </p:nvPr>
        </p:nvSpPr>
        <p:spPr>
          <a:xfrm>
            <a:off x="3216640" y="2426229"/>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04" name="Google Shape;1704;p150"/>
          <p:cNvSpPr txBox="1"/>
          <p:nvPr>
            <p:ph idx="14" type="body"/>
          </p:nvPr>
        </p:nvSpPr>
        <p:spPr>
          <a:xfrm>
            <a:off x="6158722" y="2426229"/>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with Image and icon">
  <p:cSld name="Three Content with Image and icon">
    <p:spTree>
      <p:nvGrpSpPr>
        <p:cNvPr id="1705" name="Shape 1705"/>
        <p:cNvGrpSpPr/>
        <p:nvPr/>
      </p:nvGrpSpPr>
      <p:grpSpPr>
        <a:xfrm>
          <a:off x="0" y="0"/>
          <a:ext cx="0" cy="0"/>
          <a:chOff x="0" y="0"/>
          <a:chExt cx="0" cy="0"/>
        </a:xfrm>
      </p:grpSpPr>
      <p:sp>
        <p:nvSpPr>
          <p:cNvPr id="1706" name="Google Shape;1706;p151"/>
          <p:cNvSpPr txBox="1"/>
          <p:nvPr>
            <p:ph type="title"/>
          </p:nvPr>
        </p:nvSpPr>
        <p:spPr>
          <a:xfrm>
            <a:off x="274320" y="365760"/>
            <a:ext cx="85941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7" name="Google Shape;1707;p151"/>
          <p:cNvSpPr txBox="1"/>
          <p:nvPr>
            <p:ph idx="1" type="body"/>
          </p:nvPr>
        </p:nvSpPr>
        <p:spPr>
          <a:xfrm>
            <a:off x="274320" y="2485154"/>
            <a:ext cx="2709000" cy="2153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08" name="Google Shape;1708;p151"/>
          <p:cNvSpPr txBox="1"/>
          <p:nvPr>
            <p:ph idx="2" type="body"/>
          </p:nvPr>
        </p:nvSpPr>
        <p:spPr>
          <a:xfrm>
            <a:off x="3216402" y="2485154"/>
            <a:ext cx="2709000" cy="2153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09" name="Google Shape;1709;p151"/>
          <p:cNvSpPr txBox="1"/>
          <p:nvPr>
            <p:ph idx="3" type="body"/>
          </p:nvPr>
        </p:nvSpPr>
        <p:spPr>
          <a:xfrm>
            <a:off x="6158484" y="2485154"/>
            <a:ext cx="2709000" cy="2153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10" name="Google Shape;1710;p151"/>
          <p:cNvSpPr/>
          <p:nvPr>
            <p:ph idx="4" type="pic"/>
          </p:nvPr>
        </p:nvSpPr>
        <p:spPr>
          <a:xfrm>
            <a:off x="273844" y="4703048"/>
            <a:ext cx="2709900" cy="1380300"/>
          </a:xfrm>
          <a:prstGeom prst="rect">
            <a:avLst/>
          </a:prstGeom>
          <a:solidFill>
            <a:srgbClr val="D7E0E3"/>
          </a:solidFill>
          <a:ln>
            <a:noFill/>
          </a:ln>
        </p:spPr>
      </p:sp>
      <p:sp>
        <p:nvSpPr>
          <p:cNvPr id="1711" name="Google Shape;1711;p151"/>
          <p:cNvSpPr/>
          <p:nvPr>
            <p:ph idx="5" type="pic"/>
          </p:nvPr>
        </p:nvSpPr>
        <p:spPr>
          <a:xfrm>
            <a:off x="3217069" y="4703048"/>
            <a:ext cx="2709900" cy="1380300"/>
          </a:xfrm>
          <a:prstGeom prst="rect">
            <a:avLst/>
          </a:prstGeom>
          <a:solidFill>
            <a:srgbClr val="D7E0E3"/>
          </a:solidFill>
          <a:ln>
            <a:noFill/>
          </a:ln>
        </p:spPr>
      </p:sp>
      <p:sp>
        <p:nvSpPr>
          <p:cNvPr id="1712" name="Google Shape;1712;p151"/>
          <p:cNvSpPr/>
          <p:nvPr>
            <p:ph idx="6" type="pic"/>
          </p:nvPr>
        </p:nvSpPr>
        <p:spPr>
          <a:xfrm>
            <a:off x="6157531" y="4703048"/>
            <a:ext cx="2709900" cy="1380300"/>
          </a:xfrm>
          <a:prstGeom prst="rect">
            <a:avLst/>
          </a:prstGeom>
          <a:solidFill>
            <a:srgbClr val="D7E0E3"/>
          </a:solidFill>
          <a:ln>
            <a:noFill/>
          </a:ln>
        </p:spPr>
      </p:sp>
      <p:sp>
        <p:nvSpPr>
          <p:cNvPr id="1713" name="Google Shape;1713;p151"/>
          <p:cNvSpPr txBox="1"/>
          <p:nvPr>
            <p:ph idx="7" type="body"/>
          </p:nvPr>
        </p:nvSpPr>
        <p:spPr>
          <a:xfrm>
            <a:off x="651844" y="1828799"/>
            <a:ext cx="2330700" cy="50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14" name="Google Shape;1714;p151"/>
          <p:cNvSpPr txBox="1"/>
          <p:nvPr>
            <p:ph idx="8" type="body"/>
          </p:nvPr>
        </p:nvSpPr>
        <p:spPr>
          <a:xfrm>
            <a:off x="3594640" y="1828799"/>
            <a:ext cx="2330700" cy="50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15" name="Google Shape;1715;p151"/>
          <p:cNvSpPr txBox="1"/>
          <p:nvPr>
            <p:ph idx="9" type="body"/>
          </p:nvPr>
        </p:nvSpPr>
        <p:spPr>
          <a:xfrm>
            <a:off x="6536722" y="1828799"/>
            <a:ext cx="2330700" cy="50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16" name="Google Shape;1716;p151"/>
          <p:cNvSpPr/>
          <p:nvPr>
            <p:ph idx="13" type="pic"/>
          </p:nvPr>
        </p:nvSpPr>
        <p:spPr>
          <a:xfrm>
            <a:off x="273844" y="1828800"/>
            <a:ext cx="335400" cy="495300"/>
          </a:xfrm>
          <a:prstGeom prst="rect">
            <a:avLst/>
          </a:prstGeom>
          <a:noFill/>
          <a:ln>
            <a:noFill/>
          </a:ln>
        </p:spPr>
      </p:sp>
      <p:sp>
        <p:nvSpPr>
          <p:cNvPr id="1717" name="Google Shape;1717;p151"/>
          <p:cNvSpPr/>
          <p:nvPr>
            <p:ph idx="14" type="pic"/>
          </p:nvPr>
        </p:nvSpPr>
        <p:spPr>
          <a:xfrm>
            <a:off x="3216403" y="1828800"/>
            <a:ext cx="335400" cy="495300"/>
          </a:xfrm>
          <a:prstGeom prst="rect">
            <a:avLst/>
          </a:prstGeom>
          <a:noFill/>
          <a:ln>
            <a:noFill/>
          </a:ln>
        </p:spPr>
      </p:sp>
      <p:sp>
        <p:nvSpPr>
          <p:cNvPr id="1718" name="Google Shape;1718;p151"/>
          <p:cNvSpPr/>
          <p:nvPr>
            <p:ph idx="15" type="pic"/>
          </p:nvPr>
        </p:nvSpPr>
        <p:spPr>
          <a:xfrm>
            <a:off x="6158485" y="1828800"/>
            <a:ext cx="335400" cy="495300"/>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ntent Option 1 with Image">
  <p:cSld name="Six Content Option 1 with Image">
    <p:spTree>
      <p:nvGrpSpPr>
        <p:cNvPr id="1719" name="Shape 1719"/>
        <p:cNvGrpSpPr/>
        <p:nvPr/>
      </p:nvGrpSpPr>
      <p:grpSpPr>
        <a:xfrm>
          <a:off x="0" y="0"/>
          <a:ext cx="0" cy="0"/>
          <a:chOff x="0" y="0"/>
          <a:chExt cx="0" cy="0"/>
        </a:xfrm>
      </p:grpSpPr>
      <p:sp>
        <p:nvSpPr>
          <p:cNvPr id="1720" name="Google Shape;1720;p152"/>
          <p:cNvSpPr txBox="1"/>
          <p:nvPr>
            <p:ph type="title"/>
          </p:nvPr>
        </p:nvSpPr>
        <p:spPr>
          <a:xfrm>
            <a:off x="274320" y="365760"/>
            <a:ext cx="4503300" cy="1806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1" name="Google Shape;1721;p152"/>
          <p:cNvSpPr txBox="1"/>
          <p:nvPr>
            <p:ph idx="1" type="body"/>
          </p:nvPr>
        </p:nvSpPr>
        <p:spPr>
          <a:xfrm>
            <a:off x="274320" y="2795839"/>
            <a:ext cx="2709000" cy="1247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22" name="Google Shape;1722;p152"/>
          <p:cNvSpPr txBox="1"/>
          <p:nvPr>
            <p:ph idx="2" type="body"/>
          </p:nvPr>
        </p:nvSpPr>
        <p:spPr>
          <a:xfrm>
            <a:off x="3216402" y="2795839"/>
            <a:ext cx="2709000" cy="1247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23" name="Google Shape;1723;p152"/>
          <p:cNvSpPr txBox="1"/>
          <p:nvPr>
            <p:ph idx="3" type="body"/>
          </p:nvPr>
        </p:nvSpPr>
        <p:spPr>
          <a:xfrm>
            <a:off x="6158484" y="2795839"/>
            <a:ext cx="2709000" cy="1247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24" name="Google Shape;1724;p152"/>
          <p:cNvSpPr/>
          <p:nvPr>
            <p:ph idx="4" type="pic"/>
          </p:nvPr>
        </p:nvSpPr>
        <p:spPr>
          <a:xfrm>
            <a:off x="5234940" y="365760"/>
            <a:ext cx="3909000" cy="1806000"/>
          </a:xfrm>
          <a:prstGeom prst="rect">
            <a:avLst/>
          </a:prstGeom>
          <a:solidFill>
            <a:srgbClr val="D7E0E3"/>
          </a:solidFill>
          <a:ln>
            <a:noFill/>
          </a:ln>
        </p:spPr>
      </p:sp>
      <p:sp>
        <p:nvSpPr>
          <p:cNvPr id="1725" name="Google Shape;1725;p152"/>
          <p:cNvSpPr txBox="1"/>
          <p:nvPr>
            <p:ph idx="5" type="body"/>
          </p:nvPr>
        </p:nvSpPr>
        <p:spPr>
          <a:xfrm>
            <a:off x="651844" y="2365974"/>
            <a:ext cx="2330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26" name="Google Shape;1726;p152"/>
          <p:cNvSpPr txBox="1"/>
          <p:nvPr>
            <p:ph idx="6" type="body"/>
          </p:nvPr>
        </p:nvSpPr>
        <p:spPr>
          <a:xfrm>
            <a:off x="3594640" y="2365974"/>
            <a:ext cx="2330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27" name="Google Shape;1727;p152"/>
          <p:cNvSpPr txBox="1"/>
          <p:nvPr>
            <p:ph idx="7" type="body"/>
          </p:nvPr>
        </p:nvSpPr>
        <p:spPr>
          <a:xfrm>
            <a:off x="6536722" y="2365974"/>
            <a:ext cx="2330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28" name="Google Shape;1728;p152"/>
          <p:cNvSpPr txBox="1"/>
          <p:nvPr>
            <p:ph idx="8" type="body"/>
          </p:nvPr>
        </p:nvSpPr>
        <p:spPr>
          <a:xfrm>
            <a:off x="273844" y="2365974"/>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29" name="Google Shape;1729;p152"/>
          <p:cNvSpPr txBox="1"/>
          <p:nvPr>
            <p:ph idx="9" type="body"/>
          </p:nvPr>
        </p:nvSpPr>
        <p:spPr>
          <a:xfrm>
            <a:off x="3216640" y="2365974"/>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30" name="Google Shape;1730;p152"/>
          <p:cNvSpPr txBox="1"/>
          <p:nvPr>
            <p:ph idx="13" type="body"/>
          </p:nvPr>
        </p:nvSpPr>
        <p:spPr>
          <a:xfrm>
            <a:off x="6158722" y="2365974"/>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31" name="Google Shape;1731;p152"/>
          <p:cNvSpPr txBox="1"/>
          <p:nvPr>
            <p:ph idx="14" type="body"/>
          </p:nvPr>
        </p:nvSpPr>
        <p:spPr>
          <a:xfrm>
            <a:off x="274320" y="4820026"/>
            <a:ext cx="2709000" cy="1247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32" name="Google Shape;1732;p152"/>
          <p:cNvSpPr txBox="1"/>
          <p:nvPr>
            <p:ph idx="15" type="body"/>
          </p:nvPr>
        </p:nvSpPr>
        <p:spPr>
          <a:xfrm>
            <a:off x="3216402" y="4820026"/>
            <a:ext cx="2709000" cy="1247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33" name="Google Shape;1733;p152"/>
          <p:cNvSpPr txBox="1"/>
          <p:nvPr>
            <p:ph idx="16" type="body"/>
          </p:nvPr>
        </p:nvSpPr>
        <p:spPr>
          <a:xfrm>
            <a:off x="6158484" y="4820026"/>
            <a:ext cx="2709000" cy="1247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34" name="Google Shape;1734;p152"/>
          <p:cNvSpPr txBox="1"/>
          <p:nvPr>
            <p:ph idx="17" type="body"/>
          </p:nvPr>
        </p:nvSpPr>
        <p:spPr>
          <a:xfrm>
            <a:off x="651844" y="4383741"/>
            <a:ext cx="2330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35" name="Google Shape;1735;p152"/>
          <p:cNvSpPr txBox="1"/>
          <p:nvPr>
            <p:ph idx="18" type="body"/>
          </p:nvPr>
        </p:nvSpPr>
        <p:spPr>
          <a:xfrm>
            <a:off x="3594640" y="4383741"/>
            <a:ext cx="2330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36" name="Google Shape;1736;p152"/>
          <p:cNvSpPr txBox="1"/>
          <p:nvPr>
            <p:ph idx="19" type="body"/>
          </p:nvPr>
        </p:nvSpPr>
        <p:spPr>
          <a:xfrm>
            <a:off x="6536722" y="4383741"/>
            <a:ext cx="2330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37" name="Google Shape;1737;p152"/>
          <p:cNvSpPr txBox="1"/>
          <p:nvPr>
            <p:ph idx="20" type="body"/>
          </p:nvPr>
        </p:nvSpPr>
        <p:spPr>
          <a:xfrm>
            <a:off x="273844" y="4383741"/>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38" name="Google Shape;1738;p152"/>
          <p:cNvSpPr txBox="1"/>
          <p:nvPr>
            <p:ph idx="21" type="body"/>
          </p:nvPr>
        </p:nvSpPr>
        <p:spPr>
          <a:xfrm>
            <a:off x="3216640" y="4383741"/>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39" name="Google Shape;1739;p152"/>
          <p:cNvSpPr txBox="1"/>
          <p:nvPr>
            <p:ph idx="22" type="body"/>
          </p:nvPr>
        </p:nvSpPr>
        <p:spPr>
          <a:xfrm>
            <a:off x="6158722" y="4383741"/>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ntent with Image and icon">
  <p:cSld name="Six Content with Image and icon">
    <p:spTree>
      <p:nvGrpSpPr>
        <p:cNvPr id="1740" name="Shape 1740"/>
        <p:cNvGrpSpPr/>
        <p:nvPr/>
      </p:nvGrpSpPr>
      <p:grpSpPr>
        <a:xfrm>
          <a:off x="0" y="0"/>
          <a:ext cx="0" cy="0"/>
          <a:chOff x="0" y="0"/>
          <a:chExt cx="0" cy="0"/>
        </a:xfrm>
      </p:grpSpPr>
      <p:sp>
        <p:nvSpPr>
          <p:cNvPr id="1741" name="Google Shape;1741;p153"/>
          <p:cNvSpPr txBox="1"/>
          <p:nvPr>
            <p:ph type="title"/>
          </p:nvPr>
        </p:nvSpPr>
        <p:spPr>
          <a:xfrm>
            <a:off x="274320" y="365760"/>
            <a:ext cx="4503300" cy="1806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2" name="Google Shape;1742;p153"/>
          <p:cNvSpPr txBox="1"/>
          <p:nvPr>
            <p:ph idx="1" type="body"/>
          </p:nvPr>
        </p:nvSpPr>
        <p:spPr>
          <a:xfrm>
            <a:off x="274320" y="2795839"/>
            <a:ext cx="2709000" cy="1247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43" name="Google Shape;1743;p153"/>
          <p:cNvSpPr txBox="1"/>
          <p:nvPr>
            <p:ph idx="2" type="body"/>
          </p:nvPr>
        </p:nvSpPr>
        <p:spPr>
          <a:xfrm>
            <a:off x="3216402" y="2795839"/>
            <a:ext cx="2709000" cy="1247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44" name="Google Shape;1744;p153"/>
          <p:cNvSpPr txBox="1"/>
          <p:nvPr>
            <p:ph idx="3" type="body"/>
          </p:nvPr>
        </p:nvSpPr>
        <p:spPr>
          <a:xfrm>
            <a:off x="6158484" y="2795839"/>
            <a:ext cx="2709000" cy="1247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45" name="Google Shape;1745;p153"/>
          <p:cNvSpPr/>
          <p:nvPr>
            <p:ph idx="4" type="pic"/>
          </p:nvPr>
        </p:nvSpPr>
        <p:spPr>
          <a:xfrm>
            <a:off x="5234940" y="365760"/>
            <a:ext cx="3909000" cy="1806000"/>
          </a:xfrm>
          <a:prstGeom prst="rect">
            <a:avLst/>
          </a:prstGeom>
          <a:solidFill>
            <a:srgbClr val="D7E0E3"/>
          </a:solidFill>
          <a:ln>
            <a:noFill/>
          </a:ln>
        </p:spPr>
      </p:sp>
      <p:sp>
        <p:nvSpPr>
          <p:cNvPr id="1746" name="Google Shape;1746;p153"/>
          <p:cNvSpPr txBox="1"/>
          <p:nvPr>
            <p:ph idx="5" type="body"/>
          </p:nvPr>
        </p:nvSpPr>
        <p:spPr>
          <a:xfrm>
            <a:off x="651844" y="2365974"/>
            <a:ext cx="2330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47" name="Google Shape;1747;p153"/>
          <p:cNvSpPr txBox="1"/>
          <p:nvPr>
            <p:ph idx="6" type="body"/>
          </p:nvPr>
        </p:nvSpPr>
        <p:spPr>
          <a:xfrm>
            <a:off x="3594640" y="2365974"/>
            <a:ext cx="2330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48" name="Google Shape;1748;p153"/>
          <p:cNvSpPr txBox="1"/>
          <p:nvPr>
            <p:ph idx="7" type="body"/>
          </p:nvPr>
        </p:nvSpPr>
        <p:spPr>
          <a:xfrm>
            <a:off x="6536722" y="2365974"/>
            <a:ext cx="2330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49" name="Google Shape;1749;p153"/>
          <p:cNvSpPr txBox="1"/>
          <p:nvPr>
            <p:ph idx="8" type="body"/>
          </p:nvPr>
        </p:nvSpPr>
        <p:spPr>
          <a:xfrm>
            <a:off x="274320" y="4820026"/>
            <a:ext cx="2709000" cy="1247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50" name="Google Shape;1750;p153"/>
          <p:cNvSpPr txBox="1"/>
          <p:nvPr>
            <p:ph idx="9" type="body"/>
          </p:nvPr>
        </p:nvSpPr>
        <p:spPr>
          <a:xfrm>
            <a:off x="3216402" y="4820026"/>
            <a:ext cx="2709000" cy="1247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51" name="Google Shape;1751;p153"/>
          <p:cNvSpPr txBox="1"/>
          <p:nvPr>
            <p:ph idx="13" type="body"/>
          </p:nvPr>
        </p:nvSpPr>
        <p:spPr>
          <a:xfrm>
            <a:off x="6158484" y="4820026"/>
            <a:ext cx="2709000" cy="1247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450"/>
              </a:spcBef>
              <a:spcAft>
                <a:spcPts val="0"/>
              </a:spcAft>
              <a:buClr>
                <a:schemeClr val="dk1"/>
              </a:buClr>
              <a:buSzPts val="825"/>
              <a:buFont typeface="Arial"/>
              <a:buNone/>
              <a:defRPr sz="825">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52" name="Google Shape;1752;p153"/>
          <p:cNvSpPr txBox="1"/>
          <p:nvPr>
            <p:ph idx="14" type="body"/>
          </p:nvPr>
        </p:nvSpPr>
        <p:spPr>
          <a:xfrm>
            <a:off x="651844" y="4383741"/>
            <a:ext cx="2330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53" name="Google Shape;1753;p153"/>
          <p:cNvSpPr txBox="1"/>
          <p:nvPr>
            <p:ph idx="15" type="body"/>
          </p:nvPr>
        </p:nvSpPr>
        <p:spPr>
          <a:xfrm>
            <a:off x="3594640" y="4383741"/>
            <a:ext cx="2330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54" name="Google Shape;1754;p153"/>
          <p:cNvSpPr txBox="1"/>
          <p:nvPr>
            <p:ph idx="16" type="body"/>
          </p:nvPr>
        </p:nvSpPr>
        <p:spPr>
          <a:xfrm>
            <a:off x="6536722" y="4383741"/>
            <a:ext cx="2330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55" name="Google Shape;1755;p153"/>
          <p:cNvSpPr/>
          <p:nvPr>
            <p:ph idx="17" type="pic"/>
          </p:nvPr>
        </p:nvSpPr>
        <p:spPr>
          <a:xfrm>
            <a:off x="273844" y="2365975"/>
            <a:ext cx="335400" cy="300300"/>
          </a:xfrm>
          <a:prstGeom prst="rect">
            <a:avLst/>
          </a:prstGeom>
          <a:noFill/>
          <a:ln>
            <a:noFill/>
          </a:ln>
        </p:spPr>
      </p:sp>
      <p:sp>
        <p:nvSpPr>
          <p:cNvPr id="1756" name="Google Shape;1756;p153"/>
          <p:cNvSpPr/>
          <p:nvPr>
            <p:ph idx="18" type="pic"/>
          </p:nvPr>
        </p:nvSpPr>
        <p:spPr>
          <a:xfrm>
            <a:off x="273844" y="4389563"/>
            <a:ext cx="335400" cy="300300"/>
          </a:xfrm>
          <a:prstGeom prst="rect">
            <a:avLst/>
          </a:prstGeom>
          <a:noFill/>
          <a:ln>
            <a:noFill/>
          </a:ln>
        </p:spPr>
      </p:sp>
      <p:sp>
        <p:nvSpPr>
          <p:cNvPr id="1757" name="Google Shape;1757;p153"/>
          <p:cNvSpPr/>
          <p:nvPr>
            <p:ph idx="19" type="pic"/>
          </p:nvPr>
        </p:nvSpPr>
        <p:spPr>
          <a:xfrm>
            <a:off x="3216403" y="2365975"/>
            <a:ext cx="335400" cy="300300"/>
          </a:xfrm>
          <a:prstGeom prst="rect">
            <a:avLst/>
          </a:prstGeom>
          <a:noFill/>
          <a:ln>
            <a:noFill/>
          </a:ln>
        </p:spPr>
      </p:sp>
      <p:sp>
        <p:nvSpPr>
          <p:cNvPr id="1758" name="Google Shape;1758;p153"/>
          <p:cNvSpPr/>
          <p:nvPr>
            <p:ph idx="20" type="pic"/>
          </p:nvPr>
        </p:nvSpPr>
        <p:spPr>
          <a:xfrm>
            <a:off x="3216403" y="4389563"/>
            <a:ext cx="335400" cy="300300"/>
          </a:xfrm>
          <a:prstGeom prst="rect">
            <a:avLst/>
          </a:prstGeom>
          <a:noFill/>
          <a:ln>
            <a:noFill/>
          </a:ln>
        </p:spPr>
      </p:sp>
      <p:sp>
        <p:nvSpPr>
          <p:cNvPr id="1759" name="Google Shape;1759;p153"/>
          <p:cNvSpPr/>
          <p:nvPr>
            <p:ph idx="21" type="pic"/>
          </p:nvPr>
        </p:nvSpPr>
        <p:spPr>
          <a:xfrm>
            <a:off x="6158485" y="2365975"/>
            <a:ext cx="335400" cy="300300"/>
          </a:xfrm>
          <a:prstGeom prst="rect">
            <a:avLst/>
          </a:prstGeom>
          <a:noFill/>
          <a:ln>
            <a:noFill/>
          </a:ln>
        </p:spPr>
      </p:sp>
      <p:sp>
        <p:nvSpPr>
          <p:cNvPr id="1760" name="Google Shape;1760;p153"/>
          <p:cNvSpPr/>
          <p:nvPr>
            <p:ph idx="22" type="pic"/>
          </p:nvPr>
        </p:nvSpPr>
        <p:spPr>
          <a:xfrm>
            <a:off x="6158485" y="4389563"/>
            <a:ext cx="335400" cy="300300"/>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ntent Option 2 with Image">
  <p:cSld name="Six Content Option 2 with Image">
    <p:spTree>
      <p:nvGrpSpPr>
        <p:cNvPr id="1761" name="Shape 1761"/>
        <p:cNvGrpSpPr/>
        <p:nvPr/>
      </p:nvGrpSpPr>
      <p:grpSpPr>
        <a:xfrm>
          <a:off x="0" y="0"/>
          <a:ext cx="0" cy="0"/>
          <a:chOff x="0" y="0"/>
          <a:chExt cx="0" cy="0"/>
        </a:xfrm>
      </p:grpSpPr>
      <p:sp>
        <p:nvSpPr>
          <p:cNvPr id="1762" name="Google Shape;1762;p154"/>
          <p:cNvSpPr/>
          <p:nvPr>
            <p:ph idx="2" type="pic"/>
          </p:nvPr>
        </p:nvSpPr>
        <p:spPr>
          <a:xfrm>
            <a:off x="273844" y="2152592"/>
            <a:ext cx="2708700" cy="2667300"/>
          </a:xfrm>
          <a:prstGeom prst="rect">
            <a:avLst/>
          </a:prstGeom>
          <a:solidFill>
            <a:srgbClr val="D7E0E3"/>
          </a:solidFill>
          <a:ln>
            <a:noFill/>
          </a:ln>
        </p:spPr>
      </p:sp>
      <p:sp>
        <p:nvSpPr>
          <p:cNvPr id="1763" name="Google Shape;1763;p154"/>
          <p:cNvSpPr txBox="1"/>
          <p:nvPr>
            <p:ph type="title"/>
          </p:nvPr>
        </p:nvSpPr>
        <p:spPr>
          <a:xfrm>
            <a:off x="274320" y="365760"/>
            <a:ext cx="2708100" cy="1666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4" name="Google Shape;1764;p154"/>
          <p:cNvSpPr txBox="1"/>
          <p:nvPr>
            <p:ph idx="1" type="body"/>
          </p:nvPr>
        </p:nvSpPr>
        <p:spPr>
          <a:xfrm>
            <a:off x="3216164" y="784492"/>
            <a:ext cx="2709000" cy="1247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65" name="Google Shape;1765;p154"/>
          <p:cNvSpPr txBox="1"/>
          <p:nvPr>
            <p:ph idx="3" type="body"/>
          </p:nvPr>
        </p:nvSpPr>
        <p:spPr>
          <a:xfrm>
            <a:off x="3593689" y="348207"/>
            <a:ext cx="2330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66" name="Google Shape;1766;p154"/>
          <p:cNvSpPr txBox="1"/>
          <p:nvPr>
            <p:ph idx="4" type="body"/>
          </p:nvPr>
        </p:nvSpPr>
        <p:spPr>
          <a:xfrm>
            <a:off x="3215688" y="348207"/>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67" name="Google Shape;1767;p154"/>
          <p:cNvSpPr txBox="1"/>
          <p:nvPr>
            <p:ph idx="5" type="body"/>
          </p:nvPr>
        </p:nvSpPr>
        <p:spPr>
          <a:xfrm>
            <a:off x="6157532" y="784492"/>
            <a:ext cx="2709000" cy="1247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68" name="Google Shape;1768;p154"/>
          <p:cNvSpPr txBox="1"/>
          <p:nvPr>
            <p:ph idx="6" type="body"/>
          </p:nvPr>
        </p:nvSpPr>
        <p:spPr>
          <a:xfrm>
            <a:off x="6535057" y="348207"/>
            <a:ext cx="2330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69" name="Google Shape;1769;p154"/>
          <p:cNvSpPr txBox="1"/>
          <p:nvPr>
            <p:ph idx="7" type="body"/>
          </p:nvPr>
        </p:nvSpPr>
        <p:spPr>
          <a:xfrm>
            <a:off x="6157056" y="348207"/>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70" name="Google Shape;1770;p154"/>
          <p:cNvSpPr txBox="1"/>
          <p:nvPr>
            <p:ph idx="8" type="body"/>
          </p:nvPr>
        </p:nvSpPr>
        <p:spPr>
          <a:xfrm>
            <a:off x="274320" y="5141344"/>
            <a:ext cx="2708100" cy="939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71" name="Google Shape;1771;p154"/>
          <p:cNvSpPr txBox="1"/>
          <p:nvPr>
            <p:ph idx="9" type="body"/>
          </p:nvPr>
        </p:nvSpPr>
        <p:spPr>
          <a:xfrm>
            <a:off x="3216402" y="2795839"/>
            <a:ext cx="2709000" cy="1247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72" name="Google Shape;1772;p154"/>
          <p:cNvSpPr txBox="1"/>
          <p:nvPr>
            <p:ph idx="13" type="body"/>
          </p:nvPr>
        </p:nvSpPr>
        <p:spPr>
          <a:xfrm>
            <a:off x="6158484" y="2795839"/>
            <a:ext cx="2709000" cy="1247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73" name="Google Shape;1773;p154"/>
          <p:cNvSpPr txBox="1"/>
          <p:nvPr>
            <p:ph idx="14" type="body"/>
          </p:nvPr>
        </p:nvSpPr>
        <p:spPr>
          <a:xfrm>
            <a:off x="3594640" y="2365974"/>
            <a:ext cx="2330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74" name="Google Shape;1774;p154"/>
          <p:cNvSpPr txBox="1"/>
          <p:nvPr>
            <p:ph idx="15" type="body"/>
          </p:nvPr>
        </p:nvSpPr>
        <p:spPr>
          <a:xfrm>
            <a:off x="6536722" y="2365974"/>
            <a:ext cx="2330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75" name="Google Shape;1775;p154"/>
          <p:cNvSpPr txBox="1"/>
          <p:nvPr>
            <p:ph idx="16" type="body"/>
          </p:nvPr>
        </p:nvSpPr>
        <p:spPr>
          <a:xfrm>
            <a:off x="3216640" y="2365974"/>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76" name="Google Shape;1776;p154"/>
          <p:cNvSpPr txBox="1"/>
          <p:nvPr>
            <p:ph idx="17" type="body"/>
          </p:nvPr>
        </p:nvSpPr>
        <p:spPr>
          <a:xfrm>
            <a:off x="6158722" y="2365974"/>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77" name="Google Shape;1777;p154"/>
          <p:cNvSpPr txBox="1"/>
          <p:nvPr>
            <p:ph idx="18" type="body"/>
          </p:nvPr>
        </p:nvSpPr>
        <p:spPr>
          <a:xfrm>
            <a:off x="3216402" y="4820026"/>
            <a:ext cx="2709000" cy="1247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78" name="Google Shape;1778;p154"/>
          <p:cNvSpPr txBox="1"/>
          <p:nvPr>
            <p:ph idx="19" type="body"/>
          </p:nvPr>
        </p:nvSpPr>
        <p:spPr>
          <a:xfrm>
            <a:off x="6158484" y="4820026"/>
            <a:ext cx="2709000" cy="1247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79" name="Google Shape;1779;p154"/>
          <p:cNvSpPr txBox="1"/>
          <p:nvPr>
            <p:ph idx="20" type="body"/>
          </p:nvPr>
        </p:nvSpPr>
        <p:spPr>
          <a:xfrm>
            <a:off x="3594640" y="4383741"/>
            <a:ext cx="2330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80" name="Google Shape;1780;p154"/>
          <p:cNvSpPr txBox="1"/>
          <p:nvPr>
            <p:ph idx="21" type="body"/>
          </p:nvPr>
        </p:nvSpPr>
        <p:spPr>
          <a:xfrm>
            <a:off x="6536722" y="4383741"/>
            <a:ext cx="23307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81" name="Google Shape;1781;p154"/>
          <p:cNvSpPr txBox="1"/>
          <p:nvPr>
            <p:ph idx="22" type="body"/>
          </p:nvPr>
        </p:nvSpPr>
        <p:spPr>
          <a:xfrm>
            <a:off x="3216640" y="4383741"/>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82" name="Google Shape;1782;p154"/>
          <p:cNvSpPr txBox="1"/>
          <p:nvPr>
            <p:ph idx="23" type="body"/>
          </p:nvPr>
        </p:nvSpPr>
        <p:spPr>
          <a:xfrm>
            <a:off x="6158722" y="4383741"/>
            <a:ext cx="378000" cy="30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800"/>
              <a:buFont typeface="Arial"/>
              <a:buNone/>
              <a:defRPr b="1" sz="18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ntent Option 3 with Image">
  <p:cSld name="Six Content Option 3 with Image">
    <p:spTree>
      <p:nvGrpSpPr>
        <p:cNvPr id="1783" name="Shape 1783"/>
        <p:cNvGrpSpPr/>
        <p:nvPr/>
      </p:nvGrpSpPr>
      <p:grpSpPr>
        <a:xfrm>
          <a:off x="0" y="0"/>
          <a:ext cx="0" cy="0"/>
          <a:chOff x="0" y="0"/>
          <a:chExt cx="0" cy="0"/>
        </a:xfrm>
      </p:grpSpPr>
      <p:sp>
        <p:nvSpPr>
          <p:cNvPr descr="UST" id="1784" name="Google Shape;1784;p155"/>
          <p:cNvSpPr/>
          <p:nvPr/>
        </p:nvSpPr>
        <p:spPr>
          <a:xfrm>
            <a:off x="274320" y="6238277"/>
            <a:ext cx="240030" cy="354094"/>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785" name="Google Shape;1785;p155"/>
          <p:cNvSpPr/>
          <p:nvPr>
            <p:ph idx="2" type="pic"/>
          </p:nvPr>
        </p:nvSpPr>
        <p:spPr>
          <a:xfrm>
            <a:off x="6890994" y="1"/>
            <a:ext cx="2253000" cy="3711300"/>
          </a:xfrm>
          <a:prstGeom prst="rect">
            <a:avLst/>
          </a:prstGeom>
          <a:solidFill>
            <a:srgbClr val="D7E0E3"/>
          </a:solidFill>
          <a:ln>
            <a:noFill/>
          </a:ln>
        </p:spPr>
      </p:sp>
      <p:sp>
        <p:nvSpPr>
          <p:cNvPr id="1786" name="Google Shape;1786;p155"/>
          <p:cNvSpPr/>
          <p:nvPr/>
        </p:nvSpPr>
        <p:spPr>
          <a:xfrm>
            <a:off x="273844" y="1599921"/>
            <a:ext cx="1976400" cy="21114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1787" name="Google Shape;1787;p155"/>
          <p:cNvSpPr/>
          <p:nvPr/>
        </p:nvSpPr>
        <p:spPr>
          <a:xfrm>
            <a:off x="2479719" y="1599921"/>
            <a:ext cx="1976400" cy="21114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1788" name="Google Shape;1788;p155"/>
          <p:cNvSpPr/>
          <p:nvPr/>
        </p:nvSpPr>
        <p:spPr>
          <a:xfrm>
            <a:off x="4685357" y="1599921"/>
            <a:ext cx="1976400" cy="21114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1789" name="Google Shape;1789;p155"/>
          <p:cNvSpPr txBox="1"/>
          <p:nvPr>
            <p:ph idx="1" type="body"/>
          </p:nvPr>
        </p:nvSpPr>
        <p:spPr>
          <a:xfrm>
            <a:off x="384544" y="2401325"/>
            <a:ext cx="1755000" cy="1188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90" name="Google Shape;1790;p155"/>
          <p:cNvSpPr txBox="1"/>
          <p:nvPr>
            <p:ph idx="3" type="body"/>
          </p:nvPr>
        </p:nvSpPr>
        <p:spPr>
          <a:xfrm>
            <a:off x="2590419" y="2401325"/>
            <a:ext cx="1755000" cy="1188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91" name="Google Shape;1791;p155"/>
          <p:cNvSpPr txBox="1"/>
          <p:nvPr>
            <p:ph idx="4" type="body"/>
          </p:nvPr>
        </p:nvSpPr>
        <p:spPr>
          <a:xfrm>
            <a:off x="4796057" y="2401325"/>
            <a:ext cx="1755000" cy="1188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92" name="Google Shape;1792;p155"/>
          <p:cNvSpPr txBox="1"/>
          <p:nvPr>
            <p:ph idx="5" type="body"/>
          </p:nvPr>
        </p:nvSpPr>
        <p:spPr>
          <a:xfrm>
            <a:off x="384544" y="1746008"/>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93" name="Google Shape;1793;p155"/>
          <p:cNvSpPr txBox="1"/>
          <p:nvPr>
            <p:ph idx="6" type="body"/>
          </p:nvPr>
        </p:nvSpPr>
        <p:spPr>
          <a:xfrm>
            <a:off x="2590419" y="1746008"/>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94" name="Google Shape;1794;p155"/>
          <p:cNvSpPr txBox="1"/>
          <p:nvPr>
            <p:ph idx="7" type="body"/>
          </p:nvPr>
        </p:nvSpPr>
        <p:spPr>
          <a:xfrm>
            <a:off x="4796057" y="1746008"/>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795" name="Google Shape;1795;p155"/>
          <p:cNvSpPr txBox="1"/>
          <p:nvPr>
            <p:ph type="title"/>
          </p:nvPr>
        </p:nvSpPr>
        <p:spPr>
          <a:xfrm>
            <a:off x="274320" y="365760"/>
            <a:ext cx="63873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96" name="Google Shape;1796;p155"/>
          <p:cNvSpPr/>
          <p:nvPr/>
        </p:nvSpPr>
        <p:spPr>
          <a:xfrm>
            <a:off x="273844" y="3971926"/>
            <a:ext cx="1976400" cy="21114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1797" name="Google Shape;1797;p155"/>
          <p:cNvSpPr/>
          <p:nvPr/>
        </p:nvSpPr>
        <p:spPr>
          <a:xfrm>
            <a:off x="2479719" y="3971926"/>
            <a:ext cx="1976400" cy="21114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1798" name="Google Shape;1798;p155"/>
          <p:cNvSpPr/>
          <p:nvPr/>
        </p:nvSpPr>
        <p:spPr>
          <a:xfrm>
            <a:off x="4685356" y="3971926"/>
            <a:ext cx="4458600" cy="2111400"/>
          </a:xfrm>
          <a:prstGeom prst="rect">
            <a:avLst/>
          </a:prstGeom>
          <a:solidFill>
            <a:schemeClr val="accent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1799" name="Google Shape;1799;p155"/>
          <p:cNvSpPr txBox="1"/>
          <p:nvPr>
            <p:ph idx="8" type="body"/>
          </p:nvPr>
        </p:nvSpPr>
        <p:spPr>
          <a:xfrm>
            <a:off x="384544" y="4773331"/>
            <a:ext cx="1755000" cy="1188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00" name="Google Shape;1800;p155"/>
          <p:cNvSpPr txBox="1"/>
          <p:nvPr>
            <p:ph idx="9" type="body"/>
          </p:nvPr>
        </p:nvSpPr>
        <p:spPr>
          <a:xfrm>
            <a:off x="2590419" y="4773331"/>
            <a:ext cx="1755000" cy="1188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01" name="Google Shape;1801;p155"/>
          <p:cNvSpPr txBox="1"/>
          <p:nvPr>
            <p:ph idx="13" type="body"/>
          </p:nvPr>
        </p:nvSpPr>
        <p:spPr>
          <a:xfrm>
            <a:off x="4796056" y="4536819"/>
            <a:ext cx="4071300" cy="1424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02" name="Google Shape;1802;p155"/>
          <p:cNvSpPr txBox="1"/>
          <p:nvPr>
            <p:ph idx="14" type="body"/>
          </p:nvPr>
        </p:nvSpPr>
        <p:spPr>
          <a:xfrm>
            <a:off x="384544" y="4118013"/>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03" name="Google Shape;1803;p155"/>
          <p:cNvSpPr txBox="1"/>
          <p:nvPr>
            <p:ph idx="15" type="body"/>
          </p:nvPr>
        </p:nvSpPr>
        <p:spPr>
          <a:xfrm>
            <a:off x="2590419" y="4118013"/>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04" name="Google Shape;1804;p155"/>
          <p:cNvSpPr txBox="1"/>
          <p:nvPr>
            <p:ph idx="16" type="body"/>
          </p:nvPr>
        </p:nvSpPr>
        <p:spPr>
          <a:xfrm>
            <a:off x="4796056" y="4118013"/>
            <a:ext cx="4071300" cy="27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1"/>
              </a:buClr>
              <a:buSzPts val="1200"/>
              <a:buFont typeface="Arial"/>
              <a:buNone/>
              <a:defRPr b="1" sz="1200">
                <a:solidFill>
                  <a:schemeClr val="lt1"/>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ayout for Next step: Six content">
  <p:cSld name="1_Layout for Next step: Six content">
    <p:spTree>
      <p:nvGrpSpPr>
        <p:cNvPr id="1805" name="Shape 1805"/>
        <p:cNvGrpSpPr/>
        <p:nvPr/>
      </p:nvGrpSpPr>
      <p:grpSpPr>
        <a:xfrm>
          <a:off x="0" y="0"/>
          <a:ext cx="0" cy="0"/>
          <a:chOff x="0" y="0"/>
          <a:chExt cx="0" cy="0"/>
        </a:xfrm>
      </p:grpSpPr>
      <p:cxnSp>
        <p:nvCxnSpPr>
          <p:cNvPr id="1806" name="Google Shape;1806;p156"/>
          <p:cNvCxnSpPr>
            <a:stCxn id="1807" idx="2"/>
            <a:endCxn id="1808" idx="0"/>
          </p:cNvCxnSpPr>
          <p:nvPr/>
        </p:nvCxnSpPr>
        <p:spPr>
          <a:xfrm>
            <a:off x="4470517" y="1039347"/>
            <a:ext cx="0" cy="3564300"/>
          </a:xfrm>
          <a:prstGeom prst="straightConnector1">
            <a:avLst/>
          </a:prstGeom>
          <a:noFill/>
          <a:ln cap="sq" cmpd="sng" w="12700">
            <a:solidFill>
              <a:schemeClr val="dk1"/>
            </a:solidFill>
            <a:prstDash val="solid"/>
            <a:round/>
            <a:headEnd len="sm" w="sm" type="none"/>
            <a:tailEnd len="sm" w="sm" type="none"/>
          </a:ln>
        </p:spPr>
      </p:cxnSp>
      <p:sp>
        <p:nvSpPr>
          <p:cNvPr id="1809" name="Google Shape;1809;p156"/>
          <p:cNvSpPr txBox="1"/>
          <p:nvPr>
            <p:ph type="title"/>
          </p:nvPr>
        </p:nvSpPr>
        <p:spPr>
          <a:xfrm>
            <a:off x="274321" y="365760"/>
            <a:ext cx="36144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0" name="Google Shape;1810;p156"/>
          <p:cNvSpPr/>
          <p:nvPr>
            <p:ph idx="2" type="pic"/>
          </p:nvPr>
        </p:nvSpPr>
        <p:spPr>
          <a:xfrm>
            <a:off x="1" y="1778423"/>
            <a:ext cx="3888600" cy="2651100"/>
          </a:xfrm>
          <a:prstGeom prst="rect">
            <a:avLst/>
          </a:prstGeom>
          <a:solidFill>
            <a:srgbClr val="D7E0E3"/>
          </a:solidFill>
          <a:ln>
            <a:noFill/>
          </a:ln>
        </p:spPr>
      </p:sp>
      <p:sp>
        <p:nvSpPr>
          <p:cNvPr id="1811" name="Google Shape;1811;p156"/>
          <p:cNvSpPr txBox="1"/>
          <p:nvPr>
            <p:ph idx="1" type="body"/>
          </p:nvPr>
        </p:nvSpPr>
        <p:spPr>
          <a:xfrm>
            <a:off x="4254817" y="1778423"/>
            <a:ext cx="431400" cy="673200"/>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900"/>
              <a:buFont typeface="Arial"/>
              <a:buNone/>
              <a:defRPr b="1" sz="900">
                <a:solidFill>
                  <a:schemeClr val="dk2"/>
                </a:solidFill>
              </a:defRPr>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12" name="Google Shape;1812;p156"/>
          <p:cNvSpPr txBox="1"/>
          <p:nvPr>
            <p:ph idx="3" type="body"/>
          </p:nvPr>
        </p:nvSpPr>
        <p:spPr>
          <a:xfrm>
            <a:off x="4822032" y="1778422"/>
            <a:ext cx="4045200" cy="1238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13" name="Google Shape;1813;p156"/>
          <p:cNvSpPr txBox="1"/>
          <p:nvPr>
            <p:ph idx="4" type="body"/>
          </p:nvPr>
        </p:nvSpPr>
        <p:spPr>
          <a:xfrm>
            <a:off x="274321" y="4724400"/>
            <a:ext cx="3614400" cy="1116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500"/>
              <a:buFont typeface="Arial"/>
              <a:buNone/>
              <a:defRPr sz="15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14" name="Google Shape;1814;p156"/>
          <p:cNvSpPr txBox="1"/>
          <p:nvPr>
            <p:ph idx="5" type="body"/>
          </p:nvPr>
        </p:nvSpPr>
        <p:spPr>
          <a:xfrm>
            <a:off x="4822032" y="3191085"/>
            <a:ext cx="4045200" cy="1238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15" name="Google Shape;1815;p156"/>
          <p:cNvSpPr txBox="1"/>
          <p:nvPr>
            <p:ph idx="6" type="body"/>
          </p:nvPr>
        </p:nvSpPr>
        <p:spPr>
          <a:xfrm>
            <a:off x="4254817" y="3191086"/>
            <a:ext cx="431400" cy="673200"/>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900"/>
              <a:buFont typeface="Arial"/>
              <a:buNone/>
              <a:defRPr b="1" sz="900">
                <a:solidFill>
                  <a:schemeClr val="dk2"/>
                </a:solidFill>
              </a:defRPr>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07" name="Google Shape;1807;p156"/>
          <p:cNvSpPr txBox="1"/>
          <p:nvPr>
            <p:ph idx="7" type="body"/>
          </p:nvPr>
        </p:nvSpPr>
        <p:spPr>
          <a:xfrm>
            <a:off x="4254817" y="366147"/>
            <a:ext cx="431400" cy="673200"/>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900"/>
              <a:buFont typeface="Arial"/>
              <a:buNone/>
              <a:defRPr b="1" sz="900">
                <a:solidFill>
                  <a:schemeClr val="dk2"/>
                </a:solidFill>
              </a:defRPr>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16" name="Google Shape;1816;p156"/>
          <p:cNvSpPr txBox="1"/>
          <p:nvPr>
            <p:ph idx="8" type="body"/>
          </p:nvPr>
        </p:nvSpPr>
        <p:spPr>
          <a:xfrm>
            <a:off x="4822032" y="365759"/>
            <a:ext cx="4045200" cy="1238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17" name="Google Shape;1817;p156"/>
          <p:cNvSpPr txBox="1"/>
          <p:nvPr>
            <p:ph idx="9" type="body"/>
          </p:nvPr>
        </p:nvSpPr>
        <p:spPr>
          <a:xfrm>
            <a:off x="4822032" y="4603749"/>
            <a:ext cx="4045200" cy="1238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08" name="Google Shape;1808;p156"/>
          <p:cNvSpPr txBox="1"/>
          <p:nvPr>
            <p:ph idx="13" type="body"/>
          </p:nvPr>
        </p:nvSpPr>
        <p:spPr>
          <a:xfrm>
            <a:off x="4254817" y="4603750"/>
            <a:ext cx="431400" cy="673200"/>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900"/>
              <a:buFont typeface="Arial"/>
              <a:buNone/>
              <a:defRPr b="1" sz="900">
                <a:solidFill>
                  <a:schemeClr val="dk2"/>
                </a:solidFill>
              </a:defRPr>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936">
          <p15:clr>
            <a:srgbClr val="FBAE40"/>
          </p15:clr>
        </p15:guide>
        <p15:guide id="2" pos="3744">
          <p15:clr>
            <a:srgbClr val="FBAE40"/>
          </p15:clr>
        </p15:guide>
        <p15:guide id="3" orient="horz" pos="1139">
          <p15:clr>
            <a:srgbClr val="FBAE40"/>
          </p15:clr>
        </p15:guide>
        <p15:guide id="4" orient="horz" pos="3832">
          <p15:clr>
            <a:srgbClr val="FBAE40"/>
          </p15:clr>
        </p15:guide>
        <p15:guide id="5" orient="horz" pos="4148">
          <p15:clr>
            <a:srgbClr val="FBAE40"/>
          </p15:clr>
        </p15:guide>
        <p15:guide id="6" orient="horz" pos="3168">
          <p15:clr>
            <a:srgbClr val="FBAE40"/>
          </p15:clr>
        </p15:guide>
        <p15:guide id="7" pos="476">
          <p15:clr>
            <a:srgbClr val="FBAE40"/>
          </p15:clr>
        </p15:guide>
        <p15:guide id="8" orient="horz" pos="2160">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with Chart">
  <p:cSld name="Two Content with Chart">
    <p:spTree>
      <p:nvGrpSpPr>
        <p:cNvPr id="1818" name="Shape 1818"/>
        <p:cNvGrpSpPr/>
        <p:nvPr/>
      </p:nvGrpSpPr>
      <p:grpSpPr>
        <a:xfrm>
          <a:off x="0" y="0"/>
          <a:ext cx="0" cy="0"/>
          <a:chOff x="0" y="0"/>
          <a:chExt cx="0" cy="0"/>
        </a:xfrm>
      </p:grpSpPr>
      <p:sp>
        <p:nvSpPr>
          <p:cNvPr id="1819" name="Google Shape;1819;p157"/>
          <p:cNvSpPr/>
          <p:nvPr/>
        </p:nvSpPr>
        <p:spPr>
          <a:xfrm>
            <a:off x="4685356" y="3165154"/>
            <a:ext cx="4458600" cy="31086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1820" name="Google Shape;1820;p157"/>
          <p:cNvSpPr txBox="1"/>
          <p:nvPr>
            <p:ph idx="1" type="body"/>
          </p:nvPr>
        </p:nvSpPr>
        <p:spPr>
          <a:xfrm>
            <a:off x="273844" y="5067300"/>
            <a:ext cx="4071600" cy="1016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21" name="Google Shape;1821;p157"/>
          <p:cNvSpPr txBox="1"/>
          <p:nvPr>
            <p:ph idx="2" type="body"/>
          </p:nvPr>
        </p:nvSpPr>
        <p:spPr>
          <a:xfrm>
            <a:off x="4685357" y="799262"/>
            <a:ext cx="4181700" cy="2231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22" name="Google Shape;1822;p157"/>
          <p:cNvSpPr txBox="1"/>
          <p:nvPr>
            <p:ph idx="3" type="body"/>
          </p:nvPr>
        </p:nvSpPr>
        <p:spPr>
          <a:xfrm>
            <a:off x="4685357" y="365760"/>
            <a:ext cx="4181700" cy="297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23" name="Google Shape;1823;p157"/>
          <p:cNvSpPr txBox="1"/>
          <p:nvPr>
            <p:ph type="title"/>
          </p:nvPr>
        </p:nvSpPr>
        <p:spPr>
          <a:xfrm>
            <a:off x="274320" y="365760"/>
            <a:ext cx="40710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24" name="Google Shape;1824;p157"/>
          <p:cNvSpPr txBox="1"/>
          <p:nvPr>
            <p:ph idx="4" type="body"/>
          </p:nvPr>
        </p:nvSpPr>
        <p:spPr>
          <a:xfrm>
            <a:off x="4906280" y="3863137"/>
            <a:ext cx="3960600" cy="2231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25" name="Google Shape;1825;p157"/>
          <p:cNvSpPr txBox="1"/>
          <p:nvPr>
            <p:ph idx="5" type="body"/>
          </p:nvPr>
        </p:nvSpPr>
        <p:spPr>
          <a:xfrm>
            <a:off x="4906280" y="3429635"/>
            <a:ext cx="3960600" cy="297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26" name="Google Shape;1826;p157"/>
          <p:cNvSpPr txBox="1"/>
          <p:nvPr>
            <p:ph idx="6" type="body"/>
          </p:nvPr>
        </p:nvSpPr>
        <p:spPr>
          <a:xfrm>
            <a:off x="273844" y="1828800"/>
            <a:ext cx="4071600" cy="2924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imonials 6 content">
  <p:cSld name="Testimonials 6 content">
    <p:spTree>
      <p:nvGrpSpPr>
        <p:cNvPr id="1827" name="Shape 1827"/>
        <p:cNvGrpSpPr/>
        <p:nvPr/>
      </p:nvGrpSpPr>
      <p:grpSpPr>
        <a:xfrm>
          <a:off x="0" y="0"/>
          <a:ext cx="0" cy="0"/>
          <a:chOff x="0" y="0"/>
          <a:chExt cx="0" cy="0"/>
        </a:xfrm>
      </p:grpSpPr>
      <p:sp>
        <p:nvSpPr>
          <p:cNvPr id="1828" name="Google Shape;1828;p158"/>
          <p:cNvSpPr/>
          <p:nvPr/>
        </p:nvSpPr>
        <p:spPr>
          <a:xfrm>
            <a:off x="277668" y="1709099"/>
            <a:ext cx="930300" cy="11388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1829" name="Google Shape;1829;p158"/>
          <p:cNvSpPr txBox="1"/>
          <p:nvPr>
            <p:ph type="title"/>
          </p:nvPr>
        </p:nvSpPr>
        <p:spPr>
          <a:xfrm>
            <a:off x="274320" y="365760"/>
            <a:ext cx="40710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30" name="Google Shape;1830;p158"/>
          <p:cNvSpPr txBox="1"/>
          <p:nvPr>
            <p:ph idx="1" type="body"/>
          </p:nvPr>
        </p:nvSpPr>
        <p:spPr>
          <a:xfrm>
            <a:off x="1462993" y="1841182"/>
            <a:ext cx="2144700" cy="1371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31" name="Google Shape;1831;p158"/>
          <p:cNvSpPr txBox="1"/>
          <p:nvPr>
            <p:ph idx="2" type="body"/>
          </p:nvPr>
        </p:nvSpPr>
        <p:spPr>
          <a:xfrm>
            <a:off x="1462993" y="3439475"/>
            <a:ext cx="2144700" cy="421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32" name="Google Shape;1832;p158"/>
          <p:cNvSpPr txBox="1"/>
          <p:nvPr>
            <p:ph idx="3" type="body"/>
          </p:nvPr>
        </p:nvSpPr>
        <p:spPr>
          <a:xfrm>
            <a:off x="4092362" y="1841182"/>
            <a:ext cx="2144700" cy="1371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33" name="Google Shape;1833;p158"/>
          <p:cNvSpPr txBox="1"/>
          <p:nvPr>
            <p:ph idx="4" type="body"/>
          </p:nvPr>
        </p:nvSpPr>
        <p:spPr>
          <a:xfrm>
            <a:off x="6721731" y="1841182"/>
            <a:ext cx="2144700" cy="1371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34" name="Google Shape;1834;p158"/>
          <p:cNvSpPr txBox="1"/>
          <p:nvPr/>
        </p:nvSpPr>
        <p:spPr>
          <a:xfrm>
            <a:off x="378619" y="1485900"/>
            <a:ext cx="685800" cy="914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12450"/>
              <a:buFont typeface="Arial"/>
              <a:buNone/>
            </a:pPr>
            <a:r>
              <a:rPr lang="en-US" sz="12450">
                <a:solidFill>
                  <a:schemeClr val="lt1"/>
                </a:solidFill>
                <a:latin typeface="Arial"/>
                <a:ea typeface="Arial"/>
                <a:cs typeface="Arial"/>
                <a:sym typeface="Arial"/>
              </a:rPr>
              <a:t>“</a:t>
            </a:r>
            <a:endParaRPr/>
          </a:p>
        </p:txBody>
      </p:sp>
      <p:sp>
        <p:nvSpPr>
          <p:cNvPr id="1835" name="Google Shape;1835;p158"/>
          <p:cNvSpPr/>
          <p:nvPr/>
        </p:nvSpPr>
        <p:spPr>
          <a:xfrm>
            <a:off x="1449244" y="3288326"/>
            <a:ext cx="343800"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1836" name="Google Shape;1836;p158"/>
          <p:cNvSpPr txBox="1"/>
          <p:nvPr>
            <p:ph idx="5" type="body"/>
          </p:nvPr>
        </p:nvSpPr>
        <p:spPr>
          <a:xfrm>
            <a:off x="1462993" y="4102654"/>
            <a:ext cx="2144700" cy="1371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37" name="Google Shape;1837;p158"/>
          <p:cNvSpPr txBox="1"/>
          <p:nvPr>
            <p:ph idx="6" type="body"/>
          </p:nvPr>
        </p:nvSpPr>
        <p:spPr>
          <a:xfrm>
            <a:off x="4092362" y="4102654"/>
            <a:ext cx="2144700" cy="1371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38" name="Google Shape;1838;p158"/>
          <p:cNvSpPr txBox="1"/>
          <p:nvPr>
            <p:ph idx="7" type="body"/>
          </p:nvPr>
        </p:nvSpPr>
        <p:spPr>
          <a:xfrm>
            <a:off x="6721731" y="4102654"/>
            <a:ext cx="2144700" cy="1371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39" name="Google Shape;1839;p158"/>
          <p:cNvSpPr txBox="1"/>
          <p:nvPr>
            <p:ph idx="8" type="body"/>
          </p:nvPr>
        </p:nvSpPr>
        <p:spPr>
          <a:xfrm>
            <a:off x="4106112" y="3439475"/>
            <a:ext cx="2144700" cy="421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40" name="Google Shape;1840;p158"/>
          <p:cNvSpPr/>
          <p:nvPr/>
        </p:nvSpPr>
        <p:spPr>
          <a:xfrm>
            <a:off x="4092363" y="3288326"/>
            <a:ext cx="343800"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1841" name="Google Shape;1841;p158"/>
          <p:cNvSpPr txBox="1"/>
          <p:nvPr>
            <p:ph idx="9" type="body"/>
          </p:nvPr>
        </p:nvSpPr>
        <p:spPr>
          <a:xfrm>
            <a:off x="6735481" y="3439475"/>
            <a:ext cx="2144700" cy="421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42" name="Google Shape;1842;p158"/>
          <p:cNvSpPr/>
          <p:nvPr/>
        </p:nvSpPr>
        <p:spPr>
          <a:xfrm>
            <a:off x="6721732" y="3288326"/>
            <a:ext cx="343800"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1843" name="Google Shape;1843;p158"/>
          <p:cNvSpPr txBox="1"/>
          <p:nvPr>
            <p:ph idx="13" type="body"/>
          </p:nvPr>
        </p:nvSpPr>
        <p:spPr>
          <a:xfrm>
            <a:off x="1462993" y="5696900"/>
            <a:ext cx="2144700" cy="421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44" name="Google Shape;1844;p158"/>
          <p:cNvSpPr/>
          <p:nvPr/>
        </p:nvSpPr>
        <p:spPr>
          <a:xfrm>
            <a:off x="1449244" y="5545751"/>
            <a:ext cx="343800"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1845" name="Google Shape;1845;p158"/>
          <p:cNvSpPr txBox="1"/>
          <p:nvPr>
            <p:ph idx="14" type="body"/>
          </p:nvPr>
        </p:nvSpPr>
        <p:spPr>
          <a:xfrm>
            <a:off x="4106112" y="5696900"/>
            <a:ext cx="2144700" cy="421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46" name="Google Shape;1846;p158"/>
          <p:cNvSpPr/>
          <p:nvPr/>
        </p:nvSpPr>
        <p:spPr>
          <a:xfrm>
            <a:off x="4092363" y="5545751"/>
            <a:ext cx="343800"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1847" name="Google Shape;1847;p158"/>
          <p:cNvSpPr txBox="1"/>
          <p:nvPr>
            <p:ph idx="15" type="body"/>
          </p:nvPr>
        </p:nvSpPr>
        <p:spPr>
          <a:xfrm>
            <a:off x="6735481" y="5696900"/>
            <a:ext cx="2144700" cy="421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48" name="Google Shape;1848;p158"/>
          <p:cNvSpPr/>
          <p:nvPr/>
        </p:nvSpPr>
        <p:spPr>
          <a:xfrm>
            <a:off x="6721732" y="5545751"/>
            <a:ext cx="343800"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imonials 6 content with Image">
  <p:cSld name="Testimonials 6 content with Image">
    <p:spTree>
      <p:nvGrpSpPr>
        <p:cNvPr id="1849" name="Shape 1849"/>
        <p:cNvGrpSpPr/>
        <p:nvPr/>
      </p:nvGrpSpPr>
      <p:grpSpPr>
        <a:xfrm>
          <a:off x="0" y="0"/>
          <a:ext cx="0" cy="0"/>
          <a:chOff x="0" y="0"/>
          <a:chExt cx="0" cy="0"/>
        </a:xfrm>
      </p:grpSpPr>
      <p:sp>
        <p:nvSpPr>
          <p:cNvPr id="1850" name="Google Shape;1850;p159"/>
          <p:cNvSpPr txBox="1"/>
          <p:nvPr>
            <p:ph idx="1" type="body"/>
          </p:nvPr>
        </p:nvSpPr>
        <p:spPr>
          <a:xfrm>
            <a:off x="1462993" y="3439475"/>
            <a:ext cx="2144700" cy="421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51" name="Google Shape;1851;p159"/>
          <p:cNvSpPr/>
          <p:nvPr/>
        </p:nvSpPr>
        <p:spPr>
          <a:xfrm>
            <a:off x="1449244" y="3288326"/>
            <a:ext cx="343800"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1852" name="Google Shape;1852;p159"/>
          <p:cNvSpPr txBox="1"/>
          <p:nvPr>
            <p:ph idx="2" type="body"/>
          </p:nvPr>
        </p:nvSpPr>
        <p:spPr>
          <a:xfrm>
            <a:off x="4106112" y="3439475"/>
            <a:ext cx="2144700" cy="421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53" name="Google Shape;1853;p159"/>
          <p:cNvSpPr/>
          <p:nvPr/>
        </p:nvSpPr>
        <p:spPr>
          <a:xfrm>
            <a:off x="4092363" y="3288326"/>
            <a:ext cx="343800"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1854" name="Google Shape;1854;p159"/>
          <p:cNvSpPr txBox="1"/>
          <p:nvPr>
            <p:ph idx="3" type="body"/>
          </p:nvPr>
        </p:nvSpPr>
        <p:spPr>
          <a:xfrm>
            <a:off x="6735481" y="3439475"/>
            <a:ext cx="2144700" cy="421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55" name="Google Shape;1855;p159"/>
          <p:cNvSpPr/>
          <p:nvPr/>
        </p:nvSpPr>
        <p:spPr>
          <a:xfrm>
            <a:off x="6721732" y="3288326"/>
            <a:ext cx="343800"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1856" name="Google Shape;1856;p159"/>
          <p:cNvSpPr txBox="1"/>
          <p:nvPr>
            <p:ph idx="4" type="body"/>
          </p:nvPr>
        </p:nvSpPr>
        <p:spPr>
          <a:xfrm>
            <a:off x="1462993" y="5696900"/>
            <a:ext cx="2144700" cy="421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57" name="Google Shape;1857;p159"/>
          <p:cNvSpPr/>
          <p:nvPr/>
        </p:nvSpPr>
        <p:spPr>
          <a:xfrm>
            <a:off x="1449244" y="5545751"/>
            <a:ext cx="343800"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1858" name="Google Shape;1858;p159"/>
          <p:cNvSpPr txBox="1"/>
          <p:nvPr>
            <p:ph idx="5" type="body"/>
          </p:nvPr>
        </p:nvSpPr>
        <p:spPr>
          <a:xfrm>
            <a:off x="4106112" y="5696900"/>
            <a:ext cx="2144700" cy="421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59" name="Google Shape;1859;p159"/>
          <p:cNvSpPr/>
          <p:nvPr/>
        </p:nvSpPr>
        <p:spPr>
          <a:xfrm>
            <a:off x="4092363" y="5545751"/>
            <a:ext cx="343800"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1860" name="Google Shape;1860;p159"/>
          <p:cNvSpPr txBox="1"/>
          <p:nvPr>
            <p:ph idx="6" type="body"/>
          </p:nvPr>
        </p:nvSpPr>
        <p:spPr>
          <a:xfrm>
            <a:off x="6735481" y="5696900"/>
            <a:ext cx="2144700" cy="421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61" name="Google Shape;1861;p159"/>
          <p:cNvSpPr/>
          <p:nvPr/>
        </p:nvSpPr>
        <p:spPr>
          <a:xfrm>
            <a:off x="6721732" y="5545751"/>
            <a:ext cx="343800"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1862" name="Google Shape;1862;p159"/>
          <p:cNvSpPr/>
          <p:nvPr/>
        </p:nvSpPr>
        <p:spPr>
          <a:xfrm>
            <a:off x="277668" y="1709099"/>
            <a:ext cx="930300" cy="11388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1863" name="Google Shape;1863;p159"/>
          <p:cNvSpPr txBox="1"/>
          <p:nvPr>
            <p:ph type="title"/>
          </p:nvPr>
        </p:nvSpPr>
        <p:spPr>
          <a:xfrm>
            <a:off x="274320" y="365760"/>
            <a:ext cx="40710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64" name="Google Shape;1864;p159"/>
          <p:cNvSpPr txBox="1"/>
          <p:nvPr>
            <p:ph idx="7" type="body"/>
          </p:nvPr>
        </p:nvSpPr>
        <p:spPr>
          <a:xfrm>
            <a:off x="1462993" y="1841182"/>
            <a:ext cx="2144700" cy="1371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65" name="Google Shape;1865;p159"/>
          <p:cNvSpPr txBox="1"/>
          <p:nvPr>
            <p:ph idx="8" type="body"/>
          </p:nvPr>
        </p:nvSpPr>
        <p:spPr>
          <a:xfrm>
            <a:off x="4092362" y="1841182"/>
            <a:ext cx="2144700" cy="1371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66" name="Google Shape;1866;p159"/>
          <p:cNvSpPr txBox="1"/>
          <p:nvPr>
            <p:ph idx="9" type="body"/>
          </p:nvPr>
        </p:nvSpPr>
        <p:spPr>
          <a:xfrm>
            <a:off x="6721731" y="1841182"/>
            <a:ext cx="2144700" cy="1371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67" name="Google Shape;1867;p159"/>
          <p:cNvSpPr txBox="1"/>
          <p:nvPr>
            <p:ph idx="13" type="body"/>
          </p:nvPr>
        </p:nvSpPr>
        <p:spPr>
          <a:xfrm>
            <a:off x="1462993" y="4102654"/>
            <a:ext cx="2144700" cy="1371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68" name="Google Shape;1868;p159"/>
          <p:cNvSpPr txBox="1"/>
          <p:nvPr>
            <p:ph idx="14" type="body"/>
          </p:nvPr>
        </p:nvSpPr>
        <p:spPr>
          <a:xfrm>
            <a:off x="4092362" y="4102654"/>
            <a:ext cx="2144700" cy="1371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69" name="Google Shape;1869;p159"/>
          <p:cNvSpPr txBox="1"/>
          <p:nvPr>
            <p:ph idx="15" type="body"/>
          </p:nvPr>
        </p:nvSpPr>
        <p:spPr>
          <a:xfrm>
            <a:off x="6721731" y="4102654"/>
            <a:ext cx="2144700" cy="1371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70" name="Google Shape;1870;p159"/>
          <p:cNvSpPr/>
          <p:nvPr>
            <p:ph idx="16" type="pic"/>
          </p:nvPr>
        </p:nvSpPr>
        <p:spPr>
          <a:xfrm>
            <a:off x="3121594" y="3096375"/>
            <a:ext cx="486000" cy="720000"/>
          </a:xfrm>
          <a:prstGeom prst="rect">
            <a:avLst/>
          </a:prstGeom>
          <a:solidFill>
            <a:srgbClr val="D7E0E3"/>
          </a:solidFill>
          <a:ln>
            <a:noFill/>
          </a:ln>
        </p:spPr>
      </p:sp>
      <p:sp>
        <p:nvSpPr>
          <p:cNvPr id="1871" name="Google Shape;1871;p159"/>
          <p:cNvSpPr/>
          <p:nvPr>
            <p:ph idx="17" type="pic"/>
          </p:nvPr>
        </p:nvSpPr>
        <p:spPr>
          <a:xfrm>
            <a:off x="5750963" y="3096375"/>
            <a:ext cx="486000" cy="720000"/>
          </a:xfrm>
          <a:prstGeom prst="rect">
            <a:avLst/>
          </a:prstGeom>
          <a:solidFill>
            <a:srgbClr val="D7E0E3"/>
          </a:solidFill>
          <a:ln>
            <a:noFill/>
          </a:ln>
        </p:spPr>
      </p:sp>
      <p:sp>
        <p:nvSpPr>
          <p:cNvPr id="1872" name="Google Shape;1872;p159"/>
          <p:cNvSpPr/>
          <p:nvPr>
            <p:ph idx="18" type="pic"/>
          </p:nvPr>
        </p:nvSpPr>
        <p:spPr>
          <a:xfrm>
            <a:off x="8380332" y="3096375"/>
            <a:ext cx="486000" cy="720000"/>
          </a:xfrm>
          <a:prstGeom prst="rect">
            <a:avLst/>
          </a:prstGeom>
          <a:solidFill>
            <a:srgbClr val="D7E0E3"/>
          </a:solidFill>
          <a:ln>
            <a:noFill/>
          </a:ln>
        </p:spPr>
      </p:sp>
      <p:sp>
        <p:nvSpPr>
          <p:cNvPr id="1873" name="Google Shape;1873;p159"/>
          <p:cNvSpPr/>
          <p:nvPr>
            <p:ph idx="19" type="pic"/>
          </p:nvPr>
        </p:nvSpPr>
        <p:spPr>
          <a:xfrm>
            <a:off x="3121594" y="5357847"/>
            <a:ext cx="486000" cy="720000"/>
          </a:xfrm>
          <a:prstGeom prst="rect">
            <a:avLst/>
          </a:prstGeom>
          <a:solidFill>
            <a:srgbClr val="D7E0E3"/>
          </a:solidFill>
          <a:ln>
            <a:noFill/>
          </a:ln>
        </p:spPr>
      </p:sp>
      <p:sp>
        <p:nvSpPr>
          <p:cNvPr id="1874" name="Google Shape;1874;p159"/>
          <p:cNvSpPr/>
          <p:nvPr>
            <p:ph idx="20" type="pic"/>
          </p:nvPr>
        </p:nvSpPr>
        <p:spPr>
          <a:xfrm>
            <a:off x="5750963" y="5357847"/>
            <a:ext cx="486000" cy="720000"/>
          </a:xfrm>
          <a:prstGeom prst="rect">
            <a:avLst/>
          </a:prstGeom>
          <a:solidFill>
            <a:srgbClr val="D7E0E3"/>
          </a:solidFill>
          <a:ln>
            <a:noFill/>
          </a:ln>
        </p:spPr>
      </p:sp>
      <p:sp>
        <p:nvSpPr>
          <p:cNvPr id="1875" name="Google Shape;1875;p159"/>
          <p:cNvSpPr/>
          <p:nvPr>
            <p:ph idx="21" type="pic"/>
          </p:nvPr>
        </p:nvSpPr>
        <p:spPr>
          <a:xfrm>
            <a:off x="8380332" y="5357847"/>
            <a:ext cx="486000" cy="720000"/>
          </a:xfrm>
          <a:prstGeom prst="rect">
            <a:avLst/>
          </a:prstGeom>
          <a:solidFill>
            <a:srgbClr val="D7E0E3"/>
          </a:solidFill>
          <a:ln>
            <a:noFill/>
          </a:ln>
        </p:spPr>
      </p:sp>
      <p:sp>
        <p:nvSpPr>
          <p:cNvPr id="1876" name="Google Shape;1876;p159"/>
          <p:cNvSpPr txBox="1"/>
          <p:nvPr/>
        </p:nvSpPr>
        <p:spPr>
          <a:xfrm>
            <a:off x="378619" y="1485900"/>
            <a:ext cx="685800" cy="914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12450"/>
              <a:buFont typeface="Arial"/>
              <a:buNone/>
            </a:pPr>
            <a:r>
              <a:rPr lang="en-US" sz="12450">
                <a:solidFill>
                  <a:schemeClr val="lt1"/>
                </a:solidFill>
                <a:latin typeface="Arial"/>
                <a:ea typeface="Arial"/>
                <a:cs typeface="Arial"/>
                <a:sym typeface="Arial"/>
              </a:rPr>
              <a:t>“</a:t>
            </a:r>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imonials 4 content">
  <p:cSld name="Testimonials 4 content">
    <p:spTree>
      <p:nvGrpSpPr>
        <p:cNvPr id="1877" name="Shape 1877"/>
        <p:cNvGrpSpPr/>
        <p:nvPr/>
      </p:nvGrpSpPr>
      <p:grpSpPr>
        <a:xfrm>
          <a:off x="0" y="0"/>
          <a:ext cx="0" cy="0"/>
          <a:chOff x="0" y="0"/>
          <a:chExt cx="0" cy="0"/>
        </a:xfrm>
      </p:grpSpPr>
      <p:sp>
        <p:nvSpPr>
          <p:cNvPr id="1878" name="Google Shape;1878;p160"/>
          <p:cNvSpPr/>
          <p:nvPr/>
        </p:nvSpPr>
        <p:spPr>
          <a:xfrm>
            <a:off x="277668" y="1709099"/>
            <a:ext cx="930300" cy="11388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1879" name="Google Shape;1879;p160"/>
          <p:cNvSpPr txBox="1"/>
          <p:nvPr>
            <p:ph type="title"/>
          </p:nvPr>
        </p:nvSpPr>
        <p:spPr>
          <a:xfrm>
            <a:off x="274320" y="365760"/>
            <a:ext cx="40710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80" name="Google Shape;1880;p160"/>
          <p:cNvSpPr txBox="1"/>
          <p:nvPr>
            <p:ph idx="1" type="body"/>
          </p:nvPr>
        </p:nvSpPr>
        <p:spPr>
          <a:xfrm>
            <a:off x="1462992" y="1841182"/>
            <a:ext cx="3510000" cy="1371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81" name="Google Shape;1881;p160"/>
          <p:cNvSpPr txBox="1"/>
          <p:nvPr>
            <p:ph idx="2" type="body"/>
          </p:nvPr>
        </p:nvSpPr>
        <p:spPr>
          <a:xfrm>
            <a:off x="5356805" y="1841182"/>
            <a:ext cx="3510000" cy="1371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82" name="Google Shape;1882;p160"/>
          <p:cNvSpPr txBox="1"/>
          <p:nvPr>
            <p:ph idx="3" type="body"/>
          </p:nvPr>
        </p:nvSpPr>
        <p:spPr>
          <a:xfrm>
            <a:off x="1462992" y="4102654"/>
            <a:ext cx="3510000" cy="1371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83" name="Google Shape;1883;p160"/>
          <p:cNvSpPr txBox="1"/>
          <p:nvPr>
            <p:ph idx="4" type="body"/>
          </p:nvPr>
        </p:nvSpPr>
        <p:spPr>
          <a:xfrm>
            <a:off x="5356805" y="4102654"/>
            <a:ext cx="3510000" cy="1371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84" name="Google Shape;1884;p160"/>
          <p:cNvSpPr txBox="1"/>
          <p:nvPr>
            <p:ph idx="5" type="body"/>
          </p:nvPr>
        </p:nvSpPr>
        <p:spPr>
          <a:xfrm>
            <a:off x="1462993" y="3439475"/>
            <a:ext cx="3496200" cy="421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85" name="Google Shape;1885;p160"/>
          <p:cNvSpPr/>
          <p:nvPr/>
        </p:nvSpPr>
        <p:spPr>
          <a:xfrm>
            <a:off x="1449244" y="3288326"/>
            <a:ext cx="343800"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1886" name="Google Shape;1886;p160"/>
          <p:cNvSpPr txBox="1"/>
          <p:nvPr>
            <p:ph idx="6" type="body"/>
          </p:nvPr>
        </p:nvSpPr>
        <p:spPr>
          <a:xfrm>
            <a:off x="5370555" y="3439475"/>
            <a:ext cx="3496200" cy="421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87" name="Google Shape;1887;p160"/>
          <p:cNvSpPr/>
          <p:nvPr/>
        </p:nvSpPr>
        <p:spPr>
          <a:xfrm>
            <a:off x="5356806" y="3288326"/>
            <a:ext cx="343800"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1888" name="Google Shape;1888;p160"/>
          <p:cNvSpPr txBox="1"/>
          <p:nvPr>
            <p:ph idx="7" type="body"/>
          </p:nvPr>
        </p:nvSpPr>
        <p:spPr>
          <a:xfrm>
            <a:off x="1462993" y="5696900"/>
            <a:ext cx="3496200" cy="421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89" name="Google Shape;1889;p160"/>
          <p:cNvSpPr/>
          <p:nvPr/>
        </p:nvSpPr>
        <p:spPr>
          <a:xfrm>
            <a:off x="1449244" y="5545751"/>
            <a:ext cx="343800"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1890" name="Google Shape;1890;p160"/>
          <p:cNvSpPr txBox="1"/>
          <p:nvPr>
            <p:ph idx="8" type="body"/>
          </p:nvPr>
        </p:nvSpPr>
        <p:spPr>
          <a:xfrm>
            <a:off x="5370555" y="5696900"/>
            <a:ext cx="3496200" cy="421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91" name="Google Shape;1891;p160"/>
          <p:cNvSpPr/>
          <p:nvPr/>
        </p:nvSpPr>
        <p:spPr>
          <a:xfrm>
            <a:off x="5356806" y="5545751"/>
            <a:ext cx="343800"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1892" name="Google Shape;1892;p160"/>
          <p:cNvSpPr txBox="1"/>
          <p:nvPr/>
        </p:nvSpPr>
        <p:spPr>
          <a:xfrm>
            <a:off x="378619" y="1485900"/>
            <a:ext cx="685800" cy="914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12450"/>
              <a:buFont typeface="Arial"/>
              <a:buNone/>
            </a:pPr>
            <a:r>
              <a:rPr lang="en-US" sz="12450">
                <a:solidFill>
                  <a:schemeClr val="lt1"/>
                </a:solidFill>
                <a:latin typeface="Arial"/>
                <a:ea typeface="Arial"/>
                <a:cs typeface="Arial"/>
                <a:sym typeface="Arial"/>
              </a:rPr>
              <a:t>“</a:t>
            </a:r>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imonials 4 content with Image">
  <p:cSld name="Testimonials 4 content with Image">
    <p:spTree>
      <p:nvGrpSpPr>
        <p:cNvPr id="1893" name="Shape 1893"/>
        <p:cNvGrpSpPr/>
        <p:nvPr/>
      </p:nvGrpSpPr>
      <p:grpSpPr>
        <a:xfrm>
          <a:off x="0" y="0"/>
          <a:ext cx="0" cy="0"/>
          <a:chOff x="0" y="0"/>
          <a:chExt cx="0" cy="0"/>
        </a:xfrm>
      </p:grpSpPr>
      <p:sp>
        <p:nvSpPr>
          <p:cNvPr id="1894" name="Google Shape;1894;p161"/>
          <p:cNvSpPr txBox="1"/>
          <p:nvPr>
            <p:ph idx="1" type="body"/>
          </p:nvPr>
        </p:nvSpPr>
        <p:spPr>
          <a:xfrm>
            <a:off x="1462992" y="1841182"/>
            <a:ext cx="3510000" cy="1371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95" name="Google Shape;1895;p161"/>
          <p:cNvSpPr txBox="1"/>
          <p:nvPr>
            <p:ph idx="2" type="body"/>
          </p:nvPr>
        </p:nvSpPr>
        <p:spPr>
          <a:xfrm>
            <a:off x="5356805" y="1841182"/>
            <a:ext cx="3510000" cy="1371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96" name="Google Shape;1896;p161"/>
          <p:cNvSpPr txBox="1"/>
          <p:nvPr>
            <p:ph idx="3" type="body"/>
          </p:nvPr>
        </p:nvSpPr>
        <p:spPr>
          <a:xfrm>
            <a:off x="1462992" y="4102654"/>
            <a:ext cx="3510000" cy="1371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97" name="Google Shape;1897;p161"/>
          <p:cNvSpPr txBox="1"/>
          <p:nvPr>
            <p:ph idx="4" type="body"/>
          </p:nvPr>
        </p:nvSpPr>
        <p:spPr>
          <a:xfrm>
            <a:off x="5356805" y="4102654"/>
            <a:ext cx="3510000" cy="1371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898" name="Google Shape;1898;p161"/>
          <p:cNvSpPr/>
          <p:nvPr>
            <p:ph idx="5" type="pic"/>
          </p:nvPr>
        </p:nvSpPr>
        <p:spPr>
          <a:xfrm>
            <a:off x="1462992" y="3096375"/>
            <a:ext cx="486000" cy="720000"/>
          </a:xfrm>
          <a:prstGeom prst="rect">
            <a:avLst/>
          </a:prstGeom>
          <a:solidFill>
            <a:srgbClr val="D7E0E3"/>
          </a:solidFill>
          <a:ln>
            <a:noFill/>
          </a:ln>
        </p:spPr>
      </p:sp>
      <p:sp>
        <p:nvSpPr>
          <p:cNvPr id="1899" name="Google Shape;1899;p161"/>
          <p:cNvSpPr/>
          <p:nvPr>
            <p:ph idx="6" type="pic"/>
          </p:nvPr>
        </p:nvSpPr>
        <p:spPr>
          <a:xfrm>
            <a:off x="5356805" y="3096375"/>
            <a:ext cx="486000" cy="720000"/>
          </a:xfrm>
          <a:prstGeom prst="rect">
            <a:avLst/>
          </a:prstGeom>
          <a:solidFill>
            <a:srgbClr val="D7E0E3"/>
          </a:solidFill>
          <a:ln>
            <a:noFill/>
          </a:ln>
        </p:spPr>
      </p:sp>
      <p:sp>
        <p:nvSpPr>
          <p:cNvPr id="1900" name="Google Shape;1900;p161"/>
          <p:cNvSpPr/>
          <p:nvPr>
            <p:ph idx="7" type="pic"/>
          </p:nvPr>
        </p:nvSpPr>
        <p:spPr>
          <a:xfrm>
            <a:off x="1462992" y="5357847"/>
            <a:ext cx="486000" cy="720000"/>
          </a:xfrm>
          <a:prstGeom prst="rect">
            <a:avLst/>
          </a:prstGeom>
          <a:solidFill>
            <a:srgbClr val="D7E0E3"/>
          </a:solidFill>
          <a:ln>
            <a:noFill/>
          </a:ln>
        </p:spPr>
      </p:sp>
      <p:sp>
        <p:nvSpPr>
          <p:cNvPr id="1901" name="Google Shape;1901;p161"/>
          <p:cNvSpPr/>
          <p:nvPr>
            <p:ph idx="8" type="pic"/>
          </p:nvPr>
        </p:nvSpPr>
        <p:spPr>
          <a:xfrm>
            <a:off x="5356805" y="5357847"/>
            <a:ext cx="486000" cy="720000"/>
          </a:xfrm>
          <a:prstGeom prst="rect">
            <a:avLst/>
          </a:prstGeom>
          <a:solidFill>
            <a:srgbClr val="D7E0E3"/>
          </a:solidFill>
          <a:ln>
            <a:noFill/>
          </a:ln>
        </p:spPr>
      </p:sp>
      <p:sp>
        <p:nvSpPr>
          <p:cNvPr id="1902" name="Google Shape;1902;p161"/>
          <p:cNvSpPr/>
          <p:nvPr/>
        </p:nvSpPr>
        <p:spPr>
          <a:xfrm>
            <a:off x="277668" y="1709099"/>
            <a:ext cx="930300" cy="11388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1903" name="Google Shape;1903;p161"/>
          <p:cNvSpPr txBox="1"/>
          <p:nvPr>
            <p:ph type="title"/>
          </p:nvPr>
        </p:nvSpPr>
        <p:spPr>
          <a:xfrm>
            <a:off x="274320" y="365760"/>
            <a:ext cx="40710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04" name="Google Shape;1904;p161"/>
          <p:cNvSpPr txBox="1"/>
          <p:nvPr>
            <p:ph idx="9" type="body"/>
          </p:nvPr>
        </p:nvSpPr>
        <p:spPr>
          <a:xfrm>
            <a:off x="2039071" y="3439475"/>
            <a:ext cx="2934000" cy="421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05" name="Google Shape;1905;p161"/>
          <p:cNvSpPr/>
          <p:nvPr/>
        </p:nvSpPr>
        <p:spPr>
          <a:xfrm>
            <a:off x="2025322" y="3288326"/>
            <a:ext cx="343800"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1906" name="Google Shape;1906;p161"/>
          <p:cNvSpPr txBox="1"/>
          <p:nvPr>
            <p:ph idx="13" type="body"/>
          </p:nvPr>
        </p:nvSpPr>
        <p:spPr>
          <a:xfrm>
            <a:off x="5946633" y="3439475"/>
            <a:ext cx="2934000" cy="421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07" name="Google Shape;1907;p161"/>
          <p:cNvSpPr/>
          <p:nvPr/>
        </p:nvSpPr>
        <p:spPr>
          <a:xfrm>
            <a:off x="5932884" y="3288326"/>
            <a:ext cx="343800"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1908" name="Google Shape;1908;p161"/>
          <p:cNvSpPr txBox="1"/>
          <p:nvPr>
            <p:ph idx="14" type="body"/>
          </p:nvPr>
        </p:nvSpPr>
        <p:spPr>
          <a:xfrm>
            <a:off x="2039071" y="5696900"/>
            <a:ext cx="2934000" cy="421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09" name="Google Shape;1909;p161"/>
          <p:cNvSpPr/>
          <p:nvPr/>
        </p:nvSpPr>
        <p:spPr>
          <a:xfrm>
            <a:off x="2025322" y="5545751"/>
            <a:ext cx="343800"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1910" name="Google Shape;1910;p161"/>
          <p:cNvSpPr txBox="1"/>
          <p:nvPr>
            <p:ph idx="15" type="body"/>
          </p:nvPr>
        </p:nvSpPr>
        <p:spPr>
          <a:xfrm>
            <a:off x="5946633" y="5696900"/>
            <a:ext cx="2934000" cy="421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b="1" sz="1050"/>
            </a:lvl1pPr>
            <a:lvl2pPr indent="-228600" lvl="1" marL="914400" algn="l">
              <a:lnSpc>
                <a:spcPct val="100000"/>
              </a:lnSpc>
              <a:spcBef>
                <a:spcPts val="225"/>
              </a:spcBef>
              <a:spcAft>
                <a:spcPts val="0"/>
              </a:spcAft>
              <a:buClr>
                <a:schemeClr val="dk1"/>
              </a:buClr>
              <a:buSzPts val="900"/>
              <a:buFont typeface="Arial"/>
              <a:buNone/>
              <a:defRPr b="0" sz="9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11" name="Google Shape;1911;p161"/>
          <p:cNvSpPr/>
          <p:nvPr/>
        </p:nvSpPr>
        <p:spPr>
          <a:xfrm>
            <a:off x="5932884" y="5545751"/>
            <a:ext cx="343800" cy="54000"/>
          </a:xfrm>
          <a:prstGeom prst="rect">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2450">
              <a:solidFill>
                <a:schemeClr val="dk1"/>
              </a:solidFill>
              <a:latin typeface="Arial"/>
              <a:ea typeface="Arial"/>
              <a:cs typeface="Arial"/>
              <a:sym typeface="Arial"/>
            </a:endParaRPr>
          </a:p>
        </p:txBody>
      </p:sp>
      <p:sp>
        <p:nvSpPr>
          <p:cNvPr id="1912" name="Google Shape;1912;p161"/>
          <p:cNvSpPr txBox="1"/>
          <p:nvPr/>
        </p:nvSpPr>
        <p:spPr>
          <a:xfrm>
            <a:off x="378619" y="1485900"/>
            <a:ext cx="685800" cy="914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12450"/>
              <a:buFont typeface="Arial"/>
              <a:buNone/>
            </a:pPr>
            <a:r>
              <a:rPr lang="en-US" sz="12450">
                <a:solidFill>
                  <a:schemeClr val="lt1"/>
                </a:solidFill>
                <a:latin typeface="Arial"/>
                <a:ea typeface="Arial"/>
                <a:cs typeface="Arial"/>
                <a:sym typeface="Arial"/>
              </a:rPr>
              <a:t>“</a:t>
            </a:r>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with chart and image">
  <p:cSld name="Three Content with chart and image">
    <p:spTree>
      <p:nvGrpSpPr>
        <p:cNvPr id="1913" name="Shape 1913"/>
        <p:cNvGrpSpPr/>
        <p:nvPr/>
      </p:nvGrpSpPr>
      <p:grpSpPr>
        <a:xfrm>
          <a:off x="0" y="0"/>
          <a:ext cx="0" cy="0"/>
          <a:chOff x="0" y="0"/>
          <a:chExt cx="0" cy="0"/>
        </a:xfrm>
      </p:grpSpPr>
      <p:sp>
        <p:nvSpPr>
          <p:cNvPr id="1914" name="Google Shape;1914;p162"/>
          <p:cNvSpPr/>
          <p:nvPr/>
        </p:nvSpPr>
        <p:spPr>
          <a:xfrm>
            <a:off x="4685356" y="1561381"/>
            <a:ext cx="4458600" cy="46842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1915" name="Google Shape;1915;p162"/>
          <p:cNvSpPr txBox="1"/>
          <p:nvPr>
            <p:ph idx="1" type="body"/>
          </p:nvPr>
        </p:nvSpPr>
        <p:spPr>
          <a:xfrm>
            <a:off x="274082" y="4826001"/>
            <a:ext cx="4068300" cy="1257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16" name="Google Shape;1916;p162"/>
          <p:cNvSpPr txBox="1"/>
          <p:nvPr>
            <p:ph idx="2" type="body"/>
          </p:nvPr>
        </p:nvSpPr>
        <p:spPr>
          <a:xfrm>
            <a:off x="274081" y="4445154"/>
            <a:ext cx="4071300" cy="288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17" name="Google Shape;1917;p162"/>
          <p:cNvSpPr txBox="1"/>
          <p:nvPr>
            <p:ph type="title"/>
          </p:nvPr>
        </p:nvSpPr>
        <p:spPr>
          <a:xfrm>
            <a:off x="274320" y="365760"/>
            <a:ext cx="40710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18" name="Google Shape;1918;p162"/>
          <p:cNvSpPr txBox="1"/>
          <p:nvPr>
            <p:ph idx="3" type="body"/>
          </p:nvPr>
        </p:nvSpPr>
        <p:spPr>
          <a:xfrm>
            <a:off x="4906279" y="3881887"/>
            <a:ext cx="1863000" cy="2212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19" name="Google Shape;1919;p162"/>
          <p:cNvSpPr txBox="1"/>
          <p:nvPr>
            <p:ph idx="4" type="body"/>
          </p:nvPr>
        </p:nvSpPr>
        <p:spPr>
          <a:xfrm>
            <a:off x="4906280" y="1828800"/>
            <a:ext cx="3960600" cy="288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20" name="Google Shape;1920;p162"/>
          <p:cNvSpPr txBox="1"/>
          <p:nvPr>
            <p:ph idx="5" type="body"/>
          </p:nvPr>
        </p:nvSpPr>
        <p:spPr>
          <a:xfrm>
            <a:off x="7109217" y="2280762"/>
            <a:ext cx="1757700" cy="3813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21" name="Google Shape;1921;p162"/>
          <p:cNvSpPr txBox="1"/>
          <p:nvPr>
            <p:ph idx="6" type="body"/>
          </p:nvPr>
        </p:nvSpPr>
        <p:spPr>
          <a:xfrm>
            <a:off x="273844" y="1828800"/>
            <a:ext cx="4071600" cy="2251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22" name="Google Shape;1922;p162"/>
          <p:cNvSpPr txBox="1"/>
          <p:nvPr/>
        </p:nvSpPr>
        <p:spPr>
          <a:xfrm>
            <a:off x="8524494" y="6317731"/>
            <a:ext cx="342900" cy="2745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1923" name="Google Shape;1923;p162"/>
          <p:cNvSpPr/>
          <p:nvPr>
            <p:ph idx="7" type="pic"/>
          </p:nvPr>
        </p:nvSpPr>
        <p:spPr>
          <a:xfrm>
            <a:off x="4906566" y="2208213"/>
            <a:ext cx="1862700" cy="1509600"/>
          </a:xfrm>
          <a:prstGeom prst="rect">
            <a:avLst/>
          </a:prstGeom>
          <a:solidFill>
            <a:srgbClr val="D7E0E3"/>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tent with Image Option 1">
  <p:cSld name="Four Content with Image Option 1">
    <p:spTree>
      <p:nvGrpSpPr>
        <p:cNvPr id="1924" name="Shape 1924"/>
        <p:cNvGrpSpPr/>
        <p:nvPr/>
      </p:nvGrpSpPr>
      <p:grpSpPr>
        <a:xfrm>
          <a:off x="0" y="0"/>
          <a:ext cx="0" cy="0"/>
          <a:chOff x="0" y="0"/>
          <a:chExt cx="0" cy="0"/>
        </a:xfrm>
      </p:grpSpPr>
      <p:sp>
        <p:nvSpPr>
          <p:cNvPr id="1925" name="Google Shape;1925;p163"/>
          <p:cNvSpPr/>
          <p:nvPr/>
        </p:nvSpPr>
        <p:spPr>
          <a:xfrm>
            <a:off x="273844" y="1828800"/>
            <a:ext cx="1976400" cy="33909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1926" name="Google Shape;1926;p163"/>
          <p:cNvSpPr/>
          <p:nvPr/>
        </p:nvSpPr>
        <p:spPr>
          <a:xfrm>
            <a:off x="2479719" y="1828800"/>
            <a:ext cx="1976400" cy="33909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1927" name="Google Shape;1927;p163"/>
          <p:cNvSpPr txBox="1"/>
          <p:nvPr>
            <p:ph idx="1" type="body"/>
          </p:nvPr>
        </p:nvSpPr>
        <p:spPr>
          <a:xfrm>
            <a:off x="384544" y="2691443"/>
            <a:ext cx="1755000" cy="239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28" name="Google Shape;1928;p163"/>
          <p:cNvSpPr txBox="1"/>
          <p:nvPr>
            <p:ph idx="2" type="body"/>
          </p:nvPr>
        </p:nvSpPr>
        <p:spPr>
          <a:xfrm>
            <a:off x="2590419" y="2691443"/>
            <a:ext cx="1755000" cy="239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29" name="Google Shape;1929;p163"/>
          <p:cNvSpPr txBox="1"/>
          <p:nvPr>
            <p:ph idx="3" type="body"/>
          </p:nvPr>
        </p:nvSpPr>
        <p:spPr>
          <a:xfrm>
            <a:off x="4796057" y="3530601"/>
            <a:ext cx="1863000" cy="25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30" name="Google Shape;1930;p163"/>
          <p:cNvSpPr txBox="1"/>
          <p:nvPr>
            <p:ph idx="4" type="body"/>
          </p:nvPr>
        </p:nvSpPr>
        <p:spPr>
          <a:xfrm>
            <a:off x="384544" y="2040256"/>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31" name="Google Shape;1931;p163"/>
          <p:cNvSpPr txBox="1"/>
          <p:nvPr>
            <p:ph idx="5" type="body"/>
          </p:nvPr>
        </p:nvSpPr>
        <p:spPr>
          <a:xfrm>
            <a:off x="2590419" y="2040256"/>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32" name="Google Shape;1932;p163"/>
          <p:cNvSpPr txBox="1"/>
          <p:nvPr>
            <p:ph idx="6" type="body"/>
          </p:nvPr>
        </p:nvSpPr>
        <p:spPr>
          <a:xfrm>
            <a:off x="4796057" y="2894966"/>
            <a:ext cx="1863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33" name="Google Shape;1933;p163"/>
          <p:cNvSpPr txBox="1"/>
          <p:nvPr>
            <p:ph idx="7" type="body"/>
          </p:nvPr>
        </p:nvSpPr>
        <p:spPr>
          <a:xfrm>
            <a:off x="7001694" y="3530601"/>
            <a:ext cx="1863000" cy="25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34" name="Google Shape;1934;p163"/>
          <p:cNvSpPr txBox="1"/>
          <p:nvPr>
            <p:ph idx="8" type="body"/>
          </p:nvPr>
        </p:nvSpPr>
        <p:spPr>
          <a:xfrm>
            <a:off x="7001694" y="2894966"/>
            <a:ext cx="1863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35" name="Google Shape;1935;p163"/>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36" name="Google Shape;1936;p163"/>
          <p:cNvSpPr/>
          <p:nvPr>
            <p:ph idx="9" type="pic"/>
          </p:nvPr>
        </p:nvSpPr>
        <p:spPr>
          <a:xfrm>
            <a:off x="4796056" y="2"/>
            <a:ext cx="4071600" cy="2415300"/>
          </a:xfrm>
          <a:prstGeom prst="rect">
            <a:avLst/>
          </a:prstGeom>
          <a:solidFill>
            <a:srgbClr val="D7E0E3"/>
          </a:solidFill>
          <a:ln>
            <a:noFill/>
          </a:ln>
        </p:spPr>
      </p:sp>
      <p:sp>
        <p:nvSpPr>
          <p:cNvPr id="1937" name="Google Shape;1937;p163"/>
          <p:cNvSpPr txBox="1"/>
          <p:nvPr>
            <p:ph idx="13" type="body"/>
          </p:nvPr>
        </p:nvSpPr>
        <p:spPr>
          <a:xfrm>
            <a:off x="274320" y="5543550"/>
            <a:ext cx="4181700" cy="537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39">
          <p15:clr>
            <a:srgbClr val="FBAE40"/>
          </p15:clr>
        </p15:guide>
        <p15:guide id="6" orient="horz" pos="3832">
          <p15:clr>
            <a:srgbClr val="FBAE40"/>
          </p15:clr>
        </p15:guide>
        <p15:guide id="7" orient="horz" pos="4148">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tent with Numbered and Image Option 2">
  <p:cSld name="Four Content with Numbered and Image Option 2">
    <p:spTree>
      <p:nvGrpSpPr>
        <p:cNvPr id="1938" name="Shape 1938"/>
        <p:cNvGrpSpPr/>
        <p:nvPr/>
      </p:nvGrpSpPr>
      <p:grpSpPr>
        <a:xfrm>
          <a:off x="0" y="0"/>
          <a:ext cx="0" cy="0"/>
          <a:chOff x="0" y="0"/>
          <a:chExt cx="0" cy="0"/>
        </a:xfrm>
      </p:grpSpPr>
      <p:sp>
        <p:nvSpPr>
          <p:cNvPr id="1939" name="Google Shape;1939;p164"/>
          <p:cNvSpPr/>
          <p:nvPr/>
        </p:nvSpPr>
        <p:spPr>
          <a:xfrm>
            <a:off x="4687118" y="2669777"/>
            <a:ext cx="1976400" cy="33909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1940" name="Google Shape;1940;p164"/>
          <p:cNvSpPr/>
          <p:nvPr/>
        </p:nvSpPr>
        <p:spPr>
          <a:xfrm>
            <a:off x="6893756" y="2669777"/>
            <a:ext cx="1976400" cy="33909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1941" name="Google Shape;1941;p164"/>
          <p:cNvSpPr/>
          <p:nvPr/>
        </p:nvSpPr>
        <p:spPr>
          <a:xfrm>
            <a:off x="273844" y="2669777"/>
            <a:ext cx="1976400" cy="33909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1942" name="Google Shape;1942;p164"/>
          <p:cNvSpPr/>
          <p:nvPr/>
        </p:nvSpPr>
        <p:spPr>
          <a:xfrm>
            <a:off x="2480481" y="2669777"/>
            <a:ext cx="1976400" cy="33909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1943" name="Google Shape;1943;p164"/>
          <p:cNvSpPr txBox="1"/>
          <p:nvPr>
            <p:ph idx="1" type="body"/>
          </p:nvPr>
        </p:nvSpPr>
        <p:spPr>
          <a:xfrm>
            <a:off x="384544" y="4066471"/>
            <a:ext cx="1755000" cy="1860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44" name="Google Shape;1944;p164"/>
          <p:cNvSpPr txBox="1"/>
          <p:nvPr>
            <p:ph idx="2" type="body"/>
          </p:nvPr>
        </p:nvSpPr>
        <p:spPr>
          <a:xfrm>
            <a:off x="2590419" y="4066471"/>
            <a:ext cx="1755000" cy="1860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45" name="Google Shape;1945;p164"/>
          <p:cNvSpPr txBox="1"/>
          <p:nvPr>
            <p:ph idx="3" type="body"/>
          </p:nvPr>
        </p:nvSpPr>
        <p:spPr>
          <a:xfrm>
            <a:off x="4797818" y="4067175"/>
            <a:ext cx="1755000" cy="1860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46" name="Google Shape;1946;p164"/>
          <p:cNvSpPr txBox="1"/>
          <p:nvPr>
            <p:ph idx="4" type="body"/>
          </p:nvPr>
        </p:nvSpPr>
        <p:spPr>
          <a:xfrm>
            <a:off x="384544" y="3416232"/>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47" name="Google Shape;1947;p164"/>
          <p:cNvSpPr txBox="1"/>
          <p:nvPr>
            <p:ph idx="5" type="body"/>
          </p:nvPr>
        </p:nvSpPr>
        <p:spPr>
          <a:xfrm>
            <a:off x="2590419" y="3416232"/>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48" name="Google Shape;1948;p164"/>
          <p:cNvSpPr txBox="1"/>
          <p:nvPr>
            <p:ph idx="6" type="body"/>
          </p:nvPr>
        </p:nvSpPr>
        <p:spPr>
          <a:xfrm>
            <a:off x="4797818" y="3416232"/>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49" name="Google Shape;1949;p164"/>
          <p:cNvSpPr txBox="1"/>
          <p:nvPr>
            <p:ph idx="7" type="body"/>
          </p:nvPr>
        </p:nvSpPr>
        <p:spPr>
          <a:xfrm>
            <a:off x="7004456" y="4067175"/>
            <a:ext cx="1755000" cy="1860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50" name="Google Shape;1950;p164"/>
          <p:cNvSpPr txBox="1"/>
          <p:nvPr>
            <p:ph idx="8" type="body"/>
          </p:nvPr>
        </p:nvSpPr>
        <p:spPr>
          <a:xfrm>
            <a:off x="7004456" y="3416232"/>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51" name="Google Shape;1951;p164"/>
          <p:cNvSpPr txBox="1"/>
          <p:nvPr>
            <p:ph type="title"/>
          </p:nvPr>
        </p:nvSpPr>
        <p:spPr>
          <a:xfrm>
            <a:off x="274320" y="365760"/>
            <a:ext cx="41817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52" name="Google Shape;1952;p164"/>
          <p:cNvSpPr/>
          <p:nvPr>
            <p:ph idx="9" type="pic"/>
          </p:nvPr>
        </p:nvSpPr>
        <p:spPr>
          <a:xfrm>
            <a:off x="4796056" y="2"/>
            <a:ext cx="4071600" cy="2415300"/>
          </a:xfrm>
          <a:prstGeom prst="rect">
            <a:avLst/>
          </a:prstGeom>
          <a:solidFill>
            <a:srgbClr val="D7E0E3"/>
          </a:solidFill>
          <a:ln>
            <a:noFill/>
          </a:ln>
        </p:spPr>
      </p:sp>
      <p:sp>
        <p:nvSpPr>
          <p:cNvPr id="1953" name="Google Shape;1953;p164"/>
          <p:cNvSpPr txBox="1"/>
          <p:nvPr/>
        </p:nvSpPr>
        <p:spPr>
          <a:xfrm>
            <a:off x="1832363" y="5490616"/>
            <a:ext cx="468000" cy="110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3600"/>
              <a:buFont typeface="Arial"/>
              <a:buNone/>
            </a:pPr>
            <a:r>
              <a:rPr b="1" lang="en-US" sz="3600">
                <a:solidFill>
                  <a:schemeClr val="lt1"/>
                </a:solidFill>
                <a:latin typeface="Arial"/>
                <a:ea typeface="Arial"/>
                <a:cs typeface="Arial"/>
                <a:sym typeface="Arial"/>
              </a:rPr>
              <a:t>01</a:t>
            </a:r>
            <a:endParaRPr/>
          </a:p>
        </p:txBody>
      </p:sp>
      <p:sp>
        <p:nvSpPr>
          <p:cNvPr id="1954" name="Google Shape;1954;p164"/>
          <p:cNvSpPr txBox="1"/>
          <p:nvPr/>
        </p:nvSpPr>
        <p:spPr>
          <a:xfrm>
            <a:off x="3996058" y="5490616"/>
            <a:ext cx="468000" cy="110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3600"/>
              <a:buFont typeface="Arial"/>
              <a:buNone/>
            </a:pPr>
            <a:r>
              <a:rPr b="1" lang="en-US" sz="3600">
                <a:solidFill>
                  <a:schemeClr val="lt1"/>
                </a:solidFill>
                <a:latin typeface="Arial"/>
                <a:ea typeface="Arial"/>
                <a:cs typeface="Arial"/>
                <a:sym typeface="Arial"/>
              </a:rPr>
              <a:t>02</a:t>
            </a:r>
            <a:endParaRPr/>
          </a:p>
        </p:txBody>
      </p:sp>
      <p:sp>
        <p:nvSpPr>
          <p:cNvPr id="1955" name="Google Shape;1955;p164"/>
          <p:cNvSpPr txBox="1"/>
          <p:nvPr/>
        </p:nvSpPr>
        <p:spPr>
          <a:xfrm>
            <a:off x="6190010" y="5490616"/>
            <a:ext cx="468000" cy="110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3600"/>
              <a:buFont typeface="Arial"/>
              <a:buNone/>
            </a:pPr>
            <a:r>
              <a:rPr b="1" lang="en-US" sz="3600">
                <a:solidFill>
                  <a:schemeClr val="lt1"/>
                </a:solidFill>
                <a:latin typeface="Arial"/>
                <a:ea typeface="Arial"/>
                <a:cs typeface="Arial"/>
                <a:sym typeface="Arial"/>
              </a:rPr>
              <a:t>03</a:t>
            </a:r>
            <a:endParaRPr/>
          </a:p>
        </p:txBody>
      </p:sp>
      <p:sp>
        <p:nvSpPr>
          <p:cNvPr id="1956" name="Google Shape;1956;p164"/>
          <p:cNvSpPr txBox="1"/>
          <p:nvPr/>
        </p:nvSpPr>
        <p:spPr>
          <a:xfrm>
            <a:off x="8396648" y="5490616"/>
            <a:ext cx="468000" cy="110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3600"/>
              <a:buFont typeface="Arial"/>
              <a:buNone/>
            </a:pPr>
            <a:r>
              <a:rPr b="1" lang="en-US" sz="3600">
                <a:solidFill>
                  <a:schemeClr val="lt1"/>
                </a:solidFill>
                <a:latin typeface="Arial"/>
                <a:ea typeface="Arial"/>
                <a:cs typeface="Arial"/>
                <a:sym typeface="Arial"/>
              </a:rPr>
              <a:t>04</a:t>
            </a:r>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39">
          <p15:clr>
            <a:srgbClr val="FBAE40"/>
          </p15:clr>
        </p15:guide>
        <p15:guide id="6" orient="horz" pos="3832">
          <p15:clr>
            <a:srgbClr val="FBAE40"/>
          </p15:clr>
        </p15:guide>
        <p15:guide id="7" orient="horz" pos="4269">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tent with Map Option 1">
  <p:cSld name="Four Content with Map Option 1">
    <p:spTree>
      <p:nvGrpSpPr>
        <p:cNvPr id="1957" name="Shape 1957"/>
        <p:cNvGrpSpPr/>
        <p:nvPr/>
      </p:nvGrpSpPr>
      <p:grpSpPr>
        <a:xfrm>
          <a:off x="0" y="0"/>
          <a:ext cx="0" cy="0"/>
          <a:chOff x="0" y="0"/>
          <a:chExt cx="0" cy="0"/>
        </a:xfrm>
      </p:grpSpPr>
      <p:sp>
        <p:nvSpPr>
          <p:cNvPr id="1958" name="Google Shape;1958;p165"/>
          <p:cNvSpPr/>
          <p:nvPr/>
        </p:nvSpPr>
        <p:spPr>
          <a:xfrm>
            <a:off x="4685356" y="1"/>
            <a:ext cx="4458600" cy="68580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1959" name="Google Shape;1959;p165"/>
          <p:cNvSpPr txBox="1"/>
          <p:nvPr>
            <p:ph idx="1" type="body"/>
          </p:nvPr>
        </p:nvSpPr>
        <p:spPr>
          <a:xfrm>
            <a:off x="273844" y="5067300"/>
            <a:ext cx="4071600" cy="1016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60" name="Google Shape;1960;p165"/>
          <p:cNvSpPr txBox="1"/>
          <p:nvPr>
            <p:ph idx="2" type="body"/>
          </p:nvPr>
        </p:nvSpPr>
        <p:spPr>
          <a:xfrm>
            <a:off x="4906280" y="1016314"/>
            <a:ext cx="1755000" cy="2014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61" name="Google Shape;1961;p165"/>
          <p:cNvSpPr txBox="1"/>
          <p:nvPr>
            <p:ph idx="3" type="body"/>
          </p:nvPr>
        </p:nvSpPr>
        <p:spPr>
          <a:xfrm>
            <a:off x="4906280" y="365126"/>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62" name="Google Shape;1962;p165"/>
          <p:cNvSpPr txBox="1"/>
          <p:nvPr>
            <p:ph idx="4" type="body"/>
          </p:nvPr>
        </p:nvSpPr>
        <p:spPr>
          <a:xfrm>
            <a:off x="7111918" y="1016314"/>
            <a:ext cx="1755000" cy="2014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63" name="Google Shape;1963;p165"/>
          <p:cNvSpPr txBox="1"/>
          <p:nvPr>
            <p:ph idx="5" type="body"/>
          </p:nvPr>
        </p:nvSpPr>
        <p:spPr>
          <a:xfrm>
            <a:off x="7111918" y="365126"/>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64" name="Google Shape;1964;p165"/>
          <p:cNvSpPr txBox="1"/>
          <p:nvPr>
            <p:ph type="title"/>
          </p:nvPr>
        </p:nvSpPr>
        <p:spPr>
          <a:xfrm>
            <a:off x="274320" y="365760"/>
            <a:ext cx="40710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65" name="Google Shape;1965;p165"/>
          <p:cNvSpPr txBox="1"/>
          <p:nvPr>
            <p:ph idx="6" type="body"/>
          </p:nvPr>
        </p:nvSpPr>
        <p:spPr>
          <a:xfrm>
            <a:off x="4906280" y="4080189"/>
            <a:ext cx="1755000" cy="2014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66" name="Google Shape;1966;p165"/>
          <p:cNvSpPr txBox="1"/>
          <p:nvPr>
            <p:ph idx="7" type="body"/>
          </p:nvPr>
        </p:nvSpPr>
        <p:spPr>
          <a:xfrm>
            <a:off x="4906280" y="3429001"/>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67" name="Google Shape;1967;p165"/>
          <p:cNvSpPr txBox="1"/>
          <p:nvPr>
            <p:ph idx="8" type="body"/>
          </p:nvPr>
        </p:nvSpPr>
        <p:spPr>
          <a:xfrm>
            <a:off x="7111918" y="4080189"/>
            <a:ext cx="1755000" cy="2014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68" name="Google Shape;1968;p165"/>
          <p:cNvSpPr txBox="1"/>
          <p:nvPr>
            <p:ph idx="9" type="body"/>
          </p:nvPr>
        </p:nvSpPr>
        <p:spPr>
          <a:xfrm>
            <a:off x="7111918" y="3429001"/>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69" name="Google Shape;1969;p165"/>
          <p:cNvSpPr/>
          <p:nvPr/>
        </p:nvSpPr>
        <p:spPr>
          <a:xfrm>
            <a:off x="282516" y="1943101"/>
            <a:ext cx="4054231" cy="2802251"/>
          </a:xfrm>
          <a:custGeom>
            <a:rect b="b" l="l" r="r" t="t"/>
            <a:pathLst>
              <a:path extrusionOk="0" h="4463" w="8611">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750">
              <a:solidFill>
                <a:schemeClr val="dk1"/>
              </a:solidFill>
              <a:latin typeface="Arial"/>
              <a:ea typeface="Arial"/>
              <a:cs typeface="Arial"/>
              <a:sym typeface="Arial"/>
            </a:endParaRPr>
          </a:p>
        </p:txBody>
      </p:sp>
      <p:sp>
        <p:nvSpPr>
          <p:cNvPr id="1970" name="Google Shape;1970;p165"/>
          <p:cNvSpPr txBox="1"/>
          <p:nvPr/>
        </p:nvSpPr>
        <p:spPr>
          <a:xfrm>
            <a:off x="6167470" y="6402070"/>
            <a:ext cx="2357100" cy="1830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1971" name="Google Shape;1971;p165"/>
          <p:cNvSpPr txBox="1"/>
          <p:nvPr/>
        </p:nvSpPr>
        <p:spPr>
          <a:xfrm>
            <a:off x="8524494" y="6317731"/>
            <a:ext cx="342900" cy="2745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with chart">
  <p:cSld name="Three Content with chart">
    <p:spTree>
      <p:nvGrpSpPr>
        <p:cNvPr id="1972" name="Shape 1972"/>
        <p:cNvGrpSpPr/>
        <p:nvPr/>
      </p:nvGrpSpPr>
      <p:grpSpPr>
        <a:xfrm>
          <a:off x="0" y="0"/>
          <a:ext cx="0" cy="0"/>
          <a:chOff x="0" y="0"/>
          <a:chExt cx="0" cy="0"/>
        </a:xfrm>
      </p:grpSpPr>
      <p:sp>
        <p:nvSpPr>
          <p:cNvPr id="1973" name="Google Shape;1973;p166"/>
          <p:cNvSpPr/>
          <p:nvPr/>
        </p:nvSpPr>
        <p:spPr>
          <a:xfrm>
            <a:off x="4685356" y="1"/>
            <a:ext cx="4458600" cy="68580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1974" name="Google Shape;1974;p166"/>
          <p:cNvSpPr txBox="1"/>
          <p:nvPr>
            <p:ph idx="1" type="body"/>
          </p:nvPr>
        </p:nvSpPr>
        <p:spPr>
          <a:xfrm>
            <a:off x="273844" y="5067300"/>
            <a:ext cx="4071600" cy="1016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75" name="Google Shape;1975;p166"/>
          <p:cNvSpPr txBox="1"/>
          <p:nvPr>
            <p:ph idx="2" type="body"/>
          </p:nvPr>
        </p:nvSpPr>
        <p:spPr>
          <a:xfrm>
            <a:off x="4906280" y="1016314"/>
            <a:ext cx="1755000" cy="2014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76" name="Google Shape;1976;p166"/>
          <p:cNvSpPr txBox="1"/>
          <p:nvPr>
            <p:ph idx="3" type="body"/>
          </p:nvPr>
        </p:nvSpPr>
        <p:spPr>
          <a:xfrm>
            <a:off x="4906280" y="365126"/>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77" name="Google Shape;1977;p166"/>
          <p:cNvSpPr txBox="1"/>
          <p:nvPr>
            <p:ph idx="4" type="body"/>
          </p:nvPr>
        </p:nvSpPr>
        <p:spPr>
          <a:xfrm>
            <a:off x="7111918" y="1016314"/>
            <a:ext cx="1755000" cy="2014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78" name="Google Shape;1978;p166"/>
          <p:cNvSpPr txBox="1"/>
          <p:nvPr>
            <p:ph idx="5" type="body"/>
          </p:nvPr>
        </p:nvSpPr>
        <p:spPr>
          <a:xfrm>
            <a:off x="7111918" y="365126"/>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79" name="Google Shape;1979;p166"/>
          <p:cNvSpPr txBox="1"/>
          <p:nvPr>
            <p:ph type="title"/>
          </p:nvPr>
        </p:nvSpPr>
        <p:spPr>
          <a:xfrm>
            <a:off x="274320" y="365760"/>
            <a:ext cx="40710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80" name="Google Shape;1980;p166"/>
          <p:cNvSpPr txBox="1"/>
          <p:nvPr>
            <p:ph idx="6" type="body"/>
          </p:nvPr>
        </p:nvSpPr>
        <p:spPr>
          <a:xfrm>
            <a:off x="4906280" y="4080189"/>
            <a:ext cx="1755000" cy="2014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81" name="Google Shape;1981;p166"/>
          <p:cNvSpPr txBox="1"/>
          <p:nvPr>
            <p:ph idx="7" type="body"/>
          </p:nvPr>
        </p:nvSpPr>
        <p:spPr>
          <a:xfrm>
            <a:off x="4906280" y="3429001"/>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82" name="Google Shape;1982;p166"/>
          <p:cNvSpPr txBox="1"/>
          <p:nvPr>
            <p:ph idx="8" type="body"/>
          </p:nvPr>
        </p:nvSpPr>
        <p:spPr>
          <a:xfrm>
            <a:off x="7111918" y="4080189"/>
            <a:ext cx="1755000" cy="2014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83" name="Google Shape;1983;p166"/>
          <p:cNvSpPr txBox="1"/>
          <p:nvPr>
            <p:ph idx="9" type="body"/>
          </p:nvPr>
        </p:nvSpPr>
        <p:spPr>
          <a:xfrm>
            <a:off x="7111918" y="3429001"/>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84" name="Google Shape;1984;p166"/>
          <p:cNvSpPr txBox="1"/>
          <p:nvPr>
            <p:ph idx="13" type="body"/>
          </p:nvPr>
        </p:nvSpPr>
        <p:spPr>
          <a:xfrm>
            <a:off x="273844" y="1828800"/>
            <a:ext cx="4071600" cy="2924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85" name="Google Shape;1985;p166"/>
          <p:cNvSpPr txBox="1"/>
          <p:nvPr/>
        </p:nvSpPr>
        <p:spPr>
          <a:xfrm>
            <a:off x="6167470" y="6402070"/>
            <a:ext cx="2357100" cy="1830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1986" name="Google Shape;1986;p166"/>
          <p:cNvSpPr txBox="1"/>
          <p:nvPr/>
        </p:nvSpPr>
        <p:spPr>
          <a:xfrm>
            <a:off x="8524494" y="6317731"/>
            <a:ext cx="342900" cy="2745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with Image ">
  <p:cSld name="Three Content with Image ">
    <p:spTree>
      <p:nvGrpSpPr>
        <p:cNvPr id="1987" name="Shape 1987"/>
        <p:cNvGrpSpPr/>
        <p:nvPr/>
      </p:nvGrpSpPr>
      <p:grpSpPr>
        <a:xfrm>
          <a:off x="0" y="0"/>
          <a:ext cx="0" cy="0"/>
          <a:chOff x="0" y="0"/>
          <a:chExt cx="0" cy="0"/>
        </a:xfrm>
      </p:grpSpPr>
      <p:sp>
        <p:nvSpPr>
          <p:cNvPr id="1988" name="Google Shape;1988;p167"/>
          <p:cNvSpPr/>
          <p:nvPr/>
        </p:nvSpPr>
        <p:spPr>
          <a:xfrm>
            <a:off x="6551056" y="0"/>
            <a:ext cx="2592900" cy="68580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1989" name="Google Shape;1989;p167"/>
          <p:cNvSpPr/>
          <p:nvPr>
            <p:ph idx="2" type="pic"/>
          </p:nvPr>
        </p:nvSpPr>
        <p:spPr>
          <a:xfrm>
            <a:off x="273844" y="1828800"/>
            <a:ext cx="2920500" cy="2462100"/>
          </a:xfrm>
          <a:prstGeom prst="rect">
            <a:avLst/>
          </a:prstGeom>
          <a:solidFill>
            <a:schemeClr val="lt1"/>
          </a:solidFill>
          <a:ln>
            <a:noFill/>
          </a:ln>
        </p:spPr>
      </p:sp>
      <p:sp>
        <p:nvSpPr>
          <p:cNvPr id="1990" name="Google Shape;1990;p167"/>
          <p:cNvSpPr txBox="1"/>
          <p:nvPr>
            <p:ph idx="1" type="body"/>
          </p:nvPr>
        </p:nvSpPr>
        <p:spPr>
          <a:xfrm>
            <a:off x="6769494" y="2410416"/>
            <a:ext cx="2097900" cy="3672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91" name="Google Shape;1991;p167"/>
          <p:cNvSpPr txBox="1"/>
          <p:nvPr>
            <p:ph idx="3" type="body"/>
          </p:nvPr>
        </p:nvSpPr>
        <p:spPr>
          <a:xfrm>
            <a:off x="1475210" y="4958641"/>
            <a:ext cx="4850400" cy="1061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92" name="Google Shape;1992;p167"/>
          <p:cNvSpPr txBox="1"/>
          <p:nvPr>
            <p:ph idx="4" type="body"/>
          </p:nvPr>
        </p:nvSpPr>
        <p:spPr>
          <a:xfrm>
            <a:off x="3419766" y="2522973"/>
            <a:ext cx="2906100" cy="1767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93" name="Google Shape;1993;p167"/>
          <p:cNvSpPr txBox="1"/>
          <p:nvPr>
            <p:ph idx="5" type="body"/>
          </p:nvPr>
        </p:nvSpPr>
        <p:spPr>
          <a:xfrm>
            <a:off x="6769494" y="1755097"/>
            <a:ext cx="20979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94" name="Google Shape;1994;p167"/>
          <p:cNvSpPr txBox="1"/>
          <p:nvPr>
            <p:ph idx="6" type="body"/>
          </p:nvPr>
        </p:nvSpPr>
        <p:spPr>
          <a:xfrm>
            <a:off x="1475209" y="4495757"/>
            <a:ext cx="4850400" cy="338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95" name="Google Shape;1995;p167"/>
          <p:cNvSpPr txBox="1"/>
          <p:nvPr>
            <p:ph idx="7" type="body"/>
          </p:nvPr>
        </p:nvSpPr>
        <p:spPr>
          <a:xfrm>
            <a:off x="3419766" y="1867655"/>
            <a:ext cx="29061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1996" name="Google Shape;1996;p167"/>
          <p:cNvSpPr txBox="1"/>
          <p:nvPr>
            <p:ph type="title"/>
          </p:nvPr>
        </p:nvSpPr>
        <p:spPr>
          <a:xfrm>
            <a:off x="274320" y="365760"/>
            <a:ext cx="60513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descr="UST" id="1997" name="Google Shape;1997;p167"/>
          <p:cNvSpPr/>
          <p:nvPr/>
        </p:nvSpPr>
        <p:spPr>
          <a:xfrm>
            <a:off x="274320" y="6238277"/>
            <a:ext cx="240030" cy="354094"/>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998" name="Google Shape;1998;p167"/>
          <p:cNvSpPr txBox="1"/>
          <p:nvPr/>
        </p:nvSpPr>
        <p:spPr>
          <a:xfrm>
            <a:off x="6167470" y="6402070"/>
            <a:ext cx="2357100" cy="1830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1999" name="Google Shape;1999;p167"/>
          <p:cNvSpPr txBox="1"/>
          <p:nvPr/>
        </p:nvSpPr>
        <p:spPr>
          <a:xfrm>
            <a:off x="8524494" y="6317731"/>
            <a:ext cx="342900" cy="2745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683">
          <p15:clr>
            <a:srgbClr val="FBAE40"/>
          </p15:clr>
        </p15:guide>
        <p15:guide id="2" pos="2506">
          <p15:clr>
            <a:srgbClr val="FBAE40"/>
          </p15:clr>
        </p15:guide>
        <p15:guide id="3" pos="4978">
          <p15:clr>
            <a:srgbClr val="FBAE40"/>
          </p15:clr>
        </p15:guide>
        <p15:guide id="4" pos="5155">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with chart and icons">
  <p:cSld name="Three Content with chart and icons">
    <p:spTree>
      <p:nvGrpSpPr>
        <p:cNvPr id="2000" name="Shape 2000"/>
        <p:cNvGrpSpPr/>
        <p:nvPr/>
      </p:nvGrpSpPr>
      <p:grpSpPr>
        <a:xfrm>
          <a:off x="0" y="0"/>
          <a:ext cx="0" cy="0"/>
          <a:chOff x="0" y="0"/>
          <a:chExt cx="0" cy="0"/>
        </a:xfrm>
      </p:grpSpPr>
      <p:sp>
        <p:nvSpPr>
          <p:cNvPr id="2001" name="Google Shape;2001;p168"/>
          <p:cNvSpPr txBox="1"/>
          <p:nvPr>
            <p:ph idx="1" type="body"/>
          </p:nvPr>
        </p:nvSpPr>
        <p:spPr>
          <a:xfrm>
            <a:off x="3216402" y="3200400"/>
            <a:ext cx="1755000" cy="205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02" name="Google Shape;2002;p168"/>
          <p:cNvSpPr txBox="1"/>
          <p:nvPr>
            <p:ph idx="2" type="body"/>
          </p:nvPr>
        </p:nvSpPr>
        <p:spPr>
          <a:xfrm>
            <a:off x="7112394" y="3200400"/>
            <a:ext cx="1755000" cy="205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03" name="Google Shape;2003;p168"/>
          <p:cNvSpPr txBox="1"/>
          <p:nvPr>
            <p:ph idx="3" type="body"/>
          </p:nvPr>
        </p:nvSpPr>
        <p:spPr>
          <a:xfrm>
            <a:off x="274320" y="5554278"/>
            <a:ext cx="6686100" cy="526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04" name="Google Shape;2004;p168"/>
          <p:cNvSpPr txBox="1"/>
          <p:nvPr>
            <p:ph idx="4" type="body"/>
          </p:nvPr>
        </p:nvSpPr>
        <p:spPr>
          <a:xfrm>
            <a:off x="3216640" y="1619955"/>
            <a:ext cx="5650800" cy="567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0"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05" name="Google Shape;2005;p168"/>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06" name="Google Shape;2006;p168"/>
          <p:cNvSpPr txBox="1"/>
          <p:nvPr>
            <p:ph idx="5" type="body"/>
          </p:nvPr>
        </p:nvSpPr>
        <p:spPr>
          <a:xfrm>
            <a:off x="5205288" y="3200400"/>
            <a:ext cx="1755000" cy="205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07" name="Google Shape;2007;p168"/>
          <p:cNvSpPr/>
          <p:nvPr>
            <p:ph idx="6" type="pic"/>
          </p:nvPr>
        </p:nvSpPr>
        <p:spPr>
          <a:xfrm>
            <a:off x="3216403" y="2544378"/>
            <a:ext cx="394800" cy="526500"/>
          </a:xfrm>
          <a:prstGeom prst="rect">
            <a:avLst/>
          </a:prstGeom>
          <a:noFill/>
          <a:ln>
            <a:noFill/>
          </a:ln>
        </p:spPr>
      </p:sp>
      <p:sp>
        <p:nvSpPr>
          <p:cNvPr id="2008" name="Google Shape;2008;p168"/>
          <p:cNvSpPr/>
          <p:nvPr>
            <p:ph idx="7" type="pic"/>
          </p:nvPr>
        </p:nvSpPr>
        <p:spPr>
          <a:xfrm>
            <a:off x="5205288" y="2544378"/>
            <a:ext cx="394800" cy="526500"/>
          </a:xfrm>
          <a:prstGeom prst="rect">
            <a:avLst/>
          </a:prstGeom>
          <a:noFill/>
          <a:ln>
            <a:noFill/>
          </a:ln>
        </p:spPr>
      </p:sp>
      <p:sp>
        <p:nvSpPr>
          <p:cNvPr id="2009" name="Google Shape;2009;p168"/>
          <p:cNvSpPr/>
          <p:nvPr>
            <p:ph idx="8" type="pic"/>
          </p:nvPr>
        </p:nvSpPr>
        <p:spPr>
          <a:xfrm>
            <a:off x="7112395" y="2544378"/>
            <a:ext cx="394800" cy="526500"/>
          </a:xfrm>
          <a:prstGeom prst="rect">
            <a:avLst/>
          </a:prstGeom>
          <a:noFill/>
          <a:ln>
            <a:noFill/>
          </a:ln>
        </p:spPr>
      </p:sp>
      <p:sp>
        <p:nvSpPr>
          <p:cNvPr id="2010" name="Google Shape;2010;p168"/>
          <p:cNvSpPr/>
          <p:nvPr>
            <p:ph idx="9" type="pic"/>
          </p:nvPr>
        </p:nvSpPr>
        <p:spPr>
          <a:xfrm>
            <a:off x="273844" y="1619955"/>
            <a:ext cx="2708700" cy="3637800"/>
          </a:xfrm>
          <a:prstGeom prst="rect">
            <a:avLst/>
          </a:prstGeom>
          <a:solidFill>
            <a:schemeClr val="lt1"/>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Table with Image">
  <p:cSld name="Two Content/Table with Image">
    <p:spTree>
      <p:nvGrpSpPr>
        <p:cNvPr id="2011" name="Shape 2011"/>
        <p:cNvGrpSpPr/>
        <p:nvPr/>
      </p:nvGrpSpPr>
      <p:grpSpPr>
        <a:xfrm>
          <a:off x="0" y="0"/>
          <a:ext cx="0" cy="0"/>
          <a:chOff x="0" y="0"/>
          <a:chExt cx="0" cy="0"/>
        </a:xfrm>
      </p:grpSpPr>
      <p:sp>
        <p:nvSpPr>
          <p:cNvPr id="2012" name="Google Shape;2012;p169"/>
          <p:cNvSpPr txBox="1"/>
          <p:nvPr>
            <p:ph idx="1" type="body"/>
          </p:nvPr>
        </p:nvSpPr>
        <p:spPr>
          <a:xfrm>
            <a:off x="2121694" y="2314575"/>
            <a:ext cx="4243500" cy="294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13" name="Google Shape;2013;p169"/>
          <p:cNvSpPr txBox="1"/>
          <p:nvPr>
            <p:ph idx="2" type="body"/>
          </p:nvPr>
        </p:nvSpPr>
        <p:spPr>
          <a:xfrm>
            <a:off x="274321" y="5554278"/>
            <a:ext cx="6090900" cy="526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14" name="Google Shape;2014;p169"/>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5" name="Google Shape;2015;p169"/>
          <p:cNvSpPr/>
          <p:nvPr>
            <p:ph idx="3" type="pic"/>
          </p:nvPr>
        </p:nvSpPr>
        <p:spPr>
          <a:xfrm>
            <a:off x="273844" y="1619955"/>
            <a:ext cx="1633500" cy="3637800"/>
          </a:xfrm>
          <a:prstGeom prst="rect">
            <a:avLst/>
          </a:prstGeom>
          <a:solidFill>
            <a:schemeClr val="lt1"/>
          </a:solidFill>
          <a:ln>
            <a:noFill/>
          </a:ln>
        </p:spPr>
      </p:sp>
      <p:sp>
        <p:nvSpPr>
          <p:cNvPr id="2016" name="Google Shape;2016;p169"/>
          <p:cNvSpPr txBox="1"/>
          <p:nvPr>
            <p:ph idx="4" type="body"/>
          </p:nvPr>
        </p:nvSpPr>
        <p:spPr>
          <a:xfrm>
            <a:off x="2121694" y="1619955"/>
            <a:ext cx="6745800" cy="526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0"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17" name="Google Shape;2017;p169"/>
          <p:cNvSpPr txBox="1"/>
          <p:nvPr>
            <p:ph idx="5" type="body"/>
          </p:nvPr>
        </p:nvSpPr>
        <p:spPr>
          <a:xfrm>
            <a:off x="6657975" y="2314574"/>
            <a:ext cx="2209500" cy="3766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Table layout">
  <p:cSld name="Content/Table layout">
    <p:spTree>
      <p:nvGrpSpPr>
        <p:cNvPr id="2018" name="Shape 2018"/>
        <p:cNvGrpSpPr/>
        <p:nvPr/>
      </p:nvGrpSpPr>
      <p:grpSpPr>
        <a:xfrm>
          <a:off x="0" y="0"/>
          <a:ext cx="0" cy="0"/>
          <a:chOff x="0" y="0"/>
          <a:chExt cx="0" cy="0"/>
        </a:xfrm>
      </p:grpSpPr>
      <p:sp>
        <p:nvSpPr>
          <p:cNvPr id="2019" name="Google Shape;2019;p170"/>
          <p:cNvSpPr/>
          <p:nvPr/>
        </p:nvSpPr>
        <p:spPr>
          <a:xfrm>
            <a:off x="6551056" y="0"/>
            <a:ext cx="2592900" cy="68580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2020" name="Google Shape;2020;p170"/>
          <p:cNvSpPr txBox="1"/>
          <p:nvPr/>
        </p:nvSpPr>
        <p:spPr>
          <a:xfrm>
            <a:off x="6167470" y="6402070"/>
            <a:ext cx="2357100" cy="1830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2021" name="Google Shape;2021;p170"/>
          <p:cNvSpPr txBox="1"/>
          <p:nvPr/>
        </p:nvSpPr>
        <p:spPr>
          <a:xfrm>
            <a:off x="8524494" y="6317731"/>
            <a:ext cx="342900" cy="2745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2022" name="Google Shape;2022;p170"/>
          <p:cNvSpPr txBox="1"/>
          <p:nvPr>
            <p:ph idx="1" type="body"/>
          </p:nvPr>
        </p:nvSpPr>
        <p:spPr>
          <a:xfrm>
            <a:off x="6769494" y="2410416"/>
            <a:ext cx="2097900" cy="3672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23" name="Google Shape;2023;p170"/>
          <p:cNvSpPr txBox="1"/>
          <p:nvPr>
            <p:ph idx="2" type="body"/>
          </p:nvPr>
        </p:nvSpPr>
        <p:spPr>
          <a:xfrm>
            <a:off x="6769494" y="1755097"/>
            <a:ext cx="20979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24" name="Google Shape;2024;p170"/>
          <p:cNvSpPr txBox="1"/>
          <p:nvPr>
            <p:ph idx="3" type="body"/>
          </p:nvPr>
        </p:nvSpPr>
        <p:spPr>
          <a:xfrm>
            <a:off x="273844" y="1619955"/>
            <a:ext cx="6091200" cy="3637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25" name="Google Shape;2025;p170"/>
          <p:cNvSpPr txBox="1"/>
          <p:nvPr>
            <p:ph idx="4" type="body"/>
          </p:nvPr>
        </p:nvSpPr>
        <p:spPr>
          <a:xfrm>
            <a:off x="274321" y="5554278"/>
            <a:ext cx="6090900" cy="526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26" name="Google Shape;2026;p170"/>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tent with Icons">
  <p:cSld name="Four Content with Icons">
    <p:spTree>
      <p:nvGrpSpPr>
        <p:cNvPr id="2027" name="Shape 2027"/>
        <p:cNvGrpSpPr/>
        <p:nvPr/>
      </p:nvGrpSpPr>
      <p:grpSpPr>
        <a:xfrm>
          <a:off x="0" y="0"/>
          <a:ext cx="0" cy="0"/>
          <a:chOff x="0" y="0"/>
          <a:chExt cx="0" cy="0"/>
        </a:xfrm>
      </p:grpSpPr>
      <p:sp>
        <p:nvSpPr>
          <p:cNvPr id="2028" name="Google Shape;2028;p171"/>
          <p:cNvSpPr/>
          <p:nvPr/>
        </p:nvSpPr>
        <p:spPr>
          <a:xfrm>
            <a:off x="273844" y="1828800"/>
            <a:ext cx="1976400" cy="37149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2029" name="Google Shape;2029;p171"/>
          <p:cNvSpPr/>
          <p:nvPr/>
        </p:nvSpPr>
        <p:spPr>
          <a:xfrm>
            <a:off x="2479719" y="1828800"/>
            <a:ext cx="1976400" cy="37149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2030" name="Google Shape;2030;p171"/>
          <p:cNvSpPr/>
          <p:nvPr/>
        </p:nvSpPr>
        <p:spPr>
          <a:xfrm>
            <a:off x="4685357" y="1828800"/>
            <a:ext cx="1976400" cy="37149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2031" name="Google Shape;2031;p171"/>
          <p:cNvSpPr/>
          <p:nvPr/>
        </p:nvSpPr>
        <p:spPr>
          <a:xfrm>
            <a:off x="6890994" y="1828800"/>
            <a:ext cx="1976400" cy="37149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2032" name="Google Shape;2032;p171"/>
          <p:cNvSpPr txBox="1"/>
          <p:nvPr>
            <p:ph idx="1" type="body"/>
          </p:nvPr>
        </p:nvSpPr>
        <p:spPr>
          <a:xfrm>
            <a:off x="384544"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33" name="Google Shape;2033;p171"/>
          <p:cNvSpPr txBox="1"/>
          <p:nvPr>
            <p:ph idx="2" type="body"/>
          </p:nvPr>
        </p:nvSpPr>
        <p:spPr>
          <a:xfrm>
            <a:off x="2590419"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34" name="Google Shape;2034;p171"/>
          <p:cNvSpPr txBox="1"/>
          <p:nvPr>
            <p:ph idx="3" type="body"/>
          </p:nvPr>
        </p:nvSpPr>
        <p:spPr>
          <a:xfrm>
            <a:off x="4796057"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35" name="Google Shape;2035;p171"/>
          <p:cNvSpPr txBox="1"/>
          <p:nvPr>
            <p:ph idx="4" type="body"/>
          </p:nvPr>
        </p:nvSpPr>
        <p:spPr>
          <a:xfrm>
            <a:off x="384544" y="2630171"/>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36" name="Google Shape;2036;p171"/>
          <p:cNvSpPr txBox="1"/>
          <p:nvPr>
            <p:ph idx="5" type="body"/>
          </p:nvPr>
        </p:nvSpPr>
        <p:spPr>
          <a:xfrm>
            <a:off x="2590419" y="2630171"/>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37" name="Google Shape;2037;p171"/>
          <p:cNvSpPr txBox="1"/>
          <p:nvPr>
            <p:ph idx="6" type="body"/>
          </p:nvPr>
        </p:nvSpPr>
        <p:spPr>
          <a:xfrm>
            <a:off x="4796057" y="2630171"/>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38" name="Google Shape;2038;p171"/>
          <p:cNvSpPr txBox="1"/>
          <p:nvPr>
            <p:ph idx="7" type="body"/>
          </p:nvPr>
        </p:nvSpPr>
        <p:spPr>
          <a:xfrm>
            <a:off x="7001694"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39" name="Google Shape;2039;p171"/>
          <p:cNvSpPr txBox="1"/>
          <p:nvPr>
            <p:ph idx="8" type="body"/>
          </p:nvPr>
        </p:nvSpPr>
        <p:spPr>
          <a:xfrm>
            <a:off x="7001694" y="2630171"/>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40" name="Google Shape;2040;p171"/>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41" name="Google Shape;2041;p171"/>
          <p:cNvSpPr/>
          <p:nvPr>
            <p:ph idx="9" type="pic"/>
          </p:nvPr>
        </p:nvSpPr>
        <p:spPr>
          <a:xfrm>
            <a:off x="384544" y="1965325"/>
            <a:ext cx="404700" cy="539700"/>
          </a:xfrm>
          <a:prstGeom prst="rect">
            <a:avLst/>
          </a:prstGeom>
          <a:noFill/>
          <a:ln>
            <a:noFill/>
          </a:ln>
        </p:spPr>
      </p:sp>
      <p:sp>
        <p:nvSpPr>
          <p:cNvPr id="2042" name="Google Shape;2042;p171"/>
          <p:cNvSpPr/>
          <p:nvPr>
            <p:ph idx="13" type="pic"/>
          </p:nvPr>
        </p:nvSpPr>
        <p:spPr>
          <a:xfrm>
            <a:off x="2590419" y="1965325"/>
            <a:ext cx="404700" cy="539700"/>
          </a:xfrm>
          <a:prstGeom prst="rect">
            <a:avLst/>
          </a:prstGeom>
          <a:noFill/>
          <a:ln>
            <a:noFill/>
          </a:ln>
        </p:spPr>
      </p:sp>
      <p:sp>
        <p:nvSpPr>
          <p:cNvPr id="2043" name="Google Shape;2043;p171"/>
          <p:cNvSpPr/>
          <p:nvPr>
            <p:ph idx="14" type="pic"/>
          </p:nvPr>
        </p:nvSpPr>
        <p:spPr>
          <a:xfrm>
            <a:off x="4796056" y="1965325"/>
            <a:ext cx="404700" cy="539700"/>
          </a:xfrm>
          <a:prstGeom prst="rect">
            <a:avLst/>
          </a:prstGeom>
          <a:noFill/>
          <a:ln>
            <a:noFill/>
          </a:ln>
        </p:spPr>
      </p:sp>
      <p:sp>
        <p:nvSpPr>
          <p:cNvPr id="2044" name="Google Shape;2044;p171"/>
          <p:cNvSpPr/>
          <p:nvPr>
            <p:ph idx="15" type="pic"/>
          </p:nvPr>
        </p:nvSpPr>
        <p:spPr>
          <a:xfrm>
            <a:off x="7001694" y="1965325"/>
            <a:ext cx="404700" cy="539700"/>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tent with Icons G">
  <p:cSld name="Four Content with Icons G">
    <p:spTree>
      <p:nvGrpSpPr>
        <p:cNvPr id="2045" name="Shape 2045"/>
        <p:cNvGrpSpPr/>
        <p:nvPr/>
      </p:nvGrpSpPr>
      <p:grpSpPr>
        <a:xfrm>
          <a:off x="0" y="0"/>
          <a:ext cx="0" cy="0"/>
          <a:chOff x="0" y="0"/>
          <a:chExt cx="0" cy="0"/>
        </a:xfrm>
      </p:grpSpPr>
      <p:sp>
        <p:nvSpPr>
          <p:cNvPr id="2046" name="Google Shape;2046;p172"/>
          <p:cNvSpPr/>
          <p:nvPr/>
        </p:nvSpPr>
        <p:spPr>
          <a:xfrm>
            <a:off x="0" y="0"/>
            <a:ext cx="9144000" cy="6858000"/>
          </a:xfrm>
          <a:prstGeom prst="rect">
            <a:avLst/>
          </a:prstGeom>
          <a:solidFill>
            <a:srgbClr val="F2F7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descr="UST" id="2047" name="Google Shape;2047;p172"/>
          <p:cNvSpPr/>
          <p:nvPr/>
        </p:nvSpPr>
        <p:spPr>
          <a:xfrm>
            <a:off x="274320" y="6238277"/>
            <a:ext cx="240030" cy="354094"/>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048" name="Google Shape;2048;p172"/>
          <p:cNvSpPr txBox="1"/>
          <p:nvPr/>
        </p:nvSpPr>
        <p:spPr>
          <a:xfrm>
            <a:off x="6167470" y="6402070"/>
            <a:ext cx="2357100" cy="1830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2049" name="Google Shape;2049;p172"/>
          <p:cNvSpPr txBox="1"/>
          <p:nvPr/>
        </p:nvSpPr>
        <p:spPr>
          <a:xfrm>
            <a:off x="8524494" y="6317731"/>
            <a:ext cx="342900" cy="2745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2050" name="Google Shape;2050;p172"/>
          <p:cNvSpPr/>
          <p:nvPr/>
        </p:nvSpPr>
        <p:spPr>
          <a:xfrm>
            <a:off x="273844" y="1828800"/>
            <a:ext cx="1976400" cy="3714900"/>
          </a:xfrm>
          <a:prstGeom prst="rect">
            <a:avLst/>
          </a:prstGeom>
          <a:solidFill>
            <a:srgbClr val="D7E0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2051" name="Google Shape;2051;p172"/>
          <p:cNvSpPr/>
          <p:nvPr/>
        </p:nvSpPr>
        <p:spPr>
          <a:xfrm>
            <a:off x="2479719" y="1828800"/>
            <a:ext cx="1976400" cy="3714900"/>
          </a:xfrm>
          <a:prstGeom prst="rect">
            <a:avLst/>
          </a:prstGeom>
          <a:solidFill>
            <a:srgbClr val="D7E0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2052" name="Google Shape;2052;p172"/>
          <p:cNvSpPr/>
          <p:nvPr/>
        </p:nvSpPr>
        <p:spPr>
          <a:xfrm>
            <a:off x="4685357" y="1828800"/>
            <a:ext cx="1976400" cy="3714900"/>
          </a:xfrm>
          <a:prstGeom prst="rect">
            <a:avLst/>
          </a:prstGeom>
          <a:solidFill>
            <a:srgbClr val="D7E0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2053" name="Google Shape;2053;p172"/>
          <p:cNvSpPr/>
          <p:nvPr/>
        </p:nvSpPr>
        <p:spPr>
          <a:xfrm>
            <a:off x="6890994" y="1828800"/>
            <a:ext cx="1976400" cy="3714900"/>
          </a:xfrm>
          <a:prstGeom prst="rect">
            <a:avLst/>
          </a:prstGeom>
          <a:solidFill>
            <a:srgbClr val="D7E0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2054" name="Google Shape;2054;p172"/>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55" name="Google Shape;2055;p172"/>
          <p:cNvSpPr txBox="1"/>
          <p:nvPr>
            <p:ph idx="1" type="body"/>
          </p:nvPr>
        </p:nvSpPr>
        <p:spPr>
          <a:xfrm>
            <a:off x="384544"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56" name="Google Shape;2056;p172"/>
          <p:cNvSpPr txBox="1"/>
          <p:nvPr>
            <p:ph idx="2" type="body"/>
          </p:nvPr>
        </p:nvSpPr>
        <p:spPr>
          <a:xfrm>
            <a:off x="2590419"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57" name="Google Shape;2057;p172"/>
          <p:cNvSpPr txBox="1"/>
          <p:nvPr>
            <p:ph idx="3" type="body"/>
          </p:nvPr>
        </p:nvSpPr>
        <p:spPr>
          <a:xfrm>
            <a:off x="4796057"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58" name="Google Shape;2058;p172"/>
          <p:cNvSpPr txBox="1"/>
          <p:nvPr>
            <p:ph idx="4" type="body"/>
          </p:nvPr>
        </p:nvSpPr>
        <p:spPr>
          <a:xfrm>
            <a:off x="384544" y="2630171"/>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59" name="Google Shape;2059;p172"/>
          <p:cNvSpPr txBox="1"/>
          <p:nvPr>
            <p:ph idx="5" type="body"/>
          </p:nvPr>
        </p:nvSpPr>
        <p:spPr>
          <a:xfrm>
            <a:off x="2590419" y="2630171"/>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60" name="Google Shape;2060;p172"/>
          <p:cNvSpPr txBox="1"/>
          <p:nvPr>
            <p:ph idx="6" type="body"/>
          </p:nvPr>
        </p:nvSpPr>
        <p:spPr>
          <a:xfrm>
            <a:off x="4796057" y="2630171"/>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61" name="Google Shape;2061;p172"/>
          <p:cNvSpPr txBox="1"/>
          <p:nvPr>
            <p:ph idx="7" type="body"/>
          </p:nvPr>
        </p:nvSpPr>
        <p:spPr>
          <a:xfrm>
            <a:off x="7001694"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62" name="Google Shape;2062;p172"/>
          <p:cNvSpPr txBox="1"/>
          <p:nvPr>
            <p:ph idx="8" type="body"/>
          </p:nvPr>
        </p:nvSpPr>
        <p:spPr>
          <a:xfrm>
            <a:off x="7001694" y="2630171"/>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63" name="Google Shape;2063;p172"/>
          <p:cNvSpPr/>
          <p:nvPr>
            <p:ph idx="9" type="pic"/>
          </p:nvPr>
        </p:nvSpPr>
        <p:spPr>
          <a:xfrm>
            <a:off x="384544" y="1965325"/>
            <a:ext cx="404700" cy="539700"/>
          </a:xfrm>
          <a:prstGeom prst="rect">
            <a:avLst/>
          </a:prstGeom>
          <a:noFill/>
          <a:ln>
            <a:noFill/>
          </a:ln>
        </p:spPr>
      </p:sp>
      <p:sp>
        <p:nvSpPr>
          <p:cNvPr id="2064" name="Google Shape;2064;p172"/>
          <p:cNvSpPr/>
          <p:nvPr>
            <p:ph idx="13" type="pic"/>
          </p:nvPr>
        </p:nvSpPr>
        <p:spPr>
          <a:xfrm>
            <a:off x="2590419" y="1965325"/>
            <a:ext cx="404700" cy="539700"/>
          </a:xfrm>
          <a:prstGeom prst="rect">
            <a:avLst/>
          </a:prstGeom>
          <a:noFill/>
          <a:ln>
            <a:noFill/>
          </a:ln>
        </p:spPr>
      </p:sp>
      <p:sp>
        <p:nvSpPr>
          <p:cNvPr id="2065" name="Google Shape;2065;p172"/>
          <p:cNvSpPr/>
          <p:nvPr>
            <p:ph idx="14" type="pic"/>
          </p:nvPr>
        </p:nvSpPr>
        <p:spPr>
          <a:xfrm>
            <a:off x="4796056" y="1965325"/>
            <a:ext cx="404700" cy="539700"/>
          </a:xfrm>
          <a:prstGeom prst="rect">
            <a:avLst/>
          </a:prstGeom>
          <a:noFill/>
          <a:ln>
            <a:noFill/>
          </a:ln>
        </p:spPr>
      </p:sp>
      <p:sp>
        <p:nvSpPr>
          <p:cNvPr id="2066" name="Google Shape;2066;p172"/>
          <p:cNvSpPr/>
          <p:nvPr>
            <p:ph idx="15" type="pic"/>
          </p:nvPr>
        </p:nvSpPr>
        <p:spPr>
          <a:xfrm>
            <a:off x="7001694" y="1965325"/>
            <a:ext cx="404700" cy="539700"/>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with numbering and Image">
  <p:cSld name="Three Content with numbering and Image">
    <p:spTree>
      <p:nvGrpSpPr>
        <p:cNvPr id="2067" name="Shape 2067"/>
        <p:cNvGrpSpPr/>
        <p:nvPr/>
      </p:nvGrpSpPr>
      <p:grpSpPr>
        <a:xfrm>
          <a:off x="0" y="0"/>
          <a:ext cx="0" cy="0"/>
          <a:chOff x="0" y="0"/>
          <a:chExt cx="0" cy="0"/>
        </a:xfrm>
      </p:grpSpPr>
      <p:sp>
        <p:nvSpPr>
          <p:cNvPr id="2068" name="Google Shape;2068;p173"/>
          <p:cNvSpPr/>
          <p:nvPr>
            <p:ph idx="2" type="pic"/>
          </p:nvPr>
        </p:nvSpPr>
        <p:spPr>
          <a:xfrm>
            <a:off x="6890994" y="1828800"/>
            <a:ext cx="1976400" cy="3714900"/>
          </a:xfrm>
          <a:prstGeom prst="rect">
            <a:avLst/>
          </a:prstGeom>
          <a:solidFill>
            <a:srgbClr val="D7E0E3"/>
          </a:solidFill>
          <a:ln>
            <a:noFill/>
          </a:ln>
        </p:spPr>
      </p:sp>
      <p:sp>
        <p:nvSpPr>
          <p:cNvPr id="2069" name="Google Shape;2069;p173"/>
          <p:cNvSpPr/>
          <p:nvPr/>
        </p:nvSpPr>
        <p:spPr>
          <a:xfrm>
            <a:off x="273844" y="1828800"/>
            <a:ext cx="1976400" cy="37149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2070" name="Google Shape;2070;p173"/>
          <p:cNvSpPr/>
          <p:nvPr/>
        </p:nvSpPr>
        <p:spPr>
          <a:xfrm>
            <a:off x="2479719" y="1828800"/>
            <a:ext cx="1976400" cy="37149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2071" name="Google Shape;2071;p173"/>
          <p:cNvSpPr/>
          <p:nvPr/>
        </p:nvSpPr>
        <p:spPr>
          <a:xfrm>
            <a:off x="4685357" y="1828800"/>
            <a:ext cx="1976400" cy="3714900"/>
          </a:xfrm>
          <a:prstGeom prst="rect">
            <a:avLst/>
          </a:prstGeom>
          <a:solidFill>
            <a:srgbClr val="F2F7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2072" name="Google Shape;2072;p173"/>
          <p:cNvSpPr txBox="1"/>
          <p:nvPr>
            <p:ph idx="1" type="body"/>
          </p:nvPr>
        </p:nvSpPr>
        <p:spPr>
          <a:xfrm>
            <a:off x="384544"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73" name="Google Shape;2073;p173"/>
          <p:cNvSpPr txBox="1"/>
          <p:nvPr>
            <p:ph idx="3" type="body"/>
          </p:nvPr>
        </p:nvSpPr>
        <p:spPr>
          <a:xfrm>
            <a:off x="2590419"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74" name="Google Shape;2074;p173"/>
          <p:cNvSpPr txBox="1"/>
          <p:nvPr>
            <p:ph idx="4" type="body"/>
          </p:nvPr>
        </p:nvSpPr>
        <p:spPr>
          <a:xfrm>
            <a:off x="4796057"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75" name="Google Shape;2075;p173"/>
          <p:cNvSpPr txBox="1"/>
          <p:nvPr>
            <p:ph idx="5" type="body"/>
          </p:nvPr>
        </p:nvSpPr>
        <p:spPr>
          <a:xfrm>
            <a:off x="384544" y="2630171"/>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76" name="Google Shape;2076;p173"/>
          <p:cNvSpPr txBox="1"/>
          <p:nvPr>
            <p:ph idx="6" type="body"/>
          </p:nvPr>
        </p:nvSpPr>
        <p:spPr>
          <a:xfrm>
            <a:off x="2590419" y="2630171"/>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77" name="Google Shape;2077;p173"/>
          <p:cNvSpPr txBox="1"/>
          <p:nvPr>
            <p:ph idx="7" type="body"/>
          </p:nvPr>
        </p:nvSpPr>
        <p:spPr>
          <a:xfrm>
            <a:off x="4796057" y="2630171"/>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78" name="Google Shape;2078;p173"/>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79" name="Google Shape;2079;p173"/>
          <p:cNvSpPr txBox="1"/>
          <p:nvPr>
            <p:ph idx="8" type="body"/>
          </p:nvPr>
        </p:nvSpPr>
        <p:spPr>
          <a:xfrm>
            <a:off x="384544" y="1990091"/>
            <a:ext cx="3816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2100"/>
              <a:buFont typeface="Arial"/>
              <a:buNone/>
              <a:defRPr b="1" sz="21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80" name="Google Shape;2080;p173"/>
          <p:cNvSpPr txBox="1"/>
          <p:nvPr>
            <p:ph idx="9" type="body"/>
          </p:nvPr>
        </p:nvSpPr>
        <p:spPr>
          <a:xfrm>
            <a:off x="2590419" y="1990091"/>
            <a:ext cx="3816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2100"/>
              <a:buFont typeface="Arial"/>
              <a:buNone/>
              <a:defRPr b="1" sz="21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81" name="Google Shape;2081;p173"/>
          <p:cNvSpPr txBox="1"/>
          <p:nvPr>
            <p:ph idx="13" type="body"/>
          </p:nvPr>
        </p:nvSpPr>
        <p:spPr>
          <a:xfrm>
            <a:off x="4796056" y="1990091"/>
            <a:ext cx="3816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2100"/>
              <a:buFont typeface="Arial"/>
              <a:buNone/>
              <a:defRPr b="1" sz="21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with numbering and Image G">
  <p:cSld name="Three Content with numbering and Image G">
    <p:spTree>
      <p:nvGrpSpPr>
        <p:cNvPr id="2082" name="Shape 2082"/>
        <p:cNvGrpSpPr/>
        <p:nvPr/>
      </p:nvGrpSpPr>
      <p:grpSpPr>
        <a:xfrm>
          <a:off x="0" y="0"/>
          <a:ext cx="0" cy="0"/>
          <a:chOff x="0" y="0"/>
          <a:chExt cx="0" cy="0"/>
        </a:xfrm>
      </p:grpSpPr>
      <p:sp>
        <p:nvSpPr>
          <p:cNvPr id="2083" name="Google Shape;2083;p174"/>
          <p:cNvSpPr/>
          <p:nvPr/>
        </p:nvSpPr>
        <p:spPr>
          <a:xfrm>
            <a:off x="0" y="0"/>
            <a:ext cx="9144000" cy="6858000"/>
          </a:xfrm>
          <a:prstGeom prst="rect">
            <a:avLst/>
          </a:prstGeom>
          <a:solidFill>
            <a:srgbClr val="F2F7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descr="UST" id="2084" name="Google Shape;2084;p174"/>
          <p:cNvSpPr/>
          <p:nvPr/>
        </p:nvSpPr>
        <p:spPr>
          <a:xfrm>
            <a:off x="274320" y="6238277"/>
            <a:ext cx="240030" cy="354094"/>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085" name="Google Shape;2085;p174"/>
          <p:cNvSpPr txBox="1"/>
          <p:nvPr/>
        </p:nvSpPr>
        <p:spPr>
          <a:xfrm>
            <a:off x="6167470" y="6402070"/>
            <a:ext cx="2357100" cy="1830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2086" name="Google Shape;2086;p174"/>
          <p:cNvSpPr txBox="1"/>
          <p:nvPr/>
        </p:nvSpPr>
        <p:spPr>
          <a:xfrm>
            <a:off x="8524494" y="6317731"/>
            <a:ext cx="342900" cy="2745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2087" name="Google Shape;2087;p174"/>
          <p:cNvSpPr/>
          <p:nvPr>
            <p:ph idx="2" type="pic"/>
          </p:nvPr>
        </p:nvSpPr>
        <p:spPr>
          <a:xfrm>
            <a:off x="6890994" y="1828800"/>
            <a:ext cx="1976400" cy="3714900"/>
          </a:xfrm>
          <a:prstGeom prst="rect">
            <a:avLst/>
          </a:prstGeom>
          <a:solidFill>
            <a:schemeClr val="lt1"/>
          </a:solidFill>
          <a:ln>
            <a:noFill/>
          </a:ln>
        </p:spPr>
      </p:sp>
      <p:sp>
        <p:nvSpPr>
          <p:cNvPr id="2088" name="Google Shape;2088;p174"/>
          <p:cNvSpPr/>
          <p:nvPr/>
        </p:nvSpPr>
        <p:spPr>
          <a:xfrm>
            <a:off x="273844" y="1828800"/>
            <a:ext cx="1976400" cy="3714900"/>
          </a:xfrm>
          <a:prstGeom prst="rect">
            <a:avLst/>
          </a:prstGeom>
          <a:solidFill>
            <a:srgbClr val="D7E0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2089" name="Google Shape;2089;p174"/>
          <p:cNvSpPr/>
          <p:nvPr/>
        </p:nvSpPr>
        <p:spPr>
          <a:xfrm>
            <a:off x="2479719" y="1828800"/>
            <a:ext cx="1976400" cy="3714900"/>
          </a:xfrm>
          <a:prstGeom prst="rect">
            <a:avLst/>
          </a:prstGeom>
          <a:solidFill>
            <a:srgbClr val="D7E0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2090" name="Google Shape;2090;p174"/>
          <p:cNvSpPr/>
          <p:nvPr/>
        </p:nvSpPr>
        <p:spPr>
          <a:xfrm>
            <a:off x="4685357" y="1828800"/>
            <a:ext cx="1976400" cy="3714900"/>
          </a:xfrm>
          <a:prstGeom prst="rect">
            <a:avLst/>
          </a:prstGeom>
          <a:solidFill>
            <a:srgbClr val="D7E0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p:txBody>
      </p:sp>
      <p:sp>
        <p:nvSpPr>
          <p:cNvPr id="2091" name="Google Shape;2091;p174"/>
          <p:cNvSpPr txBox="1"/>
          <p:nvPr>
            <p:ph idx="1" type="body"/>
          </p:nvPr>
        </p:nvSpPr>
        <p:spPr>
          <a:xfrm>
            <a:off x="384544"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92" name="Google Shape;2092;p174"/>
          <p:cNvSpPr txBox="1"/>
          <p:nvPr>
            <p:ph idx="3" type="body"/>
          </p:nvPr>
        </p:nvSpPr>
        <p:spPr>
          <a:xfrm>
            <a:off x="2590419"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93" name="Google Shape;2093;p174"/>
          <p:cNvSpPr txBox="1"/>
          <p:nvPr>
            <p:ph idx="4" type="body"/>
          </p:nvPr>
        </p:nvSpPr>
        <p:spPr>
          <a:xfrm>
            <a:off x="4796057"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94" name="Google Shape;2094;p174"/>
          <p:cNvSpPr txBox="1"/>
          <p:nvPr>
            <p:ph idx="5" type="body"/>
          </p:nvPr>
        </p:nvSpPr>
        <p:spPr>
          <a:xfrm>
            <a:off x="384544" y="2630171"/>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95" name="Google Shape;2095;p174"/>
          <p:cNvSpPr txBox="1"/>
          <p:nvPr>
            <p:ph idx="6" type="body"/>
          </p:nvPr>
        </p:nvSpPr>
        <p:spPr>
          <a:xfrm>
            <a:off x="2590419" y="2630171"/>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96" name="Google Shape;2096;p174"/>
          <p:cNvSpPr txBox="1"/>
          <p:nvPr>
            <p:ph idx="7" type="body"/>
          </p:nvPr>
        </p:nvSpPr>
        <p:spPr>
          <a:xfrm>
            <a:off x="4796057" y="2630171"/>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1"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97" name="Google Shape;2097;p174"/>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98" name="Google Shape;2098;p174"/>
          <p:cNvSpPr txBox="1"/>
          <p:nvPr>
            <p:ph idx="8" type="body"/>
          </p:nvPr>
        </p:nvSpPr>
        <p:spPr>
          <a:xfrm>
            <a:off x="384544" y="1990091"/>
            <a:ext cx="3816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2100"/>
              <a:buFont typeface="Arial"/>
              <a:buNone/>
              <a:defRPr b="1" sz="21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099" name="Google Shape;2099;p174"/>
          <p:cNvSpPr txBox="1"/>
          <p:nvPr>
            <p:ph idx="9" type="body"/>
          </p:nvPr>
        </p:nvSpPr>
        <p:spPr>
          <a:xfrm>
            <a:off x="2590419" y="1990091"/>
            <a:ext cx="3816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2100"/>
              <a:buFont typeface="Arial"/>
              <a:buNone/>
              <a:defRPr b="1" sz="21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00" name="Google Shape;2100;p174"/>
          <p:cNvSpPr txBox="1"/>
          <p:nvPr>
            <p:ph idx="13" type="body"/>
          </p:nvPr>
        </p:nvSpPr>
        <p:spPr>
          <a:xfrm>
            <a:off x="4796056" y="1990091"/>
            <a:ext cx="3816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2100"/>
              <a:buFont typeface="Arial"/>
              <a:buNone/>
              <a:defRPr b="1" sz="2100">
                <a:solidFill>
                  <a:schemeClr val="dk2"/>
                </a:solidFill>
              </a:defRPr>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with numbering and Image B">
  <p:cSld name="Three Content with numbering and Image B">
    <p:bg>
      <p:bgPr>
        <a:solidFill>
          <a:srgbClr val="231F20"/>
        </a:solidFill>
      </p:bgPr>
    </p:bg>
    <p:spTree>
      <p:nvGrpSpPr>
        <p:cNvPr id="2101" name="Shape 2101"/>
        <p:cNvGrpSpPr/>
        <p:nvPr/>
      </p:nvGrpSpPr>
      <p:grpSpPr>
        <a:xfrm>
          <a:off x="0" y="0"/>
          <a:ext cx="0" cy="0"/>
          <a:chOff x="0" y="0"/>
          <a:chExt cx="0" cy="0"/>
        </a:xfrm>
      </p:grpSpPr>
      <p:sp>
        <p:nvSpPr>
          <p:cNvPr id="2102" name="Google Shape;2102;p175"/>
          <p:cNvSpPr/>
          <p:nvPr>
            <p:ph idx="2" type="pic"/>
          </p:nvPr>
        </p:nvSpPr>
        <p:spPr>
          <a:xfrm>
            <a:off x="6890994" y="1828800"/>
            <a:ext cx="1976400" cy="3714900"/>
          </a:xfrm>
          <a:prstGeom prst="rect">
            <a:avLst/>
          </a:prstGeom>
          <a:solidFill>
            <a:schemeClr val="lt1"/>
          </a:solidFill>
          <a:ln>
            <a:noFill/>
          </a:ln>
        </p:spPr>
      </p:sp>
      <p:sp>
        <p:nvSpPr>
          <p:cNvPr id="2103" name="Google Shape;2103;p175"/>
          <p:cNvSpPr/>
          <p:nvPr/>
        </p:nvSpPr>
        <p:spPr>
          <a:xfrm>
            <a:off x="273844" y="1828800"/>
            <a:ext cx="1976400" cy="3714900"/>
          </a:xfrm>
          <a:prstGeom prst="rect">
            <a:avLst/>
          </a:prstGeom>
          <a:solidFill>
            <a:schemeClr val="accent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lt1"/>
              </a:solidFill>
              <a:latin typeface="Arial"/>
              <a:ea typeface="Arial"/>
              <a:cs typeface="Arial"/>
              <a:sym typeface="Arial"/>
            </a:endParaRPr>
          </a:p>
        </p:txBody>
      </p:sp>
      <p:sp>
        <p:nvSpPr>
          <p:cNvPr id="2104" name="Google Shape;2104;p175"/>
          <p:cNvSpPr/>
          <p:nvPr/>
        </p:nvSpPr>
        <p:spPr>
          <a:xfrm>
            <a:off x="2479719" y="1828800"/>
            <a:ext cx="1976400" cy="3714900"/>
          </a:xfrm>
          <a:prstGeom prst="rect">
            <a:avLst/>
          </a:prstGeom>
          <a:solidFill>
            <a:schemeClr val="accent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lt1"/>
              </a:solidFill>
              <a:latin typeface="Arial"/>
              <a:ea typeface="Arial"/>
              <a:cs typeface="Arial"/>
              <a:sym typeface="Arial"/>
            </a:endParaRPr>
          </a:p>
        </p:txBody>
      </p:sp>
      <p:sp>
        <p:nvSpPr>
          <p:cNvPr id="2105" name="Google Shape;2105;p175"/>
          <p:cNvSpPr/>
          <p:nvPr/>
        </p:nvSpPr>
        <p:spPr>
          <a:xfrm>
            <a:off x="4685357" y="1828800"/>
            <a:ext cx="1976400" cy="3714900"/>
          </a:xfrm>
          <a:prstGeom prst="rect">
            <a:avLst/>
          </a:prstGeom>
          <a:solidFill>
            <a:schemeClr val="accent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2100">
              <a:solidFill>
                <a:schemeClr val="lt1"/>
              </a:solidFill>
              <a:latin typeface="Arial"/>
              <a:ea typeface="Arial"/>
              <a:cs typeface="Arial"/>
              <a:sym typeface="Arial"/>
            </a:endParaRPr>
          </a:p>
        </p:txBody>
      </p:sp>
      <p:sp>
        <p:nvSpPr>
          <p:cNvPr id="2106" name="Google Shape;2106;p175"/>
          <p:cNvSpPr txBox="1"/>
          <p:nvPr>
            <p:ph idx="1" type="body"/>
          </p:nvPr>
        </p:nvSpPr>
        <p:spPr>
          <a:xfrm>
            <a:off x="384544"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indent="-228600" lvl="1" marL="914400" algn="l">
              <a:lnSpc>
                <a:spcPct val="100000"/>
              </a:lnSpc>
              <a:spcBef>
                <a:spcPts val="225"/>
              </a:spcBef>
              <a:spcAft>
                <a:spcPts val="0"/>
              </a:spcAft>
              <a:buClr>
                <a:schemeClr val="lt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lt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lt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2107" name="Google Shape;2107;p175"/>
          <p:cNvSpPr txBox="1"/>
          <p:nvPr>
            <p:ph idx="3" type="body"/>
          </p:nvPr>
        </p:nvSpPr>
        <p:spPr>
          <a:xfrm>
            <a:off x="2590419"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indent="-228600" lvl="1" marL="914400" algn="l">
              <a:lnSpc>
                <a:spcPct val="100000"/>
              </a:lnSpc>
              <a:spcBef>
                <a:spcPts val="225"/>
              </a:spcBef>
              <a:spcAft>
                <a:spcPts val="0"/>
              </a:spcAft>
              <a:buClr>
                <a:schemeClr val="lt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lt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lt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2108" name="Google Shape;2108;p175"/>
          <p:cNvSpPr txBox="1"/>
          <p:nvPr>
            <p:ph idx="4" type="body"/>
          </p:nvPr>
        </p:nvSpPr>
        <p:spPr>
          <a:xfrm>
            <a:off x="4796057" y="3285489"/>
            <a:ext cx="1755000" cy="2124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indent="-228600" lvl="1" marL="914400" algn="l">
              <a:lnSpc>
                <a:spcPct val="100000"/>
              </a:lnSpc>
              <a:spcBef>
                <a:spcPts val="225"/>
              </a:spcBef>
              <a:spcAft>
                <a:spcPts val="0"/>
              </a:spcAft>
              <a:buClr>
                <a:schemeClr val="lt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lt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lt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lt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2109" name="Google Shape;2109;p175"/>
          <p:cNvSpPr txBox="1"/>
          <p:nvPr>
            <p:ph idx="5" type="body"/>
          </p:nvPr>
        </p:nvSpPr>
        <p:spPr>
          <a:xfrm>
            <a:off x="384544" y="2630171"/>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1"/>
              </a:buClr>
              <a:buSzPts val="1200"/>
              <a:buFont typeface="Arial"/>
              <a:buNone/>
              <a:defRPr b="1" sz="1200">
                <a:solidFill>
                  <a:schemeClr val="lt1"/>
                </a:solidFill>
              </a:defRPr>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2110" name="Google Shape;2110;p175"/>
          <p:cNvSpPr txBox="1"/>
          <p:nvPr>
            <p:ph idx="6" type="body"/>
          </p:nvPr>
        </p:nvSpPr>
        <p:spPr>
          <a:xfrm>
            <a:off x="2590419" y="2630171"/>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1"/>
              </a:buClr>
              <a:buSzPts val="1200"/>
              <a:buFont typeface="Arial"/>
              <a:buNone/>
              <a:defRPr b="1" sz="1200">
                <a:solidFill>
                  <a:schemeClr val="lt1"/>
                </a:solidFill>
              </a:defRPr>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2111" name="Google Shape;2111;p175"/>
          <p:cNvSpPr txBox="1"/>
          <p:nvPr>
            <p:ph idx="7" type="body"/>
          </p:nvPr>
        </p:nvSpPr>
        <p:spPr>
          <a:xfrm>
            <a:off x="4796057" y="2630171"/>
            <a:ext cx="17550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1"/>
              </a:buClr>
              <a:buSzPts val="1200"/>
              <a:buFont typeface="Arial"/>
              <a:buNone/>
              <a:defRPr b="1" sz="1200">
                <a:solidFill>
                  <a:schemeClr val="lt1"/>
                </a:solidFill>
              </a:defRPr>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2112" name="Google Shape;2112;p175"/>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13" name="Google Shape;2113;p175"/>
          <p:cNvSpPr txBox="1"/>
          <p:nvPr>
            <p:ph idx="8" type="body"/>
          </p:nvPr>
        </p:nvSpPr>
        <p:spPr>
          <a:xfrm>
            <a:off x="384544" y="1990091"/>
            <a:ext cx="3816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1"/>
              </a:buClr>
              <a:buSzPts val="2100"/>
              <a:buFont typeface="Arial"/>
              <a:buNone/>
              <a:defRPr b="1" sz="2100">
                <a:solidFill>
                  <a:schemeClr val="lt1"/>
                </a:solidFill>
              </a:defRPr>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2114" name="Google Shape;2114;p175"/>
          <p:cNvSpPr txBox="1"/>
          <p:nvPr>
            <p:ph idx="9" type="body"/>
          </p:nvPr>
        </p:nvSpPr>
        <p:spPr>
          <a:xfrm>
            <a:off x="2590419" y="1990091"/>
            <a:ext cx="3816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1"/>
              </a:buClr>
              <a:buSzPts val="2100"/>
              <a:buFont typeface="Arial"/>
              <a:buNone/>
              <a:defRPr b="1" sz="2100">
                <a:solidFill>
                  <a:schemeClr val="lt1"/>
                </a:solidFill>
              </a:defRPr>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2115" name="Google Shape;2115;p175"/>
          <p:cNvSpPr txBox="1"/>
          <p:nvPr>
            <p:ph idx="13" type="body"/>
          </p:nvPr>
        </p:nvSpPr>
        <p:spPr>
          <a:xfrm>
            <a:off x="4796056" y="1990091"/>
            <a:ext cx="381600" cy="51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lt1"/>
              </a:buClr>
              <a:buSzPts val="2100"/>
              <a:buFont typeface="Arial"/>
              <a:buNone/>
              <a:defRPr b="1" sz="2100">
                <a:solidFill>
                  <a:schemeClr val="lt1"/>
                </a:solidFill>
              </a:defRPr>
            </a:lvl1pPr>
            <a:lvl2pPr indent="-228600" lvl="1" marL="914400" algn="l">
              <a:lnSpc>
                <a:spcPct val="100000"/>
              </a:lnSpc>
              <a:spcBef>
                <a:spcPts val="225"/>
              </a:spcBef>
              <a:spcAft>
                <a:spcPts val="0"/>
              </a:spcAft>
              <a:buClr>
                <a:schemeClr val="lt1"/>
              </a:buClr>
              <a:buSzPts val="1200"/>
              <a:buFont typeface="Arial"/>
              <a:buNone/>
              <a:defRPr b="1" sz="1200"/>
            </a:lvl2pPr>
            <a:lvl3pPr indent="-228600" lvl="2" marL="1371600" algn="l">
              <a:lnSpc>
                <a:spcPct val="100000"/>
              </a:lnSpc>
              <a:spcBef>
                <a:spcPts val="225"/>
              </a:spcBef>
              <a:spcAft>
                <a:spcPts val="0"/>
              </a:spcAft>
              <a:buClr>
                <a:schemeClr val="lt1"/>
              </a:buClr>
              <a:buSzPts val="1200"/>
              <a:buFont typeface="Arial"/>
              <a:buNone/>
              <a:defRPr b="1" sz="1200"/>
            </a:lvl3pPr>
            <a:lvl4pPr indent="-228600" lvl="3" marL="1828800" algn="l">
              <a:lnSpc>
                <a:spcPct val="100000"/>
              </a:lnSpc>
              <a:spcBef>
                <a:spcPts val="225"/>
              </a:spcBef>
              <a:spcAft>
                <a:spcPts val="0"/>
              </a:spcAft>
              <a:buClr>
                <a:schemeClr val="lt1"/>
              </a:buClr>
              <a:buSzPts val="1200"/>
              <a:buFont typeface="Arial"/>
              <a:buNone/>
              <a:defRPr b="1" sz="1200"/>
            </a:lvl4pPr>
            <a:lvl5pPr indent="-228600" lvl="4" marL="2286000" algn="l">
              <a:lnSpc>
                <a:spcPct val="100000"/>
              </a:lnSpc>
              <a:spcBef>
                <a:spcPts val="225"/>
              </a:spcBef>
              <a:spcAft>
                <a:spcPts val="0"/>
              </a:spcAft>
              <a:buClr>
                <a:schemeClr val="lt1"/>
              </a:buClr>
              <a:buSzPts val="1200"/>
              <a:buFont typeface="Arial"/>
              <a:buNone/>
              <a:defRPr b="1" sz="1200"/>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guide id="2" orient="horz" pos="4148">
          <p15:clr>
            <a:srgbClr val="FBAE40"/>
          </p15:clr>
        </p15:guide>
        <p15:guide id="3" pos="5588">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Image with Icons">
  <p:cSld name="Three Content Image with Icons">
    <p:spTree>
      <p:nvGrpSpPr>
        <p:cNvPr id="2116" name="Shape 2116"/>
        <p:cNvGrpSpPr/>
        <p:nvPr/>
      </p:nvGrpSpPr>
      <p:grpSpPr>
        <a:xfrm>
          <a:off x="0" y="0"/>
          <a:ext cx="0" cy="0"/>
          <a:chOff x="0" y="0"/>
          <a:chExt cx="0" cy="0"/>
        </a:xfrm>
      </p:grpSpPr>
      <p:sp>
        <p:nvSpPr>
          <p:cNvPr id="2117" name="Google Shape;2117;p176"/>
          <p:cNvSpPr/>
          <p:nvPr>
            <p:ph idx="2" type="pic"/>
          </p:nvPr>
        </p:nvSpPr>
        <p:spPr>
          <a:xfrm>
            <a:off x="0" y="1508762"/>
            <a:ext cx="2982600" cy="3749100"/>
          </a:xfrm>
          <a:prstGeom prst="rect">
            <a:avLst/>
          </a:prstGeom>
          <a:solidFill>
            <a:srgbClr val="D7E0E3"/>
          </a:solidFill>
          <a:ln>
            <a:noFill/>
          </a:ln>
        </p:spPr>
      </p:sp>
      <p:sp>
        <p:nvSpPr>
          <p:cNvPr id="2118" name="Google Shape;2118;p176"/>
          <p:cNvSpPr txBox="1"/>
          <p:nvPr>
            <p:ph idx="1" type="body"/>
          </p:nvPr>
        </p:nvSpPr>
        <p:spPr>
          <a:xfrm>
            <a:off x="3216402" y="3200400"/>
            <a:ext cx="1755000" cy="205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19" name="Google Shape;2119;p176"/>
          <p:cNvSpPr txBox="1"/>
          <p:nvPr>
            <p:ph idx="3" type="body"/>
          </p:nvPr>
        </p:nvSpPr>
        <p:spPr>
          <a:xfrm>
            <a:off x="7112394" y="3200400"/>
            <a:ext cx="1755000" cy="205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20" name="Google Shape;2120;p176"/>
          <p:cNvSpPr txBox="1"/>
          <p:nvPr>
            <p:ph idx="4" type="body"/>
          </p:nvPr>
        </p:nvSpPr>
        <p:spPr>
          <a:xfrm>
            <a:off x="274320" y="5554278"/>
            <a:ext cx="6686100" cy="526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21" name="Google Shape;2121;p176"/>
          <p:cNvSpPr txBox="1"/>
          <p:nvPr>
            <p:ph idx="5" type="body"/>
          </p:nvPr>
        </p:nvSpPr>
        <p:spPr>
          <a:xfrm>
            <a:off x="3216640" y="1619955"/>
            <a:ext cx="5650800" cy="567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0"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22" name="Google Shape;2122;p176"/>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3" name="Google Shape;2123;p176"/>
          <p:cNvSpPr txBox="1"/>
          <p:nvPr>
            <p:ph idx="6" type="body"/>
          </p:nvPr>
        </p:nvSpPr>
        <p:spPr>
          <a:xfrm>
            <a:off x="5205288" y="3200400"/>
            <a:ext cx="1755000" cy="205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24" name="Google Shape;2124;p176"/>
          <p:cNvSpPr/>
          <p:nvPr>
            <p:ph idx="7" type="pic"/>
          </p:nvPr>
        </p:nvSpPr>
        <p:spPr>
          <a:xfrm>
            <a:off x="3216403" y="2544378"/>
            <a:ext cx="394800" cy="526500"/>
          </a:xfrm>
          <a:prstGeom prst="rect">
            <a:avLst/>
          </a:prstGeom>
          <a:noFill/>
          <a:ln>
            <a:noFill/>
          </a:ln>
        </p:spPr>
      </p:sp>
      <p:sp>
        <p:nvSpPr>
          <p:cNvPr id="2125" name="Google Shape;2125;p176"/>
          <p:cNvSpPr/>
          <p:nvPr>
            <p:ph idx="8" type="pic"/>
          </p:nvPr>
        </p:nvSpPr>
        <p:spPr>
          <a:xfrm>
            <a:off x="5205288" y="2544378"/>
            <a:ext cx="394800" cy="526500"/>
          </a:xfrm>
          <a:prstGeom prst="rect">
            <a:avLst/>
          </a:prstGeom>
          <a:noFill/>
          <a:ln>
            <a:noFill/>
          </a:ln>
        </p:spPr>
      </p:sp>
      <p:sp>
        <p:nvSpPr>
          <p:cNvPr id="2126" name="Google Shape;2126;p176"/>
          <p:cNvSpPr/>
          <p:nvPr>
            <p:ph idx="9" type="pic"/>
          </p:nvPr>
        </p:nvSpPr>
        <p:spPr>
          <a:xfrm>
            <a:off x="7112395" y="2544378"/>
            <a:ext cx="394800" cy="526500"/>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Image with Icons G">
  <p:cSld name="Three Content Image with Icons G">
    <p:spTree>
      <p:nvGrpSpPr>
        <p:cNvPr id="2127" name="Shape 2127"/>
        <p:cNvGrpSpPr/>
        <p:nvPr/>
      </p:nvGrpSpPr>
      <p:grpSpPr>
        <a:xfrm>
          <a:off x="0" y="0"/>
          <a:ext cx="0" cy="0"/>
          <a:chOff x="0" y="0"/>
          <a:chExt cx="0" cy="0"/>
        </a:xfrm>
      </p:grpSpPr>
      <p:sp>
        <p:nvSpPr>
          <p:cNvPr id="2128" name="Google Shape;2128;p177"/>
          <p:cNvSpPr/>
          <p:nvPr/>
        </p:nvSpPr>
        <p:spPr>
          <a:xfrm>
            <a:off x="0" y="0"/>
            <a:ext cx="9144000" cy="6858000"/>
          </a:xfrm>
          <a:prstGeom prst="rect">
            <a:avLst/>
          </a:prstGeom>
          <a:solidFill>
            <a:srgbClr val="F2F7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descr="UST" id="2129" name="Google Shape;2129;p177"/>
          <p:cNvSpPr/>
          <p:nvPr/>
        </p:nvSpPr>
        <p:spPr>
          <a:xfrm>
            <a:off x="274320" y="6238277"/>
            <a:ext cx="240030" cy="354094"/>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130" name="Google Shape;2130;p177"/>
          <p:cNvSpPr txBox="1"/>
          <p:nvPr/>
        </p:nvSpPr>
        <p:spPr>
          <a:xfrm>
            <a:off x="6167470" y="6402070"/>
            <a:ext cx="2357100" cy="1830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2131" name="Google Shape;2131;p177"/>
          <p:cNvSpPr txBox="1"/>
          <p:nvPr/>
        </p:nvSpPr>
        <p:spPr>
          <a:xfrm>
            <a:off x="8524494" y="6317731"/>
            <a:ext cx="342900" cy="2745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2132" name="Google Shape;2132;p177"/>
          <p:cNvSpPr/>
          <p:nvPr>
            <p:ph idx="2" type="pic"/>
          </p:nvPr>
        </p:nvSpPr>
        <p:spPr>
          <a:xfrm>
            <a:off x="0" y="1508762"/>
            <a:ext cx="2982600" cy="3749100"/>
          </a:xfrm>
          <a:prstGeom prst="rect">
            <a:avLst/>
          </a:prstGeom>
          <a:solidFill>
            <a:schemeClr val="lt1"/>
          </a:solidFill>
          <a:ln>
            <a:noFill/>
          </a:ln>
        </p:spPr>
      </p:sp>
      <p:sp>
        <p:nvSpPr>
          <p:cNvPr id="2133" name="Google Shape;2133;p177"/>
          <p:cNvSpPr txBox="1"/>
          <p:nvPr>
            <p:ph idx="1" type="body"/>
          </p:nvPr>
        </p:nvSpPr>
        <p:spPr>
          <a:xfrm>
            <a:off x="3216402" y="3200400"/>
            <a:ext cx="1755000" cy="205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34" name="Google Shape;2134;p177"/>
          <p:cNvSpPr txBox="1"/>
          <p:nvPr>
            <p:ph idx="3" type="body"/>
          </p:nvPr>
        </p:nvSpPr>
        <p:spPr>
          <a:xfrm>
            <a:off x="7112394" y="3200400"/>
            <a:ext cx="1755000" cy="205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35" name="Google Shape;2135;p177"/>
          <p:cNvSpPr txBox="1"/>
          <p:nvPr>
            <p:ph idx="4" type="body"/>
          </p:nvPr>
        </p:nvSpPr>
        <p:spPr>
          <a:xfrm>
            <a:off x="274320" y="5554278"/>
            <a:ext cx="6686100" cy="526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350"/>
              <a:buFont typeface="Arial"/>
              <a:buNone/>
              <a:defRPr sz="13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36" name="Google Shape;2136;p177"/>
          <p:cNvSpPr txBox="1"/>
          <p:nvPr>
            <p:ph idx="5" type="body"/>
          </p:nvPr>
        </p:nvSpPr>
        <p:spPr>
          <a:xfrm>
            <a:off x="3216640" y="1619955"/>
            <a:ext cx="5650800" cy="567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200"/>
              <a:buFont typeface="Arial"/>
              <a:buNone/>
              <a:defRPr b="0" sz="1200"/>
            </a:lvl1pPr>
            <a:lvl2pPr indent="-228600" lvl="1" marL="914400" algn="l">
              <a:lnSpc>
                <a:spcPct val="100000"/>
              </a:lnSpc>
              <a:spcBef>
                <a:spcPts val="225"/>
              </a:spcBef>
              <a:spcAft>
                <a:spcPts val="0"/>
              </a:spcAft>
              <a:buClr>
                <a:schemeClr val="dk1"/>
              </a:buClr>
              <a:buSzPts val="1200"/>
              <a:buFont typeface="Arial"/>
              <a:buNone/>
              <a:defRPr b="1" sz="1200"/>
            </a:lvl2pPr>
            <a:lvl3pPr indent="-228600" lvl="2" marL="1371600" algn="l">
              <a:lnSpc>
                <a:spcPct val="100000"/>
              </a:lnSpc>
              <a:spcBef>
                <a:spcPts val="225"/>
              </a:spcBef>
              <a:spcAft>
                <a:spcPts val="0"/>
              </a:spcAft>
              <a:buClr>
                <a:schemeClr val="dk1"/>
              </a:buClr>
              <a:buSzPts val="1200"/>
              <a:buFont typeface="Arial"/>
              <a:buNone/>
              <a:defRPr b="1" sz="1200"/>
            </a:lvl3pPr>
            <a:lvl4pPr indent="-228600" lvl="3" marL="1828800" algn="l">
              <a:lnSpc>
                <a:spcPct val="100000"/>
              </a:lnSpc>
              <a:spcBef>
                <a:spcPts val="225"/>
              </a:spcBef>
              <a:spcAft>
                <a:spcPts val="0"/>
              </a:spcAft>
              <a:buClr>
                <a:schemeClr val="dk1"/>
              </a:buClr>
              <a:buSzPts val="1200"/>
              <a:buFont typeface="Arial"/>
              <a:buNone/>
              <a:defRPr b="1" sz="1200"/>
            </a:lvl4pPr>
            <a:lvl5pPr indent="-228600" lvl="4" marL="2286000" algn="l">
              <a:lnSpc>
                <a:spcPct val="100000"/>
              </a:lnSpc>
              <a:spcBef>
                <a:spcPts val="225"/>
              </a:spcBef>
              <a:spcAft>
                <a:spcPts val="0"/>
              </a:spcAft>
              <a:buClr>
                <a:schemeClr val="dk1"/>
              </a:buClr>
              <a:buSzPts val="1200"/>
              <a:buFont typeface="Arial"/>
              <a:buNone/>
              <a:defRPr b="1" sz="12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37" name="Google Shape;2137;p177"/>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8" name="Google Shape;2138;p177"/>
          <p:cNvSpPr txBox="1"/>
          <p:nvPr>
            <p:ph idx="6" type="body"/>
          </p:nvPr>
        </p:nvSpPr>
        <p:spPr>
          <a:xfrm>
            <a:off x="5205288" y="3200400"/>
            <a:ext cx="1755000" cy="205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39" name="Google Shape;2139;p177"/>
          <p:cNvSpPr/>
          <p:nvPr>
            <p:ph idx="7" type="pic"/>
          </p:nvPr>
        </p:nvSpPr>
        <p:spPr>
          <a:xfrm>
            <a:off x="3216403" y="2544378"/>
            <a:ext cx="394800" cy="526500"/>
          </a:xfrm>
          <a:prstGeom prst="rect">
            <a:avLst/>
          </a:prstGeom>
          <a:noFill/>
          <a:ln>
            <a:noFill/>
          </a:ln>
        </p:spPr>
      </p:sp>
      <p:sp>
        <p:nvSpPr>
          <p:cNvPr id="2140" name="Google Shape;2140;p177"/>
          <p:cNvSpPr/>
          <p:nvPr>
            <p:ph idx="8" type="pic"/>
          </p:nvPr>
        </p:nvSpPr>
        <p:spPr>
          <a:xfrm>
            <a:off x="5205288" y="2544378"/>
            <a:ext cx="394800" cy="526500"/>
          </a:xfrm>
          <a:prstGeom prst="rect">
            <a:avLst/>
          </a:prstGeom>
          <a:noFill/>
          <a:ln>
            <a:noFill/>
          </a:ln>
        </p:spPr>
      </p:sp>
      <p:sp>
        <p:nvSpPr>
          <p:cNvPr id="2141" name="Google Shape;2141;p177"/>
          <p:cNvSpPr/>
          <p:nvPr>
            <p:ph idx="9" type="pic"/>
          </p:nvPr>
        </p:nvSpPr>
        <p:spPr>
          <a:xfrm>
            <a:off x="7112395" y="2544378"/>
            <a:ext cx="394800" cy="526500"/>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ing cotent with Percentage">
  <p:cSld name="Highlighting cotent with Percentage">
    <p:spTree>
      <p:nvGrpSpPr>
        <p:cNvPr id="2142" name="Shape 2142"/>
        <p:cNvGrpSpPr/>
        <p:nvPr/>
      </p:nvGrpSpPr>
      <p:grpSpPr>
        <a:xfrm>
          <a:off x="0" y="0"/>
          <a:ext cx="0" cy="0"/>
          <a:chOff x="0" y="0"/>
          <a:chExt cx="0" cy="0"/>
        </a:xfrm>
      </p:grpSpPr>
      <p:sp>
        <p:nvSpPr>
          <p:cNvPr id="2143" name="Google Shape;2143;p178"/>
          <p:cNvSpPr txBox="1"/>
          <p:nvPr>
            <p:ph idx="1" type="body"/>
          </p:nvPr>
        </p:nvSpPr>
        <p:spPr>
          <a:xfrm>
            <a:off x="4732018" y="2544764"/>
            <a:ext cx="634500" cy="66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44" name="Google Shape;2144;p178"/>
          <p:cNvSpPr/>
          <p:nvPr>
            <p:ph idx="2" type="pic"/>
          </p:nvPr>
        </p:nvSpPr>
        <p:spPr>
          <a:xfrm>
            <a:off x="0" y="0"/>
            <a:ext cx="3811800" cy="6858000"/>
          </a:xfrm>
          <a:prstGeom prst="rect">
            <a:avLst/>
          </a:prstGeom>
          <a:solidFill>
            <a:srgbClr val="D7E0E3"/>
          </a:solidFill>
          <a:ln>
            <a:noFill/>
          </a:ln>
        </p:spPr>
      </p:sp>
      <p:sp>
        <p:nvSpPr>
          <p:cNvPr id="2145" name="Google Shape;2145;p178"/>
          <p:cNvSpPr txBox="1"/>
          <p:nvPr>
            <p:ph idx="3" type="body"/>
          </p:nvPr>
        </p:nvSpPr>
        <p:spPr>
          <a:xfrm>
            <a:off x="5526404" y="2544378"/>
            <a:ext cx="3340800" cy="66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46" name="Google Shape;2146;p178"/>
          <p:cNvSpPr txBox="1"/>
          <p:nvPr>
            <p:ph idx="4" type="body"/>
          </p:nvPr>
        </p:nvSpPr>
        <p:spPr>
          <a:xfrm>
            <a:off x="4177137" y="5554278"/>
            <a:ext cx="4689600" cy="526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sz="10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47" name="Google Shape;2147;p178"/>
          <p:cNvSpPr txBox="1"/>
          <p:nvPr>
            <p:ph type="title"/>
          </p:nvPr>
        </p:nvSpPr>
        <p:spPr>
          <a:xfrm>
            <a:off x="4177665" y="365760"/>
            <a:ext cx="4689600" cy="14859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8" name="Google Shape;2148;p178"/>
          <p:cNvSpPr/>
          <p:nvPr>
            <p:ph idx="5" type="pic"/>
          </p:nvPr>
        </p:nvSpPr>
        <p:spPr>
          <a:xfrm>
            <a:off x="4177138" y="2544378"/>
            <a:ext cx="394800" cy="663600"/>
          </a:xfrm>
          <a:prstGeom prst="rect">
            <a:avLst/>
          </a:prstGeom>
          <a:noFill/>
          <a:ln>
            <a:noFill/>
          </a:ln>
        </p:spPr>
      </p:sp>
      <p:sp>
        <p:nvSpPr>
          <p:cNvPr id="2149" name="Google Shape;2149;p178"/>
          <p:cNvSpPr txBox="1"/>
          <p:nvPr>
            <p:ph idx="6" type="body"/>
          </p:nvPr>
        </p:nvSpPr>
        <p:spPr>
          <a:xfrm>
            <a:off x="5526404" y="3451158"/>
            <a:ext cx="3340800" cy="66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50" name="Google Shape;2150;p178"/>
          <p:cNvSpPr/>
          <p:nvPr>
            <p:ph idx="7" type="pic"/>
          </p:nvPr>
        </p:nvSpPr>
        <p:spPr>
          <a:xfrm>
            <a:off x="4177138" y="3451158"/>
            <a:ext cx="394800" cy="663600"/>
          </a:xfrm>
          <a:prstGeom prst="rect">
            <a:avLst/>
          </a:prstGeom>
          <a:noFill/>
          <a:ln>
            <a:noFill/>
          </a:ln>
        </p:spPr>
      </p:sp>
      <p:sp>
        <p:nvSpPr>
          <p:cNvPr id="2151" name="Google Shape;2151;p178"/>
          <p:cNvSpPr txBox="1"/>
          <p:nvPr>
            <p:ph idx="8" type="body"/>
          </p:nvPr>
        </p:nvSpPr>
        <p:spPr>
          <a:xfrm>
            <a:off x="5526404" y="4357938"/>
            <a:ext cx="3340800" cy="66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52" name="Google Shape;2152;p178"/>
          <p:cNvSpPr/>
          <p:nvPr>
            <p:ph idx="9" type="pic"/>
          </p:nvPr>
        </p:nvSpPr>
        <p:spPr>
          <a:xfrm>
            <a:off x="4177138" y="4357938"/>
            <a:ext cx="394800" cy="663600"/>
          </a:xfrm>
          <a:prstGeom prst="rect">
            <a:avLst/>
          </a:prstGeom>
          <a:noFill/>
          <a:ln>
            <a:noFill/>
          </a:ln>
        </p:spPr>
      </p:sp>
      <p:sp>
        <p:nvSpPr>
          <p:cNvPr id="2153" name="Google Shape;2153;p178"/>
          <p:cNvSpPr txBox="1"/>
          <p:nvPr>
            <p:ph idx="13" type="body"/>
          </p:nvPr>
        </p:nvSpPr>
        <p:spPr>
          <a:xfrm>
            <a:off x="4732018" y="3451158"/>
            <a:ext cx="634500" cy="66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54" name="Google Shape;2154;p178"/>
          <p:cNvSpPr txBox="1"/>
          <p:nvPr>
            <p:ph idx="14" type="body"/>
          </p:nvPr>
        </p:nvSpPr>
        <p:spPr>
          <a:xfrm>
            <a:off x="4732018" y="4357938"/>
            <a:ext cx="634500" cy="66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ing cotent with Percentage G">
  <p:cSld name="Highlighting cotent with Percentage G">
    <p:spTree>
      <p:nvGrpSpPr>
        <p:cNvPr id="2155" name="Shape 2155"/>
        <p:cNvGrpSpPr/>
        <p:nvPr/>
      </p:nvGrpSpPr>
      <p:grpSpPr>
        <a:xfrm>
          <a:off x="0" y="0"/>
          <a:ext cx="0" cy="0"/>
          <a:chOff x="0" y="0"/>
          <a:chExt cx="0" cy="0"/>
        </a:xfrm>
      </p:grpSpPr>
      <p:sp>
        <p:nvSpPr>
          <p:cNvPr id="2156" name="Google Shape;2156;p179"/>
          <p:cNvSpPr/>
          <p:nvPr/>
        </p:nvSpPr>
        <p:spPr>
          <a:xfrm>
            <a:off x="0" y="0"/>
            <a:ext cx="9144000" cy="6858000"/>
          </a:xfrm>
          <a:prstGeom prst="rect">
            <a:avLst/>
          </a:prstGeom>
          <a:solidFill>
            <a:srgbClr val="F2F7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2157" name="Google Shape;2157;p179"/>
          <p:cNvSpPr txBox="1"/>
          <p:nvPr/>
        </p:nvSpPr>
        <p:spPr>
          <a:xfrm>
            <a:off x="6167470" y="6402070"/>
            <a:ext cx="2357100" cy="1830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2158" name="Google Shape;2158;p179"/>
          <p:cNvSpPr txBox="1"/>
          <p:nvPr/>
        </p:nvSpPr>
        <p:spPr>
          <a:xfrm>
            <a:off x="8524494" y="6317731"/>
            <a:ext cx="342900" cy="2745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2159" name="Google Shape;2159;p179"/>
          <p:cNvSpPr/>
          <p:nvPr>
            <p:ph idx="2" type="pic"/>
          </p:nvPr>
        </p:nvSpPr>
        <p:spPr>
          <a:xfrm>
            <a:off x="0" y="0"/>
            <a:ext cx="3811800" cy="6858000"/>
          </a:xfrm>
          <a:prstGeom prst="rect">
            <a:avLst/>
          </a:prstGeom>
          <a:solidFill>
            <a:srgbClr val="D7E0E3"/>
          </a:solidFill>
          <a:ln>
            <a:noFill/>
          </a:ln>
        </p:spPr>
      </p:sp>
      <p:sp>
        <p:nvSpPr>
          <p:cNvPr id="2160" name="Google Shape;2160;p179"/>
          <p:cNvSpPr txBox="1"/>
          <p:nvPr>
            <p:ph idx="1" type="body"/>
          </p:nvPr>
        </p:nvSpPr>
        <p:spPr>
          <a:xfrm>
            <a:off x="4177137" y="5554278"/>
            <a:ext cx="4689600" cy="526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sz="10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61" name="Google Shape;2161;p179"/>
          <p:cNvSpPr txBox="1"/>
          <p:nvPr>
            <p:ph type="title"/>
          </p:nvPr>
        </p:nvSpPr>
        <p:spPr>
          <a:xfrm>
            <a:off x="4177665" y="365760"/>
            <a:ext cx="4689600" cy="14859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62" name="Google Shape;2162;p179"/>
          <p:cNvSpPr txBox="1"/>
          <p:nvPr>
            <p:ph idx="3" type="body"/>
          </p:nvPr>
        </p:nvSpPr>
        <p:spPr>
          <a:xfrm>
            <a:off x="4732018" y="2544764"/>
            <a:ext cx="634500" cy="66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63" name="Google Shape;2163;p179"/>
          <p:cNvSpPr txBox="1"/>
          <p:nvPr>
            <p:ph idx="4" type="body"/>
          </p:nvPr>
        </p:nvSpPr>
        <p:spPr>
          <a:xfrm>
            <a:off x="5526404" y="2544378"/>
            <a:ext cx="3340800" cy="66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64" name="Google Shape;2164;p179"/>
          <p:cNvSpPr/>
          <p:nvPr>
            <p:ph idx="5" type="pic"/>
          </p:nvPr>
        </p:nvSpPr>
        <p:spPr>
          <a:xfrm>
            <a:off x="4177138" y="2544378"/>
            <a:ext cx="394800" cy="663600"/>
          </a:xfrm>
          <a:prstGeom prst="rect">
            <a:avLst/>
          </a:prstGeom>
          <a:noFill/>
          <a:ln>
            <a:noFill/>
          </a:ln>
        </p:spPr>
      </p:sp>
      <p:sp>
        <p:nvSpPr>
          <p:cNvPr id="2165" name="Google Shape;2165;p179"/>
          <p:cNvSpPr txBox="1"/>
          <p:nvPr>
            <p:ph idx="6" type="body"/>
          </p:nvPr>
        </p:nvSpPr>
        <p:spPr>
          <a:xfrm>
            <a:off x="5526404" y="3451158"/>
            <a:ext cx="3340800" cy="66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66" name="Google Shape;2166;p179"/>
          <p:cNvSpPr/>
          <p:nvPr>
            <p:ph idx="7" type="pic"/>
          </p:nvPr>
        </p:nvSpPr>
        <p:spPr>
          <a:xfrm>
            <a:off x="4177138" y="3451158"/>
            <a:ext cx="394800" cy="663600"/>
          </a:xfrm>
          <a:prstGeom prst="rect">
            <a:avLst/>
          </a:prstGeom>
          <a:noFill/>
          <a:ln>
            <a:noFill/>
          </a:ln>
        </p:spPr>
      </p:sp>
      <p:sp>
        <p:nvSpPr>
          <p:cNvPr id="2167" name="Google Shape;2167;p179"/>
          <p:cNvSpPr txBox="1"/>
          <p:nvPr>
            <p:ph idx="8" type="body"/>
          </p:nvPr>
        </p:nvSpPr>
        <p:spPr>
          <a:xfrm>
            <a:off x="5526404" y="4357938"/>
            <a:ext cx="3340800" cy="66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68" name="Google Shape;2168;p179"/>
          <p:cNvSpPr/>
          <p:nvPr>
            <p:ph idx="9" type="pic"/>
          </p:nvPr>
        </p:nvSpPr>
        <p:spPr>
          <a:xfrm>
            <a:off x="4177138" y="4357938"/>
            <a:ext cx="394800" cy="663600"/>
          </a:xfrm>
          <a:prstGeom prst="rect">
            <a:avLst/>
          </a:prstGeom>
          <a:noFill/>
          <a:ln>
            <a:noFill/>
          </a:ln>
        </p:spPr>
      </p:sp>
      <p:sp>
        <p:nvSpPr>
          <p:cNvPr id="2169" name="Google Shape;2169;p179"/>
          <p:cNvSpPr txBox="1"/>
          <p:nvPr>
            <p:ph idx="13" type="body"/>
          </p:nvPr>
        </p:nvSpPr>
        <p:spPr>
          <a:xfrm>
            <a:off x="4732018" y="3451158"/>
            <a:ext cx="634500" cy="66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70" name="Google Shape;2170;p179"/>
          <p:cNvSpPr txBox="1"/>
          <p:nvPr>
            <p:ph idx="14" type="body"/>
          </p:nvPr>
        </p:nvSpPr>
        <p:spPr>
          <a:xfrm>
            <a:off x="4732018" y="4357938"/>
            <a:ext cx="634500" cy="66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bar Right">
  <p:cSld name="Sidebar Right">
    <p:spTree>
      <p:nvGrpSpPr>
        <p:cNvPr id="2171" name="Shape 2171"/>
        <p:cNvGrpSpPr/>
        <p:nvPr/>
      </p:nvGrpSpPr>
      <p:grpSpPr>
        <a:xfrm>
          <a:off x="0" y="0"/>
          <a:ext cx="0" cy="0"/>
          <a:chOff x="0" y="0"/>
          <a:chExt cx="0" cy="0"/>
        </a:xfrm>
      </p:grpSpPr>
      <p:sp>
        <p:nvSpPr>
          <p:cNvPr id="2172" name="Google Shape;2172;p180"/>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3" name="Google Shape;2173;p180"/>
          <p:cNvSpPr txBox="1"/>
          <p:nvPr>
            <p:ph idx="1" type="body"/>
          </p:nvPr>
        </p:nvSpPr>
        <p:spPr>
          <a:xfrm>
            <a:off x="274320" y="1828800"/>
            <a:ext cx="5651100" cy="42519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74" name="Google Shape;2174;p180"/>
          <p:cNvSpPr txBox="1"/>
          <p:nvPr>
            <p:ph idx="2" type="body"/>
          </p:nvPr>
        </p:nvSpPr>
        <p:spPr>
          <a:xfrm>
            <a:off x="6158484" y="1828800"/>
            <a:ext cx="2709000" cy="42519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4978">
          <p15:clr>
            <a:srgbClr val="FBAE40"/>
          </p15:clr>
        </p15:guide>
        <p15:guide id="2" pos="5172">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Big Statement">
  <p:cSld name="Content and Big Statement">
    <p:spTree>
      <p:nvGrpSpPr>
        <p:cNvPr id="2175" name="Shape 2175"/>
        <p:cNvGrpSpPr/>
        <p:nvPr/>
      </p:nvGrpSpPr>
      <p:grpSpPr>
        <a:xfrm>
          <a:off x="0" y="0"/>
          <a:ext cx="0" cy="0"/>
          <a:chOff x="0" y="0"/>
          <a:chExt cx="0" cy="0"/>
        </a:xfrm>
      </p:grpSpPr>
      <p:sp>
        <p:nvSpPr>
          <p:cNvPr id="2176" name="Google Shape;2176;p181"/>
          <p:cNvSpPr/>
          <p:nvPr/>
        </p:nvSpPr>
        <p:spPr>
          <a:xfrm>
            <a:off x="4572001" y="1"/>
            <a:ext cx="4572000" cy="6858000"/>
          </a:xfrm>
          <a:prstGeom prst="rect">
            <a:avLst/>
          </a:prstGeom>
          <a:solidFill>
            <a:srgbClr val="006E7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dk1"/>
              </a:solidFill>
              <a:latin typeface="Arial"/>
              <a:ea typeface="Arial"/>
              <a:cs typeface="Arial"/>
              <a:sym typeface="Arial"/>
            </a:endParaRPr>
          </a:p>
        </p:txBody>
      </p:sp>
      <p:sp>
        <p:nvSpPr>
          <p:cNvPr id="2177" name="Google Shape;2177;p181"/>
          <p:cNvSpPr txBox="1"/>
          <p:nvPr>
            <p:ph type="title"/>
          </p:nvPr>
        </p:nvSpPr>
        <p:spPr>
          <a:xfrm>
            <a:off x="274320" y="365760"/>
            <a:ext cx="4069200" cy="1371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8" name="Google Shape;2178;p181"/>
          <p:cNvSpPr txBox="1"/>
          <p:nvPr>
            <p:ph idx="1" type="body"/>
          </p:nvPr>
        </p:nvSpPr>
        <p:spPr>
          <a:xfrm>
            <a:off x="274320" y="2286000"/>
            <a:ext cx="4069200" cy="37947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79" name="Google Shape;2179;p181"/>
          <p:cNvSpPr txBox="1"/>
          <p:nvPr>
            <p:ph idx="2" type="body"/>
          </p:nvPr>
        </p:nvSpPr>
        <p:spPr>
          <a:xfrm>
            <a:off x="4800600" y="365126"/>
            <a:ext cx="4066800" cy="57156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lt1"/>
              </a:buClr>
              <a:buSzPts val="4050"/>
              <a:buNone/>
              <a:defRPr sz="4050">
                <a:solidFill>
                  <a:schemeClr val="lt1"/>
                </a:solidFill>
                <a:latin typeface="Arial"/>
                <a:ea typeface="Arial"/>
                <a:cs typeface="Arial"/>
                <a:sym typeface="Arial"/>
              </a:defRPr>
            </a:lvl1pPr>
            <a:lvl2pPr indent="-314325" lvl="1" marL="914400" algn="l">
              <a:lnSpc>
                <a:spcPct val="100000"/>
              </a:lnSpc>
              <a:spcBef>
                <a:spcPts val="900"/>
              </a:spcBef>
              <a:spcAft>
                <a:spcPts val="0"/>
              </a:spcAft>
              <a:buClr>
                <a:schemeClr val="lt1"/>
              </a:buClr>
              <a:buSzPts val="1350"/>
              <a:buChar char="–"/>
              <a:defRPr>
                <a:solidFill>
                  <a:schemeClr val="lt1"/>
                </a:solidFill>
                <a:latin typeface="Arial"/>
                <a:ea typeface="Arial"/>
                <a:cs typeface="Arial"/>
                <a:sym typeface="Arial"/>
              </a:defRPr>
            </a:lvl2pPr>
            <a:lvl3pPr indent="-314325" lvl="2" marL="13716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3pPr>
            <a:lvl4pPr indent="-314325" lvl="3" marL="18288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4pPr>
            <a:lvl5pPr indent="-314325" lvl="4" marL="22860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5pPr>
            <a:lvl6pPr indent="-314325" lvl="5" marL="27432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6pPr>
            <a:lvl7pPr indent="-314325" lvl="6" marL="32004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7pPr>
            <a:lvl8pPr indent="-314325" lvl="7" marL="36576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8pPr>
            <a:lvl9pPr indent="-314325" lvl="8" marL="41148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9pPr>
          </a:lstStyle>
          <a:p/>
        </p:txBody>
      </p:sp>
      <p:sp>
        <p:nvSpPr>
          <p:cNvPr id="2180" name="Google Shape;2180;p181"/>
          <p:cNvSpPr txBox="1"/>
          <p:nvPr/>
        </p:nvSpPr>
        <p:spPr>
          <a:xfrm>
            <a:off x="8524494" y="6317731"/>
            <a:ext cx="342900" cy="2745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lt1"/>
                </a:solidFill>
                <a:latin typeface="Arial"/>
                <a:ea typeface="Arial"/>
                <a:cs typeface="Arial"/>
                <a:sym typeface="Arial"/>
              </a:rPr>
              <a:t> </a:t>
            </a:r>
            <a:fld id="{00000000-1234-1234-1234-123412341234}" type="slidenum">
              <a:rPr lang="en-US" sz="600">
                <a:solidFill>
                  <a:schemeClr val="lt1"/>
                </a:solidFill>
                <a:latin typeface="Arial"/>
                <a:ea typeface="Arial"/>
                <a:cs typeface="Arial"/>
                <a:sym typeface="Arial"/>
              </a:rPr>
              <a:t>‹#›</a:t>
            </a:fld>
            <a:endParaRPr sz="600">
              <a:solidFill>
                <a:schemeClr val="lt1"/>
              </a:solidFill>
              <a:latin typeface="Arial"/>
              <a:ea typeface="Arial"/>
              <a:cs typeface="Arial"/>
              <a:sym typeface="Arial"/>
            </a:endParaRPr>
          </a:p>
        </p:txBody>
      </p:sp>
      <p:sp>
        <p:nvSpPr>
          <p:cNvPr id="2181" name="Google Shape;2181;p181"/>
          <p:cNvSpPr txBox="1"/>
          <p:nvPr/>
        </p:nvSpPr>
        <p:spPr>
          <a:xfrm>
            <a:off x="6167470" y="6402070"/>
            <a:ext cx="2357100" cy="1830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lt1"/>
              </a:buClr>
              <a:buSzPts val="600"/>
              <a:buFont typeface="Arial"/>
              <a:buNone/>
            </a:pPr>
            <a:r>
              <a:rPr b="0" lang="en-US" sz="600">
                <a:solidFill>
                  <a:schemeClr val="lt1"/>
                </a:solidFill>
                <a:latin typeface="Arial"/>
                <a:ea typeface="Arial"/>
                <a:cs typeface="Arial"/>
                <a:sym typeface="Arial"/>
              </a:rPr>
              <a:t>Confidential and Proprietary. © 2026 UST Global Inc</a:t>
            </a:r>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648">
          <p15:clr>
            <a:srgbClr val="FBAE40"/>
          </p15:clr>
        </p15:guide>
        <p15:guide id="2" pos="4032">
          <p15:clr>
            <a:srgbClr val="FBAE40"/>
          </p15:clr>
        </p15:guide>
        <p15:guide id="3" orient="horz" pos="3832">
          <p15:clr>
            <a:srgbClr val="FBAE40"/>
          </p15:clr>
        </p15:guide>
        <p15:guide id="4" orient="horz" pos="1440">
          <p15:clr>
            <a:srgbClr val="FBAE40"/>
          </p15:clr>
        </p15:guide>
        <p15:guide id="5" orient="horz" pos="4148">
          <p15:clr>
            <a:srgbClr val="FBAE40"/>
          </p15:clr>
        </p15:guide>
        <p15:guide id="6" pos="3840">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Highlighting text with Image">
  <p:cSld name="Content and Highlighting text with Image">
    <p:spTree>
      <p:nvGrpSpPr>
        <p:cNvPr id="2182" name="Shape 2182"/>
        <p:cNvGrpSpPr/>
        <p:nvPr/>
      </p:nvGrpSpPr>
      <p:grpSpPr>
        <a:xfrm>
          <a:off x="0" y="0"/>
          <a:ext cx="0" cy="0"/>
          <a:chOff x="0" y="0"/>
          <a:chExt cx="0" cy="0"/>
        </a:xfrm>
      </p:grpSpPr>
      <p:sp>
        <p:nvSpPr>
          <p:cNvPr id="2183" name="Google Shape;2183;p182"/>
          <p:cNvSpPr/>
          <p:nvPr/>
        </p:nvSpPr>
        <p:spPr>
          <a:xfrm>
            <a:off x="4572001" y="1"/>
            <a:ext cx="4572000" cy="6858000"/>
          </a:xfrm>
          <a:prstGeom prst="rect">
            <a:avLst/>
          </a:prstGeom>
          <a:solidFill>
            <a:srgbClr val="006E7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dk1"/>
              </a:solidFill>
              <a:latin typeface="Arial"/>
              <a:ea typeface="Arial"/>
              <a:cs typeface="Arial"/>
              <a:sym typeface="Arial"/>
            </a:endParaRPr>
          </a:p>
        </p:txBody>
      </p:sp>
      <p:sp>
        <p:nvSpPr>
          <p:cNvPr id="2184" name="Google Shape;2184;p182"/>
          <p:cNvSpPr txBox="1"/>
          <p:nvPr>
            <p:ph type="title"/>
          </p:nvPr>
        </p:nvSpPr>
        <p:spPr>
          <a:xfrm>
            <a:off x="274320" y="365760"/>
            <a:ext cx="4069200" cy="1371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85" name="Google Shape;2185;p182"/>
          <p:cNvSpPr txBox="1"/>
          <p:nvPr/>
        </p:nvSpPr>
        <p:spPr>
          <a:xfrm>
            <a:off x="8524494" y="6317731"/>
            <a:ext cx="342900" cy="2745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lt1"/>
                </a:solidFill>
                <a:latin typeface="Arial"/>
                <a:ea typeface="Arial"/>
                <a:cs typeface="Arial"/>
                <a:sym typeface="Arial"/>
              </a:rPr>
              <a:t> </a:t>
            </a:r>
            <a:fld id="{00000000-1234-1234-1234-123412341234}" type="slidenum">
              <a:rPr lang="en-US" sz="600">
                <a:solidFill>
                  <a:schemeClr val="lt1"/>
                </a:solidFill>
                <a:latin typeface="Arial"/>
                <a:ea typeface="Arial"/>
                <a:cs typeface="Arial"/>
                <a:sym typeface="Arial"/>
              </a:rPr>
              <a:t>‹#›</a:t>
            </a:fld>
            <a:endParaRPr sz="600">
              <a:solidFill>
                <a:schemeClr val="lt1"/>
              </a:solidFill>
              <a:latin typeface="Arial"/>
              <a:ea typeface="Arial"/>
              <a:cs typeface="Arial"/>
              <a:sym typeface="Arial"/>
            </a:endParaRPr>
          </a:p>
        </p:txBody>
      </p:sp>
      <p:sp>
        <p:nvSpPr>
          <p:cNvPr id="2186" name="Google Shape;2186;p182"/>
          <p:cNvSpPr txBox="1"/>
          <p:nvPr>
            <p:ph idx="1" type="body"/>
          </p:nvPr>
        </p:nvSpPr>
        <p:spPr>
          <a:xfrm>
            <a:off x="2420809" y="3200400"/>
            <a:ext cx="1922700" cy="2880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87" name="Google Shape;2187;p182"/>
          <p:cNvSpPr txBox="1"/>
          <p:nvPr>
            <p:ph idx="2" type="body"/>
          </p:nvPr>
        </p:nvSpPr>
        <p:spPr>
          <a:xfrm>
            <a:off x="274320" y="3200400"/>
            <a:ext cx="1922700" cy="2880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88" name="Google Shape;2188;p182"/>
          <p:cNvSpPr/>
          <p:nvPr>
            <p:ph idx="3" type="pic"/>
          </p:nvPr>
        </p:nvSpPr>
        <p:spPr>
          <a:xfrm>
            <a:off x="274321" y="2544378"/>
            <a:ext cx="394800" cy="526500"/>
          </a:xfrm>
          <a:prstGeom prst="rect">
            <a:avLst/>
          </a:prstGeom>
          <a:noFill/>
          <a:ln>
            <a:noFill/>
          </a:ln>
        </p:spPr>
      </p:sp>
      <p:sp>
        <p:nvSpPr>
          <p:cNvPr id="2189" name="Google Shape;2189;p182"/>
          <p:cNvSpPr/>
          <p:nvPr>
            <p:ph idx="4" type="pic"/>
          </p:nvPr>
        </p:nvSpPr>
        <p:spPr>
          <a:xfrm>
            <a:off x="2420809" y="2544378"/>
            <a:ext cx="394800" cy="526500"/>
          </a:xfrm>
          <a:prstGeom prst="rect">
            <a:avLst/>
          </a:prstGeom>
          <a:noFill/>
          <a:ln>
            <a:noFill/>
          </a:ln>
        </p:spPr>
      </p:sp>
      <p:sp>
        <p:nvSpPr>
          <p:cNvPr id="2190" name="Google Shape;2190;p182"/>
          <p:cNvSpPr txBox="1"/>
          <p:nvPr>
            <p:ph idx="5" type="body"/>
          </p:nvPr>
        </p:nvSpPr>
        <p:spPr>
          <a:xfrm>
            <a:off x="6949677" y="3200400"/>
            <a:ext cx="1922700" cy="2880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91" name="Google Shape;2191;p182"/>
          <p:cNvSpPr txBox="1"/>
          <p:nvPr>
            <p:ph idx="6" type="body"/>
          </p:nvPr>
        </p:nvSpPr>
        <p:spPr>
          <a:xfrm>
            <a:off x="4803188" y="3200400"/>
            <a:ext cx="1922700" cy="2880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lt1"/>
              </a:buClr>
              <a:buSzPts val="900"/>
              <a:buFont typeface="Arial"/>
              <a:buNone/>
              <a:defRPr sz="900">
                <a:solidFill>
                  <a:schemeClr val="lt1"/>
                </a:solidFill>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192" name="Google Shape;2192;p182"/>
          <p:cNvSpPr/>
          <p:nvPr>
            <p:ph idx="7" type="pic"/>
          </p:nvPr>
        </p:nvSpPr>
        <p:spPr>
          <a:xfrm>
            <a:off x="4572000" y="1"/>
            <a:ext cx="4572000" cy="2544900"/>
          </a:xfrm>
          <a:prstGeom prst="rect">
            <a:avLst/>
          </a:prstGeom>
          <a:solidFill>
            <a:srgbClr val="D7E0E3"/>
          </a:solidFill>
          <a:ln>
            <a:noFill/>
          </a:ln>
        </p:spPr>
      </p:sp>
      <p:sp>
        <p:nvSpPr>
          <p:cNvPr id="2193" name="Google Shape;2193;p182"/>
          <p:cNvSpPr txBox="1"/>
          <p:nvPr/>
        </p:nvSpPr>
        <p:spPr>
          <a:xfrm>
            <a:off x="6167470" y="6402070"/>
            <a:ext cx="2357100" cy="1830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lt1"/>
              </a:buClr>
              <a:buSzPts val="600"/>
              <a:buFont typeface="Arial"/>
              <a:buNone/>
            </a:pPr>
            <a:r>
              <a:rPr b="0" lang="en-US" sz="600">
                <a:solidFill>
                  <a:schemeClr val="lt1"/>
                </a:solidFill>
                <a:latin typeface="Arial"/>
                <a:ea typeface="Arial"/>
                <a:cs typeface="Arial"/>
                <a:sym typeface="Arial"/>
              </a:rPr>
              <a:t>Confidential and Proprietary. © 2026 UST Global Inc</a:t>
            </a:r>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648">
          <p15:clr>
            <a:srgbClr val="FBAE40"/>
          </p15:clr>
        </p15:guide>
        <p15:guide id="2" pos="4032">
          <p15:clr>
            <a:srgbClr val="FBAE40"/>
          </p15:clr>
        </p15:guide>
        <p15:guide id="3" orient="horz" pos="3832">
          <p15:clr>
            <a:srgbClr val="FBAE40"/>
          </p15:clr>
        </p15:guide>
        <p15:guide id="4" orient="horz" pos="1440">
          <p15:clr>
            <a:srgbClr val="FBAE40"/>
          </p15:clr>
        </p15:guide>
        <p15:guide id="5" orient="horz" pos="4148">
          <p15:clr>
            <a:srgbClr val="FBAE40"/>
          </p15:clr>
        </p15:guide>
        <p15:guide id="6" pos="3840">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ement">
  <p:cSld name="Big Statement">
    <p:bg>
      <p:bgPr>
        <a:solidFill>
          <a:srgbClr val="231F20"/>
        </a:solidFill>
      </p:bgPr>
    </p:bg>
    <p:spTree>
      <p:nvGrpSpPr>
        <p:cNvPr id="2194" name="Shape 2194"/>
        <p:cNvGrpSpPr/>
        <p:nvPr/>
      </p:nvGrpSpPr>
      <p:grpSpPr>
        <a:xfrm>
          <a:off x="0" y="0"/>
          <a:ext cx="0" cy="0"/>
          <a:chOff x="0" y="0"/>
          <a:chExt cx="0" cy="0"/>
        </a:xfrm>
      </p:grpSpPr>
      <p:sp>
        <p:nvSpPr>
          <p:cNvPr id="2195" name="Google Shape;2195;p183"/>
          <p:cNvSpPr txBox="1"/>
          <p:nvPr>
            <p:ph idx="1" type="body"/>
          </p:nvPr>
        </p:nvSpPr>
        <p:spPr>
          <a:xfrm>
            <a:off x="273843" y="365126"/>
            <a:ext cx="6378000" cy="57156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lt1"/>
              </a:buClr>
              <a:buSzPts val="4050"/>
              <a:buFont typeface="Arial"/>
              <a:buNone/>
              <a:defRPr b="0" sz="4050">
                <a:solidFill>
                  <a:schemeClr val="lt1"/>
                </a:solidFill>
                <a:latin typeface="Arial"/>
                <a:ea typeface="Arial"/>
                <a:cs typeface="Arial"/>
                <a:sym typeface="Arial"/>
              </a:defRPr>
            </a:lvl1pPr>
            <a:lvl2pPr indent="-314325" lvl="1" marL="914400" algn="l">
              <a:lnSpc>
                <a:spcPct val="100000"/>
              </a:lnSpc>
              <a:spcBef>
                <a:spcPts val="900"/>
              </a:spcBef>
              <a:spcAft>
                <a:spcPts val="0"/>
              </a:spcAft>
              <a:buClr>
                <a:schemeClr val="lt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lt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lt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lt1"/>
              </a:buClr>
              <a:buSzPts val="1350"/>
              <a:buChar char="–"/>
              <a:defRPr>
                <a:latin typeface="Arial"/>
                <a:ea typeface="Arial"/>
                <a:cs typeface="Arial"/>
                <a:sym typeface="Arial"/>
              </a:defRPr>
            </a:lvl5pPr>
            <a:lvl6pPr indent="-314325" lvl="5" marL="2743200" algn="l">
              <a:lnSpc>
                <a:spcPct val="100000"/>
              </a:lnSpc>
              <a:spcBef>
                <a:spcPts val="225"/>
              </a:spcBef>
              <a:spcAft>
                <a:spcPts val="0"/>
              </a:spcAft>
              <a:buClr>
                <a:schemeClr val="lt1"/>
              </a:buClr>
              <a:buSzPts val="1350"/>
              <a:buChar char="–"/>
              <a:defRPr>
                <a:latin typeface="Arial"/>
                <a:ea typeface="Arial"/>
                <a:cs typeface="Arial"/>
                <a:sym typeface="Arial"/>
              </a:defRPr>
            </a:lvl6pPr>
            <a:lvl7pPr indent="-314325" lvl="6" marL="3200400" algn="l">
              <a:lnSpc>
                <a:spcPct val="100000"/>
              </a:lnSpc>
              <a:spcBef>
                <a:spcPts val="225"/>
              </a:spcBef>
              <a:spcAft>
                <a:spcPts val="0"/>
              </a:spcAft>
              <a:buClr>
                <a:schemeClr val="lt1"/>
              </a:buClr>
              <a:buSzPts val="1350"/>
              <a:buChar char="–"/>
              <a:defRPr>
                <a:latin typeface="Arial"/>
                <a:ea typeface="Arial"/>
                <a:cs typeface="Arial"/>
                <a:sym typeface="Arial"/>
              </a:defRPr>
            </a:lvl7pPr>
            <a:lvl8pPr indent="-314325" lvl="7" marL="3657600" algn="l">
              <a:lnSpc>
                <a:spcPct val="100000"/>
              </a:lnSpc>
              <a:spcBef>
                <a:spcPts val="225"/>
              </a:spcBef>
              <a:spcAft>
                <a:spcPts val="0"/>
              </a:spcAft>
              <a:buClr>
                <a:schemeClr val="lt1"/>
              </a:buClr>
              <a:buSzPts val="1350"/>
              <a:buChar char="–"/>
              <a:defRPr>
                <a:latin typeface="Arial"/>
                <a:ea typeface="Arial"/>
                <a:cs typeface="Arial"/>
                <a:sym typeface="Arial"/>
              </a:defRPr>
            </a:lvl8pPr>
            <a:lvl9pPr indent="-314325" lvl="8" marL="4114800" algn="l">
              <a:lnSpc>
                <a:spcPct val="100000"/>
              </a:lnSpc>
              <a:spcBef>
                <a:spcPts val="225"/>
              </a:spcBef>
              <a:spcAft>
                <a:spcPts val="0"/>
              </a:spcAft>
              <a:buClr>
                <a:schemeClr val="lt1"/>
              </a:buClr>
              <a:buSzPts val="1350"/>
              <a:buChar char="–"/>
              <a:defRPr>
                <a:latin typeface="Arial"/>
                <a:ea typeface="Arial"/>
                <a:cs typeface="Arial"/>
                <a:sym typeface="Aria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guide id="2" orient="horz" pos="4148">
          <p15:clr>
            <a:srgbClr val="FBAE40"/>
          </p15:clr>
        </p15:guide>
        <p15:guide id="3" pos="5588">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ement and Photo">
  <p:cSld name="Big Statement and Photo">
    <p:bg>
      <p:bgPr>
        <a:solidFill>
          <a:srgbClr val="231F20"/>
        </a:solidFill>
      </p:bgPr>
    </p:bg>
    <p:spTree>
      <p:nvGrpSpPr>
        <p:cNvPr id="2196" name="Shape 2196"/>
        <p:cNvGrpSpPr/>
        <p:nvPr/>
      </p:nvGrpSpPr>
      <p:grpSpPr>
        <a:xfrm>
          <a:off x="0" y="0"/>
          <a:ext cx="0" cy="0"/>
          <a:chOff x="0" y="0"/>
          <a:chExt cx="0" cy="0"/>
        </a:xfrm>
      </p:grpSpPr>
      <p:sp>
        <p:nvSpPr>
          <p:cNvPr id="2197" name="Google Shape;2197;p184"/>
          <p:cNvSpPr txBox="1"/>
          <p:nvPr>
            <p:ph idx="1" type="body"/>
          </p:nvPr>
        </p:nvSpPr>
        <p:spPr>
          <a:xfrm>
            <a:off x="273843" y="365126"/>
            <a:ext cx="4183800" cy="57156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lt1"/>
              </a:buClr>
              <a:buSzPts val="4050"/>
              <a:buFont typeface="Arial"/>
              <a:buNone/>
              <a:defRPr b="0" sz="4050">
                <a:solidFill>
                  <a:schemeClr val="lt1"/>
                </a:solidFill>
                <a:latin typeface="Arial"/>
                <a:ea typeface="Arial"/>
                <a:cs typeface="Arial"/>
                <a:sym typeface="Arial"/>
              </a:defRPr>
            </a:lvl1pPr>
            <a:lvl2pPr indent="-314325" lvl="1" marL="914400" algn="l">
              <a:lnSpc>
                <a:spcPct val="100000"/>
              </a:lnSpc>
              <a:spcBef>
                <a:spcPts val="900"/>
              </a:spcBef>
              <a:spcAft>
                <a:spcPts val="0"/>
              </a:spcAft>
              <a:buClr>
                <a:schemeClr val="lt1"/>
              </a:buClr>
              <a:buSzPts val="1350"/>
              <a:buChar char="–"/>
              <a:defRPr>
                <a:latin typeface="Arial"/>
                <a:ea typeface="Arial"/>
                <a:cs typeface="Arial"/>
                <a:sym typeface="Arial"/>
              </a:defRPr>
            </a:lvl2pPr>
            <a:lvl3pPr indent="-314325" lvl="2" marL="1371600" algn="l">
              <a:lnSpc>
                <a:spcPct val="100000"/>
              </a:lnSpc>
              <a:spcBef>
                <a:spcPts val="225"/>
              </a:spcBef>
              <a:spcAft>
                <a:spcPts val="0"/>
              </a:spcAft>
              <a:buClr>
                <a:schemeClr val="lt1"/>
              </a:buClr>
              <a:buSzPts val="1350"/>
              <a:buChar char="–"/>
              <a:defRPr>
                <a:latin typeface="Arial"/>
                <a:ea typeface="Arial"/>
                <a:cs typeface="Arial"/>
                <a:sym typeface="Arial"/>
              </a:defRPr>
            </a:lvl3pPr>
            <a:lvl4pPr indent="-314325" lvl="3" marL="1828800" algn="l">
              <a:lnSpc>
                <a:spcPct val="100000"/>
              </a:lnSpc>
              <a:spcBef>
                <a:spcPts val="225"/>
              </a:spcBef>
              <a:spcAft>
                <a:spcPts val="0"/>
              </a:spcAft>
              <a:buClr>
                <a:schemeClr val="lt1"/>
              </a:buClr>
              <a:buSzPts val="1350"/>
              <a:buChar char="–"/>
              <a:defRPr>
                <a:latin typeface="Arial"/>
                <a:ea typeface="Arial"/>
                <a:cs typeface="Arial"/>
                <a:sym typeface="Arial"/>
              </a:defRPr>
            </a:lvl4pPr>
            <a:lvl5pPr indent="-314325" lvl="4" marL="2286000" algn="l">
              <a:lnSpc>
                <a:spcPct val="100000"/>
              </a:lnSpc>
              <a:spcBef>
                <a:spcPts val="225"/>
              </a:spcBef>
              <a:spcAft>
                <a:spcPts val="0"/>
              </a:spcAft>
              <a:buClr>
                <a:schemeClr val="lt1"/>
              </a:buClr>
              <a:buSzPts val="1350"/>
              <a:buChar char="–"/>
              <a:defRPr>
                <a:latin typeface="Arial"/>
                <a:ea typeface="Arial"/>
                <a:cs typeface="Arial"/>
                <a:sym typeface="Arial"/>
              </a:defRPr>
            </a:lvl5pPr>
            <a:lvl6pPr indent="-314325" lvl="5" marL="2743200" algn="l">
              <a:lnSpc>
                <a:spcPct val="100000"/>
              </a:lnSpc>
              <a:spcBef>
                <a:spcPts val="225"/>
              </a:spcBef>
              <a:spcAft>
                <a:spcPts val="0"/>
              </a:spcAft>
              <a:buClr>
                <a:schemeClr val="lt1"/>
              </a:buClr>
              <a:buSzPts val="1350"/>
              <a:buChar char="–"/>
              <a:defRPr>
                <a:latin typeface="Arial"/>
                <a:ea typeface="Arial"/>
                <a:cs typeface="Arial"/>
                <a:sym typeface="Arial"/>
              </a:defRPr>
            </a:lvl6pPr>
            <a:lvl7pPr indent="-314325" lvl="6" marL="3200400" algn="l">
              <a:lnSpc>
                <a:spcPct val="100000"/>
              </a:lnSpc>
              <a:spcBef>
                <a:spcPts val="225"/>
              </a:spcBef>
              <a:spcAft>
                <a:spcPts val="0"/>
              </a:spcAft>
              <a:buClr>
                <a:schemeClr val="lt1"/>
              </a:buClr>
              <a:buSzPts val="1350"/>
              <a:buChar char="–"/>
              <a:defRPr>
                <a:latin typeface="Arial"/>
                <a:ea typeface="Arial"/>
                <a:cs typeface="Arial"/>
                <a:sym typeface="Arial"/>
              </a:defRPr>
            </a:lvl7pPr>
            <a:lvl8pPr indent="-314325" lvl="7" marL="3657600" algn="l">
              <a:lnSpc>
                <a:spcPct val="100000"/>
              </a:lnSpc>
              <a:spcBef>
                <a:spcPts val="225"/>
              </a:spcBef>
              <a:spcAft>
                <a:spcPts val="0"/>
              </a:spcAft>
              <a:buClr>
                <a:schemeClr val="lt1"/>
              </a:buClr>
              <a:buSzPts val="1350"/>
              <a:buChar char="–"/>
              <a:defRPr>
                <a:latin typeface="Arial"/>
                <a:ea typeface="Arial"/>
                <a:cs typeface="Arial"/>
                <a:sym typeface="Arial"/>
              </a:defRPr>
            </a:lvl8pPr>
            <a:lvl9pPr indent="-314325" lvl="8" marL="4114800" algn="l">
              <a:lnSpc>
                <a:spcPct val="100000"/>
              </a:lnSpc>
              <a:spcBef>
                <a:spcPts val="225"/>
              </a:spcBef>
              <a:spcAft>
                <a:spcPts val="0"/>
              </a:spcAft>
              <a:buClr>
                <a:schemeClr val="lt1"/>
              </a:buClr>
              <a:buSzPts val="1350"/>
              <a:buChar char="–"/>
              <a:defRPr>
                <a:latin typeface="Arial"/>
                <a:ea typeface="Arial"/>
                <a:cs typeface="Arial"/>
                <a:sym typeface="Arial"/>
              </a:defRPr>
            </a:lvl9pPr>
          </a:lstStyle>
          <a:p/>
        </p:txBody>
      </p:sp>
      <p:sp>
        <p:nvSpPr>
          <p:cNvPr id="2198" name="Google Shape;2198;p184"/>
          <p:cNvSpPr/>
          <p:nvPr>
            <p:ph idx="2" type="pic"/>
          </p:nvPr>
        </p:nvSpPr>
        <p:spPr>
          <a:xfrm>
            <a:off x="4683919" y="2880360"/>
            <a:ext cx="4183800" cy="3200400"/>
          </a:xfrm>
          <a:prstGeom prst="rect">
            <a:avLst/>
          </a:prstGeom>
          <a:solidFill>
            <a:srgbClr val="7A7480"/>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guide id="2" orient="horz" pos="4148">
          <p15:clr>
            <a:srgbClr val="FBAE40"/>
          </p15:clr>
        </p15:guide>
        <p15:guide id="3" pos="3744">
          <p15:clr>
            <a:srgbClr val="FBAE40"/>
          </p15:clr>
        </p15:guide>
        <p15:guide id="4" pos="3934">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ck matrix slide ">
  <p:cSld name="Black matrix slide ">
    <p:bg>
      <p:bgPr>
        <a:solidFill>
          <a:srgbClr val="231F20"/>
        </a:solidFill>
      </p:bgPr>
    </p:bg>
    <p:spTree>
      <p:nvGrpSpPr>
        <p:cNvPr id="2199" name="Shape 2199"/>
        <p:cNvGrpSpPr/>
        <p:nvPr/>
      </p:nvGrpSpPr>
      <p:grpSpPr>
        <a:xfrm>
          <a:off x="0" y="0"/>
          <a:ext cx="0" cy="0"/>
          <a:chOff x="0" y="0"/>
          <a:chExt cx="0" cy="0"/>
        </a:xfrm>
      </p:grpSpPr>
      <p:sp>
        <p:nvSpPr>
          <p:cNvPr id="2200" name="Google Shape;2200;p185"/>
          <p:cNvSpPr/>
          <p:nvPr/>
        </p:nvSpPr>
        <p:spPr>
          <a:xfrm>
            <a:off x="3949798" y="3054045"/>
            <a:ext cx="1249200" cy="1665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600">
              <a:solidFill>
                <a:schemeClr val="lt1"/>
              </a:solidFill>
              <a:latin typeface="Arial"/>
              <a:ea typeface="Arial"/>
              <a:cs typeface="Arial"/>
              <a:sym typeface="Arial"/>
            </a:endParaRPr>
          </a:p>
        </p:txBody>
      </p:sp>
      <p:grpSp>
        <p:nvGrpSpPr>
          <p:cNvPr id="2201" name="Google Shape;2201;p185"/>
          <p:cNvGrpSpPr/>
          <p:nvPr/>
        </p:nvGrpSpPr>
        <p:grpSpPr>
          <a:xfrm>
            <a:off x="3206913" y="2272226"/>
            <a:ext cx="2725815" cy="3229839"/>
            <a:chOff x="4523723" y="2165131"/>
            <a:chExt cx="3139255" cy="3300132"/>
          </a:xfrm>
        </p:grpSpPr>
        <p:grpSp>
          <p:nvGrpSpPr>
            <p:cNvPr id="2202" name="Google Shape;2202;p185"/>
            <p:cNvGrpSpPr/>
            <p:nvPr/>
          </p:nvGrpSpPr>
          <p:grpSpPr>
            <a:xfrm rot="10800000">
              <a:off x="6615727" y="2165131"/>
              <a:ext cx="1047251" cy="3300132"/>
              <a:chOff x="5319301" y="2165131"/>
              <a:chExt cx="1047251" cy="3300132"/>
            </a:xfrm>
          </p:grpSpPr>
          <p:sp>
            <p:nvSpPr>
              <p:cNvPr id="2203" name="Google Shape;2203;p185"/>
              <p:cNvSpPr/>
              <p:nvPr/>
            </p:nvSpPr>
            <p:spPr>
              <a:xfrm>
                <a:off x="5319301" y="2165131"/>
                <a:ext cx="1047251" cy="735724"/>
              </a:xfrm>
              <a:custGeom>
                <a:rect b="b" l="l" r="r" t="t"/>
                <a:pathLst>
                  <a:path extrusionOk="0" h="735724" w="1114097">
                    <a:moveTo>
                      <a:pt x="0" y="0"/>
                    </a:moveTo>
                    <a:lnTo>
                      <a:pt x="609600" y="0"/>
                    </a:lnTo>
                    <a:lnTo>
                      <a:pt x="1114097" y="735724"/>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Arial"/>
                  <a:ea typeface="Arial"/>
                  <a:cs typeface="Arial"/>
                  <a:sym typeface="Arial"/>
                </a:endParaRPr>
              </a:p>
            </p:txBody>
          </p:sp>
          <p:sp>
            <p:nvSpPr>
              <p:cNvPr id="2204" name="Google Shape;2204;p185"/>
              <p:cNvSpPr/>
              <p:nvPr/>
            </p:nvSpPr>
            <p:spPr>
              <a:xfrm flipH="1" rot="10800000">
                <a:off x="5319301" y="4729539"/>
                <a:ext cx="1047251" cy="735724"/>
              </a:xfrm>
              <a:custGeom>
                <a:rect b="b" l="l" r="r" t="t"/>
                <a:pathLst>
                  <a:path extrusionOk="0" h="735724" w="1114097">
                    <a:moveTo>
                      <a:pt x="0" y="0"/>
                    </a:moveTo>
                    <a:lnTo>
                      <a:pt x="609600" y="0"/>
                    </a:lnTo>
                    <a:lnTo>
                      <a:pt x="1114097" y="735724"/>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Arial"/>
                  <a:ea typeface="Arial"/>
                  <a:cs typeface="Arial"/>
                  <a:sym typeface="Arial"/>
                </a:endParaRPr>
              </a:p>
            </p:txBody>
          </p:sp>
        </p:grpSp>
        <p:grpSp>
          <p:nvGrpSpPr>
            <p:cNvPr id="2205" name="Google Shape;2205;p185"/>
            <p:cNvGrpSpPr/>
            <p:nvPr/>
          </p:nvGrpSpPr>
          <p:grpSpPr>
            <a:xfrm>
              <a:off x="4523723" y="2165131"/>
              <a:ext cx="3139255" cy="3300132"/>
              <a:chOff x="4523723" y="2165131"/>
              <a:chExt cx="3139255" cy="3300132"/>
            </a:xfrm>
          </p:grpSpPr>
          <p:sp>
            <p:nvSpPr>
              <p:cNvPr id="2206" name="Google Shape;2206;p185"/>
              <p:cNvSpPr/>
              <p:nvPr/>
            </p:nvSpPr>
            <p:spPr>
              <a:xfrm>
                <a:off x="4523760" y="2165131"/>
                <a:ext cx="1047251" cy="735724"/>
              </a:xfrm>
              <a:custGeom>
                <a:rect b="b" l="l" r="r" t="t"/>
                <a:pathLst>
                  <a:path extrusionOk="0" h="735724" w="1114097">
                    <a:moveTo>
                      <a:pt x="0" y="0"/>
                    </a:moveTo>
                    <a:lnTo>
                      <a:pt x="609600" y="0"/>
                    </a:lnTo>
                    <a:lnTo>
                      <a:pt x="1114097" y="735724"/>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Arial"/>
                  <a:ea typeface="Arial"/>
                  <a:cs typeface="Arial"/>
                  <a:sym typeface="Arial"/>
                </a:endParaRPr>
              </a:p>
            </p:txBody>
          </p:sp>
          <p:sp>
            <p:nvSpPr>
              <p:cNvPr id="2207" name="Google Shape;2207;p185"/>
              <p:cNvSpPr/>
              <p:nvPr/>
            </p:nvSpPr>
            <p:spPr>
              <a:xfrm flipH="1" rot="10800000">
                <a:off x="4523760" y="4729539"/>
                <a:ext cx="1047251" cy="735724"/>
              </a:xfrm>
              <a:custGeom>
                <a:rect b="b" l="l" r="r" t="t"/>
                <a:pathLst>
                  <a:path extrusionOk="0" h="735724" w="1114097">
                    <a:moveTo>
                      <a:pt x="0" y="0"/>
                    </a:moveTo>
                    <a:lnTo>
                      <a:pt x="609600" y="0"/>
                    </a:lnTo>
                    <a:lnTo>
                      <a:pt x="1114097" y="735724"/>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Arial"/>
                  <a:ea typeface="Arial"/>
                  <a:cs typeface="Arial"/>
                  <a:sym typeface="Arial"/>
                </a:endParaRPr>
              </a:p>
            </p:txBody>
          </p:sp>
          <p:grpSp>
            <p:nvGrpSpPr>
              <p:cNvPr id="2208" name="Google Shape;2208;p185"/>
              <p:cNvGrpSpPr/>
              <p:nvPr/>
            </p:nvGrpSpPr>
            <p:grpSpPr>
              <a:xfrm>
                <a:off x="4523723" y="3772576"/>
                <a:ext cx="3139255" cy="0"/>
                <a:chOff x="4523723" y="3772576"/>
                <a:chExt cx="3139255" cy="0"/>
              </a:xfrm>
            </p:grpSpPr>
            <p:cxnSp>
              <p:nvCxnSpPr>
                <p:cNvPr id="2209" name="Google Shape;2209;p185"/>
                <p:cNvCxnSpPr/>
                <p:nvPr/>
              </p:nvCxnSpPr>
              <p:spPr>
                <a:xfrm rot="10800000">
                  <a:off x="4523723" y="3772576"/>
                  <a:ext cx="496200" cy="0"/>
                </a:xfrm>
                <a:prstGeom prst="straightConnector1">
                  <a:avLst/>
                </a:prstGeom>
                <a:noFill/>
                <a:ln cap="flat" cmpd="sng" w="12700">
                  <a:solidFill>
                    <a:schemeClr val="lt1"/>
                  </a:solidFill>
                  <a:prstDash val="solid"/>
                  <a:round/>
                  <a:headEnd len="sm" w="sm" type="none"/>
                  <a:tailEnd len="sm" w="sm" type="none"/>
                </a:ln>
              </p:spPr>
            </p:cxnSp>
            <p:cxnSp>
              <p:nvCxnSpPr>
                <p:cNvPr id="2210" name="Google Shape;2210;p185"/>
                <p:cNvCxnSpPr/>
                <p:nvPr/>
              </p:nvCxnSpPr>
              <p:spPr>
                <a:xfrm rot="10800000">
                  <a:off x="7166778" y="3772576"/>
                  <a:ext cx="496200" cy="0"/>
                </a:xfrm>
                <a:prstGeom prst="straightConnector1">
                  <a:avLst/>
                </a:prstGeom>
                <a:noFill/>
                <a:ln cap="flat" cmpd="sng" w="12700">
                  <a:solidFill>
                    <a:schemeClr val="lt1"/>
                  </a:solidFill>
                  <a:prstDash val="solid"/>
                  <a:round/>
                  <a:headEnd len="sm" w="sm" type="none"/>
                  <a:tailEnd len="sm" w="sm" type="none"/>
                </a:ln>
              </p:spPr>
            </p:cxnSp>
          </p:grpSp>
        </p:grpSp>
      </p:grpSp>
      <p:sp>
        <p:nvSpPr>
          <p:cNvPr id="2211" name="Google Shape;2211;p185"/>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2" name="Google Shape;2212;p185"/>
          <p:cNvSpPr txBox="1"/>
          <p:nvPr>
            <p:ph idx="1" type="body"/>
          </p:nvPr>
        </p:nvSpPr>
        <p:spPr>
          <a:xfrm>
            <a:off x="994886" y="2011680"/>
            <a:ext cx="1988700" cy="9144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lt1"/>
              </a:buClr>
              <a:buSzPts val="1200"/>
              <a:buFont typeface="Arial"/>
              <a:buNone/>
              <a:defRPr b="1" sz="1200">
                <a:latin typeface="Arial"/>
                <a:ea typeface="Arial"/>
                <a:cs typeface="Arial"/>
                <a:sym typeface="Arial"/>
              </a:defRPr>
            </a:lvl1pPr>
            <a:lvl2pPr indent="-228600" lvl="1" marL="9144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indent="-228600" lvl="2" marL="13716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lt1"/>
              </a:buClr>
              <a:buSzPts val="1050"/>
              <a:buFont typeface="Arial"/>
              <a:buNone/>
              <a:defRPr sz="1050"/>
            </a:lvl4pPr>
            <a:lvl5pPr indent="-228600" lvl="4" marL="2286000" algn="l">
              <a:lnSpc>
                <a:spcPct val="100000"/>
              </a:lnSpc>
              <a:spcBef>
                <a:spcPts val="0"/>
              </a:spcBef>
              <a:spcAft>
                <a:spcPts val="0"/>
              </a:spcAft>
              <a:buClr>
                <a:schemeClr val="lt1"/>
              </a:buClr>
              <a:buSzPts val="1050"/>
              <a:buFont typeface="Arial"/>
              <a:buNone/>
              <a:defRPr sz="1050"/>
            </a:lvl5pPr>
            <a:lvl6pPr indent="-228600" lvl="5" marL="2743200" algn="l">
              <a:lnSpc>
                <a:spcPct val="100000"/>
              </a:lnSpc>
              <a:spcBef>
                <a:spcPts val="0"/>
              </a:spcBef>
              <a:spcAft>
                <a:spcPts val="0"/>
              </a:spcAft>
              <a:buClr>
                <a:schemeClr val="lt1"/>
              </a:buClr>
              <a:buSzPts val="1050"/>
              <a:buFont typeface="Arial"/>
              <a:buNone/>
              <a:defRPr sz="1050"/>
            </a:lvl6pPr>
            <a:lvl7pPr indent="-228600" lvl="6" marL="3200400" algn="l">
              <a:lnSpc>
                <a:spcPct val="100000"/>
              </a:lnSpc>
              <a:spcBef>
                <a:spcPts val="0"/>
              </a:spcBef>
              <a:spcAft>
                <a:spcPts val="0"/>
              </a:spcAft>
              <a:buClr>
                <a:schemeClr val="lt1"/>
              </a:buClr>
              <a:buSzPts val="1050"/>
              <a:buFont typeface="Arial"/>
              <a:buNone/>
              <a:defRPr sz="1050"/>
            </a:lvl7pPr>
            <a:lvl8pPr indent="-228600" lvl="7" marL="3657600" algn="l">
              <a:lnSpc>
                <a:spcPct val="100000"/>
              </a:lnSpc>
              <a:spcBef>
                <a:spcPts val="0"/>
              </a:spcBef>
              <a:spcAft>
                <a:spcPts val="0"/>
              </a:spcAft>
              <a:buClr>
                <a:schemeClr val="lt1"/>
              </a:buClr>
              <a:buSzPts val="1050"/>
              <a:buFont typeface="Arial"/>
              <a:buNone/>
              <a:defRPr sz="1050"/>
            </a:lvl8pPr>
            <a:lvl9pPr indent="-228600" lvl="8" marL="4114800" algn="l">
              <a:lnSpc>
                <a:spcPct val="100000"/>
              </a:lnSpc>
              <a:spcBef>
                <a:spcPts val="0"/>
              </a:spcBef>
              <a:spcAft>
                <a:spcPts val="0"/>
              </a:spcAft>
              <a:buClr>
                <a:schemeClr val="lt1"/>
              </a:buClr>
              <a:buSzPts val="1050"/>
              <a:buFont typeface="Arial"/>
              <a:buNone/>
              <a:defRPr sz="1050"/>
            </a:lvl9pPr>
          </a:lstStyle>
          <a:p/>
        </p:txBody>
      </p:sp>
      <p:sp>
        <p:nvSpPr>
          <p:cNvPr id="2213" name="Google Shape;2213;p185"/>
          <p:cNvSpPr txBox="1"/>
          <p:nvPr>
            <p:ph idx="2" type="body"/>
          </p:nvPr>
        </p:nvSpPr>
        <p:spPr>
          <a:xfrm>
            <a:off x="982842" y="3501656"/>
            <a:ext cx="1988700" cy="9144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lt1"/>
              </a:buClr>
              <a:buSzPts val="1200"/>
              <a:buFont typeface="Arial"/>
              <a:buNone/>
              <a:defRPr b="1" sz="1200">
                <a:latin typeface="Arial"/>
                <a:ea typeface="Arial"/>
                <a:cs typeface="Arial"/>
                <a:sym typeface="Arial"/>
              </a:defRPr>
            </a:lvl1pPr>
            <a:lvl2pPr indent="-228600" lvl="1" marL="9144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indent="-228600" lvl="2" marL="13716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lt1"/>
              </a:buClr>
              <a:buSzPts val="1050"/>
              <a:buFont typeface="Arial"/>
              <a:buNone/>
              <a:defRPr sz="1050"/>
            </a:lvl4pPr>
            <a:lvl5pPr indent="-228600" lvl="4" marL="2286000" algn="l">
              <a:lnSpc>
                <a:spcPct val="100000"/>
              </a:lnSpc>
              <a:spcBef>
                <a:spcPts val="0"/>
              </a:spcBef>
              <a:spcAft>
                <a:spcPts val="0"/>
              </a:spcAft>
              <a:buClr>
                <a:schemeClr val="lt1"/>
              </a:buClr>
              <a:buSzPts val="1050"/>
              <a:buFont typeface="Arial"/>
              <a:buNone/>
              <a:defRPr sz="1050"/>
            </a:lvl5pPr>
            <a:lvl6pPr indent="-228600" lvl="5" marL="2743200" algn="l">
              <a:lnSpc>
                <a:spcPct val="100000"/>
              </a:lnSpc>
              <a:spcBef>
                <a:spcPts val="0"/>
              </a:spcBef>
              <a:spcAft>
                <a:spcPts val="0"/>
              </a:spcAft>
              <a:buClr>
                <a:schemeClr val="lt1"/>
              </a:buClr>
              <a:buSzPts val="1050"/>
              <a:buFont typeface="Arial"/>
              <a:buNone/>
              <a:defRPr sz="1050"/>
            </a:lvl6pPr>
            <a:lvl7pPr indent="-228600" lvl="6" marL="3200400" algn="l">
              <a:lnSpc>
                <a:spcPct val="100000"/>
              </a:lnSpc>
              <a:spcBef>
                <a:spcPts val="0"/>
              </a:spcBef>
              <a:spcAft>
                <a:spcPts val="0"/>
              </a:spcAft>
              <a:buClr>
                <a:schemeClr val="lt1"/>
              </a:buClr>
              <a:buSzPts val="1050"/>
              <a:buFont typeface="Arial"/>
              <a:buNone/>
              <a:defRPr sz="1050"/>
            </a:lvl7pPr>
            <a:lvl8pPr indent="-228600" lvl="7" marL="3657600" algn="l">
              <a:lnSpc>
                <a:spcPct val="100000"/>
              </a:lnSpc>
              <a:spcBef>
                <a:spcPts val="0"/>
              </a:spcBef>
              <a:spcAft>
                <a:spcPts val="0"/>
              </a:spcAft>
              <a:buClr>
                <a:schemeClr val="lt1"/>
              </a:buClr>
              <a:buSzPts val="1050"/>
              <a:buFont typeface="Arial"/>
              <a:buNone/>
              <a:defRPr sz="1050"/>
            </a:lvl8pPr>
            <a:lvl9pPr indent="-228600" lvl="8" marL="4114800" algn="l">
              <a:lnSpc>
                <a:spcPct val="100000"/>
              </a:lnSpc>
              <a:spcBef>
                <a:spcPts val="0"/>
              </a:spcBef>
              <a:spcAft>
                <a:spcPts val="0"/>
              </a:spcAft>
              <a:buClr>
                <a:schemeClr val="lt1"/>
              </a:buClr>
              <a:buSzPts val="1050"/>
              <a:buFont typeface="Arial"/>
              <a:buNone/>
              <a:defRPr sz="1050"/>
            </a:lvl9pPr>
          </a:lstStyle>
          <a:p/>
        </p:txBody>
      </p:sp>
      <p:sp>
        <p:nvSpPr>
          <p:cNvPr id="2214" name="Google Shape;2214;p185"/>
          <p:cNvSpPr txBox="1"/>
          <p:nvPr>
            <p:ph idx="3" type="body"/>
          </p:nvPr>
        </p:nvSpPr>
        <p:spPr>
          <a:xfrm>
            <a:off x="982842" y="4991632"/>
            <a:ext cx="1988700" cy="9144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lt1"/>
              </a:buClr>
              <a:buSzPts val="1200"/>
              <a:buFont typeface="Arial"/>
              <a:buNone/>
              <a:defRPr b="1" sz="1200">
                <a:latin typeface="Arial"/>
                <a:ea typeface="Arial"/>
                <a:cs typeface="Arial"/>
                <a:sym typeface="Arial"/>
              </a:defRPr>
            </a:lvl1pPr>
            <a:lvl2pPr indent="-228600" lvl="1" marL="9144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indent="-228600" lvl="2" marL="1371600" algn="r">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lt1"/>
              </a:buClr>
              <a:buSzPts val="1050"/>
              <a:buFont typeface="Arial"/>
              <a:buNone/>
              <a:defRPr sz="1050"/>
            </a:lvl4pPr>
            <a:lvl5pPr indent="-228600" lvl="4" marL="2286000" algn="l">
              <a:lnSpc>
                <a:spcPct val="100000"/>
              </a:lnSpc>
              <a:spcBef>
                <a:spcPts val="0"/>
              </a:spcBef>
              <a:spcAft>
                <a:spcPts val="0"/>
              </a:spcAft>
              <a:buClr>
                <a:schemeClr val="lt1"/>
              </a:buClr>
              <a:buSzPts val="1050"/>
              <a:buFont typeface="Arial"/>
              <a:buNone/>
              <a:defRPr sz="1050"/>
            </a:lvl5pPr>
            <a:lvl6pPr indent="-228600" lvl="5" marL="2743200" algn="l">
              <a:lnSpc>
                <a:spcPct val="100000"/>
              </a:lnSpc>
              <a:spcBef>
                <a:spcPts val="0"/>
              </a:spcBef>
              <a:spcAft>
                <a:spcPts val="0"/>
              </a:spcAft>
              <a:buClr>
                <a:schemeClr val="lt1"/>
              </a:buClr>
              <a:buSzPts val="1050"/>
              <a:buFont typeface="Arial"/>
              <a:buNone/>
              <a:defRPr sz="1050"/>
            </a:lvl6pPr>
            <a:lvl7pPr indent="-228600" lvl="6" marL="3200400" algn="l">
              <a:lnSpc>
                <a:spcPct val="100000"/>
              </a:lnSpc>
              <a:spcBef>
                <a:spcPts val="0"/>
              </a:spcBef>
              <a:spcAft>
                <a:spcPts val="0"/>
              </a:spcAft>
              <a:buClr>
                <a:schemeClr val="lt1"/>
              </a:buClr>
              <a:buSzPts val="1050"/>
              <a:buFont typeface="Arial"/>
              <a:buNone/>
              <a:defRPr sz="1050"/>
            </a:lvl7pPr>
            <a:lvl8pPr indent="-228600" lvl="7" marL="3657600" algn="l">
              <a:lnSpc>
                <a:spcPct val="100000"/>
              </a:lnSpc>
              <a:spcBef>
                <a:spcPts val="0"/>
              </a:spcBef>
              <a:spcAft>
                <a:spcPts val="0"/>
              </a:spcAft>
              <a:buClr>
                <a:schemeClr val="lt1"/>
              </a:buClr>
              <a:buSzPts val="1050"/>
              <a:buFont typeface="Arial"/>
              <a:buNone/>
              <a:defRPr sz="1050"/>
            </a:lvl8pPr>
            <a:lvl9pPr indent="-228600" lvl="8" marL="4114800" algn="l">
              <a:lnSpc>
                <a:spcPct val="100000"/>
              </a:lnSpc>
              <a:spcBef>
                <a:spcPts val="0"/>
              </a:spcBef>
              <a:spcAft>
                <a:spcPts val="0"/>
              </a:spcAft>
              <a:buClr>
                <a:schemeClr val="lt1"/>
              </a:buClr>
              <a:buSzPts val="1050"/>
              <a:buFont typeface="Arial"/>
              <a:buNone/>
              <a:defRPr sz="1050"/>
            </a:lvl9pPr>
          </a:lstStyle>
          <a:p/>
        </p:txBody>
      </p:sp>
      <p:sp>
        <p:nvSpPr>
          <p:cNvPr id="2215" name="Google Shape;2215;p185"/>
          <p:cNvSpPr txBox="1"/>
          <p:nvPr>
            <p:ph idx="4" type="body"/>
          </p:nvPr>
        </p:nvSpPr>
        <p:spPr>
          <a:xfrm>
            <a:off x="6211193" y="2011680"/>
            <a:ext cx="198870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lt1"/>
              </a:buClr>
              <a:buSzPts val="1050"/>
              <a:buFont typeface="Arial"/>
              <a:buNone/>
              <a:defRPr sz="1050"/>
            </a:lvl4pPr>
            <a:lvl5pPr indent="-228600" lvl="4" marL="2286000" algn="l">
              <a:lnSpc>
                <a:spcPct val="100000"/>
              </a:lnSpc>
              <a:spcBef>
                <a:spcPts val="0"/>
              </a:spcBef>
              <a:spcAft>
                <a:spcPts val="0"/>
              </a:spcAft>
              <a:buClr>
                <a:schemeClr val="lt1"/>
              </a:buClr>
              <a:buSzPts val="1050"/>
              <a:buFont typeface="Arial"/>
              <a:buNone/>
              <a:defRPr sz="1050"/>
            </a:lvl5pPr>
            <a:lvl6pPr indent="-228600" lvl="5" marL="2743200" algn="l">
              <a:lnSpc>
                <a:spcPct val="100000"/>
              </a:lnSpc>
              <a:spcBef>
                <a:spcPts val="0"/>
              </a:spcBef>
              <a:spcAft>
                <a:spcPts val="0"/>
              </a:spcAft>
              <a:buClr>
                <a:schemeClr val="lt1"/>
              </a:buClr>
              <a:buSzPts val="1050"/>
              <a:buFont typeface="Arial"/>
              <a:buNone/>
              <a:defRPr sz="1050"/>
            </a:lvl6pPr>
            <a:lvl7pPr indent="-228600" lvl="6" marL="3200400" algn="l">
              <a:lnSpc>
                <a:spcPct val="100000"/>
              </a:lnSpc>
              <a:spcBef>
                <a:spcPts val="0"/>
              </a:spcBef>
              <a:spcAft>
                <a:spcPts val="0"/>
              </a:spcAft>
              <a:buClr>
                <a:schemeClr val="lt1"/>
              </a:buClr>
              <a:buSzPts val="1050"/>
              <a:buFont typeface="Arial"/>
              <a:buNone/>
              <a:defRPr sz="1050"/>
            </a:lvl7pPr>
            <a:lvl8pPr indent="-228600" lvl="7" marL="3657600" algn="l">
              <a:lnSpc>
                <a:spcPct val="100000"/>
              </a:lnSpc>
              <a:spcBef>
                <a:spcPts val="0"/>
              </a:spcBef>
              <a:spcAft>
                <a:spcPts val="0"/>
              </a:spcAft>
              <a:buClr>
                <a:schemeClr val="lt1"/>
              </a:buClr>
              <a:buSzPts val="1050"/>
              <a:buFont typeface="Arial"/>
              <a:buNone/>
              <a:defRPr sz="1050"/>
            </a:lvl8pPr>
            <a:lvl9pPr indent="-228600" lvl="8" marL="4114800" algn="l">
              <a:lnSpc>
                <a:spcPct val="100000"/>
              </a:lnSpc>
              <a:spcBef>
                <a:spcPts val="0"/>
              </a:spcBef>
              <a:spcAft>
                <a:spcPts val="0"/>
              </a:spcAft>
              <a:buClr>
                <a:schemeClr val="lt1"/>
              </a:buClr>
              <a:buSzPts val="1050"/>
              <a:buFont typeface="Arial"/>
              <a:buNone/>
              <a:defRPr sz="1050"/>
            </a:lvl9pPr>
          </a:lstStyle>
          <a:p/>
        </p:txBody>
      </p:sp>
      <p:sp>
        <p:nvSpPr>
          <p:cNvPr id="2216" name="Google Shape;2216;p185"/>
          <p:cNvSpPr txBox="1"/>
          <p:nvPr>
            <p:ph idx="5" type="body"/>
          </p:nvPr>
        </p:nvSpPr>
        <p:spPr>
          <a:xfrm>
            <a:off x="6199149" y="3501656"/>
            <a:ext cx="198870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lt1"/>
              </a:buClr>
              <a:buSzPts val="1050"/>
              <a:buFont typeface="Arial"/>
              <a:buNone/>
              <a:defRPr sz="1050"/>
            </a:lvl4pPr>
            <a:lvl5pPr indent="-228600" lvl="4" marL="2286000" algn="l">
              <a:lnSpc>
                <a:spcPct val="100000"/>
              </a:lnSpc>
              <a:spcBef>
                <a:spcPts val="0"/>
              </a:spcBef>
              <a:spcAft>
                <a:spcPts val="0"/>
              </a:spcAft>
              <a:buClr>
                <a:schemeClr val="lt1"/>
              </a:buClr>
              <a:buSzPts val="1050"/>
              <a:buFont typeface="Arial"/>
              <a:buNone/>
              <a:defRPr sz="1050"/>
            </a:lvl5pPr>
            <a:lvl6pPr indent="-228600" lvl="5" marL="2743200" algn="l">
              <a:lnSpc>
                <a:spcPct val="100000"/>
              </a:lnSpc>
              <a:spcBef>
                <a:spcPts val="0"/>
              </a:spcBef>
              <a:spcAft>
                <a:spcPts val="0"/>
              </a:spcAft>
              <a:buClr>
                <a:schemeClr val="lt1"/>
              </a:buClr>
              <a:buSzPts val="1050"/>
              <a:buFont typeface="Arial"/>
              <a:buNone/>
              <a:defRPr sz="1050"/>
            </a:lvl6pPr>
            <a:lvl7pPr indent="-228600" lvl="6" marL="3200400" algn="l">
              <a:lnSpc>
                <a:spcPct val="100000"/>
              </a:lnSpc>
              <a:spcBef>
                <a:spcPts val="0"/>
              </a:spcBef>
              <a:spcAft>
                <a:spcPts val="0"/>
              </a:spcAft>
              <a:buClr>
                <a:schemeClr val="lt1"/>
              </a:buClr>
              <a:buSzPts val="1050"/>
              <a:buFont typeface="Arial"/>
              <a:buNone/>
              <a:defRPr sz="1050"/>
            </a:lvl7pPr>
            <a:lvl8pPr indent="-228600" lvl="7" marL="3657600" algn="l">
              <a:lnSpc>
                <a:spcPct val="100000"/>
              </a:lnSpc>
              <a:spcBef>
                <a:spcPts val="0"/>
              </a:spcBef>
              <a:spcAft>
                <a:spcPts val="0"/>
              </a:spcAft>
              <a:buClr>
                <a:schemeClr val="lt1"/>
              </a:buClr>
              <a:buSzPts val="1050"/>
              <a:buFont typeface="Arial"/>
              <a:buNone/>
              <a:defRPr sz="1050"/>
            </a:lvl8pPr>
            <a:lvl9pPr indent="-228600" lvl="8" marL="4114800" algn="l">
              <a:lnSpc>
                <a:spcPct val="100000"/>
              </a:lnSpc>
              <a:spcBef>
                <a:spcPts val="0"/>
              </a:spcBef>
              <a:spcAft>
                <a:spcPts val="0"/>
              </a:spcAft>
              <a:buClr>
                <a:schemeClr val="lt1"/>
              </a:buClr>
              <a:buSzPts val="1050"/>
              <a:buFont typeface="Arial"/>
              <a:buNone/>
              <a:defRPr sz="1050"/>
            </a:lvl9pPr>
          </a:lstStyle>
          <a:p/>
        </p:txBody>
      </p:sp>
      <p:sp>
        <p:nvSpPr>
          <p:cNvPr id="2217" name="Google Shape;2217;p185"/>
          <p:cNvSpPr txBox="1"/>
          <p:nvPr>
            <p:ph idx="6" type="body"/>
          </p:nvPr>
        </p:nvSpPr>
        <p:spPr>
          <a:xfrm>
            <a:off x="6199149" y="4991632"/>
            <a:ext cx="198870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lt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lt1"/>
              </a:buClr>
              <a:buSzPts val="1050"/>
              <a:buFont typeface="Arial"/>
              <a:buNone/>
              <a:defRPr sz="1050"/>
            </a:lvl4pPr>
            <a:lvl5pPr indent="-228600" lvl="4" marL="2286000" algn="l">
              <a:lnSpc>
                <a:spcPct val="100000"/>
              </a:lnSpc>
              <a:spcBef>
                <a:spcPts val="0"/>
              </a:spcBef>
              <a:spcAft>
                <a:spcPts val="0"/>
              </a:spcAft>
              <a:buClr>
                <a:schemeClr val="lt1"/>
              </a:buClr>
              <a:buSzPts val="1050"/>
              <a:buFont typeface="Arial"/>
              <a:buNone/>
              <a:defRPr sz="1050"/>
            </a:lvl5pPr>
            <a:lvl6pPr indent="-228600" lvl="5" marL="2743200" algn="l">
              <a:lnSpc>
                <a:spcPct val="100000"/>
              </a:lnSpc>
              <a:spcBef>
                <a:spcPts val="0"/>
              </a:spcBef>
              <a:spcAft>
                <a:spcPts val="0"/>
              </a:spcAft>
              <a:buClr>
                <a:schemeClr val="lt1"/>
              </a:buClr>
              <a:buSzPts val="1050"/>
              <a:buFont typeface="Arial"/>
              <a:buNone/>
              <a:defRPr sz="1050"/>
            </a:lvl6pPr>
            <a:lvl7pPr indent="-228600" lvl="6" marL="3200400" algn="l">
              <a:lnSpc>
                <a:spcPct val="100000"/>
              </a:lnSpc>
              <a:spcBef>
                <a:spcPts val="0"/>
              </a:spcBef>
              <a:spcAft>
                <a:spcPts val="0"/>
              </a:spcAft>
              <a:buClr>
                <a:schemeClr val="lt1"/>
              </a:buClr>
              <a:buSzPts val="1050"/>
              <a:buFont typeface="Arial"/>
              <a:buNone/>
              <a:defRPr sz="1050"/>
            </a:lvl7pPr>
            <a:lvl8pPr indent="-228600" lvl="7" marL="3657600" algn="l">
              <a:lnSpc>
                <a:spcPct val="100000"/>
              </a:lnSpc>
              <a:spcBef>
                <a:spcPts val="0"/>
              </a:spcBef>
              <a:spcAft>
                <a:spcPts val="0"/>
              </a:spcAft>
              <a:buClr>
                <a:schemeClr val="lt1"/>
              </a:buClr>
              <a:buSzPts val="1050"/>
              <a:buFont typeface="Arial"/>
              <a:buNone/>
              <a:defRPr sz="1050"/>
            </a:lvl8pPr>
            <a:lvl9pPr indent="-228600" lvl="8" marL="4114800" algn="l">
              <a:lnSpc>
                <a:spcPct val="100000"/>
              </a:lnSpc>
              <a:spcBef>
                <a:spcPts val="0"/>
              </a:spcBef>
              <a:spcAft>
                <a:spcPts val="0"/>
              </a:spcAft>
              <a:buClr>
                <a:schemeClr val="lt1"/>
              </a:buClr>
              <a:buSzPts val="1050"/>
              <a:buFont typeface="Arial"/>
              <a:buNone/>
              <a:defRPr sz="1050"/>
            </a:lvl9pPr>
          </a:lstStyle>
          <a:p/>
        </p:txBody>
      </p:sp>
      <p:sp>
        <p:nvSpPr>
          <p:cNvPr id="2218" name="Google Shape;2218;p185"/>
          <p:cNvSpPr txBox="1"/>
          <p:nvPr>
            <p:ph idx="7" type="body"/>
          </p:nvPr>
        </p:nvSpPr>
        <p:spPr>
          <a:xfrm>
            <a:off x="4060697" y="3429716"/>
            <a:ext cx="1027500" cy="9144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dk1"/>
              </a:buClr>
              <a:buSzPts val="1200"/>
              <a:buFont typeface="Arial"/>
              <a:buNone/>
              <a:defRPr b="1" sz="1200">
                <a:solidFill>
                  <a:schemeClr val="dk1"/>
                </a:solidFill>
                <a:latin typeface="Arial"/>
                <a:ea typeface="Arial"/>
                <a:cs typeface="Arial"/>
                <a:sym typeface="Arial"/>
              </a:defRPr>
            </a:lvl1pPr>
            <a:lvl2pPr indent="-228600" lvl="1" marL="914400" algn="ctr">
              <a:lnSpc>
                <a:spcPct val="100000"/>
              </a:lnSpc>
              <a:spcBef>
                <a:spcPts val="0"/>
              </a:spcBef>
              <a:spcAft>
                <a:spcPts val="0"/>
              </a:spcAft>
              <a:buClr>
                <a:schemeClr val="dk1"/>
              </a:buClr>
              <a:buSzPts val="1050"/>
              <a:buFont typeface="Arial"/>
              <a:buNone/>
              <a:defRPr sz="1050">
                <a:solidFill>
                  <a:schemeClr val="dk1"/>
                </a:solidFill>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solidFill>
                  <a:schemeClr val="dk1"/>
                </a:solidFill>
              </a:defRPr>
            </a:lvl3pPr>
            <a:lvl4pPr indent="-228600" lvl="3" marL="1828800" algn="l">
              <a:lnSpc>
                <a:spcPct val="100000"/>
              </a:lnSpc>
              <a:spcBef>
                <a:spcPts val="0"/>
              </a:spcBef>
              <a:spcAft>
                <a:spcPts val="0"/>
              </a:spcAft>
              <a:buClr>
                <a:schemeClr val="lt1"/>
              </a:buClr>
              <a:buSzPts val="1050"/>
              <a:buFont typeface="Arial"/>
              <a:buNone/>
              <a:defRPr sz="1050"/>
            </a:lvl4pPr>
            <a:lvl5pPr indent="-228600" lvl="4" marL="2286000" algn="l">
              <a:lnSpc>
                <a:spcPct val="100000"/>
              </a:lnSpc>
              <a:spcBef>
                <a:spcPts val="0"/>
              </a:spcBef>
              <a:spcAft>
                <a:spcPts val="0"/>
              </a:spcAft>
              <a:buClr>
                <a:schemeClr val="lt1"/>
              </a:buClr>
              <a:buSzPts val="1050"/>
              <a:buFont typeface="Arial"/>
              <a:buNone/>
              <a:defRPr sz="1050"/>
            </a:lvl5pPr>
            <a:lvl6pPr indent="-228600" lvl="5" marL="2743200" algn="l">
              <a:lnSpc>
                <a:spcPct val="100000"/>
              </a:lnSpc>
              <a:spcBef>
                <a:spcPts val="0"/>
              </a:spcBef>
              <a:spcAft>
                <a:spcPts val="0"/>
              </a:spcAft>
              <a:buClr>
                <a:schemeClr val="lt1"/>
              </a:buClr>
              <a:buSzPts val="1050"/>
              <a:buFont typeface="Arial"/>
              <a:buNone/>
              <a:defRPr sz="1050"/>
            </a:lvl6pPr>
            <a:lvl7pPr indent="-228600" lvl="6" marL="3200400" algn="l">
              <a:lnSpc>
                <a:spcPct val="100000"/>
              </a:lnSpc>
              <a:spcBef>
                <a:spcPts val="0"/>
              </a:spcBef>
              <a:spcAft>
                <a:spcPts val="0"/>
              </a:spcAft>
              <a:buClr>
                <a:schemeClr val="lt1"/>
              </a:buClr>
              <a:buSzPts val="1050"/>
              <a:buFont typeface="Arial"/>
              <a:buNone/>
              <a:defRPr sz="1050"/>
            </a:lvl7pPr>
            <a:lvl8pPr indent="-228600" lvl="7" marL="3657600" algn="l">
              <a:lnSpc>
                <a:spcPct val="100000"/>
              </a:lnSpc>
              <a:spcBef>
                <a:spcPts val="0"/>
              </a:spcBef>
              <a:spcAft>
                <a:spcPts val="0"/>
              </a:spcAft>
              <a:buClr>
                <a:schemeClr val="lt1"/>
              </a:buClr>
              <a:buSzPts val="1050"/>
              <a:buFont typeface="Arial"/>
              <a:buNone/>
              <a:defRPr sz="1050"/>
            </a:lvl8pPr>
            <a:lvl9pPr indent="-228600" lvl="8" marL="4114800" algn="l">
              <a:lnSpc>
                <a:spcPct val="100000"/>
              </a:lnSpc>
              <a:spcBef>
                <a:spcPts val="0"/>
              </a:spcBef>
              <a:spcAft>
                <a:spcPts val="0"/>
              </a:spcAft>
              <a:buClr>
                <a:schemeClr val="lt1"/>
              </a:buClr>
              <a:buSzPts val="1050"/>
              <a:buFont typeface="Arial"/>
              <a:buNone/>
              <a:defRPr sz="1050"/>
            </a:lvl9pPr>
          </a:lstStyle>
          <a:p/>
        </p:txBody>
      </p:sp>
      <p:sp>
        <p:nvSpPr>
          <p:cNvPr id="2219" name="Google Shape;2219;p185"/>
          <p:cNvSpPr txBox="1"/>
          <p:nvPr>
            <p:ph idx="8" type="body"/>
          </p:nvPr>
        </p:nvSpPr>
        <p:spPr>
          <a:xfrm>
            <a:off x="3596469" y="1485320"/>
            <a:ext cx="1951200" cy="5262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200"/>
              <a:buFont typeface="Arial"/>
              <a:buNone/>
              <a:defRPr b="1" sz="1200">
                <a:solidFill>
                  <a:schemeClr val="lt1"/>
                </a:solidFill>
                <a:latin typeface="Arial"/>
                <a:ea typeface="Arial"/>
                <a:cs typeface="Arial"/>
                <a:sym typeface="Arial"/>
              </a:defRPr>
            </a:lvl1pPr>
            <a:lvl2pPr indent="-228600" lvl="1" marL="914400" algn="ctr">
              <a:lnSpc>
                <a:spcPct val="100000"/>
              </a:lnSpc>
              <a:spcBef>
                <a:spcPts val="0"/>
              </a:spcBef>
              <a:spcAft>
                <a:spcPts val="0"/>
              </a:spcAft>
              <a:buClr>
                <a:schemeClr val="lt1"/>
              </a:buClr>
              <a:buSzPts val="1050"/>
              <a:buFont typeface="Arial"/>
              <a:buNone/>
              <a:defRPr sz="1050">
                <a:solidFill>
                  <a:schemeClr val="lt1"/>
                </a:solidFill>
              </a:defRPr>
            </a:lvl2pPr>
            <a:lvl3pPr indent="-228600" lvl="2" marL="1371600" algn="l">
              <a:lnSpc>
                <a:spcPct val="100000"/>
              </a:lnSpc>
              <a:spcBef>
                <a:spcPts val="0"/>
              </a:spcBef>
              <a:spcAft>
                <a:spcPts val="0"/>
              </a:spcAft>
              <a:buClr>
                <a:schemeClr val="dk1"/>
              </a:buClr>
              <a:buSzPts val="1050"/>
              <a:buFont typeface="Arial"/>
              <a:buNone/>
              <a:defRPr sz="1050">
                <a:solidFill>
                  <a:schemeClr val="dk1"/>
                </a:solidFill>
              </a:defRPr>
            </a:lvl3pPr>
            <a:lvl4pPr indent="-228600" lvl="3" marL="1828800" algn="l">
              <a:lnSpc>
                <a:spcPct val="100000"/>
              </a:lnSpc>
              <a:spcBef>
                <a:spcPts val="0"/>
              </a:spcBef>
              <a:spcAft>
                <a:spcPts val="0"/>
              </a:spcAft>
              <a:buClr>
                <a:schemeClr val="lt1"/>
              </a:buClr>
              <a:buSzPts val="1050"/>
              <a:buFont typeface="Arial"/>
              <a:buNone/>
              <a:defRPr sz="1050"/>
            </a:lvl4pPr>
            <a:lvl5pPr indent="-228600" lvl="4" marL="2286000" algn="l">
              <a:lnSpc>
                <a:spcPct val="100000"/>
              </a:lnSpc>
              <a:spcBef>
                <a:spcPts val="0"/>
              </a:spcBef>
              <a:spcAft>
                <a:spcPts val="0"/>
              </a:spcAft>
              <a:buClr>
                <a:schemeClr val="lt1"/>
              </a:buClr>
              <a:buSzPts val="1050"/>
              <a:buFont typeface="Arial"/>
              <a:buNone/>
              <a:defRPr sz="1050"/>
            </a:lvl5pPr>
            <a:lvl6pPr indent="-228600" lvl="5" marL="2743200" algn="l">
              <a:lnSpc>
                <a:spcPct val="100000"/>
              </a:lnSpc>
              <a:spcBef>
                <a:spcPts val="0"/>
              </a:spcBef>
              <a:spcAft>
                <a:spcPts val="0"/>
              </a:spcAft>
              <a:buClr>
                <a:schemeClr val="lt1"/>
              </a:buClr>
              <a:buSzPts val="1050"/>
              <a:buFont typeface="Arial"/>
              <a:buNone/>
              <a:defRPr sz="1050"/>
            </a:lvl6pPr>
            <a:lvl7pPr indent="-228600" lvl="6" marL="3200400" algn="l">
              <a:lnSpc>
                <a:spcPct val="100000"/>
              </a:lnSpc>
              <a:spcBef>
                <a:spcPts val="0"/>
              </a:spcBef>
              <a:spcAft>
                <a:spcPts val="0"/>
              </a:spcAft>
              <a:buClr>
                <a:schemeClr val="lt1"/>
              </a:buClr>
              <a:buSzPts val="1050"/>
              <a:buFont typeface="Arial"/>
              <a:buNone/>
              <a:defRPr sz="1050"/>
            </a:lvl7pPr>
            <a:lvl8pPr indent="-228600" lvl="7" marL="3657600" algn="l">
              <a:lnSpc>
                <a:spcPct val="100000"/>
              </a:lnSpc>
              <a:spcBef>
                <a:spcPts val="0"/>
              </a:spcBef>
              <a:spcAft>
                <a:spcPts val="0"/>
              </a:spcAft>
              <a:buClr>
                <a:schemeClr val="lt1"/>
              </a:buClr>
              <a:buSzPts val="1050"/>
              <a:buFont typeface="Arial"/>
              <a:buNone/>
              <a:defRPr sz="1050"/>
            </a:lvl8pPr>
            <a:lvl9pPr indent="-228600" lvl="8" marL="4114800" algn="l">
              <a:lnSpc>
                <a:spcPct val="100000"/>
              </a:lnSpc>
              <a:spcBef>
                <a:spcPts val="0"/>
              </a:spcBef>
              <a:spcAft>
                <a:spcPts val="0"/>
              </a:spcAft>
              <a:buClr>
                <a:schemeClr val="lt1"/>
              </a:buClr>
              <a:buSzPts val="1050"/>
              <a:buFont typeface="Arial"/>
              <a:buNone/>
              <a:defRPr sz="105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guide id="2" orient="horz" pos="4148">
          <p15:clr>
            <a:srgbClr val="FBAE40"/>
          </p15:clr>
        </p15:guide>
        <p15:guide id="3" pos="5588">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matrix">
  <p:cSld name="White matrix">
    <p:spTree>
      <p:nvGrpSpPr>
        <p:cNvPr id="2220" name="Shape 2220"/>
        <p:cNvGrpSpPr/>
        <p:nvPr/>
      </p:nvGrpSpPr>
      <p:grpSpPr>
        <a:xfrm>
          <a:off x="0" y="0"/>
          <a:ext cx="0" cy="0"/>
          <a:chOff x="0" y="0"/>
          <a:chExt cx="0" cy="0"/>
        </a:xfrm>
      </p:grpSpPr>
      <p:sp>
        <p:nvSpPr>
          <p:cNvPr id="2221" name="Google Shape;2221;p186"/>
          <p:cNvSpPr/>
          <p:nvPr/>
        </p:nvSpPr>
        <p:spPr>
          <a:xfrm>
            <a:off x="6057758" y="3284426"/>
            <a:ext cx="2224200" cy="13098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2222" name="Google Shape;2222;p186"/>
          <p:cNvSpPr/>
          <p:nvPr/>
        </p:nvSpPr>
        <p:spPr>
          <a:xfrm>
            <a:off x="6057758" y="4791950"/>
            <a:ext cx="2224200" cy="13098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2223" name="Google Shape;2223;p186"/>
          <p:cNvSpPr/>
          <p:nvPr/>
        </p:nvSpPr>
        <p:spPr>
          <a:xfrm>
            <a:off x="6057758" y="1813972"/>
            <a:ext cx="2224200" cy="13098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2224" name="Google Shape;2224;p186"/>
          <p:cNvSpPr/>
          <p:nvPr/>
        </p:nvSpPr>
        <p:spPr>
          <a:xfrm>
            <a:off x="877188" y="3284426"/>
            <a:ext cx="2224200" cy="13098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2225" name="Google Shape;2225;p186"/>
          <p:cNvSpPr/>
          <p:nvPr/>
        </p:nvSpPr>
        <p:spPr>
          <a:xfrm>
            <a:off x="877188" y="4791950"/>
            <a:ext cx="2224200" cy="13098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2226" name="Google Shape;2226;p186"/>
          <p:cNvSpPr/>
          <p:nvPr/>
        </p:nvSpPr>
        <p:spPr>
          <a:xfrm>
            <a:off x="877188" y="1813972"/>
            <a:ext cx="2224200" cy="13098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2227" name="Google Shape;2227;p186"/>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28" name="Google Shape;2228;p186"/>
          <p:cNvSpPr/>
          <p:nvPr/>
        </p:nvSpPr>
        <p:spPr>
          <a:xfrm>
            <a:off x="3949798" y="3054045"/>
            <a:ext cx="1249200" cy="16656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600">
              <a:solidFill>
                <a:schemeClr val="dk1"/>
              </a:solidFill>
              <a:latin typeface="Arial"/>
              <a:ea typeface="Arial"/>
              <a:cs typeface="Arial"/>
              <a:sym typeface="Arial"/>
            </a:endParaRPr>
          </a:p>
        </p:txBody>
      </p:sp>
      <p:grpSp>
        <p:nvGrpSpPr>
          <p:cNvPr id="2229" name="Google Shape;2229;p186"/>
          <p:cNvGrpSpPr/>
          <p:nvPr/>
        </p:nvGrpSpPr>
        <p:grpSpPr>
          <a:xfrm>
            <a:off x="3206913" y="2272226"/>
            <a:ext cx="2725815" cy="3229839"/>
            <a:chOff x="4523723" y="2165131"/>
            <a:chExt cx="3139255" cy="3300132"/>
          </a:xfrm>
        </p:grpSpPr>
        <p:grpSp>
          <p:nvGrpSpPr>
            <p:cNvPr id="2230" name="Google Shape;2230;p186"/>
            <p:cNvGrpSpPr/>
            <p:nvPr/>
          </p:nvGrpSpPr>
          <p:grpSpPr>
            <a:xfrm rot="10800000">
              <a:off x="6615727" y="2165131"/>
              <a:ext cx="1047251" cy="3300132"/>
              <a:chOff x="5319301" y="2165131"/>
              <a:chExt cx="1047251" cy="3300132"/>
            </a:xfrm>
          </p:grpSpPr>
          <p:sp>
            <p:nvSpPr>
              <p:cNvPr id="2231" name="Google Shape;2231;p186"/>
              <p:cNvSpPr/>
              <p:nvPr/>
            </p:nvSpPr>
            <p:spPr>
              <a:xfrm>
                <a:off x="5319301" y="2165131"/>
                <a:ext cx="1047251" cy="735724"/>
              </a:xfrm>
              <a:custGeom>
                <a:rect b="b" l="l" r="r" t="t"/>
                <a:pathLst>
                  <a:path extrusionOk="0" h="735724" w="1114097">
                    <a:moveTo>
                      <a:pt x="0" y="0"/>
                    </a:moveTo>
                    <a:lnTo>
                      <a:pt x="609600" y="0"/>
                    </a:lnTo>
                    <a:lnTo>
                      <a:pt x="1114097" y="73572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Arial"/>
                  <a:ea typeface="Arial"/>
                  <a:cs typeface="Arial"/>
                  <a:sym typeface="Arial"/>
                </a:endParaRPr>
              </a:p>
            </p:txBody>
          </p:sp>
          <p:sp>
            <p:nvSpPr>
              <p:cNvPr id="2232" name="Google Shape;2232;p186"/>
              <p:cNvSpPr/>
              <p:nvPr/>
            </p:nvSpPr>
            <p:spPr>
              <a:xfrm flipH="1" rot="10800000">
                <a:off x="5319301" y="4729539"/>
                <a:ext cx="1047251" cy="735724"/>
              </a:xfrm>
              <a:custGeom>
                <a:rect b="b" l="l" r="r" t="t"/>
                <a:pathLst>
                  <a:path extrusionOk="0" h="735724" w="1114097">
                    <a:moveTo>
                      <a:pt x="0" y="0"/>
                    </a:moveTo>
                    <a:lnTo>
                      <a:pt x="609600" y="0"/>
                    </a:lnTo>
                    <a:lnTo>
                      <a:pt x="1114097" y="73572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Arial"/>
                  <a:ea typeface="Arial"/>
                  <a:cs typeface="Arial"/>
                  <a:sym typeface="Arial"/>
                </a:endParaRPr>
              </a:p>
            </p:txBody>
          </p:sp>
        </p:grpSp>
        <p:grpSp>
          <p:nvGrpSpPr>
            <p:cNvPr id="2233" name="Google Shape;2233;p186"/>
            <p:cNvGrpSpPr/>
            <p:nvPr/>
          </p:nvGrpSpPr>
          <p:grpSpPr>
            <a:xfrm>
              <a:off x="4523723" y="2165131"/>
              <a:ext cx="3139255" cy="3300132"/>
              <a:chOff x="4523723" y="2165131"/>
              <a:chExt cx="3139255" cy="3300132"/>
            </a:xfrm>
          </p:grpSpPr>
          <p:sp>
            <p:nvSpPr>
              <p:cNvPr id="2234" name="Google Shape;2234;p186"/>
              <p:cNvSpPr/>
              <p:nvPr/>
            </p:nvSpPr>
            <p:spPr>
              <a:xfrm>
                <a:off x="4523760" y="2165131"/>
                <a:ext cx="1047251" cy="735724"/>
              </a:xfrm>
              <a:custGeom>
                <a:rect b="b" l="l" r="r" t="t"/>
                <a:pathLst>
                  <a:path extrusionOk="0" h="735724" w="1114097">
                    <a:moveTo>
                      <a:pt x="0" y="0"/>
                    </a:moveTo>
                    <a:lnTo>
                      <a:pt x="609600" y="0"/>
                    </a:lnTo>
                    <a:lnTo>
                      <a:pt x="1114097" y="73572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Arial"/>
                  <a:ea typeface="Arial"/>
                  <a:cs typeface="Arial"/>
                  <a:sym typeface="Arial"/>
                </a:endParaRPr>
              </a:p>
            </p:txBody>
          </p:sp>
          <p:sp>
            <p:nvSpPr>
              <p:cNvPr id="2235" name="Google Shape;2235;p186"/>
              <p:cNvSpPr/>
              <p:nvPr/>
            </p:nvSpPr>
            <p:spPr>
              <a:xfrm flipH="1" rot="10800000">
                <a:off x="4523760" y="4729539"/>
                <a:ext cx="1047251" cy="735724"/>
              </a:xfrm>
              <a:custGeom>
                <a:rect b="b" l="l" r="r" t="t"/>
                <a:pathLst>
                  <a:path extrusionOk="0" h="735724" w="1114097">
                    <a:moveTo>
                      <a:pt x="0" y="0"/>
                    </a:moveTo>
                    <a:lnTo>
                      <a:pt x="609600" y="0"/>
                    </a:lnTo>
                    <a:lnTo>
                      <a:pt x="1114097" y="73572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Arial"/>
                  <a:ea typeface="Arial"/>
                  <a:cs typeface="Arial"/>
                  <a:sym typeface="Arial"/>
                </a:endParaRPr>
              </a:p>
            </p:txBody>
          </p:sp>
          <p:grpSp>
            <p:nvGrpSpPr>
              <p:cNvPr id="2236" name="Google Shape;2236;p186"/>
              <p:cNvGrpSpPr/>
              <p:nvPr/>
            </p:nvGrpSpPr>
            <p:grpSpPr>
              <a:xfrm>
                <a:off x="4523723" y="3772576"/>
                <a:ext cx="3139255" cy="0"/>
                <a:chOff x="4523723" y="3772576"/>
                <a:chExt cx="3139255" cy="0"/>
              </a:xfrm>
            </p:grpSpPr>
            <p:cxnSp>
              <p:nvCxnSpPr>
                <p:cNvPr id="2237" name="Google Shape;2237;p186"/>
                <p:cNvCxnSpPr/>
                <p:nvPr/>
              </p:nvCxnSpPr>
              <p:spPr>
                <a:xfrm rot="10800000">
                  <a:off x="4523723" y="3772576"/>
                  <a:ext cx="496200" cy="0"/>
                </a:xfrm>
                <a:prstGeom prst="straightConnector1">
                  <a:avLst/>
                </a:prstGeom>
                <a:noFill/>
                <a:ln cap="flat" cmpd="sng" w="12700">
                  <a:solidFill>
                    <a:schemeClr val="dk1"/>
                  </a:solidFill>
                  <a:prstDash val="solid"/>
                  <a:round/>
                  <a:headEnd len="sm" w="sm" type="none"/>
                  <a:tailEnd len="sm" w="sm" type="none"/>
                </a:ln>
              </p:spPr>
            </p:cxnSp>
            <p:cxnSp>
              <p:nvCxnSpPr>
                <p:cNvPr id="2238" name="Google Shape;2238;p186"/>
                <p:cNvCxnSpPr/>
                <p:nvPr/>
              </p:nvCxnSpPr>
              <p:spPr>
                <a:xfrm rot="10800000">
                  <a:off x="7166778" y="3772576"/>
                  <a:ext cx="496200" cy="0"/>
                </a:xfrm>
                <a:prstGeom prst="straightConnector1">
                  <a:avLst/>
                </a:prstGeom>
                <a:noFill/>
                <a:ln cap="flat" cmpd="sng" w="12700">
                  <a:solidFill>
                    <a:schemeClr val="dk1"/>
                  </a:solidFill>
                  <a:prstDash val="solid"/>
                  <a:round/>
                  <a:headEnd len="sm" w="sm" type="none"/>
                  <a:tailEnd len="sm" w="sm" type="none"/>
                </a:ln>
              </p:spPr>
            </p:cxnSp>
          </p:grpSp>
        </p:grpSp>
      </p:grpSp>
      <p:sp>
        <p:nvSpPr>
          <p:cNvPr id="2239" name="Google Shape;2239;p186"/>
          <p:cNvSpPr txBox="1"/>
          <p:nvPr>
            <p:ph idx="1" type="body"/>
          </p:nvPr>
        </p:nvSpPr>
        <p:spPr>
          <a:xfrm>
            <a:off x="994886" y="2011680"/>
            <a:ext cx="1988700" cy="9144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2240" name="Google Shape;2240;p186"/>
          <p:cNvSpPr txBox="1"/>
          <p:nvPr>
            <p:ph idx="2" type="body"/>
          </p:nvPr>
        </p:nvSpPr>
        <p:spPr>
          <a:xfrm>
            <a:off x="982842" y="3501656"/>
            <a:ext cx="1988700" cy="9144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2241" name="Google Shape;2241;p186"/>
          <p:cNvSpPr txBox="1"/>
          <p:nvPr>
            <p:ph idx="3" type="body"/>
          </p:nvPr>
        </p:nvSpPr>
        <p:spPr>
          <a:xfrm>
            <a:off x="982842" y="4991632"/>
            <a:ext cx="1988700" cy="9144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r">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2242" name="Google Shape;2242;p186"/>
          <p:cNvSpPr txBox="1"/>
          <p:nvPr>
            <p:ph idx="4" type="body"/>
          </p:nvPr>
        </p:nvSpPr>
        <p:spPr>
          <a:xfrm>
            <a:off x="6211193" y="2011680"/>
            <a:ext cx="198870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2243" name="Google Shape;2243;p186"/>
          <p:cNvSpPr txBox="1"/>
          <p:nvPr>
            <p:ph idx="5" type="body"/>
          </p:nvPr>
        </p:nvSpPr>
        <p:spPr>
          <a:xfrm>
            <a:off x="6199149" y="3501656"/>
            <a:ext cx="198870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2244" name="Google Shape;2244;p186"/>
          <p:cNvSpPr txBox="1"/>
          <p:nvPr>
            <p:ph idx="6" type="body"/>
          </p:nvPr>
        </p:nvSpPr>
        <p:spPr>
          <a:xfrm>
            <a:off x="6199149" y="4991632"/>
            <a:ext cx="198870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2pPr>
            <a:lvl3pPr indent="-228600" lvl="2" marL="1371600" algn="l">
              <a:lnSpc>
                <a:spcPct val="100000"/>
              </a:lnSpc>
              <a:spcBef>
                <a:spcPts val="0"/>
              </a:spcBef>
              <a:spcAft>
                <a:spcPts val="0"/>
              </a:spcAft>
              <a:buClr>
                <a:schemeClr val="dk1"/>
              </a:buClr>
              <a:buSzPts val="1050"/>
              <a:buFont typeface="Arial"/>
              <a:buNone/>
              <a:defRPr sz="1050">
                <a:latin typeface="Arial"/>
                <a:ea typeface="Arial"/>
                <a:cs typeface="Arial"/>
                <a:sym typeface="Aria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2245" name="Google Shape;2245;p186"/>
          <p:cNvSpPr txBox="1"/>
          <p:nvPr>
            <p:ph idx="7" type="body"/>
          </p:nvPr>
        </p:nvSpPr>
        <p:spPr>
          <a:xfrm>
            <a:off x="4060697" y="3429716"/>
            <a:ext cx="1027500" cy="9144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200"/>
              <a:buFont typeface="Arial"/>
              <a:buNone/>
              <a:defRPr b="1" sz="1200">
                <a:solidFill>
                  <a:schemeClr val="lt1"/>
                </a:solidFill>
                <a:latin typeface="Arial"/>
                <a:ea typeface="Arial"/>
                <a:cs typeface="Arial"/>
                <a:sym typeface="Arial"/>
              </a:defRPr>
            </a:lvl1pPr>
            <a:lvl2pPr indent="-228600" lvl="1" marL="914400" algn="ctr">
              <a:lnSpc>
                <a:spcPct val="100000"/>
              </a:lnSpc>
              <a:spcBef>
                <a:spcPts val="0"/>
              </a:spcBef>
              <a:spcAft>
                <a:spcPts val="0"/>
              </a:spcAft>
              <a:buClr>
                <a:schemeClr val="lt1"/>
              </a:buClr>
              <a:buSzPts val="1050"/>
              <a:buFont typeface="Arial"/>
              <a:buNone/>
              <a:defRPr sz="1050">
                <a:solidFill>
                  <a:schemeClr val="lt1"/>
                </a:solidFill>
                <a:latin typeface="Arial"/>
                <a:ea typeface="Arial"/>
                <a:cs typeface="Arial"/>
                <a:sym typeface="Arial"/>
              </a:defRPr>
            </a:lvl2pPr>
            <a:lvl3pPr indent="-228600" lvl="2" marL="1371600" algn="l">
              <a:lnSpc>
                <a:spcPct val="100000"/>
              </a:lnSpc>
              <a:spcBef>
                <a:spcPts val="0"/>
              </a:spcBef>
              <a:spcAft>
                <a:spcPts val="0"/>
              </a:spcAft>
              <a:buClr>
                <a:schemeClr val="lt1"/>
              </a:buClr>
              <a:buSzPts val="1050"/>
              <a:buFont typeface="Arial"/>
              <a:buNone/>
              <a:defRPr sz="1050">
                <a:solidFill>
                  <a:schemeClr val="lt1"/>
                </a:solidFil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
        <p:nvSpPr>
          <p:cNvPr id="2246" name="Google Shape;2246;p186"/>
          <p:cNvSpPr txBox="1"/>
          <p:nvPr>
            <p:ph idx="8" type="body"/>
          </p:nvPr>
        </p:nvSpPr>
        <p:spPr>
          <a:xfrm>
            <a:off x="3596469" y="1485320"/>
            <a:ext cx="1951200" cy="5262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dk1"/>
              </a:buClr>
              <a:buSzPts val="1200"/>
              <a:buFont typeface="Arial"/>
              <a:buNone/>
              <a:defRPr b="1" sz="1200">
                <a:solidFill>
                  <a:schemeClr val="dk1"/>
                </a:solidFill>
                <a:latin typeface="Arial"/>
                <a:ea typeface="Arial"/>
                <a:cs typeface="Arial"/>
                <a:sym typeface="Arial"/>
              </a:defRPr>
            </a:lvl1pPr>
            <a:lvl2pPr indent="-228600" lvl="1" marL="914400" algn="ctr">
              <a:lnSpc>
                <a:spcPct val="100000"/>
              </a:lnSpc>
              <a:spcBef>
                <a:spcPts val="0"/>
              </a:spcBef>
              <a:spcAft>
                <a:spcPts val="0"/>
              </a:spcAft>
              <a:buClr>
                <a:schemeClr val="dk1"/>
              </a:buClr>
              <a:buSzPts val="1050"/>
              <a:buFont typeface="Arial"/>
              <a:buNone/>
              <a:defRPr sz="1050">
                <a:solidFill>
                  <a:schemeClr val="dk1"/>
                </a:solidFill>
              </a:defRPr>
            </a:lvl2pPr>
            <a:lvl3pPr indent="-228600" lvl="2" marL="1371600" algn="l">
              <a:lnSpc>
                <a:spcPct val="100000"/>
              </a:lnSpc>
              <a:spcBef>
                <a:spcPts val="0"/>
              </a:spcBef>
              <a:spcAft>
                <a:spcPts val="0"/>
              </a:spcAft>
              <a:buClr>
                <a:schemeClr val="lt1"/>
              </a:buClr>
              <a:buSzPts val="1050"/>
              <a:buFont typeface="Arial"/>
              <a:buNone/>
              <a:defRPr sz="1050">
                <a:solidFill>
                  <a:schemeClr val="lt1"/>
                </a:solidFill>
              </a:defRPr>
            </a:lvl3pPr>
            <a:lvl4pPr indent="-228600" lvl="3" marL="1828800" algn="l">
              <a:lnSpc>
                <a:spcPct val="100000"/>
              </a:lnSpc>
              <a:spcBef>
                <a:spcPts val="0"/>
              </a:spcBef>
              <a:spcAft>
                <a:spcPts val="0"/>
              </a:spcAft>
              <a:buClr>
                <a:schemeClr val="dk1"/>
              </a:buClr>
              <a:buSzPts val="1050"/>
              <a:buFont typeface="Arial"/>
              <a:buNone/>
              <a:defRPr sz="1050"/>
            </a:lvl4pPr>
            <a:lvl5pPr indent="-228600" lvl="4" marL="2286000" algn="l">
              <a:lnSpc>
                <a:spcPct val="100000"/>
              </a:lnSpc>
              <a:spcBef>
                <a:spcPts val="0"/>
              </a:spcBef>
              <a:spcAft>
                <a:spcPts val="0"/>
              </a:spcAft>
              <a:buClr>
                <a:schemeClr val="dk1"/>
              </a:buClr>
              <a:buSzPts val="1050"/>
              <a:buFont typeface="Arial"/>
              <a:buNone/>
              <a:defRPr sz="1050"/>
            </a:lvl5pPr>
            <a:lvl6pPr indent="-228600" lvl="5" marL="2743200" algn="l">
              <a:lnSpc>
                <a:spcPct val="100000"/>
              </a:lnSpc>
              <a:spcBef>
                <a:spcPts val="0"/>
              </a:spcBef>
              <a:spcAft>
                <a:spcPts val="0"/>
              </a:spcAft>
              <a:buClr>
                <a:schemeClr val="dk1"/>
              </a:buClr>
              <a:buSzPts val="1050"/>
              <a:buFont typeface="Arial"/>
              <a:buNone/>
              <a:defRPr sz="1050"/>
            </a:lvl6pPr>
            <a:lvl7pPr indent="-228600" lvl="6" marL="3200400" algn="l">
              <a:lnSpc>
                <a:spcPct val="100000"/>
              </a:lnSpc>
              <a:spcBef>
                <a:spcPts val="0"/>
              </a:spcBef>
              <a:spcAft>
                <a:spcPts val="0"/>
              </a:spcAft>
              <a:buClr>
                <a:schemeClr val="dk1"/>
              </a:buClr>
              <a:buSzPts val="1050"/>
              <a:buFont typeface="Arial"/>
              <a:buNone/>
              <a:defRPr sz="1050"/>
            </a:lvl7pPr>
            <a:lvl8pPr indent="-228600" lvl="7" marL="3657600" algn="l">
              <a:lnSpc>
                <a:spcPct val="100000"/>
              </a:lnSpc>
              <a:spcBef>
                <a:spcPts val="0"/>
              </a:spcBef>
              <a:spcAft>
                <a:spcPts val="0"/>
              </a:spcAft>
              <a:buClr>
                <a:schemeClr val="dk1"/>
              </a:buClr>
              <a:buSzPts val="1050"/>
              <a:buFont typeface="Arial"/>
              <a:buNone/>
              <a:defRPr sz="1050"/>
            </a:lvl8pPr>
            <a:lvl9pPr indent="-228600" lvl="8" marL="4114800" algn="l">
              <a:lnSpc>
                <a:spcPct val="100000"/>
              </a:lnSpc>
              <a:spcBef>
                <a:spcPts val="0"/>
              </a:spcBef>
              <a:spcAft>
                <a:spcPts val="0"/>
              </a:spcAft>
              <a:buClr>
                <a:schemeClr val="dk1"/>
              </a:buClr>
              <a:buSzPts val="1050"/>
              <a:buFont typeface="Arial"/>
              <a:buNone/>
              <a:defRPr sz="105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ck and Sand split">
  <p:cSld name="Black and Sand split">
    <p:spTree>
      <p:nvGrpSpPr>
        <p:cNvPr id="2247" name="Shape 2247"/>
        <p:cNvGrpSpPr/>
        <p:nvPr/>
      </p:nvGrpSpPr>
      <p:grpSpPr>
        <a:xfrm>
          <a:off x="0" y="0"/>
          <a:ext cx="0" cy="0"/>
          <a:chOff x="0" y="0"/>
          <a:chExt cx="0" cy="0"/>
        </a:xfrm>
      </p:grpSpPr>
      <p:sp>
        <p:nvSpPr>
          <p:cNvPr id="2248" name="Google Shape;2248;p187"/>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49" name="Google Shape;2249;p187"/>
          <p:cNvSpPr/>
          <p:nvPr/>
        </p:nvSpPr>
        <p:spPr>
          <a:xfrm>
            <a:off x="5481650" y="1434776"/>
            <a:ext cx="3307235" cy="4749057"/>
          </a:xfrm>
          <a:custGeom>
            <a:rect b="b" l="l" r="r" t="t"/>
            <a:pathLst>
              <a:path extrusionOk="0" h="4749057" w="4409647">
                <a:moveTo>
                  <a:pt x="0" y="0"/>
                </a:moveTo>
                <a:lnTo>
                  <a:pt x="3702744" y="0"/>
                </a:lnTo>
                <a:lnTo>
                  <a:pt x="3703129" y="1391"/>
                </a:lnTo>
                <a:lnTo>
                  <a:pt x="4409647" y="1391"/>
                </a:lnTo>
                <a:lnTo>
                  <a:pt x="4409647" y="4749057"/>
                </a:lnTo>
                <a:lnTo>
                  <a:pt x="3599008" y="4749057"/>
                </a:lnTo>
                <a:lnTo>
                  <a:pt x="3599008" y="4749049"/>
                </a:lnTo>
                <a:lnTo>
                  <a:pt x="0" y="4749049"/>
                </a:lnTo>
                <a:lnTo>
                  <a:pt x="657529" y="2374525"/>
                </a:lnTo>
                <a:close/>
              </a:path>
            </a:pathLst>
          </a:cu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2250" name="Google Shape;2250;p187"/>
          <p:cNvSpPr/>
          <p:nvPr/>
        </p:nvSpPr>
        <p:spPr>
          <a:xfrm>
            <a:off x="274320" y="1434776"/>
            <a:ext cx="6103500" cy="4749000"/>
          </a:xfrm>
          <a:prstGeom prst="homePlate">
            <a:avLst>
              <a:gd fmla="val 14796"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2251" name="Google Shape;2251;p187"/>
          <p:cNvSpPr txBox="1"/>
          <p:nvPr>
            <p:ph idx="1" type="body"/>
          </p:nvPr>
        </p:nvSpPr>
        <p:spPr>
          <a:xfrm>
            <a:off x="6595809" y="2057400"/>
            <a:ext cx="1975200" cy="3740400"/>
          </a:xfrm>
          <a:prstGeom prst="rect">
            <a:avLst/>
          </a:prstGeom>
          <a:noFill/>
          <a:ln>
            <a:noFill/>
          </a:ln>
        </p:spPr>
        <p:txBody>
          <a:bodyPr anchorCtr="0" anchor="t" bIns="0" lIns="0" spcFirstLastPara="1" rIns="0" wrap="square" tIns="0">
            <a:normAutofit/>
          </a:bodyPr>
          <a:lstStyle>
            <a:lvl1pPr indent="-304800" lvl="0" marL="4572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indent="-304800" lvl="1" marL="9144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indent="-304800" lvl="5" marL="2743200" algn="l">
              <a:lnSpc>
                <a:spcPct val="100000"/>
              </a:lnSpc>
              <a:spcBef>
                <a:spcPts val="225"/>
              </a:spcBef>
              <a:spcAft>
                <a:spcPts val="0"/>
              </a:spcAft>
              <a:buClr>
                <a:schemeClr val="dk1"/>
              </a:buClr>
              <a:buSzPts val="1200"/>
              <a:buChar char="–"/>
              <a:defRPr sz="1200"/>
            </a:lvl6pPr>
            <a:lvl7pPr indent="-304800" lvl="6" marL="3200400" algn="l">
              <a:lnSpc>
                <a:spcPct val="100000"/>
              </a:lnSpc>
              <a:spcBef>
                <a:spcPts val="225"/>
              </a:spcBef>
              <a:spcAft>
                <a:spcPts val="0"/>
              </a:spcAft>
              <a:buClr>
                <a:schemeClr val="dk1"/>
              </a:buClr>
              <a:buSzPts val="1200"/>
              <a:buChar char="–"/>
              <a:defRPr sz="1200"/>
            </a:lvl7pPr>
            <a:lvl8pPr indent="-304800" lvl="7" marL="3657600" algn="l">
              <a:lnSpc>
                <a:spcPct val="100000"/>
              </a:lnSpc>
              <a:spcBef>
                <a:spcPts val="225"/>
              </a:spcBef>
              <a:spcAft>
                <a:spcPts val="0"/>
              </a:spcAft>
              <a:buClr>
                <a:schemeClr val="dk1"/>
              </a:buClr>
              <a:buSzPts val="1200"/>
              <a:buChar char="–"/>
              <a:defRPr sz="1200"/>
            </a:lvl8pPr>
            <a:lvl9pPr indent="-304800" lvl="8" marL="4114800" algn="l">
              <a:lnSpc>
                <a:spcPct val="100000"/>
              </a:lnSpc>
              <a:spcBef>
                <a:spcPts val="225"/>
              </a:spcBef>
              <a:spcAft>
                <a:spcPts val="0"/>
              </a:spcAft>
              <a:buClr>
                <a:schemeClr val="dk1"/>
              </a:buClr>
              <a:buSzPts val="1200"/>
              <a:buChar char="–"/>
              <a:defRPr sz="1200"/>
            </a:lvl9pPr>
          </a:lstStyle>
          <a:p/>
        </p:txBody>
      </p:sp>
      <p:sp>
        <p:nvSpPr>
          <p:cNvPr id="2252" name="Google Shape;2252;p187"/>
          <p:cNvSpPr txBox="1"/>
          <p:nvPr>
            <p:ph idx="2" type="body"/>
          </p:nvPr>
        </p:nvSpPr>
        <p:spPr>
          <a:xfrm>
            <a:off x="637391" y="2002895"/>
            <a:ext cx="4069200" cy="37947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lt1"/>
              </a:buClr>
              <a:buSzPts val="1350"/>
              <a:buChar char="•"/>
              <a:defRPr>
                <a:solidFill>
                  <a:schemeClr val="lt1"/>
                </a:solidFill>
                <a:latin typeface="Arial"/>
                <a:ea typeface="Arial"/>
                <a:cs typeface="Arial"/>
                <a:sym typeface="Arial"/>
              </a:defRPr>
            </a:lvl1pPr>
            <a:lvl2pPr indent="-314325" lvl="1" marL="9144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2pPr>
            <a:lvl3pPr indent="-314325" lvl="2" marL="13716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3pPr>
            <a:lvl4pPr indent="-314325" lvl="3" marL="18288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4pPr>
            <a:lvl5pPr indent="-314325" lvl="4" marL="22860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and Photo">
  <p:cSld name="Statement and Photo">
    <p:spTree>
      <p:nvGrpSpPr>
        <p:cNvPr id="2253" name="Shape 2253"/>
        <p:cNvGrpSpPr/>
        <p:nvPr/>
      </p:nvGrpSpPr>
      <p:grpSpPr>
        <a:xfrm>
          <a:off x="0" y="0"/>
          <a:ext cx="0" cy="0"/>
          <a:chOff x="0" y="0"/>
          <a:chExt cx="0" cy="0"/>
        </a:xfrm>
      </p:grpSpPr>
      <p:sp>
        <p:nvSpPr>
          <p:cNvPr id="2254" name="Google Shape;2254;p188"/>
          <p:cNvSpPr txBox="1"/>
          <p:nvPr>
            <p:ph idx="1" type="body"/>
          </p:nvPr>
        </p:nvSpPr>
        <p:spPr>
          <a:xfrm>
            <a:off x="274320" y="365760"/>
            <a:ext cx="3086100" cy="2560200"/>
          </a:xfrm>
          <a:prstGeom prst="rect">
            <a:avLst/>
          </a:prstGeom>
          <a:solidFill>
            <a:srgbClr val="006E74"/>
          </a:solidFill>
          <a:ln>
            <a:noFill/>
          </a:ln>
        </p:spPr>
        <p:txBody>
          <a:bodyPr anchorCtr="0" anchor="t" bIns="182875" lIns="182875" spcFirstLastPara="1" rIns="182875" wrap="square" tIns="182875">
            <a:noAutofit/>
          </a:bodyPr>
          <a:lstStyle>
            <a:lvl1pPr indent="-228600" lvl="0" marL="457200" algn="l">
              <a:lnSpc>
                <a:spcPct val="90000"/>
              </a:lnSpc>
              <a:spcBef>
                <a:spcPts val="0"/>
              </a:spcBef>
              <a:spcAft>
                <a:spcPts val="0"/>
              </a:spcAft>
              <a:buClr>
                <a:schemeClr val="lt1"/>
              </a:buClr>
              <a:buSzPts val="2400"/>
              <a:buNone/>
              <a:defRPr sz="2400">
                <a:solidFill>
                  <a:schemeClr val="lt1"/>
                </a:solidFill>
                <a:latin typeface="Arial"/>
                <a:ea typeface="Arial"/>
                <a:cs typeface="Arial"/>
                <a:sym typeface="Arial"/>
              </a:defRPr>
            </a:lvl1pPr>
            <a:lvl2pPr indent="-314325" lvl="1" marL="914400" algn="l">
              <a:lnSpc>
                <a:spcPct val="100000"/>
              </a:lnSpc>
              <a:spcBef>
                <a:spcPts val="900"/>
              </a:spcBef>
              <a:spcAft>
                <a:spcPts val="0"/>
              </a:spcAft>
              <a:buClr>
                <a:schemeClr val="lt1"/>
              </a:buClr>
              <a:buSzPts val="1350"/>
              <a:buFont typeface="Arial"/>
              <a:buChar char="•"/>
              <a:defRPr>
                <a:solidFill>
                  <a:schemeClr val="lt1"/>
                </a:solidFill>
                <a:latin typeface="Arial"/>
                <a:ea typeface="Arial"/>
                <a:cs typeface="Arial"/>
                <a:sym typeface="Arial"/>
              </a:defRPr>
            </a:lvl2pPr>
            <a:lvl3pPr indent="-314325" lvl="2" marL="13716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3pPr>
            <a:lvl4pPr indent="-314325" lvl="3" marL="18288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4pPr>
            <a:lvl5pPr indent="-314325" lvl="4" marL="2286000" algn="l">
              <a:lnSpc>
                <a:spcPct val="100000"/>
              </a:lnSpc>
              <a:spcBef>
                <a:spcPts val="225"/>
              </a:spcBef>
              <a:spcAft>
                <a:spcPts val="0"/>
              </a:spcAft>
              <a:buClr>
                <a:schemeClr val="lt1"/>
              </a:buClr>
              <a:buSzPts val="1350"/>
              <a:buChar char="–"/>
              <a:defRPr>
                <a:solidFill>
                  <a:schemeClr val="lt1"/>
                </a:solidFill>
                <a:latin typeface="Arial"/>
                <a:ea typeface="Arial"/>
                <a:cs typeface="Arial"/>
                <a:sym typeface="Arial"/>
              </a:defRPr>
            </a:lvl5pPr>
            <a:lvl6pPr indent="-314325" lvl="5" marL="2743200" algn="l">
              <a:lnSpc>
                <a:spcPct val="100000"/>
              </a:lnSpc>
              <a:spcBef>
                <a:spcPts val="225"/>
              </a:spcBef>
              <a:spcAft>
                <a:spcPts val="0"/>
              </a:spcAft>
              <a:buClr>
                <a:schemeClr val="lt1"/>
              </a:buClr>
              <a:buSzPts val="1350"/>
              <a:buChar char="–"/>
              <a:defRPr>
                <a:solidFill>
                  <a:schemeClr val="lt1"/>
                </a:solidFill>
              </a:defRPr>
            </a:lvl6pPr>
            <a:lvl7pPr indent="-314325" lvl="6" marL="3200400" algn="l">
              <a:lnSpc>
                <a:spcPct val="100000"/>
              </a:lnSpc>
              <a:spcBef>
                <a:spcPts val="225"/>
              </a:spcBef>
              <a:spcAft>
                <a:spcPts val="0"/>
              </a:spcAft>
              <a:buClr>
                <a:schemeClr val="lt1"/>
              </a:buClr>
              <a:buSzPts val="1350"/>
              <a:buChar char="–"/>
              <a:defRPr>
                <a:solidFill>
                  <a:schemeClr val="lt1"/>
                </a:solidFill>
              </a:defRPr>
            </a:lvl7pPr>
            <a:lvl8pPr indent="-314325" lvl="7" marL="3657600" algn="l">
              <a:lnSpc>
                <a:spcPct val="100000"/>
              </a:lnSpc>
              <a:spcBef>
                <a:spcPts val="225"/>
              </a:spcBef>
              <a:spcAft>
                <a:spcPts val="0"/>
              </a:spcAft>
              <a:buClr>
                <a:schemeClr val="lt1"/>
              </a:buClr>
              <a:buSzPts val="1350"/>
              <a:buChar char="–"/>
              <a:defRPr>
                <a:solidFill>
                  <a:schemeClr val="lt1"/>
                </a:solidFill>
              </a:defRPr>
            </a:lvl8pPr>
            <a:lvl9pPr indent="-314325" lvl="8" marL="4114800" algn="l">
              <a:lnSpc>
                <a:spcPct val="100000"/>
              </a:lnSpc>
              <a:spcBef>
                <a:spcPts val="225"/>
              </a:spcBef>
              <a:spcAft>
                <a:spcPts val="0"/>
              </a:spcAft>
              <a:buClr>
                <a:schemeClr val="lt1"/>
              </a:buClr>
              <a:buSzPts val="1350"/>
              <a:buChar char="–"/>
              <a:defRPr>
                <a:solidFill>
                  <a:schemeClr val="lt1"/>
                </a:solidFill>
              </a:defRPr>
            </a:lvl9pPr>
          </a:lstStyle>
          <a:p/>
        </p:txBody>
      </p:sp>
      <p:sp>
        <p:nvSpPr>
          <p:cNvPr id="2255" name="Google Shape;2255;p188"/>
          <p:cNvSpPr/>
          <p:nvPr>
            <p:ph idx="2" type="pic"/>
          </p:nvPr>
        </p:nvSpPr>
        <p:spPr>
          <a:xfrm>
            <a:off x="4684014" y="365760"/>
            <a:ext cx="4183500" cy="5717400"/>
          </a:xfrm>
          <a:prstGeom prst="rect">
            <a:avLst/>
          </a:prstGeom>
          <a:solidFill>
            <a:srgbClr val="D7E0E3"/>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and Statement">
  <p:cSld name="Photo and Statement">
    <p:spTree>
      <p:nvGrpSpPr>
        <p:cNvPr id="2256" name="Shape 2256"/>
        <p:cNvGrpSpPr/>
        <p:nvPr/>
      </p:nvGrpSpPr>
      <p:grpSpPr>
        <a:xfrm>
          <a:off x="0" y="0"/>
          <a:ext cx="0" cy="0"/>
          <a:chOff x="0" y="0"/>
          <a:chExt cx="0" cy="0"/>
        </a:xfrm>
      </p:grpSpPr>
      <p:sp>
        <p:nvSpPr>
          <p:cNvPr id="2257" name="Google Shape;2257;p189"/>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58" name="Google Shape;2258;p189"/>
          <p:cNvSpPr/>
          <p:nvPr>
            <p:ph idx="2" type="pic"/>
          </p:nvPr>
        </p:nvSpPr>
        <p:spPr>
          <a:xfrm>
            <a:off x="569119" y="1828800"/>
            <a:ext cx="3888600" cy="3200400"/>
          </a:xfrm>
          <a:prstGeom prst="rect">
            <a:avLst/>
          </a:prstGeom>
          <a:solidFill>
            <a:srgbClr val="D7E0E3"/>
          </a:solidFill>
          <a:ln>
            <a:noFill/>
          </a:ln>
        </p:spPr>
      </p:sp>
      <p:sp>
        <p:nvSpPr>
          <p:cNvPr id="2259" name="Google Shape;2259;p189"/>
          <p:cNvSpPr txBox="1"/>
          <p:nvPr>
            <p:ph idx="1" type="body"/>
          </p:nvPr>
        </p:nvSpPr>
        <p:spPr>
          <a:xfrm>
            <a:off x="4684014" y="1828800"/>
            <a:ext cx="4183500" cy="3200400"/>
          </a:xfrm>
          <a:prstGeom prst="rect">
            <a:avLst/>
          </a:prstGeom>
          <a:noFill/>
          <a:ln>
            <a:noFill/>
          </a:ln>
        </p:spPr>
        <p:txBody>
          <a:bodyPr anchorCtr="0" anchor="b" bIns="0" lIns="0" spcFirstLastPara="1" rIns="0" wrap="square" tIns="0">
            <a:normAutofit/>
          </a:bodyPr>
          <a:lstStyle>
            <a:lvl1pPr indent="-228600" lvl="0" marL="457200" algn="l">
              <a:lnSpc>
                <a:spcPct val="90000"/>
              </a:lnSpc>
              <a:spcBef>
                <a:spcPts val="0"/>
              </a:spcBef>
              <a:spcAft>
                <a:spcPts val="0"/>
              </a:spcAft>
              <a:buClr>
                <a:schemeClr val="dk1"/>
              </a:buClr>
              <a:buSzPts val="2700"/>
              <a:buNone/>
              <a:defRPr sz="2700">
                <a:solidFill>
                  <a:schemeClr val="dk1"/>
                </a:solidFill>
                <a:latin typeface="Arial"/>
                <a:ea typeface="Arial"/>
                <a:cs typeface="Arial"/>
                <a:sym typeface="Arial"/>
              </a:defRPr>
            </a:lvl1pPr>
            <a:lvl2pPr indent="-314325" lvl="1" marL="914400" algn="l">
              <a:lnSpc>
                <a:spcPct val="100000"/>
              </a:lnSpc>
              <a:spcBef>
                <a:spcPts val="900"/>
              </a:spcBef>
              <a:spcAft>
                <a:spcPts val="0"/>
              </a:spcAft>
              <a:buClr>
                <a:schemeClr val="dk1"/>
              </a:buClr>
              <a:buSzPts val="1350"/>
              <a:buFont typeface="Arial"/>
              <a:buChar char="•"/>
              <a:defRPr sz="1350"/>
            </a:lvl2pPr>
            <a:lvl3pPr indent="-314325" lvl="2" marL="1371600" algn="l">
              <a:lnSpc>
                <a:spcPct val="100000"/>
              </a:lnSpc>
              <a:spcBef>
                <a:spcPts val="225"/>
              </a:spcBef>
              <a:spcAft>
                <a:spcPts val="0"/>
              </a:spcAft>
              <a:buClr>
                <a:schemeClr val="dk1"/>
              </a:buClr>
              <a:buSzPts val="1350"/>
              <a:buChar char="–"/>
              <a:defRPr sz="1350"/>
            </a:lvl3pPr>
            <a:lvl4pPr indent="-314325" lvl="3" marL="1828800" algn="l">
              <a:lnSpc>
                <a:spcPct val="100000"/>
              </a:lnSpc>
              <a:spcBef>
                <a:spcPts val="225"/>
              </a:spcBef>
              <a:spcAft>
                <a:spcPts val="0"/>
              </a:spcAft>
              <a:buClr>
                <a:schemeClr val="dk1"/>
              </a:buClr>
              <a:buSzPts val="1350"/>
              <a:buChar char="–"/>
              <a:defRPr sz="1350"/>
            </a:lvl4pPr>
            <a:lvl5pPr indent="-314325" lvl="4" marL="2286000" algn="l">
              <a:lnSpc>
                <a:spcPct val="100000"/>
              </a:lnSpc>
              <a:spcBef>
                <a:spcPts val="225"/>
              </a:spcBef>
              <a:spcAft>
                <a:spcPts val="0"/>
              </a:spcAft>
              <a:buClr>
                <a:schemeClr val="dk1"/>
              </a:buClr>
              <a:buSzPts val="1350"/>
              <a:buChar char="–"/>
              <a:defRPr sz="1350"/>
            </a:lvl5pPr>
            <a:lvl6pPr indent="-314325" lvl="5" marL="2743200" algn="l">
              <a:lnSpc>
                <a:spcPct val="100000"/>
              </a:lnSpc>
              <a:spcBef>
                <a:spcPts val="225"/>
              </a:spcBef>
              <a:spcAft>
                <a:spcPts val="0"/>
              </a:spcAft>
              <a:buClr>
                <a:schemeClr val="dk1"/>
              </a:buClr>
              <a:buSzPts val="1350"/>
              <a:buChar char="–"/>
              <a:defRPr sz="1350"/>
            </a:lvl6pPr>
            <a:lvl7pPr indent="-314325" lvl="6" marL="3200400" algn="l">
              <a:lnSpc>
                <a:spcPct val="100000"/>
              </a:lnSpc>
              <a:spcBef>
                <a:spcPts val="225"/>
              </a:spcBef>
              <a:spcAft>
                <a:spcPts val="0"/>
              </a:spcAft>
              <a:buClr>
                <a:schemeClr val="dk1"/>
              </a:buClr>
              <a:buSzPts val="1350"/>
              <a:buChar char="–"/>
              <a:defRPr sz="1350"/>
            </a:lvl7pPr>
            <a:lvl8pPr indent="-314325" lvl="7" marL="3657600" algn="l">
              <a:lnSpc>
                <a:spcPct val="100000"/>
              </a:lnSpc>
              <a:spcBef>
                <a:spcPts val="225"/>
              </a:spcBef>
              <a:spcAft>
                <a:spcPts val="0"/>
              </a:spcAft>
              <a:buClr>
                <a:schemeClr val="dk1"/>
              </a:buClr>
              <a:buSzPts val="1350"/>
              <a:buChar char="–"/>
              <a:defRPr sz="1350"/>
            </a:lvl8pPr>
            <a:lvl9pPr indent="-314325" lvl="8" marL="4114800" algn="l">
              <a:lnSpc>
                <a:spcPct val="100000"/>
              </a:lnSpc>
              <a:spcBef>
                <a:spcPts val="225"/>
              </a:spcBef>
              <a:spcAft>
                <a:spcPts val="0"/>
              </a:spcAft>
              <a:buClr>
                <a:schemeClr val="dk1"/>
              </a:buClr>
              <a:buSzPts val="1350"/>
              <a:buChar char="–"/>
              <a:defRPr sz="135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936">
          <p15:clr>
            <a:srgbClr val="FBAE40"/>
          </p15:clr>
        </p15:guide>
        <p15:guide id="2" pos="3744">
          <p15:clr>
            <a:srgbClr val="FBAE40"/>
          </p15:clr>
        </p15:guide>
        <p15:guide id="3" orient="horz" pos="1152">
          <p15:clr>
            <a:srgbClr val="FBAE40"/>
          </p15:clr>
        </p15:guide>
        <p15:guide id="4" orient="horz" pos="3832">
          <p15:clr>
            <a:srgbClr val="FBAE40"/>
          </p15:clr>
        </p15:guide>
        <p15:guide id="5" orient="horz" pos="4148">
          <p15:clr>
            <a:srgbClr val="FBAE40"/>
          </p15:clr>
        </p15:guide>
        <p15:guide id="6" orient="horz" pos="3168">
          <p15:clr>
            <a:srgbClr val="FBAE40"/>
          </p15:clr>
        </p15:guide>
        <p15:guide id="7" pos="476">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for Next step: Six content">
  <p:cSld name="Layout for Next step: Six content">
    <p:spTree>
      <p:nvGrpSpPr>
        <p:cNvPr id="2260" name="Shape 2260"/>
        <p:cNvGrpSpPr/>
        <p:nvPr/>
      </p:nvGrpSpPr>
      <p:grpSpPr>
        <a:xfrm>
          <a:off x="0" y="0"/>
          <a:ext cx="0" cy="0"/>
          <a:chOff x="0" y="0"/>
          <a:chExt cx="0" cy="0"/>
        </a:xfrm>
      </p:grpSpPr>
      <p:cxnSp>
        <p:nvCxnSpPr>
          <p:cNvPr id="2261" name="Google Shape;2261;p190"/>
          <p:cNvCxnSpPr>
            <a:stCxn id="2262" idx="2"/>
            <a:endCxn id="2263" idx="0"/>
          </p:cNvCxnSpPr>
          <p:nvPr/>
        </p:nvCxnSpPr>
        <p:spPr>
          <a:xfrm>
            <a:off x="4470517" y="782247"/>
            <a:ext cx="0" cy="3583200"/>
          </a:xfrm>
          <a:prstGeom prst="straightConnector1">
            <a:avLst/>
          </a:prstGeom>
          <a:noFill/>
          <a:ln cap="sq" cmpd="sng" w="12700">
            <a:solidFill>
              <a:schemeClr val="dk1"/>
            </a:solidFill>
            <a:prstDash val="solid"/>
            <a:round/>
            <a:headEnd len="sm" w="sm" type="none"/>
            <a:tailEnd len="sm" w="sm" type="none"/>
          </a:ln>
        </p:spPr>
      </p:cxnSp>
      <p:sp>
        <p:nvSpPr>
          <p:cNvPr id="2264" name="Google Shape;2264;p190"/>
          <p:cNvSpPr txBox="1"/>
          <p:nvPr>
            <p:ph type="title"/>
          </p:nvPr>
        </p:nvSpPr>
        <p:spPr>
          <a:xfrm>
            <a:off x="274321" y="365760"/>
            <a:ext cx="36144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5" name="Google Shape;2265;p190"/>
          <p:cNvSpPr/>
          <p:nvPr>
            <p:ph idx="2" type="pic"/>
          </p:nvPr>
        </p:nvSpPr>
        <p:spPr>
          <a:xfrm>
            <a:off x="1" y="1828800"/>
            <a:ext cx="3888600" cy="3200400"/>
          </a:xfrm>
          <a:prstGeom prst="rect">
            <a:avLst/>
          </a:prstGeom>
          <a:solidFill>
            <a:srgbClr val="D7E0E3"/>
          </a:solidFill>
          <a:ln>
            <a:noFill/>
          </a:ln>
        </p:spPr>
      </p:sp>
      <p:sp>
        <p:nvSpPr>
          <p:cNvPr id="2266" name="Google Shape;2266;p190"/>
          <p:cNvSpPr txBox="1"/>
          <p:nvPr>
            <p:ph idx="1" type="body"/>
          </p:nvPr>
        </p:nvSpPr>
        <p:spPr>
          <a:xfrm>
            <a:off x="4254817" y="1166029"/>
            <a:ext cx="431400" cy="416100"/>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267" name="Google Shape;2267;p190"/>
          <p:cNvSpPr txBox="1"/>
          <p:nvPr>
            <p:ph idx="3" type="body"/>
          </p:nvPr>
        </p:nvSpPr>
        <p:spPr>
          <a:xfrm>
            <a:off x="4822032" y="1165720"/>
            <a:ext cx="4045200" cy="66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268" name="Google Shape;2268;p190"/>
          <p:cNvSpPr txBox="1"/>
          <p:nvPr>
            <p:ph idx="4" type="body"/>
          </p:nvPr>
        </p:nvSpPr>
        <p:spPr>
          <a:xfrm>
            <a:off x="274320" y="5314599"/>
            <a:ext cx="8592900" cy="526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sz="10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269" name="Google Shape;2269;p190"/>
          <p:cNvSpPr txBox="1"/>
          <p:nvPr>
            <p:ph idx="5" type="body"/>
          </p:nvPr>
        </p:nvSpPr>
        <p:spPr>
          <a:xfrm>
            <a:off x="4822032" y="1965679"/>
            <a:ext cx="4045200" cy="66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270" name="Google Shape;2270;p190"/>
          <p:cNvSpPr txBox="1"/>
          <p:nvPr>
            <p:ph idx="6" type="body"/>
          </p:nvPr>
        </p:nvSpPr>
        <p:spPr>
          <a:xfrm>
            <a:off x="4822032" y="2765638"/>
            <a:ext cx="4045200" cy="66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271" name="Google Shape;2271;p190"/>
          <p:cNvSpPr txBox="1"/>
          <p:nvPr>
            <p:ph idx="7" type="body"/>
          </p:nvPr>
        </p:nvSpPr>
        <p:spPr>
          <a:xfrm>
            <a:off x="4254817" y="1965911"/>
            <a:ext cx="431400" cy="416100"/>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272" name="Google Shape;2272;p190"/>
          <p:cNvSpPr txBox="1"/>
          <p:nvPr>
            <p:ph idx="8" type="body"/>
          </p:nvPr>
        </p:nvSpPr>
        <p:spPr>
          <a:xfrm>
            <a:off x="4254817" y="2765793"/>
            <a:ext cx="431400" cy="416100"/>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262" name="Google Shape;2262;p190"/>
          <p:cNvSpPr txBox="1"/>
          <p:nvPr>
            <p:ph idx="9" type="body"/>
          </p:nvPr>
        </p:nvSpPr>
        <p:spPr>
          <a:xfrm>
            <a:off x="4254817" y="366147"/>
            <a:ext cx="431400" cy="416100"/>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273" name="Google Shape;2273;p190"/>
          <p:cNvSpPr txBox="1"/>
          <p:nvPr>
            <p:ph idx="13" type="body"/>
          </p:nvPr>
        </p:nvSpPr>
        <p:spPr>
          <a:xfrm>
            <a:off x="4822032" y="365761"/>
            <a:ext cx="4045200" cy="66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274" name="Google Shape;2274;p190"/>
          <p:cNvSpPr txBox="1"/>
          <p:nvPr>
            <p:ph idx="14" type="body"/>
          </p:nvPr>
        </p:nvSpPr>
        <p:spPr>
          <a:xfrm>
            <a:off x="4822032" y="3565597"/>
            <a:ext cx="4045200" cy="66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275" name="Google Shape;2275;p190"/>
          <p:cNvSpPr txBox="1"/>
          <p:nvPr>
            <p:ph idx="15" type="body"/>
          </p:nvPr>
        </p:nvSpPr>
        <p:spPr>
          <a:xfrm>
            <a:off x="4822032" y="4365558"/>
            <a:ext cx="4045200" cy="66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276" name="Google Shape;2276;p190"/>
          <p:cNvSpPr txBox="1"/>
          <p:nvPr>
            <p:ph idx="16" type="body"/>
          </p:nvPr>
        </p:nvSpPr>
        <p:spPr>
          <a:xfrm>
            <a:off x="4254817" y="3565675"/>
            <a:ext cx="431400" cy="416100"/>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263" name="Google Shape;2263;p190"/>
          <p:cNvSpPr txBox="1"/>
          <p:nvPr>
            <p:ph idx="17" type="body"/>
          </p:nvPr>
        </p:nvSpPr>
        <p:spPr>
          <a:xfrm>
            <a:off x="4254817" y="4365558"/>
            <a:ext cx="431400" cy="416100"/>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936">
          <p15:clr>
            <a:srgbClr val="FBAE40"/>
          </p15:clr>
        </p15:guide>
        <p15:guide id="2" pos="3744">
          <p15:clr>
            <a:srgbClr val="FBAE40"/>
          </p15:clr>
        </p15:guide>
        <p15:guide id="3" orient="horz" pos="1139">
          <p15:clr>
            <a:srgbClr val="FBAE40"/>
          </p15:clr>
        </p15:guide>
        <p15:guide id="4" orient="horz" pos="3832">
          <p15:clr>
            <a:srgbClr val="FBAE40"/>
          </p15:clr>
        </p15:guide>
        <p15:guide id="5" orient="horz" pos="4148">
          <p15:clr>
            <a:srgbClr val="FBAE40"/>
          </p15:clr>
        </p15:guide>
        <p15:guide id="6" orient="horz" pos="3168">
          <p15:clr>
            <a:srgbClr val="FBAE40"/>
          </p15:clr>
        </p15:guide>
        <p15:guide id="7" pos="476">
          <p15:clr>
            <a:srgbClr val="FBAE40"/>
          </p15:clr>
        </p15:guide>
        <p15:guide id="8" orient="horz" pos="2160">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for Next step: Three content">
  <p:cSld name="Layout for Next step: Three content">
    <p:spTree>
      <p:nvGrpSpPr>
        <p:cNvPr id="2277" name="Shape 2277"/>
        <p:cNvGrpSpPr/>
        <p:nvPr/>
      </p:nvGrpSpPr>
      <p:grpSpPr>
        <a:xfrm>
          <a:off x="0" y="0"/>
          <a:ext cx="0" cy="0"/>
          <a:chOff x="0" y="0"/>
          <a:chExt cx="0" cy="0"/>
        </a:xfrm>
      </p:grpSpPr>
      <p:cxnSp>
        <p:nvCxnSpPr>
          <p:cNvPr id="2278" name="Google Shape;2278;p191"/>
          <p:cNvCxnSpPr>
            <a:stCxn id="2279" idx="2"/>
            <a:endCxn id="2280" idx="0"/>
          </p:cNvCxnSpPr>
          <p:nvPr/>
        </p:nvCxnSpPr>
        <p:spPr>
          <a:xfrm>
            <a:off x="4470517" y="782247"/>
            <a:ext cx="0" cy="2783400"/>
          </a:xfrm>
          <a:prstGeom prst="straightConnector1">
            <a:avLst/>
          </a:prstGeom>
          <a:noFill/>
          <a:ln cap="sq" cmpd="sng" w="12700">
            <a:solidFill>
              <a:schemeClr val="dk1"/>
            </a:solidFill>
            <a:prstDash val="solid"/>
            <a:round/>
            <a:headEnd len="sm" w="sm" type="none"/>
            <a:tailEnd len="sm" w="sm" type="none"/>
          </a:ln>
        </p:spPr>
      </p:cxnSp>
      <p:sp>
        <p:nvSpPr>
          <p:cNvPr id="2281" name="Google Shape;2281;p191"/>
          <p:cNvSpPr txBox="1"/>
          <p:nvPr>
            <p:ph type="title"/>
          </p:nvPr>
        </p:nvSpPr>
        <p:spPr>
          <a:xfrm>
            <a:off x="274321" y="365760"/>
            <a:ext cx="36144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82" name="Google Shape;2282;p191"/>
          <p:cNvSpPr/>
          <p:nvPr>
            <p:ph idx="2" type="pic"/>
          </p:nvPr>
        </p:nvSpPr>
        <p:spPr>
          <a:xfrm>
            <a:off x="1" y="1828800"/>
            <a:ext cx="3888600" cy="3200400"/>
          </a:xfrm>
          <a:prstGeom prst="rect">
            <a:avLst/>
          </a:prstGeom>
          <a:solidFill>
            <a:srgbClr val="D7E0E3"/>
          </a:solidFill>
          <a:ln>
            <a:noFill/>
          </a:ln>
        </p:spPr>
      </p:sp>
      <p:sp>
        <p:nvSpPr>
          <p:cNvPr id="2283" name="Google Shape;2283;p191"/>
          <p:cNvSpPr txBox="1"/>
          <p:nvPr>
            <p:ph idx="1" type="body"/>
          </p:nvPr>
        </p:nvSpPr>
        <p:spPr>
          <a:xfrm>
            <a:off x="274320" y="5314599"/>
            <a:ext cx="8592900" cy="526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050"/>
              <a:buFont typeface="Arial"/>
              <a:buNone/>
              <a:defRPr sz="105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284" name="Google Shape;2284;p191"/>
          <p:cNvSpPr txBox="1"/>
          <p:nvPr>
            <p:ph idx="3" type="body"/>
          </p:nvPr>
        </p:nvSpPr>
        <p:spPr>
          <a:xfrm>
            <a:off x="4822032" y="1965678"/>
            <a:ext cx="4045200" cy="146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285" name="Google Shape;2285;p191"/>
          <p:cNvSpPr txBox="1"/>
          <p:nvPr>
            <p:ph idx="4" type="body"/>
          </p:nvPr>
        </p:nvSpPr>
        <p:spPr>
          <a:xfrm>
            <a:off x="4254817" y="1965911"/>
            <a:ext cx="431400" cy="416100"/>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279" name="Google Shape;2279;p191"/>
          <p:cNvSpPr txBox="1"/>
          <p:nvPr>
            <p:ph idx="5" type="body"/>
          </p:nvPr>
        </p:nvSpPr>
        <p:spPr>
          <a:xfrm>
            <a:off x="4254817" y="366147"/>
            <a:ext cx="431400" cy="416100"/>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286" name="Google Shape;2286;p191"/>
          <p:cNvSpPr txBox="1"/>
          <p:nvPr>
            <p:ph idx="6" type="body"/>
          </p:nvPr>
        </p:nvSpPr>
        <p:spPr>
          <a:xfrm>
            <a:off x="4822032" y="365760"/>
            <a:ext cx="4045200" cy="146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287" name="Google Shape;2287;p191"/>
          <p:cNvSpPr txBox="1"/>
          <p:nvPr>
            <p:ph idx="7" type="body"/>
          </p:nvPr>
        </p:nvSpPr>
        <p:spPr>
          <a:xfrm>
            <a:off x="4822032" y="3565596"/>
            <a:ext cx="4045200" cy="146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50"/>
              </a:spcBef>
              <a:spcAft>
                <a:spcPts val="0"/>
              </a:spcAft>
              <a:buClr>
                <a:schemeClr val="dk1"/>
              </a:buClr>
              <a:buSzPts val="900"/>
              <a:buFont typeface="Arial"/>
              <a:buNone/>
              <a:defRPr sz="900">
                <a:latin typeface="Arial"/>
                <a:ea typeface="Arial"/>
                <a:cs typeface="Arial"/>
                <a:sym typeface="Arial"/>
              </a:defRPr>
            </a:lvl1pPr>
            <a:lvl2pPr indent="-228600" lvl="1" marL="914400" algn="l">
              <a:lnSpc>
                <a:spcPct val="100000"/>
              </a:lnSpc>
              <a:spcBef>
                <a:spcPts val="225"/>
              </a:spcBef>
              <a:spcAft>
                <a:spcPts val="0"/>
              </a:spcAft>
              <a:buClr>
                <a:schemeClr val="dk1"/>
              </a:buClr>
              <a:buSzPts val="1200"/>
              <a:buFont typeface="Arial"/>
              <a:buNone/>
              <a:defRPr b="1" sz="1200">
                <a:latin typeface="Arial"/>
                <a:ea typeface="Arial"/>
                <a:cs typeface="Arial"/>
                <a:sym typeface="Arial"/>
              </a:defRPr>
            </a:lvl2pPr>
            <a:lvl3pPr indent="-285750" lvl="2" marL="1371600" algn="l">
              <a:lnSpc>
                <a:spcPct val="100000"/>
              </a:lnSpc>
              <a:spcBef>
                <a:spcPts val="225"/>
              </a:spcBef>
              <a:spcAft>
                <a:spcPts val="0"/>
              </a:spcAft>
              <a:buClr>
                <a:schemeClr val="dk1"/>
              </a:buClr>
              <a:buSzPts val="900"/>
              <a:buFont typeface="Arial"/>
              <a:buChar char="•"/>
              <a:defRPr sz="900">
                <a:latin typeface="Arial"/>
                <a:ea typeface="Arial"/>
                <a:cs typeface="Arial"/>
                <a:sym typeface="Arial"/>
              </a:defRPr>
            </a:lvl3pPr>
            <a:lvl4pPr indent="-285750" lvl="3" marL="1828800" algn="l">
              <a:lnSpc>
                <a:spcPct val="100000"/>
              </a:lnSpc>
              <a:spcBef>
                <a:spcPts val="225"/>
              </a:spcBef>
              <a:spcAft>
                <a:spcPts val="0"/>
              </a:spcAft>
              <a:buClr>
                <a:schemeClr val="dk1"/>
              </a:buClr>
              <a:buSzPts val="900"/>
              <a:buChar char="–"/>
              <a:defRPr sz="900">
                <a:latin typeface="Arial"/>
                <a:ea typeface="Arial"/>
                <a:cs typeface="Arial"/>
                <a:sym typeface="Arial"/>
              </a:defRPr>
            </a:lvl4pPr>
            <a:lvl5pPr indent="-285750" lvl="4" marL="2286000" algn="l">
              <a:lnSpc>
                <a:spcPct val="100000"/>
              </a:lnSpc>
              <a:spcBef>
                <a:spcPts val="225"/>
              </a:spcBef>
              <a:spcAft>
                <a:spcPts val="0"/>
              </a:spcAft>
              <a:buClr>
                <a:schemeClr val="dk1"/>
              </a:buClr>
              <a:buSzPts val="900"/>
              <a:buChar char="–"/>
              <a:defRPr sz="900">
                <a:latin typeface="Arial"/>
                <a:ea typeface="Arial"/>
                <a:cs typeface="Arial"/>
                <a:sym typeface="Aria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280" name="Google Shape;2280;p191"/>
          <p:cNvSpPr txBox="1"/>
          <p:nvPr>
            <p:ph idx="8" type="body"/>
          </p:nvPr>
        </p:nvSpPr>
        <p:spPr>
          <a:xfrm>
            <a:off x="4254817" y="3565675"/>
            <a:ext cx="431400" cy="416100"/>
          </a:xfrm>
          <a:prstGeom prst="rect">
            <a:avLst/>
          </a:prstGeom>
          <a:solidFill>
            <a:schemeClr val="lt1"/>
          </a:solid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2400"/>
              <a:buFont typeface="Arial"/>
              <a:buNone/>
              <a:defRPr sz="2400"/>
            </a:lvl1pPr>
            <a:lvl2pPr indent="-228600" lvl="1" marL="914400" algn="l">
              <a:lnSpc>
                <a:spcPct val="100000"/>
              </a:lnSpc>
              <a:spcBef>
                <a:spcPts val="225"/>
              </a:spcBef>
              <a:spcAft>
                <a:spcPts val="0"/>
              </a:spcAft>
              <a:buClr>
                <a:schemeClr val="dk1"/>
              </a:buClr>
              <a:buSzPts val="2400"/>
              <a:buFont typeface="Arial"/>
              <a:buNone/>
              <a:defRPr sz="2400"/>
            </a:lvl2pPr>
            <a:lvl3pPr indent="-228600" lvl="2" marL="1371600" algn="l">
              <a:lnSpc>
                <a:spcPct val="100000"/>
              </a:lnSpc>
              <a:spcBef>
                <a:spcPts val="225"/>
              </a:spcBef>
              <a:spcAft>
                <a:spcPts val="0"/>
              </a:spcAft>
              <a:buClr>
                <a:schemeClr val="dk1"/>
              </a:buClr>
              <a:buSzPts val="2400"/>
              <a:buFont typeface="Arial"/>
              <a:buNone/>
              <a:defRPr sz="2400"/>
            </a:lvl3pPr>
            <a:lvl4pPr indent="-228600" lvl="3" marL="1828800" algn="l">
              <a:lnSpc>
                <a:spcPct val="100000"/>
              </a:lnSpc>
              <a:spcBef>
                <a:spcPts val="225"/>
              </a:spcBef>
              <a:spcAft>
                <a:spcPts val="0"/>
              </a:spcAft>
              <a:buClr>
                <a:schemeClr val="dk1"/>
              </a:buClr>
              <a:buSzPts val="2400"/>
              <a:buFont typeface="Arial"/>
              <a:buNone/>
              <a:defRPr sz="2400"/>
            </a:lvl4pPr>
            <a:lvl5pPr indent="-228600" lvl="4" marL="2286000" algn="l">
              <a:lnSpc>
                <a:spcPct val="100000"/>
              </a:lnSpc>
              <a:spcBef>
                <a:spcPts val="225"/>
              </a:spcBef>
              <a:spcAft>
                <a:spcPts val="0"/>
              </a:spcAft>
              <a:buClr>
                <a:schemeClr val="dk1"/>
              </a:buClr>
              <a:buSzPts val="2400"/>
              <a:buFont typeface="Arial"/>
              <a:buNone/>
              <a:defRPr sz="2400"/>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936">
          <p15:clr>
            <a:srgbClr val="FBAE40"/>
          </p15:clr>
        </p15:guide>
        <p15:guide id="2" pos="3744">
          <p15:clr>
            <a:srgbClr val="FBAE40"/>
          </p15:clr>
        </p15:guide>
        <p15:guide id="3" orient="horz" pos="1139">
          <p15:clr>
            <a:srgbClr val="FBAE40"/>
          </p15:clr>
        </p15:guide>
        <p15:guide id="4" orient="horz" pos="3832">
          <p15:clr>
            <a:srgbClr val="FBAE40"/>
          </p15:clr>
        </p15:guide>
        <p15:guide id="5" orient="horz" pos="4148">
          <p15:clr>
            <a:srgbClr val="FBAE40"/>
          </p15:clr>
        </p15:guide>
        <p15:guide id="6" orient="horz" pos="3168">
          <p15:clr>
            <a:srgbClr val="FBAE40"/>
          </p15:clr>
        </p15:guide>
        <p15:guide id="7" pos="476">
          <p15:clr>
            <a:srgbClr val="FBAE40"/>
          </p15:clr>
        </p15:guide>
        <p15:guide id="8" orient="horz" pos="2160">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and Sidebar">
  <p:cSld name="Photo and Sidebar">
    <p:spTree>
      <p:nvGrpSpPr>
        <p:cNvPr id="2288" name="Shape 2288"/>
        <p:cNvGrpSpPr/>
        <p:nvPr/>
      </p:nvGrpSpPr>
      <p:grpSpPr>
        <a:xfrm>
          <a:off x="0" y="0"/>
          <a:ext cx="0" cy="0"/>
          <a:chOff x="0" y="0"/>
          <a:chExt cx="0" cy="0"/>
        </a:xfrm>
      </p:grpSpPr>
      <p:sp>
        <p:nvSpPr>
          <p:cNvPr id="2289" name="Google Shape;2289;p192"/>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0" name="Google Shape;2290;p192"/>
          <p:cNvSpPr/>
          <p:nvPr>
            <p:ph idx="2" type="pic"/>
          </p:nvPr>
        </p:nvSpPr>
        <p:spPr>
          <a:xfrm>
            <a:off x="569119" y="1828801"/>
            <a:ext cx="6091200" cy="4254600"/>
          </a:xfrm>
          <a:prstGeom prst="rect">
            <a:avLst/>
          </a:prstGeom>
          <a:solidFill>
            <a:srgbClr val="D7E0E3"/>
          </a:solidFill>
          <a:ln>
            <a:noFill/>
          </a:ln>
        </p:spPr>
      </p:sp>
      <p:sp>
        <p:nvSpPr>
          <p:cNvPr id="2291" name="Google Shape;2291;p192"/>
          <p:cNvSpPr txBox="1"/>
          <p:nvPr>
            <p:ph idx="1" type="body"/>
          </p:nvPr>
        </p:nvSpPr>
        <p:spPr>
          <a:xfrm>
            <a:off x="6892290" y="1828800"/>
            <a:ext cx="1975200" cy="4251900"/>
          </a:xfrm>
          <a:prstGeom prst="rect">
            <a:avLst/>
          </a:prstGeom>
          <a:noFill/>
          <a:ln>
            <a:noFill/>
          </a:ln>
        </p:spPr>
        <p:txBody>
          <a:bodyPr anchorCtr="0" anchor="t" bIns="0" lIns="0" spcFirstLastPara="1" rIns="0" wrap="square" tIns="0">
            <a:normAutofit/>
          </a:bodyPr>
          <a:lstStyle>
            <a:lvl1pPr indent="-304800" lvl="0" marL="4572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indent="-304800" lvl="1" marL="9144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indent="-304800" lvl="5" marL="2743200" algn="l">
              <a:lnSpc>
                <a:spcPct val="100000"/>
              </a:lnSpc>
              <a:spcBef>
                <a:spcPts val="225"/>
              </a:spcBef>
              <a:spcAft>
                <a:spcPts val="0"/>
              </a:spcAft>
              <a:buClr>
                <a:schemeClr val="dk1"/>
              </a:buClr>
              <a:buSzPts val="1200"/>
              <a:buChar char="–"/>
              <a:defRPr sz="1200"/>
            </a:lvl6pPr>
            <a:lvl7pPr indent="-304800" lvl="6" marL="3200400" algn="l">
              <a:lnSpc>
                <a:spcPct val="100000"/>
              </a:lnSpc>
              <a:spcBef>
                <a:spcPts val="225"/>
              </a:spcBef>
              <a:spcAft>
                <a:spcPts val="0"/>
              </a:spcAft>
              <a:buClr>
                <a:schemeClr val="dk1"/>
              </a:buClr>
              <a:buSzPts val="1200"/>
              <a:buChar char="–"/>
              <a:defRPr sz="1200"/>
            </a:lvl7pPr>
            <a:lvl8pPr indent="-304800" lvl="7" marL="3657600" algn="l">
              <a:lnSpc>
                <a:spcPct val="100000"/>
              </a:lnSpc>
              <a:spcBef>
                <a:spcPts val="225"/>
              </a:spcBef>
              <a:spcAft>
                <a:spcPts val="0"/>
              </a:spcAft>
              <a:buClr>
                <a:schemeClr val="dk1"/>
              </a:buClr>
              <a:buSzPts val="1200"/>
              <a:buChar char="–"/>
              <a:defRPr sz="1200"/>
            </a:lvl8pPr>
            <a:lvl9pPr indent="-304800" lvl="8" marL="4114800" algn="l">
              <a:lnSpc>
                <a:spcPct val="100000"/>
              </a:lnSpc>
              <a:spcBef>
                <a:spcPts val="225"/>
              </a:spcBef>
              <a:spcAft>
                <a:spcPts val="0"/>
              </a:spcAft>
              <a:buClr>
                <a:schemeClr val="dk1"/>
              </a:buClr>
              <a:buSzPts val="1200"/>
              <a:buChar char="–"/>
              <a:defRPr sz="120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478">
          <p15:clr>
            <a:srgbClr val="FBAE40"/>
          </p15:clr>
        </p15:guide>
        <p15:guide id="2" pos="5594">
          <p15:clr>
            <a:srgbClr val="FBAE40"/>
          </p15:clr>
        </p15:guide>
        <p15:guide id="3" pos="5788">
          <p15:clr>
            <a:srgbClr val="FBAE40"/>
          </p15:clr>
        </p15:guide>
        <p15:guide id="4" orient="horz" pos="1152">
          <p15:clr>
            <a:srgbClr val="FBAE40"/>
          </p15:clr>
        </p15:guide>
        <p15:guide id="5" orient="horz" pos="3832">
          <p15:clr>
            <a:srgbClr val="FBAE40"/>
          </p15:clr>
        </p15:guide>
        <p15:guide id="6" orient="horz" pos="4148">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hoto and Sidebar">
  <p:cSld name="3_Photo and Sidebar">
    <p:spTree>
      <p:nvGrpSpPr>
        <p:cNvPr id="2292" name="Shape 2292"/>
        <p:cNvGrpSpPr/>
        <p:nvPr/>
      </p:nvGrpSpPr>
      <p:grpSpPr>
        <a:xfrm>
          <a:off x="0" y="0"/>
          <a:ext cx="0" cy="0"/>
          <a:chOff x="0" y="0"/>
          <a:chExt cx="0" cy="0"/>
        </a:xfrm>
      </p:grpSpPr>
      <p:sp>
        <p:nvSpPr>
          <p:cNvPr id="2293" name="Google Shape;2293;p193"/>
          <p:cNvSpPr txBox="1"/>
          <p:nvPr>
            <p:ph type="title"/>
          </p:nvPr>
        </p:nvSpPr>
        <p:spPr>
          <a:xfrm>
            <a:off x="274320" y="365760"/>
            <a:ext cx="33957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4" name="Google Shape;2294;p193"/>
          <p:cNvSpPr/>
          <p:nvPr>
            <p:ph idx="2" type="pic"/>
          </p:nvPr>
        </p:nvSpPr>
        <p:spPr>
          <a:xfrm>
            <a:off x="4096264" y="0"/>
            <a:ext cx="5047800" cy="5288700"/>
          </a:xfrm>
          <a:prstGeom prst="rect">
            <a:avLst/>
          </a:prstGeom>
          <a:solidFill>
            <a:srgbClr val="D7E0E3"/>
          </a:solidFill>
          <a:ln>
            <a:noFill/>
          </a:ln>
        </p:spPr>
      </p:sp>
      <p:sp>
        <p:nvSpPr>
          <p:cNvPr id="2295" name="Google Shape;2295;p193"/>
          <p:cNvSpPr txBox="1"/>
          <p:nvPr>
            <p:ph idx="1" type="body"/>
          </p:nvPr>
        </p:nvSpPr>
        <p:spPr>
          <a:xfrm>
            <a:off x="274319" y="1594022"/>
            <a:ext cx="3395700" cy="4152000"/>
          </a:xfrm>
          <a:prstGeom prst="rect">
            <a:avLst/>
          </a:prstGeom>
          <a:noFill/>
          <a:ln>
            <a:noFill/>
          </a:ln>
        </p:spPr>
        <p:txBody>
          <a:bodyPr anchorCtr="0" anchor="t" bIns="0" lIns="0" spcFirstLastPara="1" rIns="0" wrap="square" tIns="0">
            <a:normAutofit/>
          </a:bodyPr>
          <a:lstStyle>
            <a:lvl1pPr indent="-304800" lvl="0" marL="4572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indent="-304800" lvl="1" marL="9144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indent="-304800" lvl="5" marL="2743200" algn="l">
              <a:lnSpc>
                <a:spcPct val="100000"/>
              </a:lnSpc>
              <a:spcBef>
                <a:spcPts val="225"/>
              </a:spcBef>
              <a:spcAft>
                <a:spcPts val="0"/>
              </a:spcAft>
              <a:buClr>
                <a:schemeClr val="dk1"/>
              </a:buClr>
              <a:buSzPts val="1200"/>
              <a:buChar char="–"/>
              <a:defRPr sz="1200"/>
            </a:lvl6pPr>
            <a:lvl7pPr indent="-304800" lvl="6" marL="3200400" algn="l">
              <a:lnSpc>
                <a:spcPct val="100000"/>
              </a:lnSpc>
              <a:spcBef>
                <a:spcPts val="225"/>
              </a:spcBef>
              <a:spcAft>
                <a:spcPts val="0"/>
              </a:spcAft>
              <a:buClr>
                <a:schemeClr val="dk1"/>
              </a:buClr>
              <a:buSzPts val="1200"/>
              <a:buChar char="–"/>
              <a:defRPr sz="1200"/>
            </a:lvl7pPr>
            <a:lvl8pPr indent="-304800" lvl="7" marL="3657600" algn="l">
              <a:lnSpc>
                <a:spcPct val="100000"/>
              </a:lnSpc>
              <a:spcBef>
                <a:spcPts val="225"/>
              </a:spcBef>
              <a:spcAft>
                <a:spcPts val="0"/>
              </a:spcAft>
              <a:buClr>
                <a:schemeClr val="dk1"/>
              </a:buClr>
              <a:buSzPts val="1200"/>
              <a:buChar char="–"/>
              <a:defRPr sz="1200"/>
            </a:lvl8pPr>
            <a:lvl9pPr indent="-304800" lvl="8" marL="4114800" algn="l">
              <a:lnSpc>
                <a:spcPct val="100000"/>
              </a:lnSpc>
              <a:spcBef>
                <a:spcPts val="225"/>
              </a:spcBef>
              <a:spcAft>
                <a:spcPts val="0"/>
              </a:spcAft>
              <a:buClr>
                <a:schemeClr val="dk1"/>
              </a:buClr>
              <a:buSzPts val="1200"/>
              <a:buChar char="–"/>
              <a:defRPr sz="120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478">
          <p15:clr>
            <a:srgbClr val="FBAE40"/>
          </p15:clr>
        </p15:guide>
        <p15:guide id="2" pos="5594">
          <p15:clr>
            <a:srgbClr val="FBAE40"/>
          </p15:clr>
        </p15:guide>
        <p15:guide id="3" pos="5788">
          <p15:clr>
            <a:srgbClr val="FBAE40"/>
          </p15:clr>
        </p15:guide>
        <p15:guide id="4" orient="horz" pos="1152">
          <p15:clr>
            <a:srgbClr val="FBAE40"/>
          </p15:clr>
        </p15:guide>
        <p15:guide id="5" orient="horz" pos="3832">
          <p15:clr>
            <a:srgbClr val="FBAE40"/>
          </p15:clr>
        </p15:guide>
        <p15:guide id="6" orient="horz" pos="4148">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and Sidebar with teal box">
  <p:cSld name="Photo and Sidebar with teal box">
    <p:spTree>
      <p:nvGrpSpPr>
        <p:cNvPr id="2296" name="Shape 2296"/>
        <p:cNvGrpSpPr/>
        <p:nvPr/>
      </p:nvGrpSpPr>
      <p:grpSpPr>
        <a:xfrm>
          <a:off x="0" y="0"/>
          <a:ext cx="0" cy="0"/>
          <a:chOff x="0" y="0"/>
          <a:chExt cx="0" cy="0"/>
        </a:xfrm>
      </p:grpSpPr>
      <p:sp>
        <p:nvSpPr>
          <p:cNvPr id="2297" name="Google Shape;2297;p194"/>
          <p:cNvSpPr txBox="1"/>
          <p:nvPr>
            <p:ph type="title"/>
          </p:nvPr>
        </p:nvSpPr>
        <p:spPr>
          <a:xfrm>
            <a:off x="274320" y="365760"/>
            <a:ext cx="33957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8" name="Google Shape;2298;p194"/>
          <p:cNvSpPr/>
          <p:nvPr>
            <p:ph idx="2" type="pic"/>
          </p:nvPr>
        </p:nvSpPr>
        <p:spPr>
          <a:xfrm>
            <a:off x="4572000" y="0"/>
            <a:ext cx="4572000" cy="5288700"/>
          </a:xfrm>
          <a:prstGeom prst="rect">
            <a:avLst/>
          </a:prstGeom>
          <a:solidFill>
            <a:srgbClr val="D7E0E3"/>
          </a:solidFill>
          <a:ln>
            <a:noFill/>
          </a:ln>
        </p:spPr>
      </p:sp>
      <p:sp>
        <p:nvSpPr>
          <p:cNvPr id="2299" name="Google Shape;2299;p194"/>
          <p:cNvSpPr txBox="1"/>
          <p:nvPr>
            <p:ph idx="1" type="body"/>
          </p:nvPr>
        </p:nvSpPr>
        <p:spPr>
          <a:xfrm>
            <a:off x="274319" y="1594022"/>
            <a:ext cx="3395700" cy="4152000"/>
          </a:xfrm>
          <a:prstGeom prst="rect">
            <a:avLst/>
          </a:prstGeom>
          <a:noFill/>
          <a:ln>
            <a:noFill/>
          </a:ln>
        </p:spPr>
        <p:txBody>
          <a:bodyPr anchorCtr="0" anchor="t" bIns="0" lIns="0" spcFirstLastPara="1" rIns="0" wrap="square" tIns="0">
            <a:normAutofit/>
          </a:bodyPr>
          <a:lstStyle>
            <a:lvl1pPr indent="-304800" lvl="0" marL="4572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indent="-304800" lvl="1" marL="9144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indent="-304800" lvl="5" marL="2743200" algn="l">
              <a:lnSpc>
                <a:spcPct val="100000"/>
              </a:lnSpc>
              <a:spcBef>
                <a:spcPts val="225"/>
              </a:spcBef>
              <a:spcAft>
                <a:spcPts val="0"/>
              </a:spcAft>
              <a:buClr>
                <a:schemeClr val="dk1"/>
              </a:buClr>
              <a:buSzPts val="1200"/>
              <a:buChar char="–"/>
              <a:defRPr sz="1200"/>
            </a:lvl6pPr>
            <a:lvl7pPr indent="-304800" lvl="6" marL="3200400" algn="l">
              <a:lnSpc>
                <a:spcPct val="100000"/>
              </a:lnSpc>
              <a:spcBef>
                <a:spcPts val="225"/>
              </a:spcBef>
              <a:spcAft>
                <a:spcPts val="0"/>
              </a:spcAft>
              <a:buClr>
                <a:schemeClr val="dk1"/>
              </a:buClr>
              <a:buSzPts val="1200"/>
              <a:buChar char="–"/>
              <a:defRPr sz="1200"/>
            </a:lvl7pPr>
            <a:lvl8pPr indent="-304800" lvl="7" marL="3657600" algn="l">
              <a:lnSpc>
                <a:spcPct val="100000"/>
              </a:lnSpc>
              <a:spcBef>
                <a:spcPts val="225"/>
              </a:spcBef>
              <a:spcAft>
                <a:spcPts val="0"/>
              </a:spcAft>
              <a:buClr>
                <a:schemeClr val="dk1"/>
              </a:buClr>
              <a:buSzPts val="1200"/>
              <a:buChar char="–"/>
              <a:defRPr sz="1200"/>
            </a:lvl8pPr>
            <a:lvl9pPr indent="-304800" lvl="8" marL="4114800" algn="l">
              <a:lnSpc>
                <a:spcPct val="100000"/>
              </a:lnSpc>
              <a:spcBef>
                <a:spcPts val="225"/>
              </a:spcBef>
              <a:spcAft>
                <a:spcPts val="0"/>
              </a:spcAft>
              <a:buClr>
                <a:schemeClr val="dk1"/>
              </a:buClr>
              <a:buSzPts val="1200"/>
              <a:buChar char="–"/>
              <a:defRPr sz="1200"/>
            </a:lvl9pPr>
          </a:lstStyle>
          <a:p/>
        </p:txBody>
      </p:sp>
      <p:sp>
        <p:nvSpPr>
          <p:cNvPr id="2300" name="Google Shape;2300;p194"/>
          <p:cNvSpPr/>
          <p:nvPr/>
        </p:nvSpPr>
        <p:spPr>
          <a:xfrm>
            <a:off x="3993192" y="4399722"/>
            <a:ext cx="2246100" cy="21999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2301" name="Google Shape;2301;p194"/>
          <p:cNvSpPr txBox="1"/>
          <p:nvPr>
            <p:ph idx="3" type="body"/>
          </p:nvPr>
        </p:nvSpPr>
        <p:spPr>
          <a:xfrm>
            <a:off x="4212009" y="5499653"/>
            <a:ext cx="1868100" cy="848700"/>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228600" lvl="1" marL="914400" algn="l">
              <a:lnSpc>
                <a:spcPct val="100000"/>
              </a:lnSpc>
              <a:spcBef>
                <a:spcPts val="225"/>
              </a:spcBef>
              <a:spcAft>
                <a:spcPts val="0"/>
              </a:spcAft>
              <a:buClr>
                <a:schemeClr val="lt1"/>
              </a:buClr>
              <a:buSzPts val="1350"/>
              <a:buNone/>
              <a:defRPr>
                <a:solidFill>
                  <a:schemeClr val="lt1"/>
                </a:solidFill>
              </a:defRPr>
            </a:lvl2pPr>
            <a:lvl3pPr indent="-228600" lvl="2" marL="1371600" algn="l">
              <a:lnSpc>
                <a:spcPct val="100000"/>
              </a:lnSpc>
              <a:spcBef>
                <a:spcPts val="225"/>
              </a:spcBef>
              <a:spcAft>
                <a:spcPts val="0"/>
              </a:spcAft>
              <a:buClr>
                <a:schemeClr val="lt1"/>
              </a:buClr>
              <a:buSzPts val="1350"/>
              <a:buNone/>
              <a:defRPr>
                <a:solidFill>
                  <a:schemeClr val="lt1"/>
                </a:solidFill>
              </a:defRPr>
            </a:lvl3pPr>
            <a:lvl4pPr indent="-228600" lvl="3" marL="1828800" algn="l">
              <a:lnSpc>
                <a:spcPct val="100000"/>
              </a:lnSpc>
              <a:spcBef>
                <a:spcPts val="225"/>
              </a:spcBef>
              <a:spcAft>
                <a:spcPts val="0"/>
              </a:spcAft>
              <a:buClr>
                <a:schemeClr val="lt1"/>
              </a:buClr>
              <a:buSzPts val="1350"/>
              <a:buNone/>
              <a:defRPr>
                <a:solidFill>
                  <a:schemeClr val="lt1"/>
                </a:solidFill>
              </a:defRPr>
            </a:lvl4pPr>
            <a:lvl5pPr indent="-228600" lvl="4" marL="2286000" algn="l">
              <a:lnSpc>
                <a:spcPct val="100000"/>
              </a:lnSpc>
              <a:spcBef>
                <a:spcPts val="225"/>
              </a:spcBef>
              <a:spcAft>
                <a:spcPts val="0"/>
              </a:spcAft>
              <a:buClr>
                <a:schemeClr val="lt1"/>
              </a:buClr>
              <a:buSzPts val="1350"/>
              <a:buNone/>
              <a:defRPr>
                <a:solidFill>
                  <a:schemeClr val="lt1"/>
                </a:solidFill>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478">
          <p15:clr>
            <a:srgbClr val="FBAE40"/>
          </p15:clr>
        </p15:guide>
        <p15:guide id="2" pos="5594">
          <p15:clr>
            <a:srgbClr val="FBAE40"/>
          </p15:clr>
        </p15:guide>
        <p15:guide id="3" pos="5788">
          <p15:clr>
            <a:srgbClr val="FBAE40"/>
          </p15:clr>
        </p15:guide>
        <p15:guide id="4" orient="horz" pos="1152">
          <p15:clr>
            <a:srgbClr val="FBAE40"/>
          </p15:clr>
        </p15:guide>
        <p15:guide id="5" orient="horz" pos="3832">
          <p15:clr>
            <a:srgbClr val="FBAE40"/>
          </p15:clr>
        </p15:guide>
        <p15:guide id="6" orient="horz" pos="4148">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hoto and Sidebar">
  <p:cSld name="2_Photo and Sidebar">
    <p:spTree>
      <p:nvGrpSpPr>
        <p:cNvPr id="2302" name="Shape 2302"/>
        <p:cNvGrpSpPr/>
        <p:nvPr/>
      </p:nvGrpSpPr>
      <p:grpSpPr>
        <a:xfrm>
          <a:off x="0" y="0"/>
          <a:ext cx="0" cy="0"/>
          <a:chOff x="0" y="0"/>
          <a:chExt cx="0" cy="0"/>
        </a:xfrm>
      </p:grpSpPr>
      <p:sp>
        <p:nvSpPr>
          <p:cNvPr id="2303" name="Google Shape;2303;p195"/>
          <p:cNvSpPr/>
          <p:nvPr>
            <p:ph idx="2" type="pic"/>
          </p:nvPr>
        </p:nvSpPr>
        <p:spPr>
          <a:xfrm>
            <a:off x="0" y="0"/>
            <a:ext cx="6533700" cy="5646900"/>
          </a:xfrm>
          <a:prstGeom prst="rect">
            <a:avLst/>
          </a:prstGeom>
          <a:solidFill>
            <a:srgbClr val="D7E0E3"/>
          </a:solidFill>
          <a:ln>
            <a:noFill/>
          </a:ln>
        </p:spPr>
      </p:sp>
      <p:sp>
        <p:nvSpPr>
          <p:cNvPr id="2304" name="Google Shape;2304;p195"/>
          <p:cNvSpPr txBox="1"/>
          <p:nvPr>
            <p:ph idx="1" type="body"/>
          </p:nvPr>
        </p:nvSpPr>
        <p:spPr>
          <a:xfrm>
            <a:off x="6892290" y="444843"/>
            <a:ext cx="1975200" cy="4251900"/>
          </a:xfrm>
          <a:prstGeom prst="rect">
            <a:avLst/>
          </a:prstGeom>
          <a:noFill/>
          <a:ln>
            <a:noFill/>
          </a:ln>
        </p:spPr>
        <p:txBody>
          <a:bodyPr anchorCtr="0" anchor="t" bIns="0" lIns="0" spcFirstLastPara="1" rIns="0" wrap="square" tIns="0">
            <a:normAutofit/>
          </a:bodyPr>
          <a:lstStyle>
            <a:lvl1pPr indent="-304800" lvl="0" marL="4572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indent="-304800" lvl="1" marL="9144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indent="-304800" lvl="5" marL="2743200" algn="l">
              <a:lnSpc>
                <a:spcPct val="100000"/>
              </a:lnSpc>
              <a:spcBef>
                <a:spcPts val="225"/>
              </a:spcBef>
              <a:spcAft>
                <a:spcPts val="0"/>
              </a:spcAft>
              <a:buClr>
                <a:schemeClr val="dk1"/>
              </a:buClr>
              <a:buSzPts val="1200"/>
              <a:buChar char="–"/>
              <a:defRPr sz="1200"/>
            </a:lvl6pPr>
            <a:lvl7pPr indent="-304800" lvl="6" marL="3200400" algn="l">
              <a:lnSpc>
                <a:spcPct val="100000"/>
              </a:lnSpc>
              <a:spcBef>
                <a:spcPts val="225"/>
              </a:spcBef>
              <a:spcAft>
                <a:spcPts val="0"/>
              </a:spcAft>
              <a:buClr>
                <a:schemeClr val="dk1"/>
              </a:buClr>
              <a:buSzPts val="1200"/>
              <a:buChar char="–"/>
              <a:defRPr sz="1200"/>
            </a:lvl7pPr>
            <a:lvl8pPr indent="-304800" lvl="7" marL="3657600" algn="l">
              <a:lnSpc>
                <a:spcPct val="100000"/>
              </a:lnSpc>
              <a:spcBef>
                <a:spcPts val="225"/>
              </a:spcBef>
              <a:spcAft>
                <a:spcPts val="0"/>
              </a:spcAft>
              <a:buClr>
                <a:schemeClr val="dk1"/>
              </a:buClr>
              <a:buSzPts val="1200"/>
              <a:buChar char="–"/>
              <a:defRPr sz="1200"/>
            </a:lvl8pPr>
            <a:lvl9pPr indent="-304800" lvl="8" marL="4114800" algn="l">
              <a:lnSpc>
                <a:spcPct val="100000"/>
              </a:lnSpc>
              <a:spcBef>
                <a:spcPts val="225"/>
              </a:spcBef>
              <a:spcAft>
                <a:spcPts val="0"/>
              </a:spcAft>
              <a:buClr>
                <a:schemeClr val="dk1"/>
              </a:buClr>
              <a:buSzPts val="1200"/>
              <a:buChar char="–"/>
              <a:defRPr sz="120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478">
          <p15:clr>
            <a:srgbClr val="FBAE40"/>
          </p15:clr>
        </p15:guide>
        <p15:guide id="2" pos="5594">
          <p15:clr>
            <a:srgbClr val="FBAE40"/>
          </p15:clr>
        </p15:guide>
        <p15:guide id="3" pos="5788">
          <p15:clr>
            <a:srgbClr val="FBAE40"/>
          </p15:clr>
        </p15:guide>
        <p15:guide id="4" orient="horz" pos="1152">
          <p15:clr>
            <a:srgbClr val="FBAE40"/>
          </p15:clr>
        </p15:guide>
        <p15:guide id="5" orient="horz" pos="3832">
          <p15:clr>
            <a:srgbClr val="FBAE40"/>
          </p15:clr>
        </p15:guide>
        <p15:guide id="6" orient="horz" pos="4148">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Cluster 01">
  <p:cSld name="Text Cluster 01">
    <p:spTree>
      <p:nvGrpSpPr>
        <p:cNvPr id="2305" name="Shape 2305"/>
        <p:cNvGrpSpPr/>
        <p:nvPr/>
      </p:nvGrpSpPr>
      <p:grpSpPr>
        <a:xfrm>
          <a:off x="0" y="0"/>
          <a:ext cx="0" cy="0"/>
          <a:chOff x="0" y="0"/>
          <a:chExt cx="0" cy="0"/>
        </a:xfrm>
      </p:grpSpPr>
      <p:sp>
        <p:nvSpPr>
          <p:cNvPr id="2306" name="Google Shape;2306;p196"/>
          <p:cNvSpPr txBox="1"/>
          <p:nvPr>
            <p:ph type="title"/>
          </p:nvPr>
        </p:nvSpPr>
        <p:spPr>
          <a:xfrm>
            <a:off x="274320" y="365760"/>
            <a:ext cx="63894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07" name="Google Shape;2307;p196"/>
          <p:cNvSpPr txBox="1"/>
          <p:nvPr>
            <p:ph idx="1" type="body"/>
          </p:nvPr>
        </p:nvSpPr>
        <p:spPr>
          <a:xfrm>
            <a:off x="4607054" y="2492528"/>
            <a:ext cx="2096400" cy="2788800"/>
          </a:xfrm>
          <a:prstGeom prst="rect">
            <a:avLst/>
          </a:prstGeom>
          <a:solidFill>
            <a:srgbClr val="003C51"/>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08" name="Google Shape;2308;p196"/>
          <p:cNvSpPr txBox="1"/>
          <p:nvPr>
            <p:ph idx="2" type="body"/>
          </p:nvPr>
        </p:nvSpPr>
        <p:spPr>
          <a:xfrm>
            <a:off x="2440687" y="2492528"/>
            <a:ext cx="2091600" cy="2788800"/>
          </a:xfrm>
          <a:prstGeom prst="rect">
            <a:avLst/>
          </a:prstGeom>
          <a:solidFill>
            <a:srgbClr val="881E87"/>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09" name="Google Shape;2309;p196"/>
          <p:cNvSpPr txBox="1"/>
          <p:nvPr>
            <p:ph idx="3" type="body"/>
          </p:nvPr>
        </p:nvSpPr>
        <p:spPr>
          <a:xfrm>
            <a:off x="6777992" y="2492528"/>
            <a:ext cx="2096400" cy="2788800"/>
          </a:xfrm>
          <a:prstGeom prst="rect">
            <a:avLst/>
          </a:prstGeom>
          <a:solidFill>
            <a:srgbClr val="0097AC"/>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10" name="Google Shape;2310;p196"/>
          <p:cNvSpPr txBox="1"/>
          <p:nvPr>
            <p:ph idx="4" type="body"/>
          </p:nvPr>
        </p:nvSpPr>
        <p:spPr>
          <a:xfrm>
            <a:off x="274320" y="2492528"/>
            <a:ext cx="2091600" cy="2788800"/>
          </a:xfrm>
          <a:prstGeom prst="rect">
            <a:avLst/>
          </a:prstGeom>
          <a:solidFill>
            <a:srgbClr val="006E74"/>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sldGuideLst>
    </p:ext>
  </p:extLst>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Cluster 02">
  <p:cSld name="Text Cluster 02">
    <p:spTree>
      <p:nvGrpSpPr>
        <p:cNvPr id="2311" name="Shape 2311"/>
        <p:cNvGrpSpPr/>
        <p:nvPr/>
      </p:nvGrpSpPr>
      <p:grpSpPr>
        <a:xfrm>
          <a:off x="0" y="0"/>
          <a:ext cx="0" cy="0"/>
          <a:chOff x="0" y="0"/>
          <a:chExt cx="0" cy="0"/>
        </a:xfrm>
      </p:grpSpPr>
      <p:sp>
        <p:nvSpPr>
          <p:cNvPr id="2312" name="Google Shape;2312;p197"/>
          <p:cNvSpPr txBox="1"/>
          <p:nvPr>
            <p:ph type="title"/>
          </p:nvPr>
        </p:nvSpPr>
        <p:spPr>
          <a:xfrm>
            <a:off x="274321" y="365760"/>
            <a:ext cx="5404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3" name="Google Shape;2313;p197"/>
          <p:cNvSpPr txBox="1"/>
          <p:nvPr>
            <p:ph idx="1" type="body"/>
          </p:nvPr>
        </p:nvSpPr>
        <p:spPr>
          <a:xfrm>
            <a:off x="4673136" y="1600200"/>
            <a:ext cx="3429000" cy="1828800"/>
          </a:xfrm>
          <a:prstGeom prst="rect">
            <a:avLst/>
          </a:prstGeom>
          <a:solidFill>
            <a:schemeClr val="accent1"/>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14" name="Google Shape;2314;p197"/>
          <p:cNvSpPr txBox="1"/>
          <p:nvPr>
            <p:ph idx="2" type="body"/>
          </p:nvPr>
        </p:nvSpPr>
        <p:spPr>
          <a:xfrm>
            <a:off x="1032642" y="1600200"/>
            <a:ext cx="3429000" cy="1828800"/>
          </a:xfrm>
          <a:prstGeom prst="rect">
            <a:avLst/>
          </a:prstGeom>
          <a:solidFill>
            <a:schemeClr val="dk2"/>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15" name="Google Shape;2315;p197"/>
          <p:cNvSpPr txBox="1"/>
          <p:nvPr>
            <p:ph idx="3" type="body"/>
          </p:nvPr>
        </p:nvSpPr>
        <p:spPr>
          <a:xfrm>
            <a:off x="1032642" y="3749041"/>
            <a:ext cx="3429000" cy="1828800"/>
          </a:xfrm>
          <a:prstGeom prst="rect">
            <a:avLst/>
          </a:prstGeom>
          <a:solidFill>
            <a:schemeClr val="accent2"/>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16" name="Google Shape;2316;p197"/>
          <p:cNvSpPr txBox="1"/>
          <p:nvPr>
            <p:ph idx="4" type="body"/>
          </p:nvPr>
        </p:nvSpPr>
        <p:spPr>
          <a:xfrm>
            <a:off x="4673136" y="3749041"/>
            <a:ext cx="3429000" cy="1828800"/>
          </a:xfrm>
          <a:prstGeom prst="rect">
            <a:avLst/>
          </a:prstGeom>
          <a:solidFill>
            <a:schemeClr val="accent3"/>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sldGuideLst>
    </p:ext>
  </p:extLst>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Cluster 03">
  <p:cSld name="Text Cluster 03">
    <p:spTree>
      <p:nvGrpSpPr>
        <p:cNvPr id="2317" name="Shape 2317"/>
        <p:cNvGrpSpPr/>
        <p:nvPr/>
      </p:nvGrpSpPr>
      <p:grpSpPr>
        <a:xfrm>
          <a:off x="0" y="0"/>
          <a:ext cx="0" cy="0"/>
          <a:chOff x="0" y="0"/>
          <a:chExt cx="0" cy="0"/>
        </a:xfrm>
      </p:grpSpPr>
      <p:sp>
        <p:nvSpPr>
          <p:cNvPr id="2318" name="Google Shape;2318;p198"/>
          <p:cNvSpPr txBox="1"/>
          <p:nvPr>
            <p:ph type="title"/>
          </p:nvPr>
        </p:nvSpPr>
        <p:spPr>
          <a:xfrm>
            <a:off x="274321" y="365760"/>
            <a:ext cx="5404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9" name="Google Shape;2319;p198"/>
          <p:cNvSpPr txBox="1"/>
          <p:nvPr>
            <p:ph idx="1" type="body"/>
          </p:nvPr>
        </p:nvSpPr>
        <p:spPr>
          <a:xfrm>
            <a:off x="4673136" y="1854310"/>
            <a:ext cx="3429000" cy="1828800"/>
          </a:xfrm>
          <a:prstGeom prst="rect">
            <a:avLst/>
          </a:prstGeom>
          <a:solidFill>
            <a:schemeClr val="lt2"/>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dk1"/>
              </a:buClr>
              <a:buSzPts val="1200"/>
              <a:buNone/>
              <a:defRPr sz="1200">
                <a:solidFill>
                  <a:schemeClr val="dk1"/>
                </a:solidFill>
                <a:latin typeface="Arial"/>
                <a:ea typeface="Arial"/>
                <a:cs typeface="Arial"/>
                <a:sym typeface="Arial"/>
              </a:defRPr>
            </a:lvl1pPr>
            <a:lvl2pPr indent="-304800" lvl="1" marL="9144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20" name="Google Shape;2320;p198"/>
          <p:cNvSpPr txBox="1"/>
          <p:nvPr>
            <p:ph idx="2" type="body"/>
          </p:nvPr>
        </p:nvSpPr>
        <p:spPr>
          <a:xfrm>
            <a:off x="1032642" y="1854310"/>
            <a:ext cx="3429000" cy="1828800"/>
          </a:xfrm>
          <a:prstGeom prst="rect">
            <a:avLst/>
          </a:prstGeom>
          <a:solidFill>
            <a:schemeClr val="lt2"/>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dk1"/>
              </a:buClr>
              <a:buSzPts val="1200"/>
              <a:buNone/>
              <a:defRPr sz="1200">
                <a:solidFill>
                  <a:schemeClr val="dk1"/>
                </a:solidFill>
                <a:latin typeface="Arial"/>
                <a:ea typeface="Arial"/>
                <a:cs typeface="Arial"/>
                <a:sym typeface="Arial"/>
              </a:defRPr>
            </a:lvl1pPr>
            <a:lvl2pPr indent="-304800" lvl="1" marL="9144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21" name="Google Shape;2321;p198"/>
          <p:cNvSpPr txBox="1"/>
          <p:nvPr>
            <p:ph idx="3" type="body"/>
          </p:nvPr>
        </p:nvSpPr>
        <p:spPr>
          <a:xfrm>
            <a:off x="1032642" y="4343400"/>
            <a:ext cx="3429000" cy="1828800"/>
          </a:xfrm>
          <a:prstGeom prst="rect">
            <a:avLst/>
          </a:prstGeom>
          <a:solidFill>
            <a:schemeClr val="lt2"/>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dk1"/>
              </a:buClr>
              <a:buSzPts val="1200"/>
              <a:buNone/>
              <a:defRPr sz="1200">
                <a:solidFill>
                  <a:schemeClr val="dk1"/>
                </a:solidFill>
                <a:latin typeface="Arial"/>
                <a:ea typeface="Arial"/>
                <a:cs typeface="Arial"/>
                <a:sym typeface="Arial"/>
              </a:defRPr>
            </a:lvl1pPr>
            <a:lvl2pPr indent="-304800" lvl="1" marL="9144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22" name="Google Shape;2322;p198"/>
          <p:cNvSpPr txBox="1"/>
          <p:nvPr>
            <p:ph idx="4" type="body"/>
          </p:nvPr>
        </p:nvSpPr>
        <p:spPr>
          <a:xfrm>
            <a:off x="4673136" y="4343400"/>
            <a:ext cx="3429000" cy="1828800"/>
          </a:xfrm>
          <a:prstGeom prst="rect">
            <a:avLst/>
          </a:prstGeom>
          <a:solidFill>
            <a:schemeClr val="lt2"/>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dk1"/>
              </a:buClr>
              <a:buSzPts val="1200"/>
              <a:buNone/>
              <a:defRPr sz="1200">
                <a:solidFill>
                  <a:schemeClr val="dk1"/>
                </a:solidFill>
                <a:latin typeface="Arial"/>
                <a:ea typeface="Arial"/>
                <a:cs typeface="Arial"/>
                <a:sym typeface="Arial"/>
              </a:defRPr>
            </a:lvl1pPr>
            <a:lvl2pPr indent="-304800" lvl="1" marL="914400" algn="l">
              <a:lnSpc>
                <a:spcPct val="100000"/>
              </a:lnSpc>
              <a:spcBef>
                <a:spcPts val="900"/>
              </a:spcBef>
              <a:spcAft>
                <a:spcPts val="0"/>
              </a:spcAft>
              <a:buClr>
                <a:schemeClr val="dk1"/>
              </a:buClr>
              <a:buSzPts val="1200"/>
              <a:buFont typeface="Arial"/>
              <a:buChar char="•"/>
              <a:defRPr sz="1200">
                <a:solidFill>
                  <a:schemeClr val="dk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23" name="Google Shape;2323;p198"/>
          <p:cNvSpPr/>
          <p:nvPr/>
        </p:nvSpPr>
        <p:spPr>
          <a:xfrm>
            <a:off x="1032642" y="1497496"/>
            <a:ext cx="3429000" cy="356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2324" name="Google Shape;2324;p198"/>
          <p:cNvSpPr/>
          <p:nvPr/>
        </p:nvSpPr>
        <p:spPr>
          <a:xfrm>
            <a:off x="1032642" y="3975653"/>
            <a:ext cx="3429000" cy="356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2325" name="Google Shape;2325;p198"/>
          <p:cNvSpPr/>
          <p:nvPr/>
        </p:nvSpPr>
        <p:spPr>
          <a:xfrm>
            <a:off x="4660425" y="1497496"/>
            <a:ext cx="3429000" cy="356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2326" name="Google Shape;2326;p198"/>
          <p:cNvSpPr/>
          <p:nvPr/>
        </p:nvSpPr>
        <p:spPr>
          <a:xfrm>
            <a:off x="4660425" y="3975653"/>
            <a:ext cx="3429000" cy="356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2327" name="Google Shape;2327;p198"/>
          <p:cNvSpPr txBox="1"/>
          <p:nvPr>
            <p:ph idx="5" type="body"/>
          </p:nvPr>
        </p:nvSpPr>
        <p:spPr>
          <a:xfrm>
            <a:off x="1032643" y="1497014"/>
            <a:ext cx="3429000" cy="357300"/>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900"/>
              </a:spcBef>
              <a:spcAft>
                <a:spcPts val="0"/>
              </a:spcAft>
              <a:buClr>
                <a:schemeClr val="lt1"/>
              </a:buClr>
              <a:buSzPts val="1200"/>
              <a:buNone/>
              <a:defRPr b="1" sz="1200">
                <a:solidFill>
                  <a:schemeClr val="lt1"/>
                </a:solidFill>
                <a:latin typeface="Arial"/>
                <a:ea typeface="Arial"/>
                <a:cs typeface="Arial"/>
                <a:sym typeface="Arial"/>
              </a:defRPr>
            </a:lvl1pPr>
            <a:lvl2pPr indent="-342900" lvl="1" marL="914400" algn="l">
              <a:lnSpc>
                <a:spcPct val="100000"/>
              </a:lnSpc>
              <a:spcBef>
                <a:spcPts val="225"/>
              </a:spcBef>
              <a:spcAft>
                <a:spcPts val="0"/>
              </a:spcAft>
              <a:buClr>
                <a:schemeClr val="dk1"/>
              </a:buClr>
              <a:buSzPts val="1800"/>
              <a:buChar char="–"/>
              <a:defRPr/>
            </a:lvl2pPr>
            <a:lvl3pPr indent="-342900" lvl="2" marL="1371600" algn="l">
              <a:lnSpc>
                <a:spcPct val="100000"/>
              </a:lnSpc>
              <a:spcBef>
                <a:spcPts val="225"/>
              </a:spcBef>
              <a:spcAft>
                <a:spcPts val="0"/>
              </a:spcAft>
              <a:buClr>
                <a:schemeClr val="dk1"/>
              </a:buClr>
              <a:buSzPts val="1800"/>
              <a:buChar char="–"/>
              <a:defRPr/>
            </a:lvl3pPr>
            <a:lvl4pPr indent="-342900" lvl="3" marL="1828800" algn="l">
              <a:lnSpc>
                <a:spcPct val="100000"/>
              </a:lnSpc>
              <a:spcBef>
                <a:spcPts val="225"/>
              </a:spcBef>
              <a:spcAft>
                <a:spcPts val="0"/>
              </a:spcAft>
              <a:buClr>
                <a:schemeClr val="dk1"/>
              </a:buClr>
              <a:buSzPts val="1800"/>
              <a:buChar char="–"/>
              <a:defRPr/>
            </a:lvl4pPr>
            <a:lvl5pPr indent="-342900" lvl="4" marL="2286000" algn="l">
              <a:lnSpc>
                <a:spcPct val="100000"/>
              </a:lnSpc>
              <a:spcBef>
                <a:spcPts val="225"/>
              </a:spcBef>
              <a:spcAft>
                <a:spcPts val="0"/>
              </a:spcAft>
              <a:buClr>
                <a:schemeClr val="dk1"/>
              </a:buClr>
              <a:buSzPts val="1800"/>
              <a:buChar char="–"/>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328" name="Google Shape;2328;p198"/>
          <p:cNvSpPr txBox="1"/>
          <p:nvPr>
            <p:ph idx="6" type="body"/>
          </p:nvPr>
        </p:nvSpPr>
        <p:spPr>
          <a:xfrm>
            <a:off x="4660425" y="1497014"/>
            <a:ext cx="3429000" cy="357300"/>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900"/>
              </a:spcBef>
              <a:spcAft>
                <a:spcPts val="0"/>
              </a:spcAft>
              <a:buClr>
                <a:schemeClr val="lt1"/>
              </a:buClr>
              <a:buSzPts val="1200"/>
              <a:buNone/>
              <a:defRPr b="1" sz="1200">
                <a:solidFill>
                  <a:schemeClr val="lt1"/>
                </a:solidFill>
                <a:latin typeface="Arial"/>
                <a:ea typeface="Arial"/>
                <a:cs typeface="Arial"/>
                <a:sym typeface="Arial"/>
              </a:defRPr>
            </a:lvl1pPr>
            <a:lvl2pPr indent="-342900" lvl="1" marL="914400" algn="l">
              <a:lnSpc>
                <a:spcPct val="100000"/>
              </a:lnSpc>
              <a:spcBef>
                <a:spcPts val="225"/>
              </a:spcBef>
              <a:spcAft>
                <a:spcPts val="0"/>
              </a:spcAft>
              <a:buClr>
                <a:schemeClr val="dk1"/>
              </a:buClr>
              <a:buSzPts val="1800"/>
              <a:buChar char="–"/>
              <a:defRPr/>
            </a:lvl2pPr>
            <a:lvl3pPr indent="-342900" lvl="2" marL="1371600" algn="l">
              <a:lnSpc>
                <a:spcPct val="100000"/>
              </a:lnSpc>
              <a:spcBef>
                <a:spcPts val="225"/>
              </a:spcBef>
              <a:spcAft>
                <a:spcPts val="0"/>
              </a:spcAft>
              <a:buClr>
                <a:schemeClr val="dk1"/>
              </a:buClr>
              <a:buSzPts val="1800"/>
              <a:buChar char="–"/>
              <a:defRPr/>
            </a:lvl3pPr>
            <a:lvl4pPr indent="-342900" lvl="3" marL="1828800" algn="l">
              <a:lnSpc>
                <a:spcPct val="100000"/>
              </a:lnSpc>
              <a:spcBef>
                <a:spcPts val="225"/>
              </a:spcBef>
              <a:spcAft>
                <a:spcPts val="0"/>
              </a:spcAft>
              <a:buClr>
                <a:schemeClr val="dk1"/>
              </a:buClr>
              <a:buSzPts val="1800"/>
              <a:buChar char="–"/>
              <a:defRPr/>
            </a:lvl4pPr>
            <a:lvl5pPr indent="-342900" lvl="4" marL="2286000" algn="l">
              <a:lnSpc>
                <a:spcPct val="100000"/>
              </a:lnSpc>
              <a:spcBef>
                <a:spcPts val="225"/>
              </a:spcBef>
              <a:spcAft>
                <a:spcPts val="0"/>
              </a:spcAft>
              <a:buClr>
                <a:schemeClr val="dk1"/>
              </a:buClr>
              <a:buSzPts val="1800"/>
              <a:buChar char="–"/>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329" name="Google Shape;2329;p198"/>
          <p:cNvSpPr txBox="1"/>
          <p:nvPr>
            <p:ph idx="7" type="body"/>
          </p:nvPr>
        </p:nvSpPr>
        <p:spPr>
          <a:xfrm>
            <a:off x="4660425" y="3975171"/>
            <a:ext cx="3429000" cy="357300"/>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900"/>
              </a:spcBef>
              <a:spcAft>
                <a:spcPts val="0"/>
              </a:spcAft>
              <a:buClr>
                <a:schemeClr val="lt1"/>
              </a:buClr>
              <a:buSzPts val="1200"/>
              <a:buNone/>
              <a:defRPr b="1" sz="1200">
                <a:solidFill>
                  <a:schemeClr val="lt1"/>
                </a:solidFill>
                <a:latin typeface="Arial"/>
                <a:ea typeface="Arial"/>
                <a:cs typeface="Arial"/>
                <a:sym typeface="Arial"/>
              </a:defRPr>
            </a:lvl1pPr>
            <a:lvl2pPr indent="-342900" lvl="1" marL="914400" algn="l">
              <a:lnSpc>
                <a:spcPct val="100000"/>
              </a:lnSpc>
              <a:spcBef>
                <a:spcPts val="225"/>
              </a:spcBef>
              <a:spcAft>
                <a:spcPts val="0"/>
              </a:spcAft>
              <a:buClr>
                <a:schemeClr val="dk1"/>
              </a:buClr>
              <a:buSzPts val="1800"/>
              <a:buChar char="–"/>
              <a:defRPr/>
            </a:lvl2pPr>
            <a:lvl3pPr indent="-342900" lvl="2" marL="1371600" algn="l">
              <a:lnSpc>
                <a:spcPct val="100000"/>
              </a:lnSpc>
              <a:spcBef>
                <a:spcPts val="225"/>
              </a:spcBef>
              <a:spcAft>
                <a:spcPts val="0"/>
              </a:spcAft>
              <a:buClr>
                <a:schemeClr val="dk1"/>
              </a:buClr>
              <a:buSzPts val="1800"/>
              <a:buChar char="–"/>
              <a:defRPr/>
            </a:lvl3pPr>
            <a:lvl4pPr indent="-342900" lvl="3" marL="1828800" algn="l">
              <a:lnSpc>
                <a:spcPct val="100000"/>
              </a:lnSpc>
              <a:spcBef>
                <a:spcPts val="225"/>
              </a:spcBef>
              <a:spcAft>
                <a:spcPts val="0"/>
              </a:spcAft>
              <a:buClr>
                <a:schemeClr val="dk1"/>
              </a:buClr>
              <a:buSzPts val="1800"/>
              <a:buChar char="–"/>
              <a:defRPr/>
            </a:lvl4pPr>
            <a:lvl5pPr indent="-342900" lvl="4" marL="2286000" algn="l">
              <a:lnSpc>
                <a:spcPct val="100000"/>
              </a:lnSpc>
              <a:spcBef>
                <a:spcPts val="225"/>
              </a:spcBef>
              <a:spcAft>
                <a:spcPts val="0"/>
              </a:spcAft>
              <a:buClr>
                <a:schemeClr val="dk1"/>
              </a:buClr>
              <a:buSzPts val="1800"/>
              <a:buChar char="–"/>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
        <p:nvSpPr>
          <p:cNvPr id="2330" name="Google Shape;2330;p198"/>
          <p:cNvSpPr txBox="1"/>
          <p:nvPr>
            <p:ph idx="8" type="body"/>
          </p:nvPr>
        </p:nvSpPr>
        <p:spPr>
          <a:xfrm>
            <a:off x="1032643" y="3975171"/>
            <a:ext cx="3429000" cy="357300"/>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900"/>
              </a:spcBef>
              <a:spcAft>
                <a:spcPts val="0"/>
              </a:spcAft>
              <a:buClr>
                <a:schemeClr val="lt1"/>
              </a:buClr>
              <a:buSzPts val="1200"/>
              <a:buNone/>
              <a:defRPr b="1" sz="1200">
                <a:solidFill>
                  <a:schemeClr val="lt1"/>
                </a:solidFill>
                <a:latin typeface="Arial"/>
                <a:ea typeface="Arial"/>
                <a:cs typeface="Arial"/>
                <a:sym typeface="Arial"/>
              </a:defRPr>
            </a:lvl1pPr>
            <a:lvl2pPr indent="-342900" lvl="1" marL="914400" algn="l">
              <a:lnSpc>
                <a:spcPct val="100000"/>
              </a:lnSpc>
              <a:spcBef>
                <a:spcPts val="225"/>
              </a:spcBef>
              <a:spcAft>
                <a:spcPts val="0"/>
              </a:spcAft>
              <a:buClr>
                <a:schemeClr val="dk1"/>
              </a:buClr>
              <a:buSzPts val="1800"/>
              <a:buChar char="–"/>
              <a:defRPr/>
            </a:lvl2pPr>
            <a:lvl3pPr indent="-342900" lvl="2" marL="1371600" algn="l">
              <a:lnSpc>
                <a:spcPct val="100000"/>
              </a:lnSpc>
              <a:spcBef>
                <a:spcPts val="225"/>
              </a:spcBef>
              <a:spcAft>
                <a:spcPts val="0"/>
              </a:spcAft>
              <a:buClr>
                <a:schemeClr val="dk1"/>
              </a:buClr>
              <a:buSzPts val="1800"/>
              <a:buChar char="–"/>
              <a:defRPr/>
            </a:lvl3pPr>
            <a:lvl4pPr indent="-342900" lvl="3" marL="1828800" algn="l">
              <a:lnSpc>
                <a:spcPct val="100000"/>
              </a:lnSpc>
              <a:spcBef>
                <a:spcPts val="225"/>
              </a:spcBef>
              <a:spcAft>
                <a:spcPts val="0"/>
              </a:spcAft>
              <a:buClr>
                <a:schemeClr val="dk1"/>
              </a:buClr>
              <a:buSzPts val="1800"/>
              <a:buChar char="–"/>
              <a:defRPr/>
            </a:lvl4pPr>
            <a:lvl5pPr indent="-342900" lvl="4" marL="2286000" algn="l">
              <a:lnSpc>
                <a:spcPct val="100000"/>
              </a:lnSpc>
              <a:spcBef>
                <a:spcPts val="225"/>
              </a:spcBef>
              <a:spcAft>
                <a:spcPts val="0"/>
              </a:spcAft>
              <a:buClr>
                <a:schemeClr val="dk1"/>
              </a:buClr>
              <a:buSzPts val="1800"/>
              <a:buChar char="–"/>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Cluster 04">
  <p:cSld name="Text Cluster 04">
    <p:spTree>
      <p:nvGrpSpPr>
        <p:cNvPr id="2331" name="Shape 2331"/>
        <p:cNvGrpSpPr/>
        <p:nvPr/>
      </p:nvGrpSpPr>
      <p:grpSpPr>
        <a:xfrm>
          <a:off x="0" y="0"/>
          <a:ext cx="0" cy="0"/>
          <a:chOff x="0" y="0"/>
          <a:chExt cx="0" cy="0"/>
        </a:xfrm>
      </p:grpSpPr>
      <p:sp>
        <p:nvSpPr>
          <p:cNvPr id="2332" name="Google Shape;2332;p199"/>
          <p:cNvSpPr txBox="1"/>
          <p:nvPr>
            <p:ph type="title"/>
          </p:nvPr>
        </p:nvSpPr>
        <p:spPr>
          <a:xfrm>
            <a:off x="274321" y="365760"/>
            <a:ext cx="5404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33" name="Google Shape;2333;p199"/>
          <p:cNvSpPr txBox="1"/>
          <p:nvPr>
            <p:ph idx="1" type="body"/>
          </p:nvPr>
        </p:nvSpPr>
        <p:spPr>
          <a:xfrm>
            <a:off x="5781294" y="365126"/>
            <a:ext cx="1748700" cy="2332500"/>
          </a:xfrm>
          <a:prstGeom prst="rect">
            <a:avLst/>
          </a:prstGeom>
          <a:solidFill>
            <a:srgbClr val="881E87"/>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34" name="Google Shape;2334;p199"/>
          <p:cNvSpPr txBox="1"/>
          <p:nvPr>
            <p:ph idx="2" type="body"/>
          </p:nvPr>
        </p:nvSpPr>
        <p:spPr>
          <a:xfrm>
            <a:off x="1714501" y="1828802"/>
            <a:ext cx="3963900" cy="1874400"/>
          </a:xfrm>
          <a:prstGeom prst="rect">
            <a:avLst/>
          </a:prstGeom>
          <a:solidFill>
            <a:srgbClr val="0097AC"/>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35" name="Google Shape;2335;p199"/>
          <p:cNvSpPr txBox="1"/>
          <p:nvPr>
            <p:ph idx="3" type="body"/>
          </p:nvPr>
        </p:nvSpPr>
        <p:spPr>
          <a:xfrm>
            <a:off x="5781294" y="2834640"/>
            <a:ext cx="3086100" cy="3246000"/>
          </a:xfrm>
          <a:prstGeom prst="rect">
            <a:avLst/>
          </a:prstGeom>
          <a:solidFill>
            <a:srgbClr val="006E74"/>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36" name="Google Shape;2336;p199"/>
          <p:cNvSpPr txBox="1"/>
          <p:nvPr>
            <p:ph idx="4" type="body"/>
          </p:nvPr>
        </p:nvSpPr>
        <p:spPr>
          <a:xfrm>
            <a:off x="3463290" y="3840480"/>
            <a:ext cx="2215200" cy="2240400"/>
          </a:xfrm>
          <a:prstGeom prst="rect">
            <a:avLst/>
          </a:prstGeom>
          <a:solidFill>
            <a:srgbClr val="003C51"/>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sldGuideLst>
    </p:ext>
  </p:extLst>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p:cSld name="Case Study">
    <p:spTree>
      <p:nvGrpSpPr>
        <p:cNvPr id="2337" name="Shape 2337"/>
        <p:cNvGrpSpPr/>
        <p:nvPr/>
      </p:nvGrpSpPr>
      <p:grpSpPr>
        <a:xfrm>
          <a:off x="0" y="0"/>
          <a:ext cx="0" cy="0"/>
          <a:chOff x="0" y="0"/>
          <a:chExt cx="0" cy="0"/>
        </a:xfrm>
      </p:grpSpPr>
      <p:sp>
        <p:nvSpPr>
          <p:cNvPr id="2338" name="Google Shape;2338;p200"/>
          <p:cNvSpPr txBox="1"/>
          <p:nvPr>
            <p:ph type="title"/>
          </p:nvPr>
        </p:nvSpPr>
        <p:spPr>
          <a:xfrm>
            <a:off x="274321" y="365760"/>
            <a:ext cx="2863200" cy="1120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39" name="Google Shape;2339;p200"/>
          <p:cNvSpPr txBox="1"/>
          <p:nvPr>
            <p:ph idx="1" type="body"/>
          </p:nvPr>
        </p:nvSpPr>
        <p:spPr>
          <a:xfrm>
            <a:off x="606934" y="3017521"/>
            <a:ext cx="2530500" cy="3063300"/>
          </a:xfrm>
          <a:prstGeom prst="rect">
            <a:avLst/>
          </a:prstGeom>
          <a:solidFill>
            <a:srgbClr val="0097AC"/>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40" name="Google Shape;2340;p200"/>
          <p:cNvSpPr txBox="1"/>
          <p:nvPr>
            <p:ph idx="2" type="body"/>
          </p:nvPr>
        </p:nvSpPr>
        <p:spPr>
          <a:xfrm>
            <a:off x="3308985" y="4114800"/>
            <a:ext cx="5835000" cy="1965900"/>
          </a:xfrm>
          <a:prstGeom prst="rect">
            <a:avLst/>
          </a:prstGeom>
          <a:solidFill>
            <a:srgbClr val="003C51"/>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41" name="Google Shape;2341;p200"/>
          <p:cNvSpPr txBox="1"/>
          <p:nvPr>
            <p:ph idx="3" type="body"/>
          </p:nvPr>
        </p:nvSpPr>
        <p:spPr>
          <a:xfrm>
            <a:off x="3308985" y="1280161"/>
            <a:ext cx="1748700" cy="2629200"/>
          </a:xfrm>
          <a:prstGeom prst="rect">
            <a:avLst/>
          </a:prstGeom>
          <a:solidFill>
            <a:schemeClr val="dk1"/>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latin typeface="Arial"/>
                <a:ea typeface="Arial"/>
                <a:cs typeface="Arial"/>
                <a:sym typeface="Arial"/>
              </a:defRPr>
            </a:lvl2pPr>
            <a:lvl3pPr indent="-304800" lvl="2" marL="13716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3pPr>
            <a:lvl4pPr indent="-304800" lvl="3" marL="18288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4pPr>
            <a:lvl5pPr indent="-304800" lvl="4" marL="2286000" algn="l">
              <a:lnSpc>
                <a:spcPct val="100000"/>
              </a:lnSpc>
              <a:spcBef>
                <a:spcPts val="225"/>
              </a:spcBef>
              <a:spcAft>
                <a:spcPts val="0"/>
              </a:spcAft>
              <a:buClr>
                <a:schemeClr val="lt1"/>
              </a:buClr>
              <a:buSzPts val="1200"/>
              <a:buChar char="–"/>
              <a:defRPr sz="1200">
                <a:solidFill>
                  <a:schemeClr val="lt1"/>
                </a:solidFill>
                <a:latin typeface="Arial"/>
                <a:ea typeface="Arial"/>
                <a:cs typeface="Arial"/>
                <a:sym typeface="Aria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42" name="Google Shape;2342;p200"/>
          <p:cNvSpPr/>
          <p:nvPr>
            <p:ph idx="4" type="pic"/>
          </p:nvPr>
        </p:nvSpPr>
        <p:spPr>
          <a:xfrm>
            <a:off x="5057775" y="0"/>
            <a:ext cx="4086300" cy="4114800"/>
          </a:xfrm>
          <a:prstGeom prst="rect">
            <a:avLst/>
          </a:prstGeom>
          <a:solidFill>
            <a:srgbClr val="D7E0E3"/>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sldGuideLst>
    </p:ext>
  </p:extLst>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xt Cluster 01">
  <p:cSld name="1_Text Cluster 01">
    <p:spTree>
      <p:nvGrpSpPr>
        <p:cNvPr id="2343" name="Shape 2343"/>
        <p:cNvGrpSpPr/>
        <p:nvPr/>
      </p:nvGrpSpPr>
      <p:grpSpPr>
        <a:xfrm>
          <a:off x="0" y="0"/>
          <a:ext cx="0" cy="0"/>
          <a:chOff x="0" y="0"/>
          <a:chExt cx="0" cy="0"/>
        </a:xfrm>
      </p:grpSpPr>
      <p:sp>
        <p:nvSpPr>
          <p:cNvPr id="2344" name="Google Shape;2344;p201"/>
          <p:cNvSpPr txBox="1"/>
          <p:nvPr>
            <p:ph type="title"/>
          </p:nvPr>
        </p:nvSpPr>
        <p:spPr>
          <a:xfrm>
            <a:off x="274320" y="365760"/>
            <a:ext cx="63894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45" name="Google Shape;2345;p201"/>
          <p:cNvSpPr txBox="1"/>
          <p:nvPr>
            <p:ph idx="1" type="body"/>
          </p:nvPr>
        </p:nvSpPr>
        <p:spPr>
          <a:xfrm>
            <a:off x="6771132" y="365760"/>
            <a:ext cx="2096400" cy="2788800"/>
          </a:xfrm>
          <a:prstGeom prst="rect">
            <a:avLst/>
          </a:prstGeom>
          <a:solidFill>
            <a:srgbClr val="003C51"/>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46" name="Google Shape;2346;p201"/>
          <p:cNvSpPr txBox="1"/>
          <p:nvPr>
            <p:ph idx="2" type="body"/>
          </p:nvPr>
        </p:nvSpPr>
        <p:spPr>
          <a:xfrm>
            <a:off x="4572000" y="1828800"/>
            <a:ext cx="2091600" cy="2788800"/>
          </a:xfrm>
          <a:prstGeom prst="rect">
            <a:avLst/>
          </a:prstGeom>
          <a:solidFill>
            <a:srgbClr val="881E87"/>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47" name="Google Shape;2347;p201"/>
          <p:cNvSpPr txBox="1"/>
          <p:nvPr>
            <p:ph idx="3" type="body"/>
          </p:nvPr>
        </p:nvSpPr>
        <p:spPr>
          <a:xfrm>
            <a:off x="6771132" y="3289300"/>
            <a:ext cx="2096400" cy="2788800"/>
          </a:xfrm>
          <a:prstGeom prst="rect">
            <a:avLst/>
          </a:prstGeom>
          <a:solidFill>
            <a:srgbClr val="0097AC"/>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48" name="Google Shape;2348;p201"/>
          <p:cNvSpPr txBox="1"/>
          <p:nvPr>
            <p:ph idx="4" type="body"/>
          </p:nvPr>
        </p:nvSpPr>
        <p:spPr>
          <a:xfrm>
            <a:off x="2379726" y="4069080"/>
            <a:ext cx="2091600" cy="2788800"/>
          </a:xfrm>
          <a:prstGeom prst="rect">
            <a:avLst/>
          </a:prstGeom>
          <a:solidFill>
            <a:srgbClr val="006E74"/>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sldGuideLst>
    </p:ext>
  </p:extLst>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xt Cluster 02">
  <p:cSld name="1_Text Cluster 02">
    <p:spTree>
      <p:nvGrpSpPr>
        <p:cNvPr id="2349" name="Shape 2349"/>
        <p:cNvGrpSpPr/>
        <p:nvPr/>
      </p:nvGrpSpPr>
      <p:grpSpPr>
        <a:xfrm>
          <a:off x="0" y="0"/>
          <a:ext cx="0" cy="0"/>
          <a:chOff x="0" y="0"/>
          <a:chExt cx="0" cy="0"/>
        </a:xfrm>
      </p:grpSpPr>
      <p:sp>
        <p:nvSpPr>
          <p:cNvPr id="2350" name="Google Shape;2350;p202"/>
          <p:cNvSpPr txBox="1"/>
          <p:nvPr>
            <p:ph type="title"/>
          </p:nvPr>
        </p:nvSpPr>
        <p:spPr>
          <a:xfrm>
            <a:off x="274321" y="365760"/>
            <a:ext cx="5404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51" name="Google Shape;2351;p202"/>
          <p:cNvSpPr txBox="1"/>
          <p:nvPr>
            <p:ph idx="1" type="body"/>
          </p:nvPr>
        </p:nvSpPr>
        <p:spPr>
          <a:xfrm>
            <a:off x="5781294" y="365760"/>
            <a:ext cx="3086100" cy="4114800"/>
          </a:xfrm>
          <a:prstGeom prst="rect">
            <a:avLst/>
          </a:prstGeom>
          <a:solidFill>
            <a:srgbClr val="003C51"/>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52" name="Google Shape;2352;p202"/>
          <p:cNvSpPr txBox="1"/>
          <p:nvPr>
            <p:ph idx="2" type="body"/>
          </p:nvPr>
        </p:nvSpPr>
        <p:spPr>
          <a:xfrm>
            <a:off x="274319" y="1554480"/>
            <a:ext cx="3086100" cy="2194500"/>
          </a:xfrm>
          <a:prstGeom prst="rect">
            <a:avLst/>
          </a:prstGeom>
          <a:solidFill>
            <a:srgbClr val="881E87"/>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53" name="Google Shape;2353;p202"/>
          <p:cNvSpPr txBox="1"/>
          <p:nvPr>
            <p:ph idx="3" type="body"/>
          </p:nvPr>
        </p:nvSpPr>
        <p:spPr>
          <a:xfrm>
            <a:off x="3463289" y="2103118"/>
            <a:ext cx="2215200" cy="3246000"/>
          </a:xfrm>
          <a:prstGeom prst="rect">
            <a:avLst/>
          </a:prstGeom>
          <a:solidFill>
            <a:srgbClr val="006E74"/>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54" name="Google Shape;2354;p202"/>
          <p:cNvSpPr txBox="1"/>
          <p:nvPr>
            <p:ph idx="4" type="body"/>
          </p:nvPr>
        </p:nvSpPr>
        <p:spPr>
          <a:xfrm>
            <a:off x="5781294" y="4617720"/>
            <a:ext cx="2229000" cy="1463100"/>
          </a:xfrm>
          <a:prstGeom prst="rect">
            <a:avLst/>
          </a:prstGeom>
          <a:solidFill>
            <a:srgbClr val="0097AC"/>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sldGuideLst>
    </p:ext>
  </p:extLst>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xt Cluster 03">
  <p:cSld name="1_Text Cluster 03">
    <p:spTree>
      <p:nvGrpSpPr>
        <p:cNvPr id="2355" name="Shape 2355"/>
        <p:cNvGrpSpPr/>
        <p:nvPr/>
      </p:nvGrpSpPr>
      <p:grpSpPr>
        <a:xfrm>
          <a:off x="0" y="0"/>
          <a:ext cx="0" cy="0"/>
          <a:chOff x="0" y="0"/>
          <a:chExt cx="0" cy="0"/>
        </a:xfrm>
      </p:grpSpPr>
      <p:sp>
        <p:nvSpPr>
          <p:cNvPr id="2356" name="Google Shape;2356;p203"/>
          <p:cNvSpPr txBox="1"/>
          <p:nvPr>
            <p:ph type="title"/>
          </p:nvPr>
        </p:nvSpPr>
        <p:spPr>
          <a:xfrm>
            <a:off x="274321" y="365760"/>
            <a:ext cx="5404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57" name="Google Shape;2357;p203"/>
          <p:cNvSpPr txBox="1"/>
          <p:nvPr>
            <p:ph idx="1" type="body"/>
          </p:nvPr>
        </p:nvSpPr>
        <p:spPr>
          <a:xfrm>
            <a:off x="5781294" y="365126"/>
            <a:ext cx="1748700" cy="2332500"/>
          </a:xfrm>
          <a:prstGeom prst="rect">
            <a:avLst/>
          </a:prstGeom>
          <a:solidFill>
            <a:srgbClr val="881E87"/>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58" name="Google Shape;2358;p203"/>
          <p:cNvSpPr txBox="1"/>
          <p:nvPr>
            <p:ph idx="2" type="body"/>
          </p:nvPr>
        </p:nvSpPr>
        <p:spPr>
          <a:xfrm>
            <a:off x="1714501" y="1828802"/>
            <a:ext cx="3963900" cy="1874400"/>
          </a:xfrm>
          <a:prstGeom prst="rect">
            <a:avLst/>
          </a:prstGeom>
          <a:solidFill>
            <a:srgbClr val="0097AC"/>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59" name="Google Shape;2359;p203"/>
          <p:cNvSpPr txBox="1"/>
          <p:nvPr>
            <p:ph idx="3" type="body"/>
          </p:nvPr>
        </p:nvSpPr>
        <p:spPr>
          <a:xfrm>
            <a:off x="5781294" y="2834640"/>
            <a:ext cx="3086100" cy="3246000"/>
          </a:xfrm>
          <a:prstGeom prst="rect">
            <a:avLst/>
          </a:prstGeom>
          <a:solidFill>
            <a:srgbClr val="006E74"/>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
        <p:nvSpPr>
          <p:cNvPr id="2360" name="Google Shape;2360;p203"/>
          <p:cNvSpPr txBox="1"/>
          <p:nvPr>
            <p:ph idx="4" type="body"/>
          </p:nvPr>
        </p:nvSpPr>
        <p:spPr>
          <a:xfrm>
            <a:off x="3463290" y="3840480"/>
            <a:ext cx="2215200" cy="2240400"/>
          </a:xfrm>
          <a:prstGeom prst="rect">
            <a:avLst/>
          </a:prstGeom>
          <a:solidFill>
            <a:srgbClr val="003C51"/>
          </a:solidFill>
          <a:ln>
            <a:noFill/>
          </a:ln>
        </p:spPr>
        <p:txBody>
          <a:bodyPr anchorCtr="0" anchor="t" bIns="182875" lIns="274300" spcFirstLastPara="1" rIns="182875" wrap="square" tIns="274300">
            <a:noAutofit/>
          </a:bodyPr>
          <a:lstStyle>
            <a:lvl1pPr indent="-228600" lvl="0" marL="457200" algn="l">
              <a:lnSpc>
                <a:spcPct val="100000"/>
              </a:lnSpc>
              <a:spcBef>
                <a:spcPts val="900"/>
              </a:spcBef>
              <a:spcAft>
                <a:spcPts val="0"/>
              </a:spcAft>
              <a:buClr>
                <a:schemeClr val="lt1"/>
              </a:buClr>
              <a:buSzPts val="1200"/>
              <a:buNone/>
              <a:defRPr sz="1200">
                <a:solidFill>
                  <a:schemeClr val="lt1"/>
                </a:solidFill>
              </a:defRPr>
            </a:lvl1pPr>
            <a:lvl2pPr indent="-304800" lvl="1" marL="914400" algn="l">
              <a:lnSpc>
                <a:spcPct val="100000"/>
              </a:lnSpc>
              <a:spcBef>
                <a:spcPts val="900"/>
              </a:spcBef>
              <a:spcAft>
                <a:spcPts val="0"/>
              </a:spcAft>
              <a:buClr>
                <a:schemeClr val="lt1"/>
              </a:buClr>
              <a:buSzPts val="1200"/>
              <a:buFont typeface="Arial"/>
              <a:buChar char="•"/>
              <a:defRPr sz="1200">
                <a:solidFill>
                  <a:schemeClr val="lt1"/>
                </a:solidFill>
              </a:defRPr>
            </a:lvl2pPr>
            <a:lvl3pPr indent="-304800" lvl="2" marL="1371600" algn="l">
              <a:lnSpc>
                <a:spcPct val="100000"/>
              </a:lnSpc>
              <a:spcBef>
                <a:spcPts val="225"/>
              </a:spcBef>
              <a:spcAft>
                <a:spcPts val="0"/>
              </a:spcAft>
              <a:buClr>
                <a:schemeClr val="lt1"/>
              </a:buClr>
              <a:buSzPts val="1200"/>
              <a:buChar char="–"/>
              <a:defRPr sz="1200">
                <a:solidFill>
                  <a:schemeClr val="lt1"/>
                </a:solidFill>
              </a:defRPr>
            </a:lvl3pPr>
            <a:lvl4pPr indent="-304800" lvl="3" marL="1828800" algn="l">
              <a:lnSpc>
                <a:spcPct val="100000"/>
              </a:lnSpc>
              <a:spcBef>
                <a:spcPts val="225"/>
              </a:spcBef>
              <a:spcAft>
                <a:spcPts val="0"/>
              </a:spcAft>
              <a:buClr>
                <a:schemeClr val="lt1"/>
              </a:buClr>
              <a:buSzPts val="1200"/>
              <a:buChar char="–"/>
              <a:defRPr sz="1200">
                <a:solidFill>
                  <a:schemeClr val="lt1"/>
                </a:solidFill>
              </a:defRPr>
            </a:lvl4pPr>
            <a:lvl5pPr indent="-304800" lvl="4" marL="2286000" algn="l">
              <a:lnSpc>
                <a:spcPct val="100000"/>
              </a:lnSpc>
              <a:spcBef>
                <a:spcPts val="225"/>
              </a:spcBef>
              <a:spcAft>
                <a:spcPts val="0"/>
              </a:spcAft>
              <a:buClr>
                <a:schemeClr val="lt1"/>
              </a:buClr>
              <a:buSzPts val="1200"/>
              <a:buChar char="–"/>
              <a:defRPr sz="1200">
                <a:solidFill>
                  <a:schemeClr val="lt1"/>
                </a:solidFill>
              </a:defRPr>
            </a:lvl5pPr>
            <a:lvl6pPr indent="-304800" lvl="5" marL="2743200" algn="l">
              <a:lnSpc>
                <a:spcPct val="100000"/>
              </a:lnSpc>
              <a:spcBef>
                <a:spcPts val="225"/>
              </a:spcBef>
              <a:spcAft>
                <a:spcPts val="0"/>
              </a:spcAft>
              <a:buClr>
                <a:schemeClr val="lt1"/>
              </a:buClr>
              <a:buSzPts val="1200"/>
              <a:buChar char="–"/>
              <a:defRPr sz="1200">
                <a:solidFill>
                  <a:schemeClr val="lt1"/>
                </a:solidFill>
              </a:defRPr>
            </a:lvl6pPr>
            <a:lvl7pPr indent="-304800" lvl="6" marL="3200400" algn="l">
              <a:lnSpc>
                <a:spcPct val="100000"/>
              </a:lnSpc>
              <a:spcBef>
                <a:spcPts val="225"/>
              </a:spcBef>
              <a:spcAft>
                <a:spcPts val="0"/>
              </a:spcAft>
              <a:buClr>
                <a:schemeClr val="lt1"/>
              </a:buClr>
              <a:buSzPts val="1200"/>
              <a:buChar char="–"/>
              <a:defRPr sz="1200">
                <a:solidFill>
                  <a:schemeClr val="lt1"/>
                </a:solidFill>
              </a:defRPr>
            </a:lvl7pPr>
            <a:lvl8pPr indent="-304800" lvl="7" marL="3657600" algn="l">
              <a:lnSpc>
                <a:spcPct val="100000"/>
              </a:lnSpc>
              <a:spcBef>
                <a:spcPts val="225"/>
              </a:spcBef>
              <a:spcAft>
                <a:spcPts val="0"/>
              </a:spcAft>
              <a:buClr>
                <a:schemeClr val="lt1"/>
              </a:buClr>
              <a:buSzPts val="1200"/>
              <a:buChar char="–"/>
              <a:defRPr sz="1200">
                <a:solidFill>
                  <a:schemeClr val="lt1"/>
                </a:solidFill>
              </a:defRPr>
            </a:lvl8pPr>
            <a:lvl9pPr indent="-304800" lvl="8" marL="4114800" algn="l">
              <a:lnSpc>
                <a:spcPct val="100000"/>
              </a:lnSpc>
              <a:spcBef>
                <a:spcPts val="225"/>
              </a:spcBef>
              <a:spcAft>
                <a:spcPts val="0"/>
              </a:spcAft>
              <a:buClr>
                <a:schemeClr val="lt1"/>
              </a:buClr>
              <a:buSzPts val="1200"/>
              <a:buChar char="–"/>
              <a:defRPr sz="1200">
                <a:solidFill>
                  <a:schemeClr val="lt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sldGuideLst>
    </p:ext>
  </p:extLst>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Quarters Sand">
  <p:cSld name="Three Quarters Sand">
    <p:bg>
      <p:bgPr>
        <a:blipFill>
          <a:blip r:embed="rId2">
            <a:alphaModFix/>
          </a:blip>
          <a:stretch>
            <a:fillRect/>
          </a:stretch>
        </a:blipFill>
      </p:bgPr>
    </p:bg>
    <p:spTree>
      <p:nvGrpSpPr>
        <p:cNvPr id="2361" name="Shape 2361"/>
        <p:cNvGrpSpPr/>
        <p:nvPr/>
      </p:nvGrpSpPr>
      <p:grpSpPr>
        <a:xfrm>
          <a:off x="0" y="0"/>
          <a:ext cx="0" cy="0"/>
          <a:chOff x="0" y="0"/>
          <a:chExt cx="0" cy="0"/>
        </a:xfrm>
      </p:grpSpPr>
      <p:sp>
        <p:nvSpPr>
          <p:cNvPr id="2362" name="Google Shape;2362;p204"/>
          <p:cNvSpPr txBox="1"/>
          <p:nvPr>
            <p:ph type="title"/>
          </p:nvPr>
        </p:nvSpPr>
        <p:spPr>
          <a:xfrm>
            <a:off x="274319" y="365760"/>
            <a:ext cx="61515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63" name="Google Shape;2363;p204"/>
          <p:cNvSpPr txBox="1"/>
          <p:nvPr>
            <p:ph idx="1" type="body"/>
          </p:nvPr>
        </p:nvSpPr>
        <p:spPr>
          <a:xfrm>
            <a:off x="274320" y="1828800"/>
            <a:ext cx="6151500" cy="42519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sz="1350">
                <a:latin typeface="Arial"/>
                <a:ea typeface="Arial"/>
                <a:cs typeface="Arial"/>
                <a:sym typeface="Arial"/>
              </a:defRPr>
            </a:lvl1pPr>
            <a:lvl2pPr indent="-314325" lvl="1" marL="914400" algn="l">
              <a:lnSpc>
                <a:spcPct val="100000"/>
              </a:lnSpc>
              <a:spcBef>
                <a:spcPts val="225"/>
              </a:spcBef>
              <a:spcAft>
                <a:spcPts val="0"/>
              </a:spcAft>
              <a:buClr>
                <a:schemeClr val="dk1"/>
              </a:buClr>
              <a:buSzPts val="1350"/>
              <a:buChar char="–"/>
              <a:defRPr sz="1350">
                <a:latin typeface="Arial"/>
                <a:ea typeface="Arial"/>
                <a:cs typeface="Arial"/>
                <a:sym typeface="Arial"/>
              </a:defRPr>
            </a:lvl2pPr>
            <a:lvl3pPr indent="-314325" lvl="2" marL="1371600" algn="l">
              <a:lnSpc>
                <a:spcPct val="100000"/>
              </a:lnSpc>
              <a:spcBef>
                <a:spcPts val="225"/>
              </a:spcBef>
              <a:spcAft>
                <a:spcPts val="0"/>
              </a:spcAft>
              <a:buClr>
                <a:schemeClr val="dk1"/>
              </a:buClr>
              <a:buSzPts val="1350"/>
              <a:buChar char="–"/>
              <a:defRPr sz="1350">
                <a:latin typeface="Arial"/>
                <a:ea typeface="Arial"/>
                <a:cs typeface="Arial"/>
                <a:sym typeface="Arial"/>
              </a:defRPr>
            </a:lvl3pPr>
            <a:lvl4pPr indent="-314325" lvl="3" marL="1828800" algn="l">
              <a:lnSpc>
                <a:spcPct val="100000"/>
              </a:lnSpc>
              <a:spcBef>
                <a:spcPts val="225"/>
              </a:spcBef>
              <a:spcAft>
                <a:spcPts val="0"/>
              </a:spcAft>
              <a:buClr>
                <a:schemeClr val="dk1"/>
              </a:buClr>
              <a:buSzPts val="1350"/>
              <a:buChar char="–"/>
              <a:defRPr sz="1350">
                <a:latin typeface="Arial"/>
                <a:ea typeface="Arial"/>
                <a:cs typeface="Arial"/>
                <a:sym typeface="Arial"/>
              </a:defRPr>
            </a:lvl4pPr>
            <a:lvl5pPr indent="-314325" lvl="4" marL="2286000" algn="l">
              <a:lnSpc>
                <a:spcPct val="100000"/>
              </a:lnSpc>
              <a:spcBef>
                <a:spcPts val="225"/>
              </a:spcBef>
              <a:spcAft>
                <a:spcPts val="0"/>
              </a:spcAft>
              <a:buClr>
                <a:schemeClr val="dk1"/>
              </a:buClr>
              <a:buSzPts val="1350"/>
              <a:buChar char="–"/>
              <a:defRPr sz="1350">
                <a:latin typeface="Arial"/>
                <a:ea typeface="Arial"/>
                <a:cs typeface="Arial"/>
                <a:sym typeface="Arial"/>
              </a:defRPr>
            </a:lvl5pPr>
            <a:lvl6pPr indent="-314325" lvl="5" marL="2743200" algn="l">
              <a:lnSpc>
                <a:spcPct val="100000"/>
              </a:lnSpc>
              <a:spcBef>
                <a:spcPts val="225"/>
              </a:spcBef>
              <a:spcAft>
                <a:spcPts val="0"/>
              </a:spcAft>
              <a:buClr>
                <a:schemeClr val="dk1"/>
              </a:buClr>
              <a:buSzPts val="1350"/>
              <a:buChar char="–"/>
              <a:defRPr sz="1350"/>
            </a:lvl6pPr>
            <a:lvl7pPr indent="-314325" lvl="6" marL="3200400" algn="l">
              <a:lnSpc>
                <a:spcPct val="100000"/>
              </a:lnSpc>
              <a:spcBef>
                <a:spcPts val="225"/>
              </a:spcBef>
              <a:spcAft>
                <a:spcPts val="0"/>
              </a:spcAft>
              <a:buClr>
                <a:schemeClr val="dk1"/>
              </a:buClr>
              <a:buSzPts val="1350"/>
              <a:buChar char="–"/>
              <a:defRPr sz="1350"/>
            </a:lvl7pPr>
            <a:lvl8pPr indent="-314325" lvl="7" marL="3657600" algn="l">
              <a:lnSpc>
                <a:spcPct val="100000"/>
              </a:lnSpc>
              <a:spcBef>
                <a:spcPts val="225"/>
              </a:spcBef>
              <a:spcAft>
                <a:spcPts val="0"/>
              </a:spcAft>
              <a:buClr>
                <a:schemeClr val="dk1"/>
              </a:buClr>
              <a:buSzPts val="1350"/>
              <a:buChar char="–"/>
              <a:defRPr sz="1350"/>
            </a:lvl8pPr>
            <a:lvl9pPr indent="-314325" lvl="8" marL="4114800" algn="l">
              <a:lnSpc>
                <a:spcPct val="100000"/>
              </a:lnSpc>
              <a:spcBef>
                <a:spcPts val="225"/>
              </a:spcBef>
              <a:spcAft>
                <a:spcPts val="0"/>
              </a:spcAft>
              <a:buClr>
                <a:schemeClr val="dk1"/>
              </a:buClr>
              <a:buSzPts val="1350"/>
              <a:buChar char="–"/>
              <a:defRPr sz="1350"/>
            </a:lvl9pPr>
          </a:lstStyle>
          <a:p/>
        </p:txBody>
      </p:sp>
      <p:sp>
        <p:nvSpPr>
          <p:cNvPr id="2364" name="Google Shape;2364;p204"/>
          <p:cNvSpPr txBox="1"/>
          <p:nvPr>
            <p:ph idx="2" type="body"/>
          </p:nvPr>
        </p:nvSpPr>
        <p:spPr>
          <a:xfrm>
            <a:off x="6891338" y="1828800"/>
            <a:ext cx="1975200" cy="4251900"/>
          </a:xfrm>
          <a:prstGeom prst="rect">
            <a:avLst/>
          </a:prstGeom>
          <a:noFill/>
          <a:ln>
            <a:noFill/>
          </a:ln>
        </p:spPr>
        <p:txBody>
          <a:bodyPr anchorCtr="0" anchor="t" bIns="0" lIns="0" spcFirstLastPara="1" rIns="0" wrap="square" tIns="0">
            <a:normAutofit/>
          </a:bodyPr>
          <a:lstStyle>
            <a:lvl1pPr indent="-304800" lvl="0" marL="457200" algn="l">
              <a:lnSpc>
                <a:spcPct val="100000"/>
              </a:lnSpc>
              <a:spcBef>
                <a:spcPts val="900"/>
              </a:spcBef>
              <a:spcAft>
                <a:spcPts val="0"/>
              </a:spcAft>
              <a:buClr>
                <a:schemeClr val="dk1"/>
              </a:buClr>
              <a:buSzPts val="1200"/>
              <a:buChar char="•"/>
              <a:defRPr sz="1200">
                <a:latin typeface="Arial"/>
                <a:ea typeface="Arial"/>
                <a:cs typeface="Arial"/>
                <a:sym typeface="Arial"/>
              </a:defRPr>
            </a:lvl1pPr>
            <a:lvl2pPr indent="-304800" lvl="1" marL="914400" algn="l">
              <a:lnSpc>
                <a:spcPct val="100000"/>
              </a:lnSpc>
              <a:spcBef>
                <a:spcPts val="225"/>
              </a:spcBef>
              <a:spcAft>
                <a:spcPts val="0"/>
              </a:spcAft>
              <a:buClr>
                <a:schemeClr val="dk1"/>
              </a:buClr>
              <a:buSzPts val="1200"/>
              <a:buChar char="–"/>
              <a:defRPr sz="1200">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latin typeface="Arial"/>
                <a:ea typeface="Arial"/>
                <a:cs typeface="Arial"/>
                <a:sym typeface="Arial"/>
              </a:defRPr>
            </a:lvl5pPr>
            <a:lvl6pPr indent="-304800" lvl="5" marL="2743200" algn="l">
              <a:lnSpc>
                <a:spcPct val="100000"/>
              </a:lnSpc>
              <a:spcBef>
                <a:spcPts val="225"/>
              </a:spcBef>
              <a:spcAft>
                <a:spcPts val="0"/>
              </a:spcAft>
              <a:buClr>
                <a:schemeClr val="dk1"/>
              </a:buClr>
              <a:buSzPts val="1200"/>
              <a:buChar char="–"/>
              <a:defRPr sz="1200"/>
            </a:lvl6pPr>
            <a:lvl7pPr indent="-304800" lvl="6" marL="3200400" algn="l">
              <a:lnSpc>
                <a:spcPct val="100000"/>
              </a:lnSpc>
              <a:spcBef>
                <a:spcPts val="225"/>
              </a:spcBef>
              <a:spcAft>
                <a:spcPts val="0"/>
              </a:spcAft>
              <a:buClr>
                <a:schemeClr val="dk1"/>
              </a:buClr>
              <a:buSzPts val="1200"/>
              <a:buChar char="–"/>
              <a:defRPr sz="1200"/>
            </a:lvl7pPr>
            <a:lvl8pPr indent="-304800" lvl="7" marL="3657600" algn="l">
              <a:lnSpc>
                <a:spcPct val="100000"/>
              </a:lnSpc>
              <a:spcBef>
                <a:spcPts val="225"/>
              </a:spcBef>
              <a:spcAft>
                <a:spcPts val="0"/>
              </a:spcAft>
              <a:buClr>
                <a:schemeClr val="dk1"/>
              </a:buClr>
              <a:buSzPts val="1200"/>
              <a:buChar char="–"/>
              <a:defRPr sz="1200"/>
            </a:lvl8pPr>
            <a:lvl9pPr indent="-304800" lvl="8" marL="4114800" algn="l">
              <a:lnSpc>
                <a:spcPct val="100000"/>
              </a:lnSpc>
              <a:spcBef>
                <a:spcPts val="225"/>
              </a:spcBef>
              <a:spcAft>
                <a:spcPts val="0"/>
              </a:spcAft>
              <a:buClr>
                <a:schemeClr val="dk1"/>
              </a:buClr>
              <a:buSzPts val="1200"/>
              <a:buChar char="–"/>
              <a:defRPr sz="120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5788">
          <p15:clr>
            <a:srgbClr val="FBAE40"/>
          </p15:clr>
        </p15:guide>
        <p15:guide id="2" orient="horz" pos="1152">
          <p15:clr>
            <a:srgbClr val="FBAE40"/>
          </p15:clr>
        </p15:guide>
        <p15:guide id="3" orient="horz" pos="3832">
          <p15:clr>
            <a:srgbClr val="FBAE40"/>
          </p15:clr>
        </p15:guide>
        <p15:guide id="4" orient="horz" pos="4148">
          <p15:clr>
            <a:srgbClr val="FBAE40"/>
          </p15:clr>
        </p15:guide>
        <p15:guide id="5" pos="5400">
          <p15:clr>
            <a:srgbClr val="FBAE40"/>
          </p15:clr>
        </p15:guide>
      </p15:sldGuideLst>
    </p:ext>
  </p:extLst>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2365" name="Shape 2365"/>
        <p:cNvGrpSpPr/>
        <p:nvPr/>
      </p:nvGrpSpPr>
      <p:grpSpPr>
        <a:xfrm>
          <a:off x="0" y="0"/>
          <a:ext cx="0" cy="0"/>
          <a:chOff x="0" y="0"/>
          <a:chExt cx="0" cy="0"/>
        </a:xfrm>
      </p:grpSpPr>
      <p:sp>
        <p:nvSpPr>
          <p:cNvPr id="2366" name="Google Shape;2366;p205"/>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67" name="Google Shape;2367;p205"/>
          <p:cNvSpPr/>
          <p:nvPr>
            <p:ph idx="2" type="pic"/>
          </p:nvPr>
        </p:nvSpPr>
        <p:spPr>
          <a:xfrm>
            <a:off x="274319" y="1828800"/>
            <a:ext cx="2709300" cy="2286000"/>
          </a:xfrm>
          <a:prstGeom prst="rect">
            <a:avLst/>
          </a:prstGeom>
          <a:solidFill>
            <a:srgbClr val="D7E0E3"/>
          </a:solidFill>
          <a:ln>
            <a:noFill/>
          </a:ln>
        </p:spPr>
      </p:sp>
      <p:sp>
        <p:nvSpPr>
          <p:cNvPr id="2368" name="Google Shape;2368;p205"/>
          <p:cNvSpPr txBox="1"/>
          <p:nvPr>
            <p:ph idx="1" type="body"/>
          </p:nvPr>
        </p:nvSpPr>
        <p:spPr>
          <a:xfrm>
            <a:off x="274320" y="4343400"/>
            <a:ext cx="2709000" cy="1737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450"/>
              </a:spcBef>
              <a:spcAft>
                <a:spcPts val="0"/>
              </a:spcAft>
              <a:buClr>
                <a:schemeClr val="dk1"/>
              </a:buClr>
              <a:buSzPts val="1050"/>
              <a:buNone/>
              <a:defRPr b="1" sz="1050">
                <a:solidFill>
                  <a:schemeClr val="dk1"/>
                </a:solidFill>
                <a:latin typeface="Arial"/>
                <a:ea typeface="Arial"/>
                <a:cs typeface="Arial"/>
                <a:sym typeface="Arial"/>
              </a:defRPr>
            </a:lvl2pPr>
            <a:lvl3pPr indent="-228600" lvl="2" marL="1371600" algn="l">
              <a:lnSpc>
                <a:spcPct val="100000"/>
              </a:lnSpc>
              <a:spcBef>
                <a:spcPts val="450"/>
              </a:spcBef>
              <a:spcAft>
                <a:spcPts val="0"/>
              </a:spcAft>
              <a:buClr>
                <a:schemeClr val="dk1"/>
              </a:buClr>
              <a:buSzPts val="1050"/>
              <a:buNone/>
              <a:defRPr sz="1050">
                <a:latin typeface="Arial"/>
                <a:ea typeface="Arial"/>
                <a:cs typeface="Arial"/>
                <a:sym typeface="Arial"/>
              </a:defRPr>
            </a:lvl3pPr>
            <a:lvl4pPr indent="-295275" lvl="3" marL="1828800"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indent="-295275" lvl="4" marL="2286000" algn="l">
              <a:lnSpc>
                <a:spcPct val="100000"/>
              </a:lnSpc>
              <a:spcBef>
                <a:spcPts val="225"/>
              </a:spcBef>
              <a:spcAft>
                <a:spcPts val="0"/>
              </a:spcAft>
              <a:buClr>
                <a:schemeClr val="dk1"/>
              </a:buClr>
              <a:buSzPts val="1050"/>
              <a:buChar char="–"/>
              <a:defRPr sz="1050">
                <a:latin typeface="Arial"/>
                <a:ea typeface="Arial"/>
                <a:cs typeface="Arial"/>
                <a:sym typeface="Arial"/>
              </a:defRPr>
            </a:lvl5pPr>
            <a:lvl6pPr indent="-295275" lvl="5" marL="2743200" algn="l">
              <a:lnSpc>
                <a:spcPct val="100000"/>
              </a:lnSpc>
              <a:spcBef>
                <a:spcPts val="225"/>
              </a:spcBef>
              <a:spcAft>
                <a:spcPts val="0"/>
              </a:spcAft>
              <a:buClr>
                <a:schemeClr val="dk1"/>
              </a:buClr>
              <a:buSzPts val="1050"/>
              <a:buChar char="–"/>
              <a:defRPr sz="1050"/>
            </a:lvl6pPr>
            <a:lvl7pPr indent="-295275" lvl="6" marL="3200400" algn="l">
              <a:lnSpc>
                <a:spcPct val="100000"/>
              </a:lnSpc>
              <a:spcBef>
                <a:spcPts val="225"/>
              </a:spcBef>
              <a:spcAft>
                <a:spcPts val="0"/>
              </a:spcAft>
              <a:buClr>
                <a:schemeClr val="dk1"/>
              </a:buClr>
              <a:buSzPts val="1050"/>
              <a:buChar char="–"/>
              <a:defRPr sz="1050"/>
            </a:lvl7pPr>
            <a:lvl8pPr indent="-295275" lvl="7" marL="3657600" algn="l">
              <a:lnSpc>
                <a:spcPct val="100000"/>
              </a:lnSpc>
              <a:spcBef>
                <a:spcPts val="225"/>
              </a:spcBef>
              <a:spcAft>
                <a:spcPts val="0"/>
              </a:spcAft>
              <a:buClr>
                <a:schemeClr val="dk1"/>
              </a:buClr>
              <a:buSzPts val="1050"/>
              <a:buChar char="–"/>
              <a:defRPr sz="1050"/>
            </a:lvl8pPr>
            <a:lvl9pPr indent="-295275" lvl="8" marL="4114800" algn="l">
              <a:lnSpc>
                <a:spcPct val="100000"/>
              </a:lnSpc>
              <a:spcBef>
                <a:spcPts val="225"/>
              </a:spcBef>
              <a:spcAft>
                <a:spcPts val="0"/>
              </a:spcAft>
              <a:buClr>
                <a:schemeClr val="dk1"/>
              </a:buClr>
              <a:buSzPts val="1050"/>
              <a:buChar char="–"/>
              <a:defRPr sz="1050"/>
            </a:lvl9pPr>
          </a:lstStyle>
          <a:p/>
        </p:txBody>
      </p:sp>
      <p:sp>
        <p:nvSpPr>
          <p:cNvPr id="2369" name="Google Shape;2369;p205"/>
          <p:cNvSpPr/>
          <p:nvPr>
            <p:ph idx="3" type="pic"/>
          </p:nvPr>
        </p:nvSpPr>
        <p:spPr>
          <a:xfrm>
            <a:off x="3216402" y="1828800"/>
            <a:ext cx="2709300" cy="2286000"/>
          </a:xfrm>
          <a:prstGeom prst="rect">
            <a:avLst/>
          </a:prstGeom>
          <a:solidFill>
            <a:srgbClr val="D7E0E3"/>
          </a:solidFill>
          <a:ln>
            <a:noFill/>
          </a:ln>
        </p:spPr>
      </p:sp>
      <p:sp>
        <p:nvSpPr>
          <p:cNvPr id="2370" name="Google Shape;2370;p205"/>
          <p:cNvSpPr txBox="1"/>
          <p:nvPr>
            <p:ph idx="4" type="body"/>
          </p:nvPr>
        </p:nvSpPr>
        <p:spPr>
          <a:xfrm>
            <a:off x="3216402" y="4343400"/>
            <a:ext cx="2709000" cy="1737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45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450"/>
              </a:spcBef>
              <a:spcAft>
                <a:spcPts val="0"/>
              </a:spcAft>
              <a:buClr>
                <a:schemeClr val="dk1"/>
              </a:buClr>
              <a:buSzPts val="1050"/>
              <a:buNone/>
              <a:defRPr b="1" sz="1050">
                <a:solidFill>
                  <a:schemeClr val="dk1"/>
                </a:solidFill>
                <a:latin typeface="Arial"/>
                <a:ea typeface="Arial"/>
                <a:cs typeface="Arial"/>
                <a:sym typeface="Arial"/>
              </a:defRPr>
            </a:lvl2pPr>
            <a:lvl3pPr indent="-228600" lvl="2" marL="1371600" algn="l">
              <a:lnSpc>
                <a:spcPct val="100000"/>
              </a:lnSpc>
              <a:spcBef>
                <a:spcPts val="450"/>
              </a:spcBef>
              <a:spcAft>
                <a:spcPts val="0"/>
              </a:spcAft>
              <a:buClr>
                <a:schemeClr val="dk1"/>
              </a:buClr>
              <a:buSzPts val="1050"/>
              <a:buNone/>
              <a:defRPr sz="1050">
                <a:latin typeface="Arial"/>
                <a:ea typeface="Arial"/>
                <a:cs typeface="Arial"/>
                <a:sym typeface="Arial"/>
              </a:defRPr>
            </a:lvl3pPr>
            <a:lvl4pPr indent="-295275" lvl="3" marL="1828800"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indent="-295275" lvl="4" marL="2286000" algn="l">
              <a:lnSpc>
                <a:spcPct val="100000"/>
              </a:lnSpc>
              <a:spcBef>
                <a:spcPts val="225"/>
              </a:spcBef>
              <a:spcAft>
                <a:spcPts val="0"/>
              </a:spcAft>
              <a:buClr>
                <a:schemeClr val="dk1"/>
              </a:buClr>
              <a:buSzPts val="1050"/>
              <a:buChar char="–"/>
              <a:defRPr sz="1050">
                <a:latin typeface="Arial"/>
                <a:ea typeface="Arial"/>
                <a:cs typeface="Arial"/>
                <a:sym typeface="Arial"/>
              </a:defRPr>
            </a:lvl5pPr>
            <a:lvl6pPr indent="-295275" lvl="5" marL="2743200" algn="l">
              <a:lnSpc>
                <a:spcPct val="100000"/>
              </a:lnSpc>
              <a:spcBef>
                <a:spcPts val="225"/>
              </a:spcBef>
              <a:spcAft>
                <a:spcPts val="0"/>
              </a:spcAft>
              <a:buClr>
                <a:schemeClr val="dk1"/>
              </a:buClr>
              <a:buSzPts val="1050"/>
              <a:buChar char="–"/>
              <a:defRPr sz="1050"/>
            </a:lvl6pPr>
            <a:lvl7pPr indent="-295275" lvl="6" marL="3200400" algn="l">
              <a:lnSpc>
                <a:spcPct val="100000"/>
              </a:lnSpc>
              <a:spcBef>
                <a:spcPts val="225"/>
              </a:spcBef>
              <a:spcAft>
                <a:spcPts val="0"/>
              </a:spcAft>
              <a:buClr>
                <a:schemeClr val="dk1"/>
              </a:buClr>
              <a:buSzPts val="1050"/>
              <a:buChar char="–"/>
              <a:defRPr sz="1050"/>
            </a:lvl7pPr>
            <a:lvl8pPr indent="-295275" lvl="7" marL="3657600" algn="l">
              <a:lnSpc>
                <a:spcPct val="100000"/>
              </a:lnSpc>
              <a:spcBef>
                <a:spcPts val="225"/>
              </a:spcBef>
              <a:spcAft>
                <a:spcPts val="0"/>
              </a:spcAft>
              <a:buClr>
                <a:schemeClr val="dk1"/>
              </a:buClr>
              <a:buSzPts val="1050"/>
              <a:buChar char="–"/>
              <a:defRPr sz="1050"/>
            </a:lvl8pPr>
            <a:lvl9pPr indent="-295275" lvl="8" marL="4114800" algn="l">
              <a:lnSpc>
                <a:spcPct val="100000"/>
              </a:lnSpc>
              <a:spcBef>
                <a:spcPts val="225"/>
              </a:spcBef>
              <a:spcAft>
                <a:spcPts val="0"/>
              </a:spcAft>
              <a:buClr>
                <a:schemeClr val="dk1"/>
              </a:buClr>
              <a:buSzPts val="1050"/>
              <a:buChar char="–"/>
              <a:defRPr sz="1050"/>
            </a:lvl9pPr>
          </a:lstStyle>
          <a:p/>
        </p:txBody>
      </p:sp>
      <p:sp>
        <p:nvSpPr>
          <p:cNvPr id="2371" name="Google Shape;2371;p205"/>
          <p:cNvSpPr/>
          <p:nvPr>
            <p:ph idx="5" type="pic"/>
          </p:nvPr>
        </p:nvSpPr>
        <p:spPr>
          <a:xfrm>
            <a:off x="6158007" y="1828800"/>
            <a:ext cx="2709300" cy="2286000"/>
          </a:xfrm>
          <a:prstGeom prst="rect">
            <a:avLst/>
          </a:prstGeom>
          <a:solidFill>
            <a:srgbClr val="D7E0E3"/>
          </a:solidFill>
          <a:ln>
            <a:noFill/>
          </a:ln>
        </p:spPr>
      </p:sp>
      <p:sp>
        <p:nvSpPr>
          <p:cNvPr id="2372" name="Google Shape;2372;p205"/>
          <p:cNvSpPr txBox="1"/>
          <p:nvPr>
            <p:ph idx="6" type="body"/>
          </p:nvPr>
        </p:nvSpPr>
        <p:spPr>
          <a:xfrm>
            <a:off x="6158484" y="4343400"/>
            <a:ext cx="2709000" cy="1737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45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450"/>
              </a:spcBef>
              <a:spcAft>
                <a:spcPts val="0"/>
              </a:spcAft>
              <a:buClr>
                <a:schemeClr val="dk1"/>
              </a:buClr>
              <a:buSzPts val="1050"/>
              <a:buNone/>
              <a:defRPr b="1" sz="1050">
                <a:solidFill>
                  <a:schemeClr val="dk1"/>
                </a:solidFill>
                <a:latin typeface="Arial"/>
                <a:ea typeface="Arial"/>
                <a:cs typeface="Arial"/>
                <a:sym typeface="Arial"/>
              </a:defRPr>
            </a:lvl2pPr>
            <a:lvl3pPr indent="-228600" lvl="2" marL="1371600" algn="l">
              <a:lnSpc>
                <a:spcPct val="100000"/>
              </a:lnSpc>
              <a:spcBef>
                <a:spcPts val="450"/>
              </a:spcBef>
              <a:spcAft>
                <a:spcPts val="0"/>
              </a:spcAft>
              <a:buClr>
                <a:schemeClr val="dk1"/>
              </a:buClr>
              <a:buSzPts val="1050"/>
              <a:buNone/>
              <a:defRPr sz="1050">
                <a:latin typeface="Arial"/>
                <a:ea typeface="Arial"/>
                <a:cs typeface="Arial"/>
                <a:sym typeface="Arial"/>
              </a:defRPr>
            </a:lvl3pPr>
            <a:lvl4pPr indent="-295275" lvl="3" marL="1828800"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indent="-295275" lvl="4" marL="2286000" algn="l">
              <a:lnSpc>
                <a:spcPct val="100000"/>
              </a:lnSpc>
              <a:spcBef>
                <a:spcPts val="225"/>
              </a:spcBef>
              <a:spcAft>
                <a:spcPts val="0"/>
              </a:spcAft>
              <a:buClr>
                <a:schemeClr val="dk1"/>
              </a:buClr>
              <a:buSzPts val="1050"/>
              <a:buChar char="–"/>
              <a:defRPr sz="1050">
                <a:latin typeface="Arial"/>
                <a:ea typeface="Arial"/>
                <a:cs typeface="Arial"/>
                <a:sym typeface="Arial"/>
              </a:defRPr>
            </a:lvl5pPr>
            <a:lvl6pPr indent="-295275" lvl="5" marL="2743200" algn="l">
              <a:lnSpc>
                <a:spcPct val="100000"/>
              </a:lnSpc>
              <a:spcBef>
                <a:spcPts val="225"/>
              </a:spcBef>
              <a:spcAft>
                <a:spcPts val="0"/>
              </a:spcAft>
              <a:buClr>
                <a:schemeClr val="dk1"/>
              </a:buClr>
              <a:buSzPts val="1050"/>
              <a:buChar char="–"/>
              <a:defRPr sz="1050"/>
            </a:lvl6pPr>
            <a:lvl7pPr indent="-295275" lvl="6" marL="3200400" algn="l">
              <a:lnSpc>
                <a:spcPct val="100000"/>
              </a:lnSpc>
              <a:spcBef>
                <a:spcPts val="225"/>
              </a:spcBef>
              <a:spcAft>
                <a:spcPts val="0"/>
              </a:spcAft>
              <a:buClr>
                <a:schemeClr val="dk1"/>
              </a:buClr>
              <a:buSzPts val="1050"/>
              <a:buChar char="–"/>
              <a:defRPr sz="1050"/>
            </a:lvl7pPr>
            <a:lvl8pPr indent="-295275" lvl="7" marL="3657600" algn="l">
              <a:lnSpc>
                <a:spcPct val="100000"/>
              </a:lnSpc>
              <a:spcBef>
                <a:spcPts val="225"/>
              </a:spcBef>
              <a:spcAft>
                <a:spcPts val="0"/>
              </a:spcAft>
              <a:buClr>
                <a:schemeClr val="dk1"/>
              </a:buClr>
              <a:buSzPts val="1050"/>
              <a:buChar char="–"/>
              <a:defRPr sz="1050"/>
            </a:lvl8pPr>
            <a:lvl9pPr indent="-295275" lvl="8" marL="4114800" algn="l">
              <a:lnSpc>
                <a:spcPct val="100000"/>
              </a:lnSpc>
              <a:spcBef>
                <a:spcPts val="225"/>
              </a:spcBef>
              <a:spcAft>
                <a:spcPts val="0"/>
              </a:spcAft>
              <a:buClr>
                <a:schemeClr val="dk1"/>
              </a:buClr>
              <a:buSzPts val="1050"/>
              <a:buChar char="–"/>
              <a:defRPr sz="105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am">
  <p:cSld name="1_Team">
    <p:spTree>
      <p:nvGrpSpPr>
        <p:cNvPr id="2373" name="Shape 2373"/>
        <p:cNvGrpSpPr/>
        <p:nvPr/>
      </p:nvGrpSpPr>
      <p:grpSpPr>
        <a:xfrm>
          <a:off x="0" y="0"/>
          <a:ext cx="0" cy="0"/>
          <a:chOff x="0" y="0"/>
          <a:chExt cx="0" cy="0"/>
        </a:xfrm>
      </p:grpSpPr>
      <p:sp>
        <p:nvSpPr>
          <p:cNvPr id="2374" name="Google Shape;2374;p206"/>
          <p:cNvSpPr/>
          <p:nvPr/>
        </p:nvSpPr>
        <p:spPr>
          <a:xfrm>
            <a:off x="5421232" y="1649651"/>
            <a:ext cx="3446100" cy="3877200"/>
          </a:xfrm>
          <a:prstGeom prst="rect">
            <a:avLst/>
          </a:prstGeom>
          <a:solidFill>
            <a:srgbClr val="ECECE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2375" name="Google Shape;2375;p206"/>
          <p:cNvSpPr/>
          <p:nvPr/>
        </p:nvSpPr>
        <p:spPr>
          <a:xfrm>
            <a:off x="904691" y="1645921"/>
            <a:ext cx="3446100" cy="38808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2376" name="Google Shape;2376;p206"/>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7" name="Google Shape;2377;p206"/>
          <p:cNvSpPr/>
          <p:nvPr>
            <p:ph idx="2" type="pic"/>
          </p:nvPr>
        </p:nvSpPr>
        <p:spPr>
          <a:xfrm>
            <a:off x="428625" y="2366010"/>
            <a:ext cx="1714500" cy="2286000"/>
          </a:xfrm>
          <a:prstGeom prst="rect">
            <a:avLst/>
          </a:prstGeom>
          <a:solidFill>
            <a:srgbClr val="D7E0E3"/>
          </a:solidFill>
          <a:ln>
            <a:noFill/>
          </a:ln>
        </p:spPr>
      </p:sp>
      <p:sp>
        <p:nvSpPr>
          <p:cNvPr id="2378" name="Google Shape;2378;p206"/>
          <p:cNvSpPr txBox="1"/>
          <p:nvPr>
            <p:ph idx="1" type="body"/>
          </p:nvPr>
        </p:nvSpPr>
        <p:spPr>
          <a:xfrm>
            <a:off x="2329731" y="2640330"/>
            <a:ext cx="1834500" cy="1737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200"/>
              <a:buFont typeface="Arial"/>
              <a:buNone/>
              <a:defRPr b="1" sz="1200">
                <a:solidFill>
                  <a:schemeClr val="dk1"/>
                </a:solidFill>
                <a:latin typeface="Arial"/>
                <a:ea typeface="Arial"/>
                <a:cs typeface="Arial"/>
                <a:sym typeface="Arial"/>
              </a:defRPr>
            </a:lvl1pPr>
            <a:lvl2pPr indent="-228600" lvl="1" marL="914400" algn="l">
              <a:lnSpc>
                <a:spcPct val="100000"/>
              </a:lnSpc>
              <a:spcBef>
                <a:spcPts val="450"/>
              </a:spcBef>
              <a:spcAft>
                <a:spcPts val="0"/>
              </a:spcAft>
              <a:buClr>
                <a:schemeClr val="dk1"/>
              </a:buClr>
              <a:buSzPts val="1050"/>
              <a:buNone/>
              <a:defRPr b="0" sz="1050">
                <a:solidFill>
                  <a:schemeClr val="dk1"/>
                </a:solidFill>
                <a:latin typeface="Arial"/>
                <a:ea typeface="Arial"/>
                <a:cs typeface="Arial"/>
                <a:sym typeface="Arial"/>
              </a:defRPr>
            </a:lvl2pPr>
            <a:lvl3pPr indent="-228600" lvl="2" marL="1371600" algn="l">
              <a:lnSpc>
                <a:spcPct val="100000"/>
              </a:lnSpc>
              <a:spcBef>
                <a:spcPts val="450"/>
              </a:spcBef>
              <a:spcAft>
                <a:spcPts val="0"/>
              </a:spcAft>
              <a:buClr>
                <a:schemeClr val="dk1"/>
              </a:buClr>
              <a:buSzPts val="1050"/>
              <a:buNone/>
              <a:defRPr sz="1050"/>
            </a:lvl3pPr>
            <a:lvl4pPr indent="-285750" lvl="3" marL="1828800" algn="l">
              <a:lnSpc>
                <a:spcPct val="100000"/>
              </a:lnSpc>
              <a:spcBef>
                <a:spcPts val="450"/>
              </a:spcBef>
              <a:spcAft>
                <a:spcPts val="0"/>
              </a:spcAft>
              <a:buClr>
                <a:schemeClr val="dk1"/>
              </a:buClr>
              <a:buSzPts val="900"/>
              <a:buFont typeface="Noto Sans Symbols"/>
              <a:buChar char="▪"/>
              <a:defRPr sz="900">
                <a:latin typeface="Arial"/>
                <a:ea typeface="Arial"/>
                <a:cs typeface="Arial"/>
                <a:sym typeface="Arial"/>
              </a:defRPr>
            </a:lvl4pPr>
            <a:lvl5pPr indent="-295275" lvl="4" marL="2286000" algn="l">
              <a:lnSpc>
                <a:spcPct val="100000"/>
              </a:lnSpc>
              <a:spcBef>
                <a:spcPts val="225"/>
              </a:spcBef>
              <a:spcAft>
                <a:spcPts val="0"/>
              </a:spcAft>
              <a:buClr>
                <a:schemeClr val="dk1"/>
              </a:buClr>
              <a:buSzPts val="1050"/>
              <a:buFont typeface="Noto Sans Symbols"/>
              <a:buChar char="▪"/>
              <a:defRPr sz="1050"/>
            </a:lvl5pPr>
            <a:lvl6pPr indent="-295275" lvl="5" marL="2743200" algn="l">
              <a:lnSpc>
                <a:spcPct val="100000"/>
              </a:lnSpc>
              <a:spcBef>
                <a:spcPts val="225"/>
              </a:spcBef>
              <a:spcAft>
                <a:spcPts val="0"/>
              </a:spcAft>
              <a:buClr>
                <a:schemeClr val="dk1"/>
              </a:buClr>
              <a:buSzPts val="1050"/>
              <a:buChar char="–"/>
              <a:defRPr sz="1050"/>
            </a:lvl6pPr>
            <a:lvl7pPr indent="-295275" lvl="6" marL="3200400" algn="l">
              <a:lnSpc>
                <a:spcPct val="100000"/>
              </a:lnSpc>
              <a:spcBef>
                <a:spcPts val="225"/>
              </a:spcBef>
              <a:spcAft>
                <a:spcPts val="0"/>
              </a:spcAft>
              <a:buClr>
                <a:schemeClr val="dk1"/>
              </a:buClr>
              <a:buSzPts val="1050"/>
              <a:buChar char="–"/>
              <a:defRPr sz="1050"/>
            </a:lvl7pPr>
            <a:lvl8pPr indent="-295275" lvl="7" marL="3657600" algn="l">
              <a:lnSpc>
                <a:spcPct val="100000"/>
              </a:lnSpc>
              <a:spcBef>
                <a:spcPts val="225"/>
              </a:spcBef>
              <a:spcAft>
                <a:spcPts val="0"/>
              </a:spcAft>
              <a:buClr>
                <a:schemeClr val="dk1"/>
              </a:buClr>
              <a:buSzPts val="1050"/>
              <a:buChar char="–"/>
              <a:defRPr sz="1050"/>
            </a:lvl8pPr>
            <a:lvl9pPr indent="-295275" lvl="8" marL="4114800" algn="l">
              <a:lnSpc>
                <a:spcPct val="100000"/>
              </a:lnSpc>
              <a:spcBef>
                <a:spcPts val="225"/>
              </a:spcBef>
              <a:spcAft>
                <a:spcPts val="0"/>
              </a:spcAft>
              <a:buClr>
                <a:schemeClr val="dk1"/>
              </a:buClr>
              <a:buSzPts val="1050"/>
              <a:buChar char="–"/>
              <a:defRPr sz="1050"/>
            </a:lvl9pPr>
          </a:lstStyle>
          <a:p/>
        </p:txBody>
      </p:sp>
      <p:sp>
        <p:nvSpPr>
          <p:cNvPr id="2379" name="Google Shape;2379;p206"/>
          <p:cNvSpPr/>
          <p:nvPr>
            <p:ph idx="3" type="pic"/>
          </p:nvPr>
        </p:nvSpPr>
        <p:spPr>
          <a:xfrm>
            <a:off x="4926332" y="2286000"/>
            <a:ext cx="1714500" cy="2286000"/>
          </a:xfrm>
          <a:prstGeom prst="rect">
            <a:avLst/>
          </a:prstGeom>
          <a:solidFill>
            <a:srgbClr val="D7E0E3"/>
          </a:solidFill>
          <a:ln>
            <a:noFill/>
          </a:ln>
        </p:spPr>
      </p:sp>
      <p:sp>
        <p:nvSpPr>
          <p:cNvPr id="2380" name="Google Shape;2380;p206"/>
          <p:cNvSpPr txBox="1"/>
          <p:nvPr>
            <p:ph idx="4" type="body"/>
          </p:nvPr>
        </p:nvSpPr>
        <p:spPr>
          <a:xfrm>
            <a:off x="6806565" y="2640330"/>
            <a:ext cx="1666500" cy="1737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450"/>
              </a:spcBef>
              <a:spcAft>
                <a:spcPts val="0"/>
              </a:spcAft>
              <a:buClr>
                <a:schemeClr val="dk1"/>
              </a:buClr>
              <a:buSzPts val="1200"/>
              <a:buFont typeface="Arial"/>
              <a:buNone/>
              <a:defRPr b="1" sz="1200">
                <a:solidFill>
                  <a:schemeClr val="dk1"/>
                </a:solidFill>
                <a:latin typeface="Arial"/>
                <a:ea typeface="Arial"/>
                <a:cs typeface="Arial"/>
                <a:sym typeface="Arial"/>
              </a:defRPr>
            </a:lvl1pPr>
            <a:lvl2pPr indent="-228600" lvl="1" marL="914400" algn="l">
              <a:lnSpc>
                <a:spcPct val="100000"/>
              </a:lnSpc>
              <a:spcBef>
                <a:spcPts val="450"/>
              </a:spcBef>
              <a:spcAft>
                <a:spcPts val="0"/>
              </a:spcAft>
              <a:buClr>
                <a:schemeClr val="dk1"/>
              </a:buClr>
              <a:buSzPts val="1050"/>
              <a:buNone/>
              <a:defRPr b="0" sz="1050">
                <a:solidFill>
                  <a:schemeClr val="dk1"/>
                </a:solidFill>
                <a:latin typeface="Arial"/>
                <a:ea typeface="Arial"/>
                <a:cs typeface="Arial"/>
                <a:sym typeface="Arial"/>
              </a:defRPr>
            </a:lvl2pPr>
            <a:lvl3pPr indent="-228600" lvl="2" marL="1371600" algn="l">
              <a:lnSpc>
                <a:spcPct val="100000"/>
              </a:lnSpc>
              <a:spcBef>
                <a:spcPts val="450"/>
              </a:spcBef>
              <a:spcAft>
                <a:spcPts val="0"/>
              </a:spcAft>
              <a:buClr>
                <a:schemeClr val="dk1"/>
              </a:buClr>
              <a:buSzPts val="1050"/>
              <a:buNone/>
              <a:defRPr sz="1050"/>
            </a:lvl3pPr>
            <a:lvl4pPr indent="-295275" lvl="3" marL="1828800"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indent="-295275" lvl="4" marL="2286000" algn="l">
              <a:lnSpc>
                <a:spcPct val="100000"/>
              </a:lnSpc>
              <a:spcBef>
                <a:spcPts val="225"/>
              </a:spcBef>
              <a:spcAft>
                <a:spcPts val="0"/>
              </a:spcAft>
              <a:buClr>
                <a:schemeClr val="dk1"/>
              </a:buClr>
              <a:buSzPts val="1050"/>
              <a:buChar char="–"/>
              <a:defRPr sz="1050"/>
            </a:lvl5pPr>
            <a:lvl6pPr indent="-295275" lvl="5" marL="2743200" algn="l">
              <a:lnSpc>
                <a:spcPct val="100000"/>
              </a:lnSpc>
              <a:spcBef>
                <a:spcPts val="225"/>
              </a:spcBef>
              <a:spcAft>
                <a:spcPts val="0"/>
              </a:spcAft>
              <a:buClr>
                <a:schemeClr val="dk1"/>
              </a:buClr>
              <a:buSzPts val="1050"/>
              <a:buChar char="–"/>
              <a:defRPr sz="1050"/>
            </a:lvl6pPr>
            <a:lvl7pPr indent="-295275" lvl="6" marL="3200400" algn="l">
              <a:lnSpc>
                <a:spcPct val="100000"/>
              </a:lnSpc>
              <a:spcBef>
                <a:spcPts val="225"/>
              </a:spcBef>
              <a:spcAft>
                <a:spcPts val="0"/>
              </a:spcAft>
              <a:buClr>
                <a:schemeClr val="dk1"/>
              </a:buClr>
              <a:buSzPts val="1050"/>
              <a:buChar char="–"/>
              <a:defRPr sz="1050"/>
            </a:lvl7pPr>
            <a:lvl8pPr indent="-295275" lvl="7" marL="3657600" algn="l">
              <a:lnSpc>
                <a:spcPct val="100000"/>
              </a:lnSpc>
              <a:spcBef>
                <a:spcPts val="225"/>
              </a:spcBef>
              <a:spcAft>
                <a:spcPts val="0"/>
              </a:spcAft>
              <a:buClr>
                <a:schemeClr val="dk1"/>
              </a:buClr>
              <a:buSzPts val="1050"/>
              <a:buChar char="–"/>
              <a:defRPr sz="1050"/>
            </a:lvl8pPr>
            <a:lvl9pPr indent="-295275" lvl="8" marL="4114800" algn="l">
              <a:lnSpc>
                <a:spcPct val="100000"/>
              </a:lnSpc>
              <a:spcBef>
                <a:spcPts val="225"/>
              </a:spcBef>
              <a:spcAft>
                <a:spcPts val="0"/>
              </a:spcAft>
              <a:buClr>
                <a:schemeClr val="dk1"/>
              </a:buClr>
              <a:buSzPts val="1050"/>
              <a:buChar char="–"/>
              <a:defRPr sz="105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ography">
  <p:cSld name="Biography">
    <p:bg>
      <p:bgPr>
        <a:blipFill>
          <a:blip r:embed="rId2">
            <a:alphaModFix/>
          </a:blip>
          <a:stretch>
            <a:fillRect/>
          </a:stretch>
        </a:blipFill>
      </p:bgPr>
    </p:bg>
    <p:spTree>
      <p:nvGrpSpPr>
        <p:cNvPr id="2381" name="Shape 2381"/>
        <p:cNvGrpSpPr/>
        <p:nvPr/>
      </p:nvGrpSpPr>
      <p:grpSpPr>
        <a:xfrm>
          <a:off x="0" y="0"/>
          <a:ext cx="0" cy="0"/>
          <a:chOff x="0" y="0"/>
          <a:chExt cx="0" cy="0"/>
        </a:xfrm>
      </p:grpSpPr>
      <p:sp>
        <p:nvSpPr>
          <p:cNvPr id="2382" name="Google Shape;2382;p207"/>
          <p:cNvSpPr txBox="1"/>
          <p:nvPr>
            <p:ph type="title"/>
          </p:nvPr>
        </p:nvSpPr>
        <p:spPr>
          <a:xfrm>
            <a:off x="274320" y="365760"/>
            <a:ext cx="61527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83" name="Google Shape;2383;p207"/>
          <p:cNvSpPr txBox="1"/>
          <p:nvPr>
            <p:ph idx="1" type="body"/>
          </p:nvPr>
        </p:nvSpPr>
        <p:spPr>
          <a:xfrm>
            <a:off x="273843" y="1828800"/>
            <a:ext cx="1975200" cy="4251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450"/>
              </a:spcBef>
              <a:spcAft>
                <a:spcPts val="0"/>
              </a:spcAft>
              <a:buClr>
                <a:schemeClr val="dk1"/>
              </a:buClr>
              <a:buSzPts val="1050"/>
              <a:buFont typeface="Arial"/>
              <a:buNone/>
              <a:defRPr b="1" sz="1050">
                <a:solidFill>
                  <a:schemeClr val="dk1"/>
                </a:solidFill>
                <a:latin typeface="Arial"/>
                <a:ea typeface="Arial"/>
                <a:cs typeface="Arial"/>
                <a:sym typeface="Arial"/>
              </a:defRPr>
            </a:lvl2pPr>
            <a:lvl3pPr indent="-228600" lvl="2" marL="1371600" algn="l">
              <a:lnSpc>
                <a:spcPct val="100000"/>
              </a:lnSpc>
              <a:spcBef>
                <a:spcPts val="450"/>
              </a:spcBef>
              <a:spcAft>
                <a:spcPts val="0"/>
              </a:spcAft>
              <a:buClr>
                <a:schemeClr val="dk1"/>
              </a:buClr>
              <a:buSzPts val="1050"/>
              <a:buFont typeface="Arial"/>
              <a:buNone/>
              <a:defRPr sz="1050">
                <a:latin typeface="Arial"/>
                <a:ea typeface="Arial"/>
                <a:cs typeface="Arial"/>
                <a:sym typeface="Arial"/>
              </a:defRPr>
            </a:lvl3pPr>
            <a:lvl4pPr indent="-295275" lvl="3" marL="1828800"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indent="-295275" lvl="4" marL="2286000" algn="l">
              <a:lnSpc>
                <a:spcPct val="100000"/>
              </a:lnSpc>
              <a:spcBef>
                <a:spcPts val="225"/>
              </a:spcBef>
              <a:spcAft>
                <a:spcPts val="0"/>
              </a:spcAft>
              <a:buClr>
                <a:schemeClr val="dk1"/>
              </a:buClr>
              <a:buSzPts val="1050"/>
              <a:buChar char="–"/>
              <a:defRPr sz="1050">
                <a:latin typeface="Arial"/>
                <a:ea typeface="Arial"/>
                <a:cs typeface="Arial"/>
                <a:sym typeface="Arial"/>
              </a:defRPr>
            </a:lvl5pPr>
            <a:lvl6pPr indent="-295275" lvl="5" marL="2743200" algn="l">
              <a:lnSpc>
                <a:spcPct val="100000"/>
              </a:lnSpc>
              <a:spcBef>
                <a:spcPts val="225"/>
              </a:spcBef>
              <a:spcAft>
                <a:spcPts val="0"/>
              </a:spcAft>
              <a:buClr>
                <a:schemeClr val="dk1"/>
              </a:buClr>
              <a:buSzPts val="1050"/>
              <a:buChar char="–"/>
              <a:defRPr sz="1050">
                <a:latin typeface="Arial"/>
                <a:ea typeface="Arial"/>
                <a:cs typeface="Arial"/>
                <a:sym typeface="Arial"/>
              </a:defRPr>
            </a:lvl6pPr>
            <a:lvl7pPr indent="-295275" lvl="6" marL="3200400" algn="l">
              <a:lnSpc>
                <a:spcPct val="100000"/>
              </a:lnSpc>
              <a:spcBef>
                <a:spcPts val="225"/>
              </a:spcBef>
              <a:spcAft>
                <a:spcPts val="0"/>
              </a:spcAft>
              <a:buClr>
                <a:schemeClr val="dk1"/>
              </a:buClr>
              <a:buSzPts val="1050"/>
              <a:buChar char="–"/>
              <a:defRPr sz="1050">
                <a:latin typeface="Arial"/>
                <a:ea typeface="Arial"/>
                <a:cs typeface="Arial"/>
                <a:sym typeface="Arial"/>
              </a:defRPr>
            </a:lvl7pPr>
            <a:lvl8pPr indent="-295275" lvl="7" marL="3657600" algn="l">
              <a:lnSpc>
                <a:spcPct val="100000"/>
              </a:lnSpc>
              <a:spcBef>
                <a:spcPts val="225"/>
              </a:spcBef>
              <a:spcAft>
                <a:spcPts val="0"/>
              </a:spcAft>
              <a:buClr>
                <a:schemeClr val="dk1"/>
              </a:buClr>
              <a:buSzPts val="1050"/>
              <a:buChar char="–"/>
              <a:defRPr sz="1050">
                <a:latin typeface="Arial"/>
                <a:ea typeface="Arial"/>
                <a:cs typeface="Arial"/>
                <a:sym typeface="Arial"/>
              </a:defRPr>
            </a:lvl8pPr>
            <a:lvl9pPr indent="-295275" lvl="8" marL="4114800" algn="l">
              <a:lnSpc>
                <a:spcPct val="100000"/>
              </a:lnSpc>
              <a:spcBef>
                <a:spcPts val="225"/>
              </a:spcBef>
              <a:spcAft>
                <a:spcPts val="0"/>
              </a:spcAft>
              <a:buClr>
                <a:schemeClr val="dk1"/>
              </a:buClr>
              <a:buSzPts val="1050"/>
              <a:buChar char="–"/>
              <a:defRPr sz="1050">
                <a:latin typeface="Arial"/>
                <a:ea typeface="Arial"/>
                <a:cs typeface="Arial"/>
                <a:sym typeface="Arial"/>
              </a:defRPr>
            </a:lvl9pPr>
          </a:lstStyle>
          <a:p/>
        </p:txBody>
      </p:sp>
      <p:sp>
        <p:nvSpPr>
          <p:cNvPr id="2384" name="Google Shape;2384;p207"/>
          <p:cNvSpPr txBox="1"/>
          <p:nvPr>
            <p:ph idx="2" type="body"/>
          </p:nvPr>
        </p:nvSpPr>
        <p:spPr>
          <a:xfrm>
            <a:off x="2481263" y="1828800"/>
            <a:ext cx="2969400" cy="4251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1200"/>
              <a:buFont typeface="Arial"/>
              <a:buNone/>
              <a:defRPr b="1" sz="1200">
                <a:latin typeface="Arial"/>
                <a:ea typeface="Arial"/>
                <a:cs typeface="Arial"/>
                <a:sym typeface="Arial"/>
              </a:defRPr>
            </a:lvl1pPr>
            <a:lvl2pPr indent="-228600" lvl="1" marL="914400" algn="l">
              <a:lnSpc>
                <a:spcPct val="100000"/>
              </a:lnSpc>
              <a:spcBef>
                <a:spcPts val="450"/>
              </a:spcBef>
              <a:spcAft>
                <a:spcPts val="0"/>
              </a:spcAft>
              <a:buClr>
                <a:schemeClr val="dk1"/>
              </a:buClr>
              <a:buSzPts val="1050"/>
              <a:buFont typeface="Arial"/>
              <a:buNone/>
              <a:defRPr b="1" sz="1050">
                <a:solidFill>
                  <a:schemeClr val="dk1"/>
                </a:solidFill>
                <a:latin typeface="Arial"/>
                <a:ea typeface="Arial"/>
                <a:cs typeface="Arial"/>
                <a:sym typeface="Arial"/>
              </a:defRPr>
            </a:lvl2pPr>
            <a:lvl3pPr indent="-228600" lvl="2" marL="1371600" algn="l">
              <a:lnSpc>
                <a:spcPct val="100000"/>
              </a:lnSpc>
              <a:spcBef>
                <a:spcPts val="450"/>
              </a:spcBef>
              <a:spcAft>
                <a:spcPts val="0"/>
              </a:spcAft>
              <a:buClr>
                <a:schemeClr val="dk1"/>
              </a:buClr>
              <a:buSzPts val="1050"/>
              <a:buFont typeface="Arial"/>
              <a:buNone/>
              <a:defRPr sz="1050">
                <a:latin typeface="Arial"/>
                <a:ea typeface="Arial"/>
                <a:cs typeface="Arial"/>
                <a:sym typeface="Arial"/>
              </a:defRPr>
            </a:lvl3pPr>
            <a:lvl4pPr indent="-295275" lvl="3" marL="1828800" algn="l">
              <a:lnSpc>
                <a:spcPct val="100000"/>
              </a:lnSpc>
              <a:spcBef>
                <a:spcPts val="450"/>
              </a:spcBef>
              <a:spcAft>
                <a:spcPts val="0"/>
              </a:spcAft>
              <a:buClr>
                <a:schemeClr val="dk1"/>
              </a:buClr>
              <a:buSzPts val="1050"/>
              <a:buFont typeface="Arial"/>
              <a:buChar char="•"/>
              <a:defRPr sz="1050">
                <a:latin typeface="Arial"/>
                <a:ea typeface="Arial"/>
                <a:cs typeface="Arial"/>
                <a:sym typeface="Arial"/>
              </a:defRPr>
            </a:lvl4pPr>
            <a:lvl5pPr indent="-295275" lvl="4" marL="2286000" algn="l">
              <a:lnSpc>
                <a:spcPct val="100000"/>
              </a:lnSpc>
              <a:spcBef>
                <a:spcPts val="225"/>
              </a:spcBef>
              <a:spcAft>
                <a:spcPts val="0"/>
              </a:spcAft>
              <a:buClr>
                <a:schemeClr val="dk1"/>
              </a:buClr>
              <a:buSzPts val="1050"/>
              <a:buChar char="–"/>
              <a:defRPr sz="1050">
                <a:latin typeface="Arial"/>
                <a:ea typeface="Arial"/>
                <a:cs typeface="Arial"/>
                <a:sym typeface="Arial"/>
              </a:defRPr>
            </a:lvl5pPr>
            <a:lvl6pPr indent="-295275" lvl="5" marL="2743200" algn="l">
              <a:lnSpc>
                <a:spcPct val="100000"/>
              </a:lnSpc>
              <a:spcBef>
                <a:spcPts val="225"/>
              </a:spcBef>
              <a:spcAft>
                <a:spcPts val="0"/>
              </a:spcAft>
              <a:buClr>
                <a:schemeClr val="dk1"/>
              </a:buClr>
              <a:buSzPts val="1050"/>
              <a:buChar char="–"/>
              <a:defRPr sz="1050">
                <a:latin typeface="Arial"/>
                <a:ea typeface="Arial"/>
                <a:cs typeface="Arial"/>
                <a:sym typeface="Arial"/>
              </a:defRPr>
            </a:lvl6pPr>
            <a:lvl7pPr indent="-295275" lvl="6" marL="3200400" algn="l">
              <a:lnSpc>
                <a:spcPct val="100000"/>
              </a:lnSpc>
              <a:spcBef>
                <a:spcPts val="225"/>
              </a:spcBef>
              <a:spcAft>
                <a:spcPts val="0"/>
              </a:spcAft>
              <a:buClr>
                <a:schemeClr val="dk1"/>
              </a:buClr>
              <a:buSzPts val="1050"/>
              <a:buChar char="–"/>
              <a:defRPr sz="1050">
                <a:latin typeface="Arial"/>
                <a:ea typeface="Arial"/>
                <a:cs typeface="Arial"/>
                <a:sym typeface="Arial"/>
              </a:defRPr>
            </a:lvl7pPr>
            <a:lvl8pPr indent="-295275" lvl="7" marL="3657600" algn="l">
              <a:lnSpc>
                <a:spcPct val="100000"/>
              </a:lnSpc>
              <a:spcBef>
                <a:spcPts val="225"/>
              </a:spcBef>
              <a:spcAft>
                <a:spcPts val="0"/>
              </a:spcAft>
              <a:buClr>
                <a:schemeClr val="dk1"/>
              </a:buClr>
              <a:buSzPts val="1050"/>
              <a:buChar char="–"/>
              <a:defRPr sz="1050">
                <a:latin typeface="Arial"/>
                <a:ea typeface="Arial"/>
                <a:cs typeface="Arial"/>
                <a:sym typeface="Arial"/>
              </a:defRPr>
            </a:lvl8pPr>
            <a:lvl9pPr indent="-295275" lvl="8" marL="4114800" algn="l">
              <a:lnSpc>
                <a:spcPct val="100000"/>
              </a:lnSpc>
              <a:spcBef>
                <a:spcPts val="225"/>
              </a:spcBef>
              <a:spcAft>
                <a:spcPts val="0"/>
              </a:spcAft>
              <a:buClr>
                <a:schemeClr val="dk1"/>
              </a:buClr>
              <a:buSzPts val="1050"/>
              <a:buChar char="–"/>
              <a:defRPr sz="1050">
                <a:latin typeface="Arial"/>
                <a:ea typeface="Arial"/>
                <a:cs typeface="Arial"/>
                <a:sym typeface="Arial"/>
              </a:defRPr>
            </a:lvl9pPr>
          </a:lstStyle>
          <a:p/>
        </p:txBody>
      </p:sp>
      <p:sp>
        <p:nvSpPr>
          <p:cNvPr id="2385" name="Google Shape;2385;p207"/>
          <p:cNvSpPr/>
          <p:nvPr>
            <p:ph idx="3" type="pic"/>
          </p:nvPr>
        </p:nvSpPr>
        <p:spPr>
          <a:xfrm>
            <a:off x="5678424" y="1828797"/>
            <a:ext cx="3189000" cy="4251900"/>
          </a:xfrm>
          <a:prstGeom prst="rect">
            <a:avLst/>
          </a:prstGeom>
          <a:solidFill>
            <a:srgbClr val="D7E0E3"/>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4768">
          <p15:clr>
            <a:srgbClr val="FBAE40"/>
          </p15:clr>
        </p15:guide>
        <p15:guide id="2" pos="4580">
          <p15:clr>
            <a:srgbClr val="FBAE40"/>
          </p15:clr>
        </p15:guide>
        <p15:guide id="3" orient="horz" pos="1152">
          <p15:clr>
            <a:srgbClr val="FBAE40"/>
          </p15:clr>
        </p15:guide>
        <p15:guide id="4" orient="horz" pos="3832">
          <p15:clr>
            <a:srgbClr val="FBAE40"/>
          </p15:clr>
        </p15:guide>
        <p15:guide id="5" pos="1890">
          <p15:clr>
            <a:srgbClr val="FBAE40"/>
          </p15:clr>
        </p15:guide>
        <p15:guide id="6" pos="2084">
          <p15:clr>
            <a:srgbClr val="FBAE40"/>
          </p15:clr>
        </p15:guide>
      </p15:sldGuideLst>
    </p:ext>
  </p:extLst>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Sand">
  <p:cSld name="Section Header - Sand">
    <p:bg>
      <p:bgPr>
        <a:solidFill>
          <a:schemeClr val="lt1"/>
        </a:solidFill>
      </p:bgPr>
    </p:bg>
    <p:spTree>
      <p:nvGrpSpPr>
        <p:cNvPr id="2386" name="Shape 2386"/>
        <p:cNvGrpSpPr/>
        <p:nvPr/>
      </p:nvGrpSpPr>
      <p:grpSpPr>
        <a:xfrm>
          <a:off x="0" y="0"/>
          <a:ext cx="0" cy="0"/>
          <a:chOff x="0" y="0"/>
          <a:chExt cx="0" cy="0"/>
        </a:xfrm>
      </p:grpSpPr>
      <p:sp>
        <p:nvSpPr>
          <p:cNvPr id="2387" name="Google Shape;2387;p208"/>
          <p:cNvSpPr/>
          <p:nvPr/>
        </p:nvSpPr>
        <p:spPr>
          <a:xfrm>
            <a:off x="569214" y="365125"/>
            <a:ext cx="8298300" cy="5811000"/>
          </a:xfrm>
          <a:prstGeom prst="rect">
            <a:avLst/>
          </a:prstGeom>
          <a:solidFill>
            <a:srgbClr val="ECECE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dk1"/>
              </a:solidFill>
              <a:latin typeface="Arial"/>
              <a:ea typeface="Arial"/>
              <a:cs typeface="Arial"/>
              <a:sym typeface="Arial"/>
            </a:endParaRPr>
          </a:p>
        </p:txBody>
      </p:sp>
      <p:sp>
        <p:nvSpPr>
          <p:cNvPr id="2388" name="Google Shape;2388;p208"/>
          <p:cNvSpPr txBox="1"/>
          <p:nvPr>
            <p:ph type="title"/>
          </p:nvPr>
        </p:nvSpPr>
        <p:spPr>
          <a:xfrm>
            <a:off x="843534" y="731520"/>
            <a:ext cx="6378000" cy="2103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89" name="Google Shape;2389;p208"/>
          <p:cNvSpPr txBox="1"/>
          <p:nvPr>
            <p:ph idx="1" type="body"/>
          </p:nvPr>
        </p:nvSpPr>
        <p:spPr>
          <a:xfrm>
            <a:off x="843534" y="2971799"/>
            <a:ext cx="6378900" cy="31116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dk1"/>
              </a:buClr>
              <a:buSzPts val="1350"/>
              <a:buChar char="•"/>
              <a:defRPr>
                <a:latin typeface="Arial"/>
                <a:ea typeface="Arial"/>
                <a:cs typeface="Arial"/>
                <a:sym typeface="Arial"/>
              </a:defRPr>
            </a:lvl1pPr>
            <a:lvl2pPr indent="-342900" lvl="1" marL="914400" algn="l">
              <a:lnSpc>
                <a:spcPct val="100000"/>
              </a:lnSpc>
              <a:spcBef>
                <a:spcPts val="225"/>
              </a:spcBef>
              <a:spcAft>
                <a:spcPts val="0"/>
              </a:spcAft>
              <a:buClr>
                <a:schemeClr val="dk1"/>
              </a:buClr>
              <a:buSzPts val="1800"/>
              <a:buChar char="–"/>
              <a:defRPr/>
            </a:lvl2pPr>
            <a:lvl3pPr indent="-342900" lvl="2" marL="1371600" algn="l">
              <a:lnSpc>
                <a:spcPct val="100000"/>
              </a:lnSpc>
              <a:spcBef>
                <a:spcPts val="225"/>
              </a:spcBef>
              <a:spcAft>
                <a:spcPts val="0"/>
              </a:spcAft>
              <a:buClr>
                <a:schemeClr val="dk1"/>
              </a:buClr>
              <a:buSzPts val="1800"/>
              <a:buChar char="–"/>
              <a:defRPr/>
            </a:lvl3pPr>
            <a:lvl4pPr indent="-342900" lvl="3" marL="1828800" algn="l">
              <a:lnSpc>
                <a:spcPct val="100000"/>
              </a:lnSpc>
              <a:spcBef>
                <a:spcPts val="225"/>
              </a:spcBef>
              <a:spcAft>
                <a:spcPts val="0"/>
              </a:spcAft>
              <a:buClr>
                <a:schemeClr val="dk1"/>
              </a:buClr>
              <a:buSzPts val="1800"/>
              <a:buChar char="–"/>
              <a:defRPr/>
            </a:lvl4pPr>
            <a:lvl5pPr indent="-342900" lvl="4" marL="2286000" algn="l">
              <a:lnSpc>
                <a:spcPct val="100000"/>
              </a:lnSpc>
              <a:spcBef>
                <a:spcPts val="225"/>
              </a:spcBef>
              <a:spcAft>
                <a:spcPts val="0"/>
              </a:spcAft>
              <a:buClr>
                <a:schemeClr val="dk1"/>
              </a:buClr>
              <a:buSzPts val="1800"/>
              <a:buChar char="–"/>
              <a:defRPr/>
            </a:lvl5pPr>
            <a:lvl6pPr indent="-342900" lvl="5" marL="2743200" algn="l">
              <a:lnSpc>
                <a:spcPct val="100000"/>
              </a:lnSpc>
              <a:spcBef>
                <a:spcPts val="225"/>
              </a:spcBef>
              <a:spcAft>
                <a:spcPts val="0"/>
              </a:spcAft>
              <a:buClr>
                <a:schemeClr val="dk1"/>
              </a:buClr>
              <a:buSzPts val="1800"/>
              <a:buChar char="–"/>
              <a:defRPr/>
            </a:lvl6pPr>
            <a:lvl7pPr indent="-342900" lvl="6" marL="3200400" algn="l">
              <a:lnSpc>
                <a:spcPct val="100000"/>
              </a:lnSpc>
              <a:spcBef>
                <a:spcPts val="225"/>
              </a:spcBef>
              <a:spcAft>
                <a:spcPts val="0"/>
              </a:spcAft>
              <a:buClr>
                <a:schemeClr val="dk1"/>
              </a:buClr>
              <a:buSzPts val="1800"/>
              <a:buChar char="–"/>
              <a:defRPr/>
            </a:lvl7pPr>
            <a:lvl8pPr indent="-342900" lvl="7" marL="3657600" algn="l">
              <a:lnSpc>
                <a:spcPct val="100000"/>
              </a:lnSpc>
              <a:spcBef>
                <a:spcPts val="225"/>
              </a:spcBef>
              <a:spcAft>
                <a:spcPts val="0"/>
              </a:spcAft>
              <a:buClr>
                <a:schemeClr val="dk1"/>
              </a:buClr>
              <a:buSzPts val="1800"/>
              <a:buChar char="–"/>
              <a:defRPr/>
            </a:lvl8pPr>
            <a:lvl9pPr indent="-342900" lvl="8" marL="4114800" algn="l">
              <a:lnSpc>
                <a:spcPct val="100000"/>
              </a:lnSpc>
              <a:spcBef>
                <a:spcPts val="22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6066">
          <p15:clr>
            <a:srgbClr val="FBAE40"/>
          </p15:clr>
        </p15:guide>
        <p15:guide id="2" orient="horz" pos="3832">
          <p15:clr>
            <a:srgbClr val="FBAE40"/>
          </p15:clr>
        </p15:guide>
        <p15:guide id="3" orient="horz" pos="4148">
          <p15:clr>
            <a:srgbClr val="FBAE40"/>
          </p15:clr>
        </p15:guide>
        <p15:guide id="4" pos="708">
          <p15:clr>
            <a:srgbClr val="FBAE40"/>
          </p15:clr>
        </p15:guide>
      </p15:sldGuideLst>
    </p:ext>
  </p:extLst>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Teal">
  <p:cSld name="Section Header Dark Teal">
    <p:bg>
      <p:bgPr>
        <a:solidFill>
          <a:srgbClr val="006E74"/>
        </a:solidFill>
      </p:bgPr>
    </p:bg>
    <p:spTree>
      <p:nvGrpSpPr>
        <p:cNvPr id="2390" name="Shape 2390"/>
        <p:cNvGrpSpPr/>
        <p:nvPr/>
      </p:nvGrpSpPr>
      <p:grpSpPr>
        <a:xfrm>
          <a:off x="0" y="0"/>
          <a:ext cx="0" cy="0"/>
          <a:chOff x="0" y="0"/>
          <a:chExt cx="0" cy="0"/>
        </a:xfrm>
      </p:grpSpPr>
      <p:sp>
        <p:nvSpPr>
          <p:cNvPr id="2391" name="Google Shape;2391;p209"/>
          <p:cNvSpPr txBox="1"/>
          <p:nvPr>
            <p:ph type="title"/>
          </p:nvPr>
        </p:nvSpPr>
        <p:spPr>
          <a:xfrm>
            <a:off x="274320" y="1737360"/>
            <a:ext cx="6378000" cy="21030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92" name="Google Shape;2392;p209"/>
          <p:cNvSpPr txBox="1"/>
          <p:nvPr>
            <p:ph idx="1" type="body"/>
          </p:nvPr>
        </p:nvSpPr>
        <p:spPr>
          <a:xfrm>
            <a:off x="274320" y="4114800"/>
            <a:ext cx="6378900" cy="19686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lt1"/>
              </a:buClr>
              <a:buSzPts val="1350"/>
              <a:buChar char="•"/>
              <a:defRPr>
                <a:latin typeface="Arial"/>
                <a:ea typeface="Arial"/>
                <a:cs typeface="Arial"/>
                <a:sym typeface="Arial"/>
              </a:defRPr>
            </a:lvl1pPr>
            <a:lvl2pPr indent="-342900" lvl="1" marL="914400" algn="l">
              <a:lnSpc>
                <a:spcPct val="100000"/>
              </a:lnSpc>
              <a:spcBef>
                <a:spcPts val="225"/>
              </a:spcBef>
              <a:spcAft>
                <a:spcPts val="0"/>
              </a:spcAft>
              <a:buClr>
                <a:schemeClr val="lt1"/>
              </a:buClr>
              <a:buSzPts val="1800"/>
              <a:buChar char="–"/>
              <a:defRPr/>
            </a:lvl2pPr>
            <a:lvl3pPr indent="-342900" lvl="2" marL="1371600" algn="l">
              <a:lnSpc>
                <a:spcPct val="100000"/>
              </a:lnSpc>
              <a:spcBef>
                <a:spcPts val="225"/>
              </a:spcBef>
              <a:spcAft>
                <a:spcPts val="0"/>
              </a:spcAft>
              <a:buClr>
                <a:schemeClr val="lt1"/>
              </a:buClr>
              <a:buSzPts val="1800"/>
              <a:buChar char="–"/>
              <a:defRPr/>
            </a:lvl3pPr>
            <a:lvl4pPr indent="-342900" lvl="3" marL="1828800" algn="l">
              <a:lnSpc>
                <a:spcPct val="100000"/>
              </a:lnSpc>
              <a:spcBef>
                <a:spcPts val="225"/>
              </a:spcBef>
              <a:spcAft>
                <a:spcPts val="0"/>
              </a:spcAft>
              <a:buClr>
                <a:schemeClr val="lt1"/>
              </a:buClr>
              <a:buSzPts val="1800"/>
              <a:buChar char="–"/>
              <a:defRPr/>
            </a:lvl4pPr>
            <a:lvl5pPr indent="-342900" lvl="4" marL="2286000" algn="l">
              <a:lnSpc>
                <a:spcPct val="100000"/>
              </a:lnSpc>
              <a:spcBef>
                <a:spcPts val="225"/>
              </a:spcBef>
              <a:spcAft>
                <a:spcPts val="0"/>
              </a:spcAft>
              <a:buClr>
                <a:schemeClr val="lt1"/>
              </a:buClr>
              <a:buSzPts val="1800"/>
              <a:buChar char="–"/>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5588">
          <p15:clr>
            <a:srgbClr val="FBAE40"/>
          </p15:clr>
        </p15:guide>
        <p15:guide id="2" orient="horz" pos="3832">
          <p15:clr>
            <a:srgbClr val="FBAE40"/>
          </p15:clr>
        </p15:guide>
        <p15:guide id="3" orient="horz" pos="4148">
          <p15:clr>
            <a:srgbClr val="FBAE40"/>
          </p15:clr>
        </p15:guide>
      </p15:sldGuideLst>
    </p:ext>
  </p:extLst>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ight Teal">
  <p:cSld name="Section Header Light Teal">
    <p:bg>
      <p:bgPr>
        <a:solidFill>
          <a:schemeClr val="accent1"/>
        </a:solidFill>
      </p:bgPr>
    </p:bg>
    <p:spTree>
      <p:nvGrpSpPr>
        <p:cNvPr id="2393" name="Shape 2393"/>
        <p:cNvGrpSpPr/>
        <p:nvPr/>
      </p:nvGrpSpPr>
      <p:grpSpPr>
        <a:xfrm>
          <a:off x="0" y="0"/>
          <a:ext cx="0" cy="0"/>
          <a:chOff x="0" y="0"/>
          <a:chExt cx="0" cy="0"/>
        </a:xfrm>
      </p:grpSpPr>
      <p:sp>
        <p:nvSpPr>
          <p:cNvPr id="2394" name="Google Shape;2394;p210"/>
          <p:cNvSpPr txBox="1"/>
          <p:nvPr>
            <p:ph type="title"/>
          </p:nvPr>
        </p:nvSpPr>
        <p:spPr>
          <a:xfrm>
            <a:off x="274320" y="1737360"/>
            <a:ext cx="6378000" cy="21030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95" name="Google Shape;2395;p210"/>
          <p:cNvSpPr txBox="1"/>
          <p:nvPr>
            <p:ph idx="1" type="body"/>
          </p:nvPr>
        </p:nvSpPr>
        <p:spPr>
          <a:xfrm>
            <a:off x="274320" y="4114800"/>
            <a:ext cx="6378900" cy="19686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lt1"/>
              </a:buClr>
              <a:buSzPts val="1350"/>
              <a:buChar char="•"/>
              <a:defRPr>
                <a:latin typeface="Arial"/>
                <a:ea typeface="Arial"/>
                <a:cs typeface="Arial"/>
                <a:sym typeface="Arial"/>
              </a:defRPr>
            </a:lvl1pPr>
            <a:lvl2pPr indent="-342900" lvl="1" marL="914400" algn="l">
              <a:lnSpc>
                <a:spcPct val="100000"/>
              </a:lnSpc>
              <a:spcBef>
                <a:spcPts val="225"/>
              </a:spcBef>
              <a:spcAft>
                <a:spcPts val="0"/>
              </a:spcAft>
              <a:buClr>
                <a:schemeClr val="lt1"/>
              </a:buClr>
              <a:buSzPts val="1800"/>
              <a:buChar char="–"/>
              <a:defRPr/>
            </a:lvl2pPr>
            <a:lvl3pPr indent="-342900" lvl="2" marL="1371600" algn="l">
              <a:lnSpc>
                <a:spcPct val="100000"/>
              </a:lnSpc>
              <a:spcBef>
                <a:spcPts val="225"/>
              </a:spcBef>
              <a:spcAft>
                <a:spcPts val="0"/>
              </a:spcAft>
              <a:buClr>
                <a:schemeClr val="lt1"/>
              </a:buClr>
              <a:buSzPts val="1800"/>
              <a:buChar char="–"/>
              <a:defRPr/>
            </a:lvl3pPr>
            <a:lvl4pPr indent="-342900" lvl="3" marL="1828800" algn="l">
              <a:lnSpc>
                <a:spcPct val="100000"/>
              </a:lnSpc>
              <a:spcBef>
                <a:spcPts val="225"/>
              </a:spcBef>
              <a:spcAft>
                <a:spcPts val="0"/>
              </a:spcAft>
              <a:buClr>
                <a:schemeClr val="lt1"/>
              </a:buClr>
              <a:buSzPts val="1800"/>
              <a:buChar char="–"/>
              <a:defRPr/>
            </a:lvl4pPr>
            <a:lvl5pPr indent="-342900" lvl="4" marL="2286000" algn="l">
              <a:lnSpc>
                <a:spcPct val="100000"/>
              </a:lnSpc>
              <a:spcBef>
                <a:spcPts val="225"/>
              </a:spcBef>
              <a:spcAft>
                <a:spcPts val="0"/>
              </a:spcAft>
              <a:buClr>
                <a:schemeClr val="lt1"/>
              </a:buClr>
              <a:buSzPts val="1800"/>
              <a:buChar char="–"/>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5588">
          <p15:clr>
            <a:srgbClr val="FBAE40"/>
          </p15:clr>
        </p15:guide>
        <p15:guide id="2" orient="horz" pos="3832">
          <p15:clr>
            <a:srgbClr val="FBAE40"/>
          </p15:clr>
        </p15:guide>
        <p15:guide id="3" orient="horz" pos="4148">
          <p15:clr>
            <a:srgbClr val="FBAE40"/>
          </p15:clr>
        </p15:guide>
      </p15:sldGuideLst>
    </p:ext>
  </p:extLst>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Black">
  <p:cSld name="Section Header Black">
    <p:bg>
      <p:bgPr>
        <a:solidFill>
          <a:schemeClr val="dk1"/>
        </a:solidFill>
      </p:bgPr>
    </p:bg>
    <p:spTree>
      <p:nvGrpSpPr>
        <p:cNvPr id="2396" name="Shape 2396"/>
        <p:cNvGrpSpPr/>
        <p:nvPr/>
      </p:nvGrpSpPr>
      <p:grpSpPr>
        <a:xfrm>
          <a:off x="0" y="0"/>
          <a:ext cx="0" cy="0"/>
          <a:chOff x="0" y="0"/>
          <a:chExt cx="0" cy="0"/>
        </a:xfrm>
      </p:grpSpPr>
      <p:sp>
        <p:nvSpPr>
          <p:cNvPr id="2397" name="Google Shape;2397;p211"/>
          <p:cNvSpPr txBox="1"/>
          <p:nvPr>
            <p:ph type="title"/>
          </p:nvPr>
        </p:nvSpPr>
        <p:spPr>
          <a:xfrm>
            <a:off x="274320" y="1737360"/>
            <a:ext cx="6378000" cy="21030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98" name="Google Shape;2398;p211"/>
          <p:cNvSpPr txBox="1"/>
          <p:nvPr>
            <p:ph idx="1" type="body"/>
          </p:nvPr>
        </p:nvSpPr>
        <p:spPr>
          <a:xfrm>
            <a:off x="274320" y="4114800"/>
            <a:ext cx="6378900" cy="19686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lt1"/>
              </a:buClr>
              <a:buSzPts val="1350"/>
              <a:buChar char="•"/>
              <a:defRPr>
                <a:latin typeface="Arial"/>
                <a:ea typeface="Arial"/>
                <a:cs typeface="Arial"/>
                <a:sym typeface="Arial"/>
              </a:defRPr>
            </a:lvl1pPr>
            <a:lvl2pPr indent="-342900" lvl="1" marL="914400" algn="l">
              <a:lnSpc>
                <a:spcPct val="100000"/>
              </a:lnSpc>
              <a:spcBef>
                <a:spcPts val="225"/>
              </a:spcBef>
              <a:spcAft>
                <a:spcPts val="0"/>
              </a:spcAft>
              <a:buClr>
                <a:schemeClr val="lt1"/>
              </a:buClr>
              <a:buSzPts val="1800"/>
              <a:buChar char="–"/>
              <a:defRPr/>
            </a:lvl2pPr>
            <a:lvl3pPr indent="-342900" lvl="2" marL="1371600" algn="l">
              <a:lnSpc>
                <a:spcPct val="100000"/>
              </a:lnSpc>
              <a:spcBef>
                <a:spcPts val="225"/>
              </a:spcBef>
              <a:spcAft>
                <a:spcPts val="0"/>
              </a:spcAft>
              <a:buClr>
                <a:schemeClr val="lt1"/>
              </a:buClr>
              <a:buSzPts val="1800"/>
              <a:buChar char="–"/>
              <a:defRPr/>
            </a:lvl3pPr>
            <a:lvl4pPr indent="-342900" lvl="3" marL="1828800" algn="l">
              <a:lnSpc>
                <a:spcPct val="100000"/>
              </a:lnSpc>
              <a:spcBef>
                <a:spcPts val="225"/>
              </a:spcBef>
              <a:spcAft>
                <a:spcPts val="0"/>
              </a:spcAft>
              <a:buClr>
                <a:schemeClr val="lt1"/>
              </a:buClr>
              <a:buSzPts val="1800"/>
              <a:buChar char="–"/>
              <a:defRPr/>
            </a:lvl4pPr>
            <a:lvl5pPr indent="-342900" lvl="4" marL="2286000" algn="l">
              <a:lnSpc>
                <a:spcPct val="100000"/>
              </a:lnSpc>
              <a:spcBef>
                <a:spcPts val="225"/>
              </a:spcBef>
              <a:spcAft>
                <a:spcPts val="0"/>
              </a:spcAft>
              <a:buClr>
                <a:schemeClr val="lt1"/>
              </a:buClr>
              <a:buSzPts val="1800"/>
              <a:buChar char="–"/>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5588">
          <p15:clr>
            <a:srgbClr val="FBAE40"/>
          </p15:clr>
        </p15:guide>
        <p15:guide id="2" orient="horz" pos="3832">
          <p15:clr>
            <a:srgbClr val="FBAE40"/>
          </p15:clr>
        </p15:guide>
        <p15:guide id="3" orient="horz" pos="4148">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Number">
  <p:cSld name="Section Header - Number">
    <p:bg>
      <p:bgPr>
        <a:solidFill>
          <a:srgbClr val="006E74"/>
        </a:solidFill>
      </p:bgPr>
    </p:bg>
    <p:spTree>
      <p:nvGrpSpPr>
        <p:cNvPr id="2399" name="Shape 2399"/>
        <p:cNvGrpSpPr/>
        <p:nvPr/>
      </p:nvGrpSpPr>
      <p:grpSpPr>
        <a:xfrm>
          <a:off x="0" y="0"/>
          <a:ext cx="0" cy="0"/>
          <a:chOff x="0" y="0"/>
          <a:chExt cx="0" cy="0"/>
        </a:xfrm>
      </p:grpSpPr>
      <p:sp>
        <p:nvSpPr>
          <p:cNvPr id="2400" name="Google Shape;2400;p212"/>
          <p:cNvSpPr txBox="1"/>
          <p:nvPr>
            <p:ph idx="1" type="body"/>
          </p:nvPr>
        </p:nvSpPr>
        <p:spPr>
          <a:xfrm>
            <a:off x="274319" y="2514600"/>
            <a:ext cx="960000" cy="3568800"/>
          </a:xfrm>
          <a:prstGeom prst="rect">
            <a:avLst/>
          </a:prstGeom>
          <a:noFill/>
          <a:ln>
            <a:noFill/>
          </a:ln>
        </p:spPr>
        <p:txBody>
          <a:bodyPr anchorCtr="0" anchor="t" bIns="0" lIns="0" spcFirstLastPara="1" rIns="0" wrap="square" tIns="0">
            <a:noAutofit/>
          </a:bodyPr>
          <a:lstStyle>
            <a:lvl1pPr indent="-228600" lvl="0" marL="457200" algn="r">
              <a:lnSpc>
                <a:spcPct val="85000"/>
              </a:lnSpc>
              <a:spcBef>
                <a:spcPts val="0"/>
              </a:spcBef>
              <a:spcAft>
                <a:spcPts val="0"/>
              </a:spcAft>
              <a:buClr>
                <a:schemeClr val="lt1"/>
              </a:buClr>
              <a:buSzPts val="5400"/>
              <a:buFont typeface="Arial"/>
              <a:buNone/>
              <a:defRPr sz="5400">
                <a:latin typeface="Arial"/>
                <a:ea typeface="Arial"/>
                <a:cs typeface="Arial"/>
                <a:sym typeface="Arial"/>
              </a:defRPr>
            </a:lvl1pPr>
            <a:lvl2pPr indent="-228600" lvl="1" marL="914400" algn="r">
              <a:lnSpc>
                <a:spcPct val="85000"/>
              </a:lnSpc>
              <a:spcBef>
                <a:spcPts val="0"/>
              </a:spcBef>
              <a:spcAft>
                <a:spcPts val="0"/>
              </a:spcAft>
              <a:buClr>
                <a:schemeClr val="lt1"/>
              </a:buClr>
              <a:buSzPts val="5400"/>
              <a:buFont typeface="Arial"/>
              <a:buNone/>
              <a:defRPr sz="5400"/>
            </a:lvl2pPr>
            <a:lvl3pPr indent="-228600" lvl="2" marL="1371600" algn="r">
              <a:lnSpc>
                <a:spcPct val="85000"/>
              </a:lnSpc>
              <a:spcBef>
                <a:spcPts val="0"/>
              </a:spcBef>
              <a:spcAft>
                <a:spcPts val="0"/>
              </a:spcAft>
              <a:buClr>
                <a:schemeClr val="lt1"/>
              </a:buClr>
              <a:buSzPts val="5400"/>
              <a:buFont typeface="Arial"/>
              <a:buNone/>
              <a:defRPr sz="5400"/>
            </a:lvl3pPr>
            <a:lvl4pPr indent="-228600" lvl="3" marL="1828800" algn="r">
              <a:lnSpc>
                <a:spcPct val="85000"/>
              </a:lnSpc>
              <a:spcBef>
                <a:spcPts val="0"/>
              </a:spcBef>
              <a:spcAft>
                <a:spcPts val="0"/>
              </a:spcAft>
              <a:buClr>
                <a:schemeClr val="lt1"/>
              </a:buClr>
              <a:buSzPts val="5400"/>
              <a:buFont typeface="Arial"/>
              <a:buNone/>
              <a:defRPr sz="5400"/>
            </a:lvl4pPr>
            <a:lvl5pPr indent="-228600" lvl="4" marL="2286000" algn="r">
              <a:lnSpc>
                <a:spcPct val="85000"/>
              </a:lnSpc>
              <a:spcBef>
                <a:spcPts val="0"/>
              </a:spcBef>
              <a:spcAft>
                <a:spcPts val="0"/>
              </a:spcAft>
              <a:buClr>
                <a:schemeClr val="lt1"/>
              </a:buClr>
              <a:buSzPts val="5400"/>
              <a:buFont typeface="Arial"/>
              <a:buNone/>
              <a:defRPr sz="5400"/>
            </a:lvl5pPr>
            <a:lvl6pPr indent="-228600" lvl="5" marL="2743200" algn="r">
              <a:lnSpc>
                <a:spcPct val="85000"/>
              </a:lnSpc>
              <a:spcBef>
                <a:spcPts val="0"/>
              </a:spcBef>
              <a:spcAft>
                <a:spcPts val="0"/>
              </a:spcAft>
              <a:buClr>
                <a:schemeClr val="lt1"/>
              </a:buClr>
              <a:buSzPts val="5400"/>
              <a:buFont typeface="Arial"/>
              <a:buNone/>
              <a:defRPr sz="5400"/>
            </a:lvl6pPr>
            <a:lvl7pPr indent="-228600" lvl="6" marL="3200400" algn="r">
              <a:lnSpc>
                <a:spcPct val="85000"/>
              </a:lnSpc>
              <a:spcBef>
                <a:spcPts val="0"/>
              </a:spcBef>
              <a:spcAft>
                <a:spcPts val="0"/>
              </a:spcAft>
              <a:buClr>
                <a:schemeClr val="lt1"/>
              </a:buClr>
              <a:buSzPts val="5400"/>
              <a:buFont typeface="Arial"/>
              <a:buNone/>
              <a:defRPr sz="5400"/>
            </a:lvl7pPr>
            <a:lvl8pPr indent="-228600" lvl="7" marL="3657600" algn="r">
              <a:lnSpc>
                <a:spcPct val="85000"/>
              </a:lnSpc>
              <a:spcBef>
                <a:spcPts val="0"/>
              </a:spcBef>
              <a:spcAft>
                <a:spcPts val="0"/>
              </a:spcAft>
              <a:buClr>
                <a:schemeClr val="lt1"/>
              </a:buClr>
              <a:buSzPts val="5400"/>
              <a:buFont typeface="Arial"/>
              <a:buNone/>
              <a:defRPr sz="5400"/>
            </a:lvl8pPr>
            <a:lvl9pPr indent="-228600" lvl="8" marL="4114800" algn="r">
              <a:lnSpc>
                <a:spcPct val="85000"/>
              </a:lnSpc>
              <a:spcBef>
                <a:spcPts val="0"/>
              </a:spcBef>
              <a:spcAft>
                <a:spcPts val="0"/>
              </a:spcAft>
              <a:buClr>
                <a:schemeClr val="lt1"/>
              </a:buClr>
              <a:buSzPts val="5400"/>
              <a:buFont typeface="Arial"/>
              <a:buNone/>
              <a:defRPr sz="5400"/>
            </a:lvl9pPr>
          </a:lstStyle>
          <a:p/>
        </p:txBody>
      </p:sp>
      <p:sp>
        <p:nvSpPr>
          <p:cNvPr id="2401" name="Google Shape;2401;p212"/>
          <p:cNvSpPr txBox="1"/>
          <p:nvPr>
            <p:ph type="title"/>
          </p:nvPr>
        </p:nvSpPr>
        <p:spPr>
          <a:xfrm>
            <a:off x="1371600" y="2514600"/>
            <a:ext cx="7496100" cy="35688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5400"/>
              <a:buFont typeface="Arial"/>
              <a:buNone/>
              <a:defRPr b="0" sz="5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Number Light teal">
  <p:cSld name="Section Header - Number Light teal">
    <p:bg>
      <p:bgPr>
        <a:solidFill>
          <a:schemeClr val="accent1"/>
        </a:solidFill>
      </p:bgPr>
    </p:bg>
    <p:spTree>
      <p:nvGrpSpPr>
        <p:cNvPr id="2402" name="Shape 2402"/>
        <p:cNvGrpSpPr/>
        <p:nvPr/>
      </p:nvGrpSpPr>
      <p:grpSpPr>
        <a:xfrm>
          <a:off x="0" y="0"/>
          <a:ext cx="0" cy="0"/>
          <a:chOff x="0" y="0"/>
          <a:chExt cx="0" cy="0"/>
        </a:xfrm>
      </p:grpSpPr>
      <p:sp>
        <p:nvSpPr>
          <p:cNvPr id="2403" name="Google Shape;2403;p213"/>
          <p:cNvSpPr txBox="1"/>
          <p:nvPr>
            <p:ph idx="1" type="body"/>
          </p:nvPr>
        </p:nvSpPr>
        <p:spPr>
          <a:xfrm>
            <a:off x="274319" y="2514600"/>
            <a:ext cx="960000" cy="3568800"/>
          </a:xfrm>
          <a:prstGeom prst="rect">
            <a:avLst/>
          </a:prstGeom>
          <a:noFill/>
          <a:ln>
            <a:noFill/>
          </a:ln>
        </p:spPr>
        <p:txBody>
          <a:bodyPr anchorCtr="0" anchor="t" bIns="0" lIns="0" spcFirstLastPara="1" rIns="0" wrap="square" tIns="0">
            <a:noAutofit/>
          </a:bodyPr>
          <a:lstStyle>
            <a:lvl1pPr indent="-228600" lvl="0" marL="457200" algn="r">
              <a:lnSpc>
                <a:spcPct val="85000"/>
              </a:lnSpc>
              <a:spcBef>
                <a:spcPts val="0"/>
              </a:spcBef>
              <a:spcAft>
                <a:spcPts val="0"/>
              </a:spcAft>
              <a:buClr>
                <a:schemeClr val="lt1"/>
              </a:buClr>
              <a:buSzPts val="5400"/>
              <a:buFont typeface="Arial"/>
              <a:buNone/>
              <a:defRPr sz="5400">
                <a:latin typeface="Arial"/>
                <a:ea typeface="Arial"/>
                <a:cs typeface="Arial"/>
                <a:sym typeface="Arial"/>
              </a:defRPr>
            </a:lvl1pPr>
            <a:lvl2pPr indent="-228600" lvl="1" marL="914400" algn="r">
              <a:lnSpc>
                <a:spcPct val="85000"/>
              </a:lnSpc>
              <a:spcBef>
                <a:spcPts val="0"/>
              </a:spcBef>
              <a:spcAft>
                <a:spcPts val="0"/>
              </a:spcAft>
              <a:buClr>
                <a:schemeClr val="lt1"/>
              </a:buClr>
              <a:buSzPts val="5400"/>
              <a:buFont typeface="Arial"/>
              <a:buNone/>
              <a:defRPr sz="5400"/>
            </a:lvl2pPr>
            <a:lvl3pPr indent="-228600" lvl="2" marL="1371600" algn="r">
              <a:lnSpc>
                <a:spcPct val="85000"/>
              </a:lnSpc>
              <a:spcBef>
                <a:spcPts val="0"/>
              </a:spcBef>
              <a:spcAft>
                <a:spcPts val="0"/>
              </a:spcAft>
              <a:buClr>
                <a:schemeClr val="lt1"/>
              </a:buClr>
              <a:buSzPts val="5400"/>
              <a:buFont typeface="Arial"/>
              <a:buNone/>
              <a:defRPr sz="5400"/>
            </a:lvl3pPr>
            <a:lvl4pPr indent="-228600" lvl="3" marL="1828800" algn="r">
              <a:lnSpc>
                <a:spcPct val="85000"/>
              </a:lnSpc>
              <a:spcBef>
                <a:spcPts val="0"/>
              </a:spcBef>
              <a:spcAft>
                <a:spcPts val="0"/>
              </a:spcAft>
              <a:buClr>
                <a:schemeClr val="lt1"/>
              </a:buClr>
              <a:buSzPts val="5400"/>
              <a:buFont typeface="Arial"/>
              <a:buNone/>
              <a:defRPr sz="5400"/>
            </a:lvl4pPr>
            <a:lvl5pPr indent="-228600" lvl="4" marL="2286000" algn="r">
              <a:lnSpc>
                <a:spcPct val="85000"/>
              </a:lnSpc>
              <a:spcBef>
                <a:spcPts val="0"/>
              </a:spcBef>
              <a:spcAft>
                <a:spcPts val="0"/>
              </a:spcAft>
              <a:buClr>
                <a:schemeClr val="lt1"/>
              </a:buClr>
              <a:buSzPts val="5400"/>
              <a:buFont typeface="Arial"/>
              <a:buNone/>
              <a:defRPr sz="5400"/>
            </a:lvl5pPr>
            <a:lvl6pPr indent="-228600" lvl="5" marL="2743200" algn="r">
              <a:lnSpc>
                <a:spcPct val="85000"/>
              </a:lnSpc>
              <a:spcBef>
                <a:spcPts val="0"/>
              </a:spcBef>
              <a:spcAft>
                <a:spcPts val="0"/>
              </a:spcAft>
              <a:buClr>
                <a:schemeClr val="lt1"/>
              </a:buClr>
              <a:buSzPts val="5400"/>
              <a:buFont typeface="Arial"/>
              <a:buNone/>
              <a:defRPr sz="5400"/>
            </a:lvl6pPr>
            <a:lvl7pPr indent="-228600" lvl="6" marL="3200400" algn="r">
              <a:lnSpc>
                <a:spcPct val="85000"/>
              </a:lnSpc>
              <a:spcBef>
                <a:spcPts val="0"/>
              </a:spcBef>
              <a:spcAft>
                <a:spcPts val="0"/>
              </a:spcAft>
              <a:buClr>
                <a:schemeClr val="lt1"/>
              </a:buClr>
              <a:buSzPts val="5400"/>
              <a:buFont typeface="Arial"/>
              <a:buNone/>
              <a:defRPr sz="5400"/>
            </a:lvl7pPr>
            <a:lvl8pPr indent="-228600" lvl="7" marL="3657600" algn="r">
              <a:lnSpc>
                <a:spcPct val="85000"/>
              </a:lnSpc>
              <a:spcBef>
                <a:spcPts val="0"/>
              </a:spcBef>
              <a:spcAft>
                <a:spcPts val="0"/>
              </a:spcAft>
              <a:buClr>
                <a:schemeClr val="lt1"/>
              </a:buClr>
              <a:buSzPts val="5400"/>
              <a:buFont typeface="Arial"/>
              <a:buNone/>
              <a:defRPr sz="5400"/>
            </a:lvl8pPr>
            <a:lvl9pPr indent="-228600" lvl="8" marL="4114800" algn="r">
              <a:lnSpc>
                <a:spcPct val="85000"/>
              </a:lnSpc>
              <a:spcBef>
                <a:spcPts val="0"/>
              </a:spcBef>
              <a:spcAft>
                <a:spcPts val="0"/>
              </a:spcAft>
              <a:buClr>
                <a:schemeClr val="lt1"/>
              </a:buClr>
              <a:buSzPts val="5400"/>
              <a:buFont typeface="Arial"/>
              <a:buNone/>
              <a:defRPr sz="5400"/>
            </a:lvl9pPr>
          </a:lstStyle>
          <a:p/>
        </p:txBody>
      </p:sp>
      <p:sp>
        <p:nvSpPr>
          <p:cNvPr id="2404" name="Google Shape;2404;p213"/>
          <p:cNvSpPr txBox="1"/>
          <p:nvPr>
            <p:ph type="title"/>
          </p:nvPr>
        </p:nvSpPr>
        <p:spPr>
          <a:xfrm>
            <a:off x="1371600" y="2514600"/>
            <a:ext cx="7496100" cy="35688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5400"/>
              <a:buFont typeface="Arial"/>
              <a:buNone/>
              <a:defRPr b="0" sz="5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Number Black">
  <p:cSld name="Section Header - Number Black">
    <p:bg>
      <p:bgPr>
        <a:solidFill>
          <a:schemeClr val="dk1"/>
        </a:solidFill>
      </p:bgPr>
    </p:bg>
    <p:spTree>
      <p:nvGrpSpPr>
        <p:cNvPr id="2405" name="Shape 2405"/>
        <p:cNvGrpSpPr/>
        <p:nvPr/>
      </p:nvGrpSpPr>
      <p:grpSpPr>
        <a:xfrm>
          <a:off x="0" y="0"/>
          <a:ext cx="0" cy="0"/>
          <a:chOff x="0" y="0"/>
          <a:chExt cx="0" cy="0"/>
        </a:xfrm>
      </p:grpSpPr>
      <p:sp>
        <p:nvSpPr>
          <p:cNvPr id="2406" name="Google Shape;2406;p214"/>
          <p:cNvSpPr txBox="1"/>
          <p:nvPr>
            <p:ph idx="1" type="body"/>
          </p:nvPr>
        </p:nvSpPr>
        <p:spPr>
          <a:xfrm>
            <a:off x="274319" y="2514600"/>
            <a:ext cx="960000" cy="3568800"/>
          </a:xfrm>
          <a:prstGeom prst="rect">
            <a:avLst/>
          </a:prstGeom>
          <a:noFill/>
          <a:ln>
            <a:noFill/>
          </a:ln>
        </p:spPr>
        <p:txBody>
          <a:bodyPr anchorCtr="0" anchor="t" bIns="0" lIns="0" spcFirstLastPara="1" rIns="0" wrap="square" tIns="0">
            <a:noAutofit/>
          </a:bodyPr>
          <a:lstStyle>
            <a:lvl1pPr indent="-228600" lvl="0" marL="457200" algn="r">
              <a:lnSpc>
                <a:spcPct val="85000"/>
              </a:lnSpc>
              <a:spcBef>
                <a:spcPts val="0"/>
              </a:spcBef>
              <a:spcAft>
                <a:spcPts val="0"/>
              </a:spcAft>
              <a:buClr>
                <a:schemeClr val="lt1"/>
              </a:buClr>
              <a:buSzPts val="5400"/>
              <a:buFont typeface="Arial"/>
              <a:buNone/>
              <a:defRPr sz="5400">
                <a:latin typeface="Arial"/>
                <a:ea typeface="Arial"/>
                <a:cs typeface="Arial"/>
                <a:sym typeface="Arial"/>
              </a:defRPr>
            </a:lvl1pPr>
            <a:lvl2pPr indent="-228600" lvl="1" marL="914400" algn="r">
              <a:lnSpc>
                <a:spcPct val="85000"/>
              </a:lnSpc>
              <a:spcBef>
                <a:spcPts val="0"/>
              </a:spcBef>
              <a:spcAft>
                <a:spcPts val="0"/>
              </a:spcAft>
              <a:buClr>
                <a:schemeClr val="lt1"/>
              </a:buClr>
              <a:buSzPts val="5400"/>
              <a:buFont typeface="Arial"/>
              <a:buNone/>
              <a:defRPr sz="5400"/>
            </a:lvl2pPr>
            <a:lvl3pPr indent="-228600" lvl="2" marL="1371600" algn="r">
              <a:lnSpc>
                <a:spcPct val="85000"/>
              </a:lnSpc>
              <a:spcBef>
                <a:spcPts val="0"/>
              </a:spcBef>
              <a:spcAft>
                <a:spcPts val="0"/>
              </a:spcAft>
              <a:buClr>
                <a:schemeClr val="lt1"/>
              </a:buClr>
              <a:buSzPts val="5400"/>
              <a:buFont typeface="Arial"/>
              <a:buNone/>
              <a:defRPr sz="5400"/>
            </a:lvl3pPr>
            <a:lvl4pPr indent="-228600" lvl="3" marL="1828800" algn="r">
              <a:lnSpc>
                <a:spcPct val="85000"/>
              </a:lnSpc>
              <a:spcBef>
                <a:spcPts val="0"/>
              </a:spcBef>
              <a:spcAft>
                <a:spcPts val="0"/>
              </a:spcAft>
              <a:buClr>
                <a:schemeClr val="lt1"/>
              </a:buClr>
              <a:buSzPts val="5400"/>
              <a:buFont typeface="Arial"/>
              <a:buNone/>
              <a:defRPr sz="5400"/>
            </a:lvl4pPr>
            <a:lvl5pPr indent="-228600" lvl="4" marL="2286000" algn="r">
              <a:lnSpc>
                <a:spcPct val="85000"/>
              </a:lnSpc>
              <a:spcBef>
                <a:spcPts val="0"/>
              </a:spcBef>
              <a:spcAft>
                <a:spcPts val="0"/>
              </a:spcAft>
              <a:buClr>
                <a:schemeClr val="lt1"/>
              </a:buClr>
              <a:buSzPts val="5400"/>
              <a:buFont typeface="Arial"/>
              <a:buNone/>
              <a:defRPr sz="5400"/>
            </a:lvl5pPr>
            <a:lvl6pPr indent="-228600" lvl="5" marL="2743200" algn="r">
              <a:lnSpc>
                <a:spcPct val="85000"/>
              </a:lnSpc>
              <a:spcBef>
                <a:spcPts val="0"/>
              </a:spcBef>
              <a:spcAft>
                <a:spcPts val="0"/>
              </a:spcAft>
              <a:buClr>
                <a:schemeClr val="lt1"/>
              </a:buClr>
              <a:buSzPts val="5400"/>
              <a:buFont typeface="Arial"/>
              <a:buNone/>
              <a:defRPr sz="5400"/>
            </a:lvl6pPr>
            <a:lvl7pPr indent="-228600" lvl="6" marL="3200400" algn="r">
              <a:lnSpc>
                <a:spcPct val="85000"/>
              </a:lnSpc>
              <a:spcBef>
                <a:spcPts val="0"/>
              </a:spcBef>
              <a:spcAft>
                <a:spcPts val="0"/>
              </a:spcAft>
              <a:buClr>
                <a:schemeClr val="lt1"/>
              </a:buClr>
              <a:buSzPts val="5400"/>
              <a:buFont typeface="Arial"/>
              <a:buNone/>
              <a:defRPr sz="5400"/>
            </a:lvl7pPr>
            <a:lvl8pPr indent="-228600" lvl="7" marL="3657600" algn="r">
              <a:lnSpc>
                <a:spcPct val="85000"/>
              </a:lnSpc>
              <a:spcBef>
                <a:spcPts val="0"/>
              </a:spcBef>
              <a:spcAft>
                <a:spcPts val="0"/>
              </a:spcAft>
              <a:buClr>
                <a:schemeClr val="lt1"/>
              </a:buClr>
              <a:buSzPts val="5400"/>
              <a:buFont typeface="Arial"/>
              <a:buNone/>
              <a:defRPr sz="5400"/>
            </a:lvl8pPr>
            <a:lvl9pPr indent="-228600" lvl="8" marL="4114800" algn="r">
              <a:lnSpc>
                <a:spcPct val="85000"/>
              </a:lnSpc>
              <a:spcBef>
                <a:spcPts val="0"/>
              </a:spcBef>
              <a:spcAft>
                <a:spcPts val="0"/>
              </a:spcAft>
              <a:buClr>
                <a:schemeClr val="lt1"/>
              </a:buClr>
              <a:buSzPts val="5400"/>
              <a:buFont typeface="Arial"/>
              <a:buNone/>
              <a:defRPr sz="5400"/>
            </a:lvl9pPr>
          </a:lstStyle>
          <a:p/>
        </p:txBody>
      </p:sp>
      <p:sp>
        <p:nvSpPr>
          <p:cNvPr id="2407" name="Google Shape;2407;p214"/>
          <p:cNvSpPr txBox="1"/>
          <p:nvPr>
            <p:ph type="title"/>
          </p:nvPr>
        </p:nvSpPr>
        <p:spPr>
          <a:xfrm>
            <a:off x="1371600" y="2514600"/>
            <a:ext cx="7496100" cy="35688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5400"/>
              <a:buFont typeface="Arial"/>
              <a:buNone/>
              <a:defRPr b="0" sz="5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Big Number">
  <p:cSld name="Section Header - Big Number">
    <p:bg>
      <p:bgPr>
        <a:solidFill>
          <a:srgbClr val="006E74"/>
        </a:solidFill>
      </p:bgPr>
    </p:bg>
    <p:spTree>
      <p:nvGrpSpPr>
        <p:cNvPr id="2408" name="Shape 2408"/>
        <p:cNvGrpSpPr/>
        <p:nvPr/>
      </p:nvGrpSpPr>
      <p:grpSpPr>
        <a:xfrm>
          <a:off x="0" y="0"/>
          <a:ext cx="0" cy="0"/>
          <a:chOff x="0" y="0"/>
          <a:chExt cx="0" cy="0"/>
        </a:xfrm>
      </p:grpSpPr>
      <p:sp>
        <p:nvSpPr>
          <p:cNvPr id="2409" name="Google Shape;2409;p215"/>
          <p:cNvSpPr txBox="1"/>
          <p:nvPr>
            <p:ph idx="1" type="body"/>
          </p:nvPr>
        </p:nvSpPr>
        <p:spPr>
          <a:xfrm>
            <a:off x="274318" y="1571626"/>
            <a:ext cx="1904400" cy="17202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lt1"/>
              </a:buClr>
              <a:buSzPts val="9000"/>
              <a:buFont typeface="Arial"/>
              <a:buNone/>
              <a:defRPr b="0" sz="9000">
                <a:solidFill>
                  <a:schemeClr val="lt1"/>
                </a:solidFill>
                <a:latin typeface="Arial"/>
                <a:ea typeface="Arial"/>
                <a:cs typeface="Arial"/>
                <a:sym typeface="Arial"/>
              </a:defRPr>
            </a:lvl1pPr>
            <a:lvl2pPr indent="-228600" lvl="1" marL="914400" algn="r">
              <a:lnSpc>
                <a:spcPct val="85000"/>
              </a:lnSpc>
              <a:spcBef>
                <a:spcPts val="0"/>
              </a:spcBef>
              <a:spcAft>
                <a:spcPts val="0"/>
              </a:spcAft>
              <a:buClr>
                <a:schemeClr val="lt1"/>
              </a:buClr>
              <a:buSzPts val="5400"/>
              <a:buFont typeface="Arial"/>
              <a:buNone/>
              <a:defRPr sz="5400"/>
            </a:lvl2pPr>
            <a:lvl3pPr indent="-228600" lvl="2" marL="1371600" algn="r">
              <a:lnSpc>
                <a:spcPct val="85000"/>
              </a:lnSpc>
              <a:spcBef>
                <a:spcPts val="0"/>
              </a:spcBef>
              <a:spcAft>
                <a:spcPts val="0"/>
              </a:spcAft>
              <a:buClr>
                <a:schemeClr val="lt1"/>
              </a:buClr>
              <a:buSzPts val="5400"/>
              <a:buFont typeface="Arial"/>
              <a:buNone/>
              <a:defRPr sz="5400"/>
            </a:lvl3pPr>
            <a:lvl4pPr indent="-228600" lvl="3" marL="1828800" algn="r">
              <a:lnSpc>
                <a:spcPct val="85000"/>
              </a:lnSpc>
              <a:spcBef>
                <a:spcPts val="0"/>
              </a:spcBef>
              <a:spcAft>
                <a:spcPts val="0"/>
              </a:spcAft>
              <a:buClr>
                <a:schemeClr val="lt1"/>
              </a:buClr>
              <a:buSzPts val="5400"/>
              <a:buFont typeface="Arial"/>
              <a:buNone/>
              <a:defRPr sz="5400"/>
            </a:lvl4pPr>
            <a:lvl5pPr indent="-228600" lvl="4" marL="2286000" algn="r">
              <a:lnSpc>
                <a:spcPct val="85000"/>
              </a:lnSpc>
              <a:spcBef>
                <a:spcPts val="0"/>
              </a:spcBef>
              <a:spcAft>
                <a:spcPts val="0"/>
              </a:spcAft>
              <a:buClr>
                <a:schemeClr val="lt1"/>
              </a:buClr>
              <a:buSzPts val="5400"/>
              <a:buFont typeface="Arial"/>
              <a:buNone/>
              <a:defRPr sz="5400"/>
            </a:lvl5pPr>
            <a:lvl6pPr indent="-228600" lvl="5" marL="2743200" algn="r">
              <a:lnSpc>
                <a:spcPct val="85000"/>
              </a:lnSpc>
              <a:spcBef>
                <a:spcPts val="0"/>
              </a:spcBef>
              <a:spcAft>
                <a:spcPts val="0"/>
              </a:spcAft>
              <a:buClr>
                <a:schemeClr val="lt1"/>
              </a:buClr>
              <a:buSzPts val="5400"/>
              <a:buFont typeface="Arial"/>
              <a:buNone/>
              <a:defRPr sz="5400"/>
            </a:lvl6pPr>
            <a:lvl7pPr indent="-228600" lvl="6" marL="3200400" algn="r">
              <a:lnSpc>
                <a:spcPct val="85000"/>
              </a:lnSpc>
              <a:spcBef>
                <a:spcPts val="0"/>
              </a:spcBef>
              <a:spcAft>
                <a:spcPts val="0"/>
              </a:spcAft>
              <a:buClr>
                <a:schemeClr val="lt1"/>
              </a:buClr>
              <a:buSzPts val="5400"/>
              <a:buFont typeface="Arial"/>
              <a:buNone/>
              <a:defRPr sz="5400"/>
            </a:lvl7pPr>
            <a:lvl8pPr indent="-228600" lvl="7" marL="3657600" algn="r">
              <a:lnSpc>
                <a:spcPct val="85000"/>
              </a:lnSpc>
              <a:spcBef>
                <a:spcPts val="0"/>
              </a:spcBef>
              <a:spcAft>
                <a:spcPts val="0"/>
              </a:spcAft>
              <a:buClr>
                <a:schemeClr val="lt1"/>
              </a:buClr>
              <a:buSzPts val="5400"/>
              <a:buFont typeface="Arial"/>
              <a:buNone/>
              <a:defRPr sz="5400"/>
            </a:lvl8pPr>
            <a:lvl9pPr indent="-228600" lvl="8" marL="4114800" algn="r">
              <a:lnSpc>
                <a:spcPct val="85000"/>
              </a:lnSpc>
              <a:spcBef>
                <a:spcPts val="0"/>
              </a:spcBef>
              <a:spcAft>
                <a:spcPts val="0"/>
              </a:spcAft>
              <a:buClr>
                <a:schemeClr val="lt1"/>
              </a:buClr>
              <a:buSzPts val="5400"/>
              <a:buFont typeface="Arial"/>
              <a:buNone/>
              <a:defRPr sz="5400"/>
            </a:lvl9pPr>
          </a:lstStyle>
          <a:p/>
        </p:txBody>
      </p:sp>
      <p:sp>
        <p:nvSpPr>
          <p:cNvPr id="2410" name="Google Shape;2410;p215"/>
          <p:cNvSpPr txBox="1"/>
          <p:nvPr>
            <p:ph type="title"/>
          </p:nvPr>
        </p:nvSpPr>
        <p:spPr>
          <a:xfrm>
            <a:off x="274320" y="3429000"/>
            <a:ext cx="5874900" cy="2654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Big Number Light teal">
  <p:cSld name="Section Header - Big Number Light teal">
    <p:bg>
      <p:bgPr>
        <a:solidFill>
          <a:schemeClr val="accent1"/>
        </a:solidFill>
      </p:bgPr>
    </p:bg>
    <p:spTree>
      <p:nvGrpSpPr>
        <p:cNvPr id="2411" name="Shape 2411"/>
        <p:cNvGrpSpPr/>
        <p:nvPr/>
      </p:nvGrpSpPr>
      <p:grpSpPr>
        <a:xfrm>
          <a:off x="0" y="0"/>
          <a:ext cx="0" cy="0"/>
          <a:chOff x="0" y="0"/>
          <a:chExt cx="0" cy="0"/>
        </a:xfrm>
      </p:grpSpPr>
      <p:sp>
        <p:nvSpPr>
          <p:cNvPr id="2412" name="Google Shape;2412;p216"/>
          <p:cNvSpPr txBox="1"/>
          <p:nvPr>
            <p:ph idx="1" type="body"/>
          </p:nvPr>
        </p:nvSpPr>
        <p:spPr>
          <a:xfrm>
            <a:off x="274318" y="1571626"/>
            <a:ext cx="1904400" cy="17202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lt1"/>
              </a:buClr>
              <a:buSzPts val="9000"/>
              <a:buFont typeface="Arial"/>
              <a:buNone/>
              <a:defRPr b="0" sz="9000">
                <a:solidFill>
                  <a:schemeClr val="lt1"/>
                </a:solidFill>
                <a:latin typeface="Arial"/>
                <a:ea typeface="Arial"/>
                <a:cs typeface="Arial"/>
                <a:sym typeface="Arial"/>
              </a:defRPr>
            </a:lvl1pPr>
            <a:lvl2pPr indent="-228600" lvl="1" marL="914400" algn="r">
              <a:lnSpc>
                <a:spcPct val="85000"/>
              </a:lnSpc>
              <a:spcBef>
                <a:spcPts val="0"/>
              </a:spcBef>
              <a:spcAft>
                <a:spcPts val="0"/>
              </a:spcAft>
              <a:buClr>
                <a:schemeClr val="lt1"/>
              </a:buClr>
              <a:buSzPts val="5400"/>
              <a:buFont typeface="Arial"/>
              <a:buNone/>
              <a:defRPr sz="5400"/>
            </a:lvl2pPr>
            <a:lvl3pPr indent="-228600" lvl="2" marL="1371600" algn="r">
              <a:lnSpc>
                <a:spcPct val="85000"/>
              </a:lnSpc>
              <a:spcBef>
                <a:spcPts val="0"/>
              </a:spcBef>
              <a:spcAft>
                <a:spcPts val="0"/>
              </a:spcAft>
              <a:buClr>
                <a:schemeClr val="lt1"/>
              </a:buClr>
              <a:buSzPts val="5400"/>
              <a:buFont typeface="Arial"/>
              <a:buNone/>
              <a:defRPr sz="5400"/>
            </a:lvl3pPr>
            <a:lvl4pPr indent="-228600" lvl="3" marL="1828800" algn="r">
              <a:lnSpc>
                <a:spcPct val="85000"/>
              </a:lnSpc>
              <a:spcBef>
                <a:spcPts val="0"/>
              </a:spcBef>
              <a:spcAft>
                <a:spcPts val="0"/>
              </a:spcAft>
              <a:buClr>
                <a:schemeClr val="lt1"/>
              </a:buClr>
              <a:buSzPts val="5400"/>
              <a:buFont typeface="Arial"/>
              <a:buNone/>
              <a:defRPr sz="5400"/>
            </a:lvl4pPr>
            <a:lvl5pPr indent="-228600" lvl="4" marL="2286000" algn="r">
              <a:lnSpc>
                <a:spcPct val="85000"/>
              </a:lnSpc>
              <a:spcBef>
                <a:spcPts val="0"/>
              </a:spcBef>
              <a:spcAft>
                <a:spcPts val="0"/>
              </a:spcAft>
              <a:buClr>
                <a:schemeClr val="lt1"/>
              </a:buClr>
              <a:buSzPts val="5400"/>
              <a:buFont typeface="Arial"/>
              <a:buNone/>
              <a:defRPr sz="5400"/>
            </a:lvl5pPr>
            <a:lvl6pPr indent="-228600" lvl="5" marL="2743200" algn="r">
              <a:lnSpc>
                <a:spcPct val="85000"/>
              </a:lnSpc>
              <a:spcBef>
                <a:spcPts val="0"/>
              </a:spcBef>
              <a:spcAft>
                <a:spcPts val="0"/>
              </a:spcAft>
              <a:buClr>
                <a:schemeClr val="lt1"/>
              </a:buClr>
              <a:buSzPts val="5400"/>
              <a:buFont typeface="Arial"/>
              <a:buNone/>
              <a:defRPr sz="5400"/>
            </a:lvl6pPr>
            <a:lvl7pPr indent="-228600" lvl="6" marL="3200400" algn="r">
              <a:lnSpc>
                <a:spcPct val="85000"/>
              </a:lnSpc>
              <a:spcBef>
                <a:spcPts val="0"/>
              </a:spcBef>
              <a:spcAft>
                <a:spcPts val="0"/>
              </a:spcAft>
              <a:buClr>
                <a:schemeClr val="lt1"/>
              </a:buClr>
              <a:buSzPts val="5400"/>
              <a:buFont typeface="Arial"/>
              <a:buNone/>
              <a:defRPr sz="5400"/>
            </a:lvl7pPr>
            <a:lvl8pPr indent="-228600" lvl="7" marL="3657600" algn="r">
              <a:lnSpc>
                <a:spcPct val="85000"/>
              </a:lnSpc>
              <a:spcBef>
                <a:spcPts val="0"/>
              </a:spcBef>
              <a:spcAft>
                <a:spcPts val="0"/>
              </a:spcAft>
              <a:buClr>
                <a:schemeClr val="lt1"/>
              </a:buClr>
              <a:buSzPts val="5400"/>
              <a:buFont typeface="Arial"/>
              <a:buNone/>
              <a:defRPr sz="5400"/>
            </a:lvl8pPr>
            <a:lvl9pPr indent="-228600" lvl="8" marL="4114800" algn="r">
              <a:lnSpc>
                <a:spcPct val="85000"/>
              </a:lnSpc>
              <a:spcBef>
                <a:spcPts val="0"/>
              </a:spcBef>
              <a:spcAft>
                <a:spcPts val="0"/>
              </a:spcAft>
              <a:buClr>
                <a:schemeClr val="lt1"/>
              </a:buClr>
              <a:buSzPts val="5400"/>
              <a:buFont typeface="Arial"/>
              <a:buNone/>
              <a:defRPr sz="5400"/>
            </a:lvl9pPr>
          </a:lstStyle>
          <a:p/>
        </p:txBody>
      </p:sp>
      <p:sp>
        <p:nvSpPr>
          <p:cNvPr id="2413" name="Google Shape;2413;p216"/>
          <p:cNvSpPr txBox="1"/>
          <p:nvPr>
            <p:ph type="title"/>
          </p:nvPr>
        </p:nvSpPr>
        <p:spPr>
          <a:xfrm>
            <a:off x="274320" y="3429000"/>
            <a:ext cx="5874900" cy="2654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ction Header - Number Black">
  <p:cSld name="2_Section Header - Number Black">
    <p:bg>
      <p:bgPr>
        <a:solidFill>
          <a:schemeClr val="dk1"/>
        </a:solidFill>
      </p:bgPr>
    </p:bg>
    <p:spTree>
      <p:nvGrpSpPr>
        <p:cNvPr id="2414" name="Shape 2414"/>
        <p:cNvGrpSpPr/>
        <p:nvPr/>
      </p:nvGrpSpPr>
      <p:grpSpPr>
        <a:xfrm>
          <a:off x="0" y="0"/>
          <a:ext cx="0" cy="0"/>
          <a:chOff x="0" y="0"/>
          <a:chExt cx="0" cy="0"/>
        </a:xfrm>
      </p:grpSpPr>
      <p:sp>
        <p:nvSpPr>
          <p:cNvPr id="2415" name="Google Shape;2415;p217"/>
          <p:cNvSpPr txBox="1"/>
          <p:nvPr>
            <p:ph idx="1" type="body"/>
          </p:nvPr>
        </p:nvSpPr>
        <p:spPr>
          <a:xfrm>
            <a:off x="274318" y="1571626"/>
            <a:ext cx="1904400" cy="17202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lt1"/>
              </a:buClr>
              <a:buSzPts val="9000"/>
              <a:buFont typeface="Arial"/>
              <a:buNone/>
              <a:defRPr b="0" sz="9000">
                <a:solidFill>
                  <a:schemeClr val="lt1"/>
                </a:solidFill>
                <a:latin typeface="Arial"/>
                <a:ea typeface="Arial"/>
                <a:cs typeface="Arial"/>
                <a:sym typeface="Arial"/>
              </a:defRPr>
            </a:lvl1pPr>
            <a:lvl2pPr indent="-228600" lvl="1" marL="914400" algn="r">
              <a:lnSpc>
                <a:spcPct val="85000"/>
              </a:lnSpc>
              <a:spcBef>
                <a:spcPts val="0"/>
              </a:spcBef>
              <a:spcAft>
                <a:spcPts val="0"/>
              </a:spcAft>
              <a:buClr>
                <a:schemeClr val="lt1"/>
              </a:buClr>
              <a:buSzPts val="5400"/>
              <a:buFont typeface="Arial"/>
              <a:buNone/>
              <a:defRPr sz="5400"/>
            </a:lvl2pPr>
            <a:lvl3pPr indent="-228600" lvl="2" marL="1371600" algn="r">
              <a:lnSpc>
                <a:spcPct val="85000"/>
              </a:lnSpc>
              <a:spcBef>
                <a:spcPts val="0"/>
              </a:spcBef>
              <a:spcAft>
                <a:spcPts val="0"/>
              </a:spcAft>
              <a:buClr>
                <a:schemeClr val="lt1"/>
              </a:buClr>
              <a:buSzPts val="5400"/>
              <a:buFont typeface="Arial"/>
              <a:buNone/>
              <a:defRPr sz="5400"/>
            </a:lvl3pPr>
            <a:lvl4pPr indent="-228600" lvl="3" marL="1828800" algn="r">
              <a:lnSpc>
                <a:spcPct val="85000"/>
              </a:lnSpc>
              <a:spcBef>
                <a:spcPts val="0"/>
              </a:spcBef>
              <a:spcAft>
                <a:spcPts val="0"/>
              </a:spcAft>
              <a:buClr>
                <a:schemeClr val="lt1"/>
              </a:buClr>
              <a:buSzPts val="5400"/>
              <a:buFont typeface="Arial"/>
              <a:buNone/>
              <a:defRPr sz="5400"/>
            </a:lvl4pPr>
            <a:lvl5pPr indent="-228600" lvl="4" marL="2286000" algn="r">
              <a:lnSpc>
                <a:spcPct val="85000"/>
              </a:lnSpc>
              <a:spcBef>
                <a:spcPts val="0"/>
              </a:spcBef>
              <a:spcAft>
                <a:spcPts val="0"/>
              </a:spcAft>
              <a:buClr>
                <a:schemeClr val="lt1"/>
              </a:buClr>
              <a:buSzPts val="5400"/>
              <a:buFont typeface="Arial"/>
              <a:buNone/>
              <a:defRPr sz="5400"/>
            </a:lvl5pPr>
            <a:lvl6pPr indent="-228600" lvl="5" marL="2743200" algn="r">
              <a:lnSpc>
                <a:spcPct val="85000"/>
              </a:lnSpc>
              <a:spcBef>
                <a:spcPts val="0"/>
              </a:spcBef>
              <a:spcAft>
                <a:spcPts val="0"/>
              </a:spcAft>
              <a:buClr>
                <a:schemeClr val="lt1"/>
              </a:buClr>
              <a:buSzPts val="5400"/>
              <a:buFont typeface="Arial"/>
              <a:buNone/>
              <a:defRPr sz="5400"/>
            </a:lvl6pPr>
            <a:lvl7pPr indent="-228600" lvl="6" marL="3200400" algn="r">
              <a:lnSpc>
                <a:spcPct val="85000"/>
              </a:lnSpc>
              <a:spcBef>
                <a:spcPts val="0"/>
              </a:spcBef>
              <a:spcAft>
                <a:spcPts val="0"/>
              </a:spcAft>
              <a:buClr>
                <a:schemeClr val="lt1"/>
              </a:buClr>
              <a:buSzPts val="5400"/>
              <a:buFont typeface="Arial"/>
              <a:buNone/>
              <a:defRPr sz="5400"/>
            </a:lvl7pPr>
            <a:lvl8pPr indent="-228600" lvl="7" marL="3657600" algn="r">
              <a:lnSpc>
                <a:spcPct val="85000"/>
              </a:lnSpc>
              <a:spcBef>
                <a:spcPts val="0"/>
              </a:spcBef>
              <a:spcAft>
                <a:spcPts val="0"/>
              </a:spcAft>
              <a:buClr>
                <a:schemeClr val="lt1"/>
              </a:buClr>
              <a:buSzPts val="5400"/>
              <a:buFont typeface="Arial"/>
              <a:buNone/>
              <a:defRPr sz="5400"/>
            </a:lvl8pPr>
            <a:lvl9pPr indent="-228600" lvl="8" marL="4114800" algn="r">
              <a:lnSpc>
                <a:spcPct val="85000"/>
              </a:lnSpc>
              <a:spcBef>
                <a:spcPts val="0"/>
              </a:spcBef>
              <a:spcAft>
                <a:spcPts val="0"/>
              </a:spcAft>
              <a:buClr>
                <a:schemeClr val="lt1"/>
              </a:buClr>
              <a:buSzPts val="5400"/>
              <a:buFont typeface="Arial"/>
              <a:buNone/>
              <a:defRPr sz="5400"/>
            </a:lvl9pPr>
          </a:lstStyle>
          <a:p/>
        </p:txBody>
      </p:sp>
      <p:sp>
        <p:nvSpPr>
          <p:cNvPr id="2416" name="Google Shape;2416;p217"/>
          <p:cNvSpPr txBox="1"/>
          <p:nvPr>
            <p:ph type="title"/>
          </p:nvPr>
        </p:nvSpPr>
        <p:spPr>
          <a:xfrm>
            <a:off x="274320" y="3429000"/>
            <a:ext cx="5874900" cy="2654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Big Number and Image">
  <p:cSld name="Section Header - Big Number and Image">
    <p:bg>
      <p:bgPr>
        <a:solidFill>
          <a:srgbClr val="006E74"/>
        </a:solidFill>
      </p:bgPr>
    </p:bg>
    <p:spTree>
      <p:nvGrpSpPr>
        <p:cNvPr id="2417" name="Shape 2417"/>
        <p:cNvGrpSpPr/>
        <p:nvPr/>
      </p:nvGrpSpPr>
      <p:grpSpPr>
        <a:xfrm>
          <a:off x="0" y="0"/>
          <a:ext cx="0" cy="0"/>
          <a:chOff x="0" y="0"/>
          <a:chExt cx="0" cy="0"/>
        </a:xfrm>
      </p:grpSpPr>
      <p:sp>
        <p:nvSpPr>
          <p:cNvPr id="2418" name="Google Shape;2418;p218"/>
          <p:cNvSpPr txBox="1"/>
          <p:nvPr>
            <p:ph idx="1" type="body"/>
          </p:nvPr>
        </p:nvSpPr>
        <p:spPr>
          <a:xfrm>
            <a:off x="4640580" y="1571626"/>
            <a:ext cx="1904400" cy="14001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lt1"/>
              </a:buClr>
              <a:buSzPts val="7200"/>
              <a:buFont typeface="Arial"/>
              <a:buNone/>
              <a:defRPr b="0" sz="7200">
                <a:solidFill>
                  <a:schemeClr val="lt1"/>
                </a:solidFill>
                <a:latin typeface="Arial"/>
                <a:ea typeface="Arial"/>
                <a:cs typeface="Arial"/>
                <a:sym typeface="Arial"/>
              </a:defRPr>
            </a:lvl1pPr>
            <a:lvl2pPr indent="-228600" lvl="1" marL="914400" algn="r">
              <a:lnSpc>
                <a:spcPct val="85000"/>
              </a:lnSpc>
              <a:spcBef>
                <a:spcPts val="0"/>
              </a:spcBef>
              <a:spcAft>
                <a:spcPts val="0"/>
              </a:spcAft>
              <a:buClr>
                <a:schemeClr val="lt1"/>
              </a:buClr>
              <a:buSzPts val="5400"/>
              <a:buFont typeface="Arial"/>
              <a:buNone/>
              <a:defRPr sz="5400"/>
            </a:lvl2pPr>
            <a:lvl3pPr indent="-228600" lvl="2" marL="1371600" algn="r">
              <a:lnSpc>
                <a:spcPct val="85000"/>
              </a:lnSpc>
              <a:spcBef>
                <a:spcPts val="0"/>
              </a:spcBef>
              <a:spcAft>
                <a:spcPts val="0"/>
              </a:spcAft>
              <a:buClr>
                <a:schemeClr val="lt1"/>
              </a:buClr>
              <a:buSzPts val="5400"/>
              <a:buFont typeface="Arial"/>
              <a:buNone/>
              <a:defRPr sz="5400"/>
            </a:lvl3pPr>
            <a:lvl4pPr indent="-228600" lvl="3" marL="1828800" algn="r">
              <a:lnSpc>
                <a:spcPct val="85000"/>
              </a:lnSpc>
              <a:spcBef>
                <a:spcPts val="0"/>
              </a:spcBef>
              <a:spcAft>
                <a:spcPts val="0"/>
              </a:spcAft>
              <a:buClr>
                <a:schemeClr val="lt1"/>
              </a:buClr>
              <a:buSzPts val="5400"/>
              <a:buFont typeface="Arial"/>
              <a:buNone/>
              <a:defRPr sz="5400"/>
            </a:lvl4pPr>
            <a:lvl5pPr indent="-228600" lvl="4" marL="2286000" algn="r">
              <a:lnSpc>
                <a:spcPct val="85000"/>
              </a:lnSpc>
              <a:spcBef>
                <a:spcPts val="0"/>
              </a:spcBef>
              <a:spcAft>
                <a:spcPts val="0"/>
              </a:spcAft>
              <a:buClr>
                <a:schemeClr val="lt1"/>
              </a:buClr>
              <a:buSzPts val="5400"/>
              <a:buFont typeface="Arial"/>
              <a:buNone/>
              <a:defRPr sz="5400"/>
            </a:lvl5pPr>
            <a:lvl6pPr indent="-228600" lvl="5" marL="2743200" algn="r">
              <a:lnSpc>
                <a:spcPct val="85000"/>
              </a:lnSpc>
              <a:spcBef>
                <a:spcPts val="0"/>
              </a:spcBef>
              <a:spcAft>
                <a:spcPts val="0"/>
              </a:spcAft>
              <a:buClr>
                <a:schemeClr val="lt1"/>
              </a:buClr>
              <a:buSzPts val="5400"/>
              <a:buFont typeface="Arial"/>
              <a:buNone/>
              <a:defRPr sz="5400"/>
            </a:lvl6pPr>
            <a:lvl7pPr indent="-228600" lvl="6" marL="3200400" algn="r">
              <a:lnSpc>
                <a:spcPct val="85000"/>
              </a:lnSpc>
              <a:spcBef>
                <a:spcPts val="0"/>
              </a:spcBef>
              <a:spcAft>
                <a:spcPts val="0"/>
              </a:spcAft>
              <a:buClr>
                <a:schemeClr val="lt1"/>
              </a:buClr>
              <a:buSzPts val="5400"/>
              <a:buFont typeface="Arial"/>
              <a:buNone/>
              <a:defRPr sz="5400"/>
            </a:lvl7pPr>
            <a:lvl8pPr indent="-228600" lvl="7" marL="3657600" algn="r">
              <a:lnSpc>
                <a:spcPct val="85000"/>
              </a:lnSpc>
              <a:spcBef>
                <a:spcPts val="0"/>
              </a:spcBef>
              <a:spcAft>
                <a:spcPts val="0"/>
              </a:spcAft>
              <a:buClr>
                <a:schemeClr val="lt1"/>
              </a:buClr>
              <a:buSzPts val="5400"/>
              <a:buFont typeface="Arial"/>
              <a:buNone/>
              <a:defRPr sz="5400"/>
            </a:lvl8pPr>
            <a:lvl9pPr indent="-228600" lvl="8" marL="4114800" algn="r">
              <a:lnSpc>
                <a:spcPct val="85000"/>
              </a:lnSpc>
              <a:spcBef>
                <a:spcPts val="0"/>
              </a:spcBef>
              <a:spcAft>
                <a:spcPts val="0"/>
              </a:spcAft>
              <a:buClr>
                <a:schemeClr val="lt1"/>
              </a:buClr>
              <a:buSzPts val="5400"/>
              <a:buFont typeface="Arial"/>
              <a:buNone/>
              <a:defRPr sz="5400"/>
            </a:lvl9pPr>
          </a:lstStyle>
          <a:p/>
        </p:txBody>
      </p:sp>
      <p:sp>
        <p:nvSpPr>
          <p:cNvPr id="2419" name="Google Shape;2419;p218"/>
          <p:cNvSpPr txBox="1"/>
          <p:nvPr>
            <p:ph type="title"/>
          </p:nvPr>
        </p:nvSpPr>
        <p:spPr>
          <a:xfrm>
            <a:off x="4640580" y="2971800"/>
            <a:ext cx="4206300" cy="31116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20" name="Google Shape;2420;p218"/>
          <p:cNvSpPr/>
          <p:nvPr>
            <p:ph idx="2" type="pic"/>
          </p:nvPr>
        </p:nvSpPr>
        <p:spPr>
          <a:xfrm>
            <a:off x="0" y="0"/>
            <a:ext cx="4229100" cy="6858000"/>
          </a:xfrm>
          <a:prstGeom prst="rect">
            <a:avLst/>
          </a:prstGeom>
          <a:solidFill>
            <a:srgbClr val="D7E0E3"/>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Big Number and Image Light teal">
  <p:cSld name="Section Header - Big Number and Image Light teal">
    <p:bg>
      <p:bgPr>
        <a:solidFill>
          <a:schemeClr val="accent1"/>
        </a:solidFill>
      </p:bgPr>
    </p:bg>
    <p:spTree>
      <p:nvGrpSpPr>
        <p:cNvPr id="2421" name="Shape 2421"/>
        <p:cNvGrpSpPr/>
        <p:nvPr/>
      </p:nvGrpSpPr>
      <p:grpSpPr>
        <a:xfrm>
          <a:off x="0" y="0"/>
          <a:ext cx="0" cy="0"/>
          <a:chOff x="0" y="0"/>
          <a:chExt cx="0" cy="0"/>
        </a:xfrm>
      </p:grpSpPr>
      <p:sp>
        <p:nvSpPr>
          <p:cNvPr id="2422" name="Google Shape;2422;p219"/>
          <p:cNvSpPr/>
          <p:nvPr>
            <p:ph idx="2" type="pic"/>
          </p:nvPr>
        </p:nvSpPr>
        <p:spPr>
          <a:xfrm>
            <a:off x="0" y="0"/>
            <a:ext cx="4229100" cy="6858000"/>
          </a:xfrm>
          <a:prstGeom prst="rect">
            <a:avLst/>
          </a:prstGeom>
          <a:solidFill>
            <a:srgbClr val="D7E0E3"/>
          </a:solidFill>
          <a:ln>
            <a:noFill/>
          </a:ln>
        </p:spPr>
      </p:sp>
      <p:sp>
        <p:nvSpPr>
          <p:cNvPr id="2423" name="Google Shape;2423;p219"/>
          <p:cNvSpPr txBox="1"/>
          <p:nvPr>
            <p:ph idx="1" type="body"/>
          </p:nvPr>
        </p:nvSpPr>
        <p:spPr>
          <a:xfrm>
            <a:off x="4640580" y="1571626"/>
            <a:ext cx="1904400" cy="14001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lt1"/>
              </a:buClr>
              <a:buSzPts val="7200"/>
              <a:buFont typeface="Arial"/>
              <a:buNone/>
              <a:defRPr b="0" sz="7200">
                <a:solidFill>
                  <a:schemeClr val="lt1"/>
                </a:solidFill>
                <a:latin typeface="Arial"/>
                <a:ea typeface="Arial"/>
                <a:cs typeface="Arial"/>
                <a:sym typeface="Arial"/>
              </a:defRPr>
            </a:lvl1pPr>
            <a:lvl2pPr indent="-228600" lvl="1" marL="914400" algn="r">
              <a:lnSpc>
                <a:spcPct val="85000"/>
              </a:lnSpc>
              <a:spcBef>
                <a:spcPts val="0"/>
              </a:spcBef>
              <a:spcAft>
                <a:spcPts val="0"/>
              </a:spcAft>
              <a:buClr>
                <a:schemeClr val="lt1"/>
              </a:buClr>
              <a:buSzPts val="5400"/>
              <a:buFont typeface="Arial"/>
              <a:buNone/>
              <a:defRPr sz="5400"/>
            </a:lvl2pPr>
            <a:lvl3pPr indent="-228600" lvl="2" marL="1371600" algn="r">
              <a:lnSpc>
                <a:spcPct val="85000"/>
              </a:lnSpc>
              <a:spcBef>
                <a:spcPts val="0"/>
              </a:spcBef>
              <a:spcAft>
                <a:spcPts val="0"/>
              </a:spcAft>
              <a:buClr>
                <a:schemeClr val="lt1"/>
              </a:buClr>
              <a:buSzPts val="5400"/>
              <a:buFont typeface="Arial"/>
              <a:buNone/>
              <a:defRPr sz="5400"/>
            </a:lvl3pPr>
            <a:lvl4pPr indent="-228600" lvl="3" marL="1828800" algn="r">
              <a:lnSpc>
                <a:spcPct val="85000"/>
              </a:lnSpc>
              <a:spcBef>
                <a:spcPts val="0"/>
              </a:spcBef>
              <a:spcAft>
                <a:spcPts val="0"/>
              </a:spcAft>
              <a:buClr>
                <a:schemeClr val="lt1"/>
              </a:buClr>
              <a:buSzPts val="5400"/>
              <a:buFont typeface="Arial"/>
              <a:buNone/>
              <a:defRPr sz="5400"/>
            </a:lvl4pPr>
            <a:lvl5pPr indent="-228600" lvl="4" marL="2286000" algn="r">
              <a:lnSpc>
                <a:spcPct val="85000"/>
              </a:lnSpc>
              <a:spcBef>
                <a:spcPts val="0"/>
              </a:spcBef>
              <a:spcAft>
                <a:spcPts val="0"/>
              </a:spcAft>
              <a:buClr>
                <a:schemeClr val="lt1"/>
              </a:buClr>
              <a:buSzPts val="5400"/>
              <a:buFont typeface="Arial"/>
              <a:buNone/>
              <a:defRPr sz="5400"/>
            </a:lvl5pPr>
            <a:lvl6pPr indent="-228600" lvl="5" marL="2743200" algn="r">
              <a:lnSpc>
                <a:spcPct val="85000"/>
              </a:lnSpc>
              <a:spcBef>
                <a:spcPts val="0"/>
              </a:spcBef>
              <a:spcAft>
                <a:spcPts val="0"/>
              </a:spcAft>
              <a:buClr>
                <a:schemeClr val="lt1"/>
              </a:buClr>
              <a:buSzPts val="5400"/>
              <a:buFont typeface="Arial"/>
              <a:buNone/>
              <a:defRPr sz="5400"/>
            </a:lvl6pPr>
            <a:lvl7pPr indent="-228600" lvl="6" marL="3200400" algn="r">
              <a:lnSpc>
                <a:spcPct val="85000"/>
              </a:lnSpc>
              <a:spcBef>
                <a:spcPts val="0"/>
              </a:spcBef>
              <a:spcAft>
                <a:spcPts val="0"/>
              </a:spcAft>
              <a:buClr>
                <a:schemeClr val="lt1"/>
              </a:buClr>
              <a:buSzPts val="5400"/>
              <a:buFont typeface="Arial"/>
              <a:buNone/>
              <a:defRPr sz="5400"/>
            </a:lvl7pPr>
            <a:lvl8pPr indent="-228600" lvl="7" marL="3657600" algn="r">
              <a:lnSpc>
                <a:spcPct val="85000"/>
              </a:lnSpc>
              <a:spcBef>
                <a:spcPts val="0"/>
              </a:spcBef>
              <a:spcAft>
                <a:spcPts val="0"/>
              </a:spcAft>
              <a:buClr>
                <a:schemeClr val="lt1"/>
              </a:buClr>
              <a:buSzPts val="5400"/>
              <a:buFont typeface="Arial"/>
              <a:buNone/>
              <a:defRPr sz="5400"/>
            </a:lvl8pPr>
            <a:lvl9pPr indent="-228600" lvl="8" marL="4114800" algn="r">
              <a:lnSpc>
                <a:spcPct val="85000"/>
              </a:lnSpc>
              <a:spcBef>
                <a:spcPts val="0"/>
              </a:spcBef>
              <a:spcAft>
                <a:spcPts val="0"/>
              </a:spcAft>
              <a:buClr>
                <a:schemeClr val="lt1"/>
              </a:buClr>
              <a:buSzPts val="5400"/>
              <a:buFont typeface="Arial"/>
              <a:buNone/>
              <a:defRPr sz="5400"/>
            </a:lvl9pPr>
          </a:lstStyle>
          <a:p/>
        </p:txBody>
      </p:sp>
      <p:sp>
        <p:nvSpPr>
          <p:cNvPr id="2424" name="Google Shape;2424;p219"/>
          <p:cNvSpPr txBox="1"/>
          <p:nvPr>
            <p:ph type="title"/>
          </p:nvPr>
        </p:nvSpPr>
        <p:spPr>
          <a:xfrm>
            <a:off x="4640580" y="2971800"/>
            <a:ext cx="4206300" cy="31116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Big Number and Image Black">
  <p:cSld name="Section Header - Big Number and Image Black">
    <p:bg>
      <p:bgPr>
        <a:solidFill>
          <a:schemeClr val="dk1"/>
        </a:solidFill>
      </p:bgPr>
    </p:bg>
    <p:spTree>
      <p:nvGrpSpPr>
        <p:cNvPr id="2425" name="Shape 2425"/>
        <p:cNvGrpSpPr/>
        <p:nvPr/>
      </p:nvGrpSpPr>
      <p:grpSpPr>
        <a:xfrm>
          <a:off x="0" y="0"/>
          <a:ext cx="0" cy="0"/>
          <a:chOff x="0" y="0"/>
          <a:chExt cx="0" cy="0"/>
        </a:xfrm>
      </p:grpSpPr>
      <p:sp>
        <p:nvSpPr>
          <p:cNvPr id="2426" name="Google Shape;2426;p220"/>
          <p:cNvSpPr/>
          <p:nvPr>
            <p:ph idx="2" type="pic"/>
          </p:nvPr>
        </p:nvSpPr>
        <p:spPr>
          <a:xfrm>
            <a:off x="0" y="0"/>
            <a:ext cx="4229100" cy="6858000"/>
          </a:xfrm>
          <a:prstGeom prst="rect">
            <a:avLst/>
          </a:prstGeom>
          <a:solidFill>
            <a:srgbClr val="D7E0E3"/>
          </a:solidFill>
          <a:ln>
            <a:noFill/>
          </a:ln>
        </p:spPr>
      </p:sp>
      <p:sp>
        <p:nvSpPr>
          <p:cNvPr id="2427" name="Google Shape;2427;p220"/>
          <p:cNvSpPr txBox="1"/>
          <p:nvPr>
            <p:ph idx="1" type="body"/>
          </p:nvPr>
        </p:nvSpPr>
        <p:spPr>
          <a:xfrm>
            <a:off x="4640580" y="1571626"/>
            <a:ext cx="1904400" cy="14001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lt1"/>
              </a:buClr>
              <a:buSzPts val="7200"/>
              <a:buFont typeface="Arial"/>
              <a:buNone/>
              <a:defRPr b="0" sz="7200">
                <a:solidFill>
                  <a:schemeClr val="lt1"/>
                </a:solidFill>
                <a:latin typeface="Arial"/>
                <a:ea typeface="Arial"/>
                <a:cs typeface="Arial"/>
                <a:sym typeface="Arial"/>
              </a:defRPr>
            </a:lvl1pPr>
            <a:lvl2pPr indent="-228600" lvl="1" marL="914400" algn="r">
              <a:lnSpc>
                <a:spcPct val="85000"/>
              </a:lnSpc>
              <a:spcBef>
                <a:spcPts val="0"/>
              </a:spcBef>
              <a:spcAft>
                <a:spcPts val="0"/>
              </a:spcAft>
              <a:buClr>
                <a:schemeClr val="lt1"/>
              </a:buClr>
              <a:buSzPts val="5400"/>
              <a:buFont typeface="Arial"/>
              <a:buNone/>
              <a:defRPr sz="5400"/>
            </a:lvl2pPr>
            <a:lvl3pPr indent="-228600" lvl="2" marL="1371600" algn="r">
              <a:lnSpc>
                <a:spcPct val="85000"/>
              </a:lnSpc>
              <a:spcBef>
                <a:spcPts val="0"/>
              </a:spcBef>
              <a:spcAft>
                <a:spcPts val="0"/>
              </a:spcAft>
              <a:buClr>
                <a:schemeClr val="lt1"/>
              </a:buClr>
              <a:buSzPts val="5400"/>
              <a:buFont typeface="Arial"/>
              <a:buNone/>
              <a:defRPr sz="5400"/>
            </a:lvl3pPr>
            <a:lvl4pPr indent="-228600" lvl="3" marL="1828800" algn="r">
              <a:lnSpc>
                <a:spcPct val="85000"/>
              </a:lnSpc>
              <a:spcBef>
                <a:spcPts val="0"/>
              </a:spcBef>
              <a:spcAft>
                <a:spcPts val="0"/>
              </a:spcAft>
              <a:buClr>
                <a:schemeClr val="lt1"/>
              </a:buClr>
              <a:buSzPts val="5400"/>
              <a:buFont typeface="Arial"/>
              <a:buNone/>
              <a:defRPr sz="5400"/>
            </a:lvl4pPr>
            <a:lvl5pPr indent="-228600" lvl="4" marL="2286000" algn="r">
              <a:lnSpc>
                <a:spcPct val="85000"/>
              </a:lnSpc>
              <a:spcBef>
                <a:spcPts val="0"/>
              </a:spcBef>
              <a:spcAft>
                <a:spcPts val="0"/>
              </a:spcAft>
              <a:buClr>
                <a:schemeClr val="lt1"/>
              </a:buClr>
              <a:buSzPts val="5400"/>
              <a:buFont typeface="Arial"/>
              <a:buNone/>
              <a:defRPr sz="5400"/>
            </a:lvl5pPr>
            <a:lvl6pPr indent="-228600" lvl="5" marL="2743200" algn="r">
              <a:lnSpc>
                <a:spcPct val="85000"/>
              </a:lnSpc>
              <a:spcBef>
                <a:spcPts val="0"/>
              </a:spcBef>
              <a:spcAft>
                <a:spcPts val="0"/>
              </a:spcAft>
              <a:buClr>
                <a:schemeClr val="lt1"/>
              </a:buClr>
              <a:buSzPts val="5400"/>
              <a:buFont typeface="Arial"/>
              <a:buNone/>
              <a:defRPr sz="5400"/>
            </a:lvl6pPr>
            <a:lvl7pPr indent="-228600" lvl="6" marL="3200400" algn="r">
              <a:lnSpc>
                <a:spcPct val="85000"/>
              </a:lnSpc>
              <a:spcBef>
                <a:spcPts val="0"/>
              </a:spcBef>
              <a:spcAft>
                <a:spcPts val="0"/>
              </a:spcAft>
              <a:buClr>
                <a:schemeClr val="lt1"/>
              </a:buClr>
              <a:buSzPts val="5400"/>
              <a:buFont typeface="Arial"/>
              <a:buNone/>
              <a:defRPr sz="5400"/>
            </a:lvl7pPr>
            <a:lvl8pPr indent="-228600" lvl="7" marL="3657600" algn="r">
              <a:lnSpc>
                <a:spcPct val="85000"/>
              </a:lnSpc>
              <a:spcBef>
                <a:spcPts val="0"/>
              </a:spcBef>
              <a:spcAft>
                <a:spcPts val="0"/>
              </a:spcAft>
              <a:buClr>
                <a:schemeClr val="lt1"/>
              </a:buClr>
              <a:buSzPts val="5400"/>
              <a:buFont typeface="Arial"/>
              <a:buNone/>
              <a:defRPr sz="5400"/>
            </a:lvl8pPr>
            <a:lvl9pPr indent="-228600" lvl="8" marL="4114800" algn="r">
              <a:lnSpc>
                <a:spcPct val="85000"/>
              </a:lnSpc>
              <a:spcBef>
                <a:spcPts val="0"/>
              </a:spcBef>
              <a:spcAft>
                <a:spcPts val="0"/>
              </a:spcAft>
              <a:buClr>
                <a:schemeClr val="lt1"/>
              </a:buClr>
              <a:buSzPts val="5400"/>
              <a:buFont typeface="Arial"/>
              <a:buNone/>
              <a:defRPr sz="5400"/>
            </a:lvl9pPr>
          </a:lstStyle>
          <a:p/>
        </p:txBody>
      </p:sp>
      <p:sp>
        <p:nvSpPr>
          <p:cNvPr id="2428" name="Google Shape;2428;p220"/>
          <p:cNvSpPr txBox="1"/>
          <p:nvPr>
            <p:ph type="title"/>
          </p:nvPr>
        </p:nvSpPr>
        <p:spPr>
          <a:xfrm>
            <a:off x="4640580" y="2971800"/>
            <a:ext cx="4206300" cy="31116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 Big Number">
  <p:cSld name="1_Section Header - Big Number">
    <p:bg>
      <p:bgPr>
        <a:solidFill>
          <a:srgbClr val="006E74"/>
        </a:solidFill>
      </p:bgPr>
    </p:bg>
    <p:spTree>
      <p:nvGrpSpPr>
        <p:cNvPr id="2429" name="Shape 2429"/>
        <p:cNvGrpSpPr/>
        <p:nvPr/>
      </p:nvGrpSpPr>
      <p:grpSpPr>
        <a:xfrm>
          <a:off x="0" y="0"/>
          <a:ext cx="0" cy="0"/>
          <a:chOff x="0" y="0"/>
          <a:chExt cx="0" cy="0"/>
        </a:xfrm>
      </p:grpSpPr>
      <p:sp>
        <p:nvSpPr>
          <p:cNvPr id="2430" name="Google Shape;2430;p221"/>
          <p:cNvSpPr txBox="1"/>
          <p:nvPr>
            <p:ph idx="1" type="body"/>
          </p:nvPr>
        </p:nvSpPr>
        <p:spPr>
          <a:xfrm>
            <a:off x="274319" y="365126"/>
            <a:ext cx="1894200" cy="3473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lt1"/>
              </a:buClr>
              <a:buSzPts val="12750"/>
              <a:buFont typeface="Arial"/>
              <a:buNone/>
              <a:defRPr sz="12750">
                <a:latin typeface="Arial"/>
                <a:ea typeface="Arial"/>
                <a:cs typeface="Arial"/>
                <a:sym typeface="Arial"/>
              </a:defRPr>
            </a:lvl1pPr>
            <a:lvl2pPr indent="-228600" lvl="1" marL="914400" algn="l">
              <a:lnSpc>
                <a:spcPct val="85000"/>
              </a:lnSpc>
              <a:spcBef>
                <a:spcPts val="0"/>
              </a:spcBef>
              <a:spcAft>
                <a:spcPts val="0"/>
              </a:spcAft>
              <a:buClr>
                <a:schemeClr val="lt1"/>
              </a:buClr>
              <a:buSzPts val="12750"/>
              <a:buFont typeface="Arial"/>
              <a:buNone/>
              <a:defRPr sz="12750"/>
            </a:lvl2pPr>
            <a:lvl3pPr indent="-228600" lvl="2" marL="1371600" algn="l">
              <a:lnSpc>
                <a:spcPct val="85000"/>
              </a:lnSpc>
              <a:spcBef>
                <a:spcPts val="0"/>
              </a:spcBef>
              <a:spcAft>
                <a:spcPts val="0"/>
              </a:spcAft>
              <a:buClr>
                <a:schemeClr val="lt1"/>
              </a:buClr>
              <a:buSzPts val="12750"/>
              <a:buFont typeface="Arial"/>
              <a:buNone/>
              <a:defRPr sz="12750"/>
            </a:lvl3pPr>
            <a:lvl4pPr indent="-228600" lvl="3" marL="1828800" algn="l">
              <a:lnSpc>
                <a:spcPct val="85000"/>
              </a:lnSpc>
              <a:spcBef>
                <a:spcPts val="0"/>
              </a:spcBef>
              <a:spcAft>
                <a:spcPts val="0"/>
              </a:spcAft>
              <a:buClr>
                <a:schemeClr val="lt1"/>
              </a:buClr>
              <a:buSzPts val="12750"/>
              <a:buFont typeface="Arial"/>
              <a:buNone/>
              <a:defRPr sz="12750"/>
            </a:lvl4pPr>
            <a:lvl5pPr indent="-228600" lvl="4" marL="2286000" algn="l">
              <a:lnSpc>
                <a:spcPct val="85000"/>
              </a:lnSpc>
              <a:spcBef>
                <a:spcPts val="0"/>
              </a:spcBef>
              <a:spcAft>
                <a:spcPts val="0"/>
              </a:spcAft>
              <a:buClr>
                <a:schemeClr val="lt1"/>
              </a:buClr>
              <a:buSzPts val="12750"/>
              <a:buFont typeface="Arial"/>
              <a:buNone/>
              <a:defRPr sz="12750"/>
            </a:lvl5pPr>
            <a:lvl6pPr indent="-228600" lvl="5" marL="2743200" algn="l">
              <a:lnSpc>
                <a:spcPct val="85000"/>
              </a:lnSpc>
              <a:spcBef>
                <a:spcPts val="0"/>
              </a:spcBef>
              <a:spcAft>
                <a:spcPts val="0"/>
              </a:spcAft>
              <a:buClr>
                <a:schemeClr val="lt1"/>
              </a:buClr>
              <a:buSzPts val="12750"/>
              <a:buFont typeface="Arial"/>
              <a:buNone/>
              <a:defRPr sz="12750"/>
            </a:lvl6pPr>
            <a:lvl7pPr indent="-228600" lvl="6" marL="3200400" algn="l">
              <a:lnSpc>
                <a:spcPct val="85000"/>
              </a:lnSpc>
              <a:spcBef>
                <a:spcPts val="0"/>
              </a:spcBef>
              <a:spcAft>
                <a:spcPts val="0"/>
              </a:spcAft>
              <a:buClr>
                <a:schemeClr val="lt1"/>
              </a:buClr>
              <a:buSzPts val="12750"/>
              <a:buFont typeface="Arial"/>
              <a:buNone/>
              <a:defRPr sz="12750"/>
            </a:lvl7pPr>
            <a:lvl8pPr indent="-228600" lvl="7" marL="3657600" algn="l">
              <a:lnSpc>
                <a:spcPct val="85000"/>
              </a:lnSpc>
              <a:spcBef>
                <a:spcPts val="0"/>
              </a:spcBef>
              <a:spcAft>
                <a:spcPts val="0"/>
              </a:spcAft>
              <a:buClr>
                <a:schemeClr val="lt1"/>
              </a:buClr>
              <a:buSzPts val="12750"/>
              <a:buFont typeface="Arial"/>
              <a:buNone/>
              <a:defRPr sz="12750"/>
            </a:lvl8pPr>
            <a:lvl9pPr indent="-228600" lvl="8" marL="4114800" algn="l">
              <a:lnSpc>
                <a:spcPct val="85000"/>
              </a:lnSpc>
              <a:spcBef>
                <a:spcPts val="0"/>
              </a:spcBef>
              <a:spcAft>
                <a:spcPts val="0"/>
              </a:spcAft>
              <a:buClr>
                <a:schemeClr val="lt1"/>
              </a:buClr>
              <a:buSzPts val="12750"/>
              <a:buFont typeface="Arial"/>
              <a:buNone/>
              <a:defRPr sz="12750"/>
            </a:lvl9pPr>
          </a:lstStyle>
          <a:p/>
        </p:txBody>
      </p:sp>
      <p:sp>
        <p:nvSpPr>
          <p:cNvPr id="2431" name="Google Shape;2431;p221"/>
          <p:cNvSpPr txBox="1"/>
          <p:nvPr>
            <p:ph type="title"/>
          </p:nvPr>
        </p:nvSpPr>
        <p:spPr>
          <a:xfrm>
            <a:off x="1371600" y="2329840"/>
            <a:ext cx="7495800" cy="15087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32" name="Google Shape;2432;p221"/>
          <p:cNvSpPr txBox="1"/>
          <p:nvPr>
            <p:ph idx="2" type="body"/>
          </p:nvPr>
        </p:nvSpPr>
        <p:spPr>
          <a:xfrm>
            <a:off x="1371599" y="4114800"/>
            <a:ext cx="7495800" cy="19686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lt1"/>
              </a:buClr>
              <a:buSzPts val="1350"/>
              <a:buChar char="•"/>
              <a:defRPr>
                <a:latin typeface="Arial"/>
                <a:ea typeface="Arial"/>
                <a:cs typeface="Arial"/>
                <a:sym typeface="Arial"/>
              </a:defRPr>
            </a:lvl1pPr>
            <a:lvl2pPr indent="-342900" lvl="1" marL="914400" algn="l">
              <a:lnSpc>
                <a:spcPct val="100000"/>
              </a:lnSpc>
              <a:spcBef>
                <a:spcPts val="225"/>
              </a:spcBef>
              <a:spcAft>
                <a:spcPts val="0"/>
              </a:spcAft>
              <a:buClr>
                <a:schemeClr val="lt1"/>
              </a:buClr>
              <a:buSzPts val="1800"/>
              <a:buChar char="–"/>
              <a:defRPr/>
            </a:lvl2pPr>
            <a:lvl3pPr indent="-342900" lvl="2" marL="1371600" algn="l">
              <a:lnSpc>
                <a:spcPct val="100000"/>
              </a:lnSpc>
              <a:spcBef>
                <a:spcPts val="225"/>
              </a:spcBef>
              <a:spcAft>
                <a:spcPts val="0"/>
              </a:spcAft>
              <a:buClr>
                <a:schemeClr val="lt1"/>
              </a:buClr>
              <a:buSzPts val="1800"/>
              <a:buChar char="–"/>
              <a:defRPr/>
            </a:lvl3pPr>
            <a:lvl4pPr indent="-342900" lvl="3" marL="1828800" algn="l">
              <a:lnSpc>
                <a:spcPct val="100000"/>
              </a:lnSpc>
              <a:spcBef>
                <a:spcPts val="225"/>
              </a:spcBef>
              <a:spcAft>
                <a:spcPts val="0"/>
              </a:spcAft>
              <a:buClr>
                <a:schemeClr val="lt1"/>
              </a:buClr>
              <a:buSzPts val="1800"/>
              <a:buChar char="–"/>
              <a:defRPr/>
            </a:lvl4pPr>
            <a:lvl5pPr indent="-342900" lvl="4" marL="2286000" algn="l">
              <a:lnSpc>
                <a:spcPct val="100000"/>
              </a:lnSpc>
              <a:spcBef>
                <a:spcPts val="225"/>
              </a:spcBef>
              <a:spcAft>
                <a:spcPts val="0"/>
              </a:spcAft>
              <a:buClr>
                <a:schemeClr val="lt1"/>
              </a:buClr>
              <a:buSzPts val="1800"/>
              <a:buChar char="–"/>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 Big Number Light teal">
  <p:cSld name="1_Section Header - Big Number Light teal">
    <p:bg>
      <p:bgPr>
        <a:solidFill>
          <a:schemeClr val="accent1"/>
        </a:solidFill>
      </p:bgPr>
    </p:bg>
    <p:spTree>
      <p:nvGrpSpPr>
        <p:cNvPr id="2433" name="Shape 2433"/>
        <p:cNvGrpSpPr/>
        <p:nvPr/>
      </p:nvGrpSpPr>
      <p:grpSpPr>
        <a:xfrm>
          <a:off x="0" y="0"/>
          <a:ext cx="0" cy="0"/>
          <a:chOff x="0" y="0"/>
          <a:chExt cx="0" cy="0"/>
        </a:xfrm>
      </p:grpSpPr>
      <p:sp>
        <p:nvSpPr>
          <p:cNvPr id="2434" name="Google Shape;2434;p222"/>
          <p:cNvSpPr txBox="1"/>
          <p:nvPr>
            <p:ph idx="1" type="body"/>
          </p:nvPr>
        </p:nvSpPr>
        <p:spPr>
          <a:xfrm>
            <a:off x="274319" y="365126"/>
            <a:ext cx="1894200" cy="3473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lt1"/>
              </a:buClr>
              <a:buSzPts val="12750"/>
              <a:buFont typeface="Arial"/>
              <a:buNone/>
              <a:defRPr sz="12750">
                <a:latin typeface="Arial"/>
                <a:ea typeface="Arial"/>
                <a:cs typeface="Arial"/>
                <a:sym typeface="Arial"/>
              </a:defRPr>
            </a:lvl1pPr>
            <a:lvl2pPr indent="-228600" lvl="1" marL="914400" algn="l">
              <a:lnSpc>
                <a:spcPct val="85000"/>
              </a:lnSpc>
              <a:spcBef>
                <a:spcPts val="0"/>
              </a:spcBef>
              <a:spcAft>
                <a:spcPts val="0"/>
              </a:spcAft>
              <a:buClr>
                <a:schemeClr val="lt1"/>
              </a:buClr>
              <a:buSzPts val="12750"/>
              <a:buFont typeface="Arial"/>
              <a:buNone/>
              <a:defRPr sz="12750"/>
            </a:lvl2pPr>
            <a:lvl3pPr indent="-228600" lvl="2" marL="1371600" algn="l">
              <a:lnSpc>
                <a:spcPct val="85000"/>
              </a:lnSpc>
              <a:spcBef>
                <a:spcPts val="0"/>
              </a:spcBef>
              <a:spcAft>
                <a:spcPts val="0"/>
              </a:spcAft>
              <a:buClr>
                <a:schemeClr val="lt1"/>
              </a:buClr>
              <a:buSzPts val="12750"/>
              <a:buFont typeface="Arial"/>
              <a:buNone/>
              <a:defRPr sz="12750"/>
            </a:lvl3pPr>
            <a:lvl4pPr indent="-228600" lvl="3" marL="1828800" algn="l">
              <a:lnSpc>
                <a:spcPct val="85000"/>
              </a:lnSpc>
              <a:spcBef>
                <a:spcPts val="0"/>
              </a:spcBef>
              <a:spcAft>
                <a:spcPts val="0"/>
              </a:spcAft>
              <a:buClr>
                <a:schemeClr val="lt1"/>
              </a:buClr>
              <a:buSzPts val="12750"/>
              <a:buFont typeface="Arial"/>
              <a:buNone/>
              <a:defRPr sz="12750"/>
            </a:lvl4pPr>
            <a:lvl5pPr indent="-228600" lvl="4" marL="2286000" algn="l">
              <a:lnSpc>
                <a:spcPct val="85000"/>
              </a:lnSpc>
              <a:spcBef>
                <a:spcPts val="0"/>
              </a:spcBef>
              <a:spcAft>
                <a:spcPts val="0"/>
              </a:spcAft>
              <a:buClr>
                <a:schemeClr val="lt1"/>
              </a:buClr>
              <a:buSzPts val="12750"/>
              <a:buFont typeface="Arial"/>
              <a:buNone/>
              <a:defRPr sz="12750"/>
            </a:lvl5pPr>
            <a:lvl6pPr indent="-228600" lvl="5" marL="2743200" algn="l">
              <a:lnSpc>
                <a:spcPct val="85000"/>
              </a:lnSpc>
              <a:spcBef>
                <a:spcPts val="0"/>
              </a:spcBef>
              <a:spcAft>
                <a:spcPts val="0"/>
              </a:spcAft>
              <a:buClr>
                <a:schemeClr val="lt1"/>
              </a:buClr>
              <a:buSzPts val="12750"/>
              <a:buFont typeface="Arial"/>
              <a:buNone/>
              <a:defRPr sz="12750"/>
            </a:lvl6pPr>
            <a:lvl7pPr indent="-228600" lvl="6" marL="3200400" algn="l">
              <a:lnSpc>
                <a:spcPct val="85000"/>
              </a:lnSpc>
              <a:spcBef>
                <a:spcPts val="0"/>
              </a:spcBef>
              <a:spcAft>
                <a:spcPts val="0"/>
              </a:spcAft>
              <a:buClr>
                <a:schemeClr val="lt1"/>
              </a:buClr>
              <a:buSzPts val="12750"/>
              <a:buFont typeface="Arial"/>
              <a:buNone/>
              <a:defRPr sz="12750"/>
            </a:lvl7pPr>
            <a:lvl8pPr indent="-228600" lvl="7" marL="3657600" algn="l">
              <a:lnSpc>
                <a:spcPct val="85000"/>
              </a:lnSpc>
              <a:spcBef>
                <a:spcPts val="0"/>
              </a:spcBef>
              <a:spcAft>
                <a:spcPts val="0"/>
              </a:spcAft>
              <a:buClr>
                <a:schemeClr val="lt1"/>
              </a:buClr>
              <a:buSzPts val="12750"/>
              <a:buFont typeface="Arial"/>
              <a:buNone/>
              <a:defRPr sz="12750"/>
            </a:lvl8pPr>
            <a:lvl9pPr indent="-228600" lvl="8" marL="4114800" algn="l">
              <a:lnSpc>
                <a:spcPct val="85000"/>
              </a:lnSpc>
              <a:spcBef>
                <a:spcPts val="0"/>
              </a:spcBef>
              <a:spcAft>
                <a:spcPts val="0"/>
              </a:spcAft>
              <a:buClr>
                <a:schemeClr val="lt1"/>
              </a:buClr>
              <a:buSzPts val="12750"/>
              <a:buFont typeface="Arial"/>
              <a:buNone/>
              <a:defRPr sz="12750"/>
            </a:lvl9pPr>
          </a:lstStyle>
          <a:p/>
        </p:txBody>
      </p:sp>
      <p:sp>
        <p:nvSpPr>
          <p:cNvPr id="2435" name="Google Shape;2435;p222"/>
          <p:cNvSpPr txBox="1"/>
          <p:nvPr>
            <p:ph type="title"/>
          </p:nvPr>
        </p:nvSpPr>
        <p:spPr>
          <a:xfrm>
            <a:off x="1371600" y="2329840"/>
            <a:ext cx="7495800" cy="15087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36" name="Google Shape;2436;p222"/>
          <p:cNvSpPr txBox="1"/>
          <p:nvPr>
            <p:ph idx="2" type="body"/>
          </p:nvPr>
        </p:nvSpPr>
        <p:spPr>
          <a:xfrm>
            <a:off x="1371599" y="4114800"/>
            <a:ext cx="7495800" cy="19686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lt1"/>
              </a:buClr>
              <a:buSzPts val="1350"/>
              <a:buChar char="•"/>
              <a:defRPr>
                <a:latin typeface="Arial"/>
                <a:ea typeface="Arial"/>
                <a:cs typeface="Arial"/>
                <a:sym typeface="Arial"/>
              </a:defRPr>
            </a:lvl1pPr>
            <a:lvl2pPr indent="-342900" lvl="1" marL="914400" algn="l">
              <a:lnSpc>
                <a:spcPct val="100000"/>
              </a:lnSpc>
              <a:spcBef>
                <a:spcPts val="225"/>
              </a:spcBef>
              <a:spcAft>
                <a:spcPts val="0"/>
              </a:spcAft>
              <a:buClr>
                <a:schemeClr val="lt1"/>
              </a:buClr>
              <a:buSzPts val="1800"/>
              <a:buChar char="–"/>
              <a:defRPr/>
            </a:lvl2pPr>
            <a:lvl3pPr indent="-342900" lvl="2" marL="1371600" algn="l">
              <a:lnSpc>
                <a:spcPct val="100000"/>
              </a:lnSpc>
              <a:spcBef>
                <a:spcPts val="225"/>
              </a:spcBef>
              <a:spcAft>
                <a:spcPts val="0"/>
              </a:spcAft>
              <a:buClr>
                <a:schemeClr val="lt1"/>
              </a:buClr>
              <a:buSzPts val="1800"/>
              <a:buChar char="–"/>
              <a:defRPr/>
            </a:lvl3pPr>
            <a:lvl4pPr indent="-342900" lvl="3" marL="1828800" algn="l">
              <a:lnSpc>
                <a:spcPct val="100000"/>
              </a:lnSpc>
              <a:spcBef>
                <a:spcPts val="225"/>
              </a:spcBef>
              <a:spcAft>
                <a:spcPts val="0"/>
              </a:spcAft>
              <a:buClr>
                <a:schemeClr val="lt1"/>
              </a:buClr>
              <a:buSzPts val="1800"/>
              <a:buChar char="–"/>
              <a:defRPr/>
            </a:lvl4pPr>
            <a:lvl5pPr indent="-342900" lvl="4" marL="2286000" algn="l">
              <a:lnSpc>
                <a:spcPct val="100000"/>
              </a:lnSpc>
              <a:spcBef>
                <a:spcPts val="225"/>
              </a:spcBef>
              <a:spcAft>
                <a:spcPts val="0"/>
              </a:spcAft>
              <a:buClr>
                <a:schemeClr val="lt1"/>
              </a:buClr>
              <a:buSzPts val="1800"/>
              <a:buChar char="–"/>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Big Number Black">
  <p:cSld name="Section Header - Big Number Black">
    <p:bg>
      <p:bgPr>
        <a:solidFill>
          <a:schemeClr val="dk1"/>
        </a:solidFill>
      </p:bgPr>
    </p:bg>
    <p:spTree>
      <p:nvGrpSpPr>
        <p:cNvPr id="2437" name="Shape 2437"/>
        <p:cNvGrpSpPr/>
        <p:nvPr/>
      </p:nvGrpSpPr>
      <p:grpSpPr>
        <a:xfrm>
          <a:off x="0" y="0"/>
          <a:ext cx="0" cy="0"/>
          <a:chOff x="0" y="0"/>
          <a:chExt cx="0" cy="0"/>
        </a:xfrm>
      </p:grpSpPr>
      <p:sp>
        <p:nvSpPr>
          <p:cNvPr id="2438" name="Google Shape;2438;p223"/>
          <p:cNvSpPr txBox="1"/>
          <p:nvPr>
            <p:ph idx="1" type="body"/>
          </p:nvPr>
        </p:nvSpPr>
        <p:spPr>
          <a:xfrm>
            <a:off x="274319" y="365126"/>
            <a:ext cx="1894200" cy="3473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lt1"/>
              </a:buClr>
              <a:buSzPts val="12750"/>
              <a:buFont typeface="Arial"/>
              <a:buNone/>
              <a:defRPr sz="12750">
                <a:latin typeface="Arial"/>
                <a:ea typeface="Arial"/>
                <a:cs typeface="Arial"/>
                <a:sym typeface="Arial"/>
              </a:defRPr>
            </a:lvl1pPr>
            <a:lvl2pPr indent="-228600" lvl="1" marL="914400" algn="l">
              <a:lnSpc>
                <a:spcPct val="85000"/>
              </a:lnSpc>
              <a:spcBef>
                <a:spcPts val="0"/>
              </a:spcBef>
              <a:spcAft>
                <a:spcPts val="0"/>
              </a:spcAft>
              <a:buClr>
                <a:schemeClr val="lt1"/>
              </a:buClr>
              <a:buSzPts val="12750"/>
              <a:buFont typeface="Arial"/>
              <a:buNone/>
              <a:defRPr sz="12750"/>
            </a:lvl2pPr>
            <a:lvl3pPr indent="-228600" lvl="2" marL="1371600" algn="l">
              <a:lnSpc>
                <a:spcPct val="85000"/>
              </a:lnSpc>
              <a:spcBef>
                <a:spcPts val="0"/>
              </a:spcBef>
              <a:spcAft>
                <a:spcPts val="0"/>
              </a:spcAft>
              <a:buClr>
                <a:schemeClr val="lt1"/>
              </a:buClr>
              <a:buSzPts val="12750"/>
              <a:buFont typeface="Arial"/>
              <a:buNone/>
              <a:defRPr sz="12750"/>
            </a:lvl3pPr>
            <a:lvl4pPr indent="-228600" lvl="3" marL="1828800" algn="l">
              <a:lnSpc>
                <a:spcPct val="85000"/>
              </a:lnSpc>
              <a:spcBef>
                <a:spcPts val="0"/>
              </a:spcBef>
              <a:spcAft>
                <a:spcPts val="0"/>
              </a:spcAft>
              <a:buClr>
                <a:schemeClr val="lt1"/>
              </a:buClr>
              <a:buSzPts val="12750"/>
              <a:buFont typeface="Arial"/>
              <a:buNone/>
              <a:defRPr sz="12750"/>
            </a:lvl4pPr>
            <a:lvl5pPr indent="-228600" lvl="4" marL="2286000" algn="l">
              <a:lnSpc>
                <a:spcPct val="85000"/>
              </a:lnSpc>
              <a:spcBef>
                <a:spcPts val="0"/>
              </a:spcBef>
              <a:spcAft>
                <a:spcPts val="0"/>
              </a:spcAft>
              <a:buClr>
                <a:schemeClr val="lt1"/>
              </a:buClr>
              <a:buSzPts val="12750"/>
              <a:buFont typeface="Arial"/>
              <a:buNone/>
              <a:defRPr sz="12750"/>
            </a:lvl5pPr>
            <a:lvl6pPr indent="-228600" lvl="5" marL="2743200" algn="l">
              <a:lnSpc>
                <a:spcPct val="85000"/>
              </a:lnSpc>
              <a:spcBef>
                <a:spcPts val="0"/>
              </a:spcBef>
              <a:spcAft>
                <a:spcPts val="0"/>
              </a:spcAft>
              <a:buClr>
                <a:schemeClr val="lt1"/>
              </a:buClr>
              <a:buSzPts val="12750"/>
              <a:buFont typeface="Arial"/>
              <a:buNone/>
              <a:defRPr sz="12750"/>
            </a:lvl6pPr>
            <a:lvl7pPr indent="-228600" lvl="6" marL="3200400" algn="l">
              <a:lnSpc>
                <a:spcPct val="85000"/>
              </a:lnSpc>
              <a:spcBef>
                <a:spcPts val="0"/>
              </a:spcBef>
              <a:spcAft>
                <a:spcPts val="0"/>
              </a:spcAft>
              <a:buClr>
                <a:schemeClr val="lt1"/>
              </a:buClr>
              <a:buSzPts val="12750"/>
              <a:buFont typeface="Arial"/>
              <a:buNone/>
              <a:defRPr sz="12750"/>
            </a:lvl7pPr>
            <a:lvl8pPr indent="-228600" lvl="7" marL="3657600" algn="l">
              <a:lnSpc>
                <a:spcPct val="85000"/>
              </a:lnSpc>
              <a:spcBef>
                <a:spcPts val="0"/>
              </a:spcBef>
              <a:spcAft>
                <a:spcPts val="0"/>
              </a:spcAft>
              <a:buClr>
                <a:schemeClr val="lt1"/>
              </a:buClr>
              <a:buSzPts val="12750"/>
              <a:buFont typeface="Arial"/>
              <a:buNone/>
              <a:defRPr sz="12750"/>
            </a:lvl8pPr>
            <a:lvl9pPr indent="-228600" lvl="8" marL="4114800" algn="l">
              <a:lnSpc>
                <a:spcPct val="85000"/>
              </a:lnSpc>
              <a:spcBef>
                <a:spcPts val="0"/>
              </a:spcBef>
              <a:spcAft>
                <a:spcPts val="0"/>
              </a:spcAft>
              <a:buClr>
                <a:schemeClr val="lt1"/>
              </a:buClr>
              <a:buSzPts val="12750"/>
              <a:buFont typeface="Arial"/>
              <a:buNone/>
              <a:defRPr sz="12750"/>
            </a:lvl9pPr>
          </a:lstStyle>
          <a:p/>
        </p:txBody>
      </p:sp>
      <p:sp>
        <p:nvSpPr>
          <p:cNvPr id="2439" name="Google Shape;2439;p223"/>
          <p:cNvSpPr txBox="1"/>
          <p:nvPr>
            <p:ph type="title"/>
          </p:nvPr>
        </p:nvSpPr>
        <p:spPr>
          <a:xfrm>
            <a:off x="1371600" y="2329840"/>
            <a:ext cx="7495800" cy="15087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3600"/>
              <a:buFont typeface="Arial"/>
              <a:buNone/>
              <a:defRPr b="0"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40" name="Google Shape;2440;p223"/>
          <p:cNvSpPr txBox="1"/>
          <p:nvPr>
            <p:ph idx="2" type="body"/>
          </p:nvPr>
        </p:nvSpPr>
        <p:spPr>
          <a:xfrm>
            <a:off x="1371599" y="4114800"/>
            <a:ext cx="7495800" cy="19686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lt1"/>
              </a:buClr>
              <a:buSzPts val="1350"/>
              <a:buChar char="•"/>
              <a:defRPr>
                <a:latin typeface="Arial"/>
                <a:ea typeface="Arial"/>
                <a:cs typeface="Arial"/>
                <a:sym typeface="Arial"/>
              </a:defRPr>
            </a:lvl1pPr>
            <a:lvl2pPr indent="-342900" lvl="1" marL="914400" algn="l">
              <a:lnSpc>
                <a:spcPct val="100000"/>
              </a:lnSpc>
              <a:spcBef>
                <a:spcPts val="225"/>
              </a:spcBef>
              <a:spcAft>
                <a:spcPts val="0"/>
              </a:spcAft>
              <a:buClr>
                <a:schemeClr val="lt1"/>
              </a:buClr>
              <a:buSzPts val="1800"/>
              <a:buChar char="–"/>
              <a:defRPr/>
            </a:lvl2pPr>
            <a:lvl3pPr indent="-342900" lvl="2" marL="1371600" algn="l">
              <a:lnSpc>
                <a:spcPct val="100000"/>
              </a:lnSpc>
              <a:spcBef>
                <a:spcPts val="225"/>
              </a:spcBef>
              <a:spcAft>
                <a:spcPts val="0"/>
              </a:spcAft>
              <a:buClr>
                <a:schemeClr val="lt1"/>
              </a:buClr>
              <a:buSzPts val="1800"/>
              <a:buChar char="–"/>
              <a:defRPr/>
            </a:lvl3pPr>
            <a:lvl4pPr indent="-342900" lvl="3" marL="1828800" algn="l">
              <a:lnSpc>
                <a:spcPct val="100000"/>
              </a:lnSpc>
              <a:spcBef>
                <a:spcPts val="225"/>
              </a:spcBef>
              <a:spcAft>
                <a:spcPts val="0"/>
              </a:spcAft>
              <a:buClr>
                <a:schemeClr val="lt1"/>
              </a:buClr>
              <a:buSzPts val="1800"/>
              <a:buChar char="–"/>
              <a:defRPr/>
            </a:lvl4pPr>
            <a:lvl5pPr indent="-342900" lvl="4" marL="2286000" algn="l">
              <a:lnSpc>
                <a:spcPct val="100000"/>
              </a:lnSpc>
              <a:spcBef>
                <a:spcPts val="225"/>
              </a:spcBef>
              <a:spcAft>
                <a:spcPts val="0"/>
              </a:spcAft>
              <a:buClr>
                <a:schemeClr val="lt1"/>
              </a:buClr>
              <a:buSzPts val="1800"/>
              <a:buChar char="–"/>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2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ck background">
  <p:cSld name="1_Black background">
    <p:bg>
      <p:bgPr>
        <a:solidFill>
          <a:srgbClr val="231F20"/>
        </a:solidFill>
      </p:bgPr>
    </p:bg>
    <p:spTree>
      <p:nvGrpSpPr>
        <p:cNvPr id="2441" name="Shape 2441"/>
        <p:cNvGrpSpPr/>
        <p:nvPr/>
      </p:nvGrpSpPr>
      <p:grpSpPr>
        <a:xfrm>
          <a:off x="0" y="0"/>
          <a:ext cx="0" cy="0"/>
          <a:chOff x="0" y="0"/>
          <a:chExt cx="0" cy="0"/>
        </a:xfrm>
      </p:grpSpPr>
      <p:sp>
        <p:nvSpPr>
          <p:cNvPr id="2442" name="Google Shape;2442;p224"/>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494">
          <p15:clr>
            <a:srgbClr val="FBAE40"/>
          </p15:clr>
        </p15:guide>
      </p15:sldGuideLst>
    </p:ext>
  </p:extLst>
</p:sldLayout>
</file>

<file path=ppt/slideLayouts/slideLayout2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nd background">
  <p:cSld name="Sand background">
    <p:bg>
      <p:bgPr>
        <a:solidFill>
          <a:schemeClr val="lt2"/>
        </a:solidFill>
      </p:bgPr>
    </p:bg>
    <p:spTree>
      <p:nvGrpSpPr>
        <p:cNvPr id="2443" name="Shape 2443"/>
        <p:cNvGrpSpPr/>
        <p:nvPr/>
      </p:nvGrpSpPr>
      <p:grpSpPr>
        <a:xfrm>
          <a:off x="0" y="0"/>
          <a:ext cx="0" cy="0"/>
          <a:chOff x="0" y="0"/>
          <a:chExt cx="0" cy="0"/>
        </a:xfrm>
      </p:grpSpPr>
      <p:sp>
        <p:nvSpPr>
          <p:cNvPr id="2444" name="Google Shape;2444;p225"/>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2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sand bottom half" showMasterSp="0">
  <p:cSld name="Half sand bottom half">
    <p:bg>
      <p:bgPr>
        <a:solidFill>
          <a:schemeClr val="lt1"/>
        </a:solidFill>
      </p:bgPr>
    </p:bg>
    <p:spTree>
      <p:nvGrpSpPr>
        <p:cNvPr id="2445" name="Shape 2445"/>
        <p:cNvGrpSpPr/>
        <p:nvPr/>
      </p:nvGrpSpPr>
      <p:grpSpPr>
        <a:xfrm>
          <a:off x="0" y="0"/>
          <a:ext cx="0" cy="0"/>
          <a:chOff x="0" y="0"/>
          <a:chExt cx="0" cy="0"/>
        </a:xfrm>
      </p:grpSpPr>
      <p:sp>
        <p:nvSpPr>
          <p:cNvPr id="2446" name="Google Shape;2446;p226"/>
          <p:cNvSpPr/>
          <p:nvPr/>
        </p:nvSpPr>
        <p:spPr>
          <a:xfrm>
            <a:off x="0" y="3840480"/>
            <a:ext cx="9144000" cy="3017400"/>
          </a:xfrm>
          <a:prstGeom prst="rect">
            <a:avLst/>
          </a:prstGeom>
          <a:solidFill>
            <a:srgbClr val="ECECE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dk1"/>
              </a:solidFill>
              <a:latin typeface="Arial"/>
              <a:ea typeface="Arial"/>
              <a:cs typeface="Arial"/>
              <a:sym typeface="Arial"/>
            </a:endParaRPr>
          </a:p>
        </p:txBody>
      </p:sp>
      <p:sp>
        <p:nvSpPr>
          <p:cNvPr id="2447" name="Google Shape;2447;p226"/>
          <p:cNvSpPr txBox="1"/>
          <p:nvPr/>
        </p:nvSpPr>
        <p:spPr>
          <a:xfrm>
            <a:off x="-1481036" y="-1750979"/>
            <a:ext cx="0" cy="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50"/>
              <a:buFont typeface="Arial"/>
              <a:buNone/>
            </a:pPr>
            <a:r>
              <a:t/>
            </a:r>
            <a:endParaRPr sz="1350">
              <a:solidFill>
                <a:schemeClr val="dk1"/>
              </a:solidFill>
              <a:latin typeface="Arial"/>
              <a:ea typeface="Arial"/>
              <a:cs typeface="Arial"/>
              <a:sym typeface="Arial"/>
            </a:endParaRPr>
          </a:p>
        </p:txBody>
      </p:sp>
      <p:sp>
        <p:nvSpPr>
          <p:cNvPr id="2448" name="Google Shape;2448;p226"/>
          <p:cNvSpPr txBox="1"/>
          <p:nvPr/>
        </p:nvSpPr>
        <p:spPr>
          <a:xfrm>
            <a:off x="6167470" y="6402070"/>
            <a:ext cx="2357100" cy="1830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2449" name="Google Shape;2449;p226"/>
          <p:cNvSpPr txBox="1"/>
          <p:nvPr/>
        </p:nvSpPr>
        <p:spPr>
          <a:xfrm>
            <a:off x="8524494" y="6317731"/>
            <a:ext cx="342900" cy="2745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descr="UST" id="2450" name="Google Shape;2450;p226"/>
          <p:cNvSpPr/>
          <p:nvPr/>
        </p:nvSpPr>
        <p:spPr>
          <a:xfrm>
            <a:off x="274320" y="6238277"/>
            <a:ext cx="240030" cy="354094"/>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451" name="Google Shape;2451;p226"/>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2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bottom callout bar">
  <p:cSld name="Title Only + bottom callout bar">
    <p:spTree>
      <p:nvGrpSpPr>
        <p:cNvPr id="2452" name="Shape 2452"/>
        <p:cNvGrpSpPr/>
        <p:nvPr/>
      </p:nvGrpSpPr>
      <p:grpSpPr>
        <a:xfrm>
          <a:off x="0" y="0"/>
          <a:ext cx="0" cy="0"/>
          <a:chOff x="0" y="0"/>
          <a:chExt cx="0" cy="0"/>
        </a:xfrm>
      </p:grpSpPr>
      <p:sp>
        <p:nvSpPr>
          <p:cNvPr id="2453" name="Google Shape;2453;p227"/>
          <p:cNvSpPr/>
          <p:nvPr/>
        </p:nvSpPr>
        <p:spPr>
          <a:xfrm>
            <a:off x="-1143" y="6114426"/>
            <a:ext cx="9144000" cy="587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2454" name="Google Shape;2454;p227"/>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Logo, icon&#10;&#10;Description automatically generated" id="2455" name="Google Shape;2455;p227"/>
          <p:cNvPicPr preferRelativeResize="0"/>
          <p:nvPr/>
        </p:nvPicPr>
        <p:blipFill rotWithShape="1">
          <a:blip r:embed="rId2">
            <a:alphaModFix/>
          </a:blip>
          <a:srcRect b="0" l="0" r="0" t="0"/>
          <a:stretch/>
        </p:blipFill>
        <p:spPr>
          <a:xfrm>
            <a:off x="274320" y="6234730"/>
            <a:ext cx="243731" cy="359182"/>
          </a:xfrm>
          <a:prstGeom prst="rect">
            <a:avLst/>
          </a:prstGeom>
          <a:noFill/>
          <a:ln>
            <a:noFill/>
          </a:ln>
        </p:spPr>
      </p:pic>
      <p:sp>
        <p:nvSpPr>
          <p:cNvPr id="2456" name="Google Shape;2456;p227"/>
          <p:cNvSpPr txBox="1"/>
          <p:nvPr/>
        </p:nvSpPr>
        <p:spPr>
          <a:xfrm>
            <a:off x="8524494" y="6317731"/>
            <a:ext cx="342900" cy="2745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600">
                <a:solidFill>
                  <a:schemeClr val="dk1"/>
                </a:solidFill>
                <a:latin typeface="Arial"/>
                <a:ea typeface="Arial"/>
                <a:cs typeface="Arial"/>
                <a:sym typeface="Arial"/>
              </a:rPr>
              <a:t> </a:t>
            </a:r>
            <a:fld id="{00000000-1234-1234-1234-123412341234}" type="slidenum">
              <a:rPr lang="en-US" sz="600">
                <a:solidFill>
                  <a:schemeClr val="dk1"/>
                </a:solidFill>
                <a:latin typeface="Arial"/>
                <a:ea typeface="Arial"/>
                <a:cs typeface="Arial"/>
                <a:sym typeface="Arial"/>
              </a:rPr>
              <a:t>‹#›</a:t>
            </a:fld>
            <a:endParaRPr sz="600">
              <a:solidFill>
                <a:schemeClr val="dk1"/>
              </a:solidFill>
              <a:latin typeface="Arial"/>
              <a:ea typeface="Arial"/>
              <a:cs typeface="Arial"/>
              <a:sym typeface="Arial"/>
            </a:endParaRPr>
          </a:p>
        </p:txBody>
      </p:sp>
      <p:sp>
        <p:nvSpPr>
          <p:cNvPr id="2457" name="Google Shape;2457;p227"/>
          <p:cNvSpPr txBox="1"/>
          <p:nvPr/>
        </p:nvSpPr>
        <p:spPr>
          <a:xfrm>
            <a:off x="6167470" y="6402070"/>
            <a:ext cx="2357100" cy="1830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2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out UST summary" showMasterSp="0">
  <p:cSld name="About UST summary">
    <p:bg>
      <p:bgPr>
        <a:solidFill>
          <a:schemeClr val="lt1"/>
        </a:solidFill>
      </p:bgPr>
    </p:bg>
    <p:spTree>
      <p:nvGrpSpPr>
        <p:cNvPr id="2458" name="Shape 2458"/>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2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459" name="Shape 2459"/>
        <p:cNvGrpSpPr/>
        <p:nvPr/>
      </p:nvGrpSpPr>
      <p:grpSpPr>
        <a:xfrm>
          <a:off x="0" y="0"/>
          <a:ext cx="0" cy="0"/>
          <a:chOff x="0" y="0"/>
          <a:chExt cx="0" cy="0"/>
        </a:xfrm>
      </p:grpSpPr>
      <p:sp>
        <p:nvSpPr>
          <p:cNvPr id="2460" name="Google Shape;2460;p229"/>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461" name="Shape 2461"/>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guide id="2" orient="horz" pos="4148">
          <p15:clr>
            <a:srgbClr val="FBAE40"/>
          </p15:clr>
        </p15:guide>
        <p15:guide id="3" orient="horz" pos="1152">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s">
  <p:cSld name="Questions">
    <p:spTree>
      <p:nvGrpSpPr>
        <p:cNvPr id="2462" name="Shape 2462"/>
        <p:cNvGrpSpPr/>
        <p:nvPr/>
      </p:nvGrpSpPr>
      <p:grpSpPr>
        <a:xfrm>
          <a:off x="0" y="0"/>
          <a:ext cx="0" cy="0"/>
          <a:chOff x="0" y="0"/>
          <a:chExt cx="0" cy="0"/>
        </a:xfrm>
      </p:grpSpPr>
      <p:sp>
        <p:nvSpPr>
          <p:cNvPr id="2463" name="Google Shape;2463;p231"/>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Icon&#10;&#10;Description automatically generated with medium confidence" id="2464" name="Google Shape;2464;p231"/>
          <p:cNvPicPr preferRelativeResize="0"/>
          <p:nvPr/>
        </p:nvPicPr>
        <p:blipFill rotWithShape="1">
          <a:blip r:embed="rId2">
            <a:alphaModFix/>
          </a:blip>
          <a:srcRect b="0" l="0" r="0" t="0"/>
          <a:stretch/>
        </p:blipFill>
        <p:spPr>
          <a:xfrm>
            <a:off x="3677697" y="365761"/>
            <a:ext cx="4581421" cy="610855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boundless impact slide 01">
  <p:cSld name="Closing boundless impact slide 01">
    <p:spTree>
      <p:nvGrpSpPr>
        <p:cNvPr id="2465" name="Shape 2465"/>
        <p:cNvGrpSpPr/>
        <p:nvPr/>
      </p:nvGrpSpPr>
      <p:grpSpPr>
        <a:xfrm>
          <a:off x="0" y="0"/>
          <a:ext cx="0" cy="0"/>
          <a:chOff x="0" y="0"/>
          <a:chExt cx="0" cy="0"/>
        </a:xfrm>
      </p:grpSpPr>
      <p:sp>
        <p:nvSpPr>
          <p:cNvPr id="2466" name="Google Shape;2466;p232"/>
          <p:cNvSpPr/>
          <p:nvPr/>
        </p:nvSpPr>
        <p:spPr>
          <a:xfrm>
            <a:off x="770467" y="1715911"/>
            <a:ext cx="4453500" cy="38835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lt1"/>
              </a:solidFill>
              <a:latin typeface="Arial"/>
              <a:ea typeface="Arial"/>
              <a:cs typeface="Arial"/>
              <a:sym typeface="Arial"/>
            </a:endParaRPr>
          </a:p>
        </p:txBody>
      </p:sp>
      <p:sp>
        <p:nvSpPr>
          <p:cNvPr id="2467" name="Google Shape;2467;p232"/>
          <p:cNvSpPr txBox="1"/>
          <p:nvPr/>
        </p:nvSpPr>
        <p:spPr>
          <a:xfrm>
            <a:off x="1028997" y="2997201"/>
            <a:ext cx="3664800" cy="233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0" i="0" lang="en-US" sz="3600" u="none" cap="none" strike="noStrike">
                <a:solidFill>
                  <a:srgbClr val="FFFFFF"/>
                </a:solidFill>
                <a:latin typeface="Arial"/>
                <a:ea typeface="Arial"/>
                <a:cs typeface="Arial"/>
                <a:sym typeface="Arial"/>
              </a:rPr>
              <a:t>Together, we build for boundless impact</a:t>
            </a:r>
            <a:endParaRPr b="0" sz="18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boundless impact slide">
  <p:cSld name="Closing boundless impact slide">
    <p:bg>
      <p:bgPr>
        <a:solidFill>
          <a:srgbClr val="231F20"/>
        </a:solidFill>
      </p:bgPr>
    </p:bg>
    <p:spTree>
      <p:nvGrpSpPr>
        <p:cNvPr id="2468" name="Shape 2468"/>
        <p:cNvGrpSpPr/>
        <p:nvPr/>
      </p:nvGrpSpPr>
      <p:grpSpPr>
        <a:xfrm>
          <a:off x="0" y="0"/>
          <a:ext cx="0" cy="0"/>
          <a:chOff x="0" y="0"/>
          <a:chExt cx="0" cy="0"/>
        </a:xfrm>
      </p:grpSpPr>
      <p:sp>
        <p:nvSpPr>
          <p:cNvPr id="2469" name="Google Shape;2469;p233"/>
          <p:cNvSpPr txBox="1"/>
          <p:nvPr/>
        </p:nvSpPr>
        <p:spPr>
          <a:xfrm>
            <a:off x="275463" y="2937933"/>
            <a:ext cx="8593200" cy="982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Together, we build for boundless impact</a:t>
            </a:r>
            <a:endParaRPr sz="1350">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494">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showMasterSp="0">
  <p:cSld name="End Slide">
    <p:bg>
      <p:bgPr>
        <a:solidFill>
          <a:schemeClr val="lt1"/>
        </a:solidFill>
      </p:bgPr>
    </p:bg>
    <p:spTree>
      <p:nvGrpSpPr>
        <p:cNvPr id="2470" name="Shape 2470"/>
        <p:cNvGrpSpPr/>
        <p:nvPr/>
      </p:nvGrpSpPr>
      <p:grpSpPr>
        <a:xfrm>
          <a:off x="0" y="0"/>
          <a:ext cx="0" cy="0"/>
          <a:chOff x="0" y="0"/>
          <a:chExt cx="0" cy="0"/>
        </a:xfrm>
      </p:grpSpPr>
      <p:sp>
        <p:nvSpPr>
          <p:cNvPr id="2471" name="Google Shape;2471;p234"/>
          <p:cNvSpPr/>
          <p:nvPr/>
        </p:nvSpPr>
        <p:spPr>
          <a:xfrm>
            <a:off x="891541" y="1234441"/>
            <a:ext cx="8252400" cy="5623500"/>
          </a:xfrm>
          <a:prstGeom prst="rect">
            <a:avLst/>
          </a:prstGeom>
          <a:solidFill>
            <a:srgbClr val="006E7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350">
              <a:solidFill>
                <a:schemeClr val="dk1"/>
              </a:solidFill>
              <a:latin typeface="Arial"/>
              <a:ea typeface="Arial"/>
              <a:cs typeface="Arial"/>
              <a:sym typeface="Arial"/>
            </a:endParaRPr>
          </a:p>
        </p:txBody>
      </p:sp>
      <p:sp>
        <p:nvSpPr>
          <p:cNvPr descr="UST" id="2472" name="Google Shape;2472;p234"/>
          <p:cNvSpPr/>
          <p:nvPr/>
        </p:nvSpPr>
        <p:spPr>
          <a:xfrm>
            <a:off x="273844" y="358775"/>
            <a:ext cx="548636" cy="809170"/>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473" name="Google Shape;2473;p234"/>
          <p:cNvSpPr txBox="1"/>
          <p:nvPr/>
        </p:nvSpPr>
        <p:spPr>
          <a:xfrm>
            <a:off x="1276540" y="1585468"/>
            <a:ext cx="5383800" cy="2105100"/>
          </a:xfrm>
          <a:prstGeom prst="rect">
            <a:avLst/>
          </a:prstGeom>
          <a:noFill/>
          <a:ln>
            <a:noFill/>
          </a:ln>
        </p:spPr>
        <p:txBody>
          <a:bodyPr anchorCtr="0" anchor="b" bIns="0" lIns="0" spcFirstLastPara="1" rIns="0" wrap="square" tIns="0">
            <a:noAutofit/>
          </a:bodyPr>
          <a:lstStyle/>
          <a:p>
            <a:pPr indent="0" lvl="0" marL="0" marR="0" rtl="0" algn="l">
              <a:lnSpc>
                <a:spcPct val="90000"/>
              </a:lnSpc>
              <a:spcBef>
                <a:spcPts val="0"/>
              </a:spcBef>
              <a:spcAft>
                <a:spcPts val="0"/>
              </a:spcAft>
              <a:buClr>
                <a:schemeClr val="lt1"/>
              </a:buClr>
              <a:buSzPts val="3600"/>
              <a:buFont typeface="Arial"/>
              <a:buNone/>
            </a:pPr>
            <a:r>
              <a:rPr b="0" lang="en-US" sz="3600">
                <a:solidFill>
                  <a:schemeClr val="lt1"/>
                </a:solidFill>
                <a:latin typeface="Arial"/>
                <a:ea typeface="Arial"/>
                <a:cs typeface="Arial"/>
                <a:sym typeface="Arial"/>
              </a:rPr>
              <a:t>Thank you</a:t>
            </a:r>
            <a:endParaRPr/>
          </a:p>
        </p:txBody>
      </p:sp>
      <p:sp>
        <p:nvSpPr>
          <p:cNvPr id="2474" name="Google Shape;2474;p234"/>
          <p:cNvSpPr txBox="1"/>
          <p:nvPr>
            <p:ph idx="1" type="body"/>
          </p:nvPr>
        </p:nvSpPr>
        <p:spPr>
          <a:xfrm>
            <a:off x="1276540" y="4893617"/>
            <a:ext cx="5383800" cy="11520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lt1"/>
              </a:buClr>
              <a:buSzPts val="1200"/>
              <a:buFont typeface="Arial"/>
              <a:buNone/>
              <a:defRPr sz="1200">
                <a:solidFill>
                  <a:schemeClr val="lt1"/>
                </a:solidFill>
                <a:latin typeface="Arial"/>
                <a:ea typeface="Arial"/>
                <a:cs typeface="Arial"/>
                <a:sym typeface="Arial"/>
              </a:defRPr>
            </a:lvl1pPr>
            <a:lvl2pPr indent="-228600" lvl="1" marL="914400" algn="l">
              <a:lnSpc>
                <a:spcPct val="100000"/>
              </a:lnSpc>
              <a:spcBef>
                <a:spcPts val="0"/>
              </a:spcBef>
              <a:spcAft>
                <a:spcPts val="0"/>
              </a:spcAft>
              <a:buClr>
                <a:schemeClr val="lt1"/>
              </a:buClr>
              <a:buSzPts val="1200"/>
              <a:buFont typeface="Arial"/>
              <a:buNone/>
              <a:defRPr sz="1200">
                <a:solidFill>
                  <a:schemeClr val="lt1"/>
                </a:solidFill>
              </a:defRPr>
            </a:lvl2pPr>
            <a:lvl3pPr indent="-228600" lvl="2" marL="1371600" algn="l">
              <a:lnSpc>
                <a:spcPct val="100000"/>
              </a:lnSpc>
              <a:spcBef>
                <a:spcPts val="0"/>
              </a:spcBef>
              <a:spcAft>
                <a:spcPts val="0"/>
              </a:spcAft>
              <a:buClr>
                <a:schemeClr val="lt1"/>
              </a:buClr>
              <a:buSzPts val="1200"/>
              <a:buFont typeface="Arial"/>
              <a:buNone/>
              <a:defRPr sz="1200">
                <a:solidFill>
                  <a:schemeClr val="lt1"/>
                </a:solidFill>
              </a:defRPr>
            </a:lvl3pPr>
            <a:lvl4pPr indent="-228600" lvl="3" marL="1828800" algn="l">
              <a:lnSpc>
                <a:spcPct val="100000"/>
              </a:lnSpc>
              <a:spcBef>
                <a:spcPts val="0"/>
              </a:spcBef>
              <a:spcAft>
                <a:spcPts val="0"/>
              </a:spcAft>
              <a:buClr>
                <a:schemeClr val="lt1"/>
              </a:buClr>
              <a:buSzPts val="1200"/>
              <a:buFont typeface="Arial"/>
              <a:buNone/>
              <a:defRPr sz="1200">
                <a:solidFill>
                  <a:schemeClr val="lt1"/>
                </a:solidFill>
              </a:defRPr>
            </a:lvl4pPr>
            <a:lvl5pPr indent="-228600" lvl="4" marL="2286000" algn="l">
              <a:lnSpc>
                <a:spcPct val="100000"/>
              </a:lnSpc>
              <a:spcBef>
                <a:spcPts val="0"/>
              </a:spcBef>
              <a:spcAft>
                <a:spcPts val="0"/>
              </a:spcAft>
              <a:buClr>
                <a:schemeClr val="lt1"/>
              </a:buClr>
              <a:buSzPts val="1200"/>
              <a:buFont typeface="Arial"/>
              <a:buNone/>
              <a:defRPr sz="1200">
                <a:solidFill>
                  <a:schemeClr val="lt1"/>
                </a:solidFill>
              </a:defRPr>
            </a:lvl5pPr>
            <a:lvl6pPr indent="-228600" lvl="5" marL="2743200" algn="l">
              <a:lnSpc>
                <a:spcPct val="100000"/>
              </a:lnSpc>
              <a:spcBef>
                <a:spcPts val="0"/>
              </a:spcBef>
              <a:spcAft>
                <a:spcPts val="0"/>
              </a:spcAft>
              <a:buClr>
                <a:schemeClr val="lt1"/>
              </a:buClr>
              <a:buSzPts val="1200"/>
              <a:buFont typeface="Arial"/>
              <a:buNone/>
              <a:defRPr sz="1200">
                <a:solidFill>
                  <a:schemeClr val="lt1"/>
                </a:solidFill>
              </a:defRPr>
            </a:lvl6pPr>
            <a:lvl7pPr indent="-228600" lvl="6" marL="3200400" algn="l">
              <a:lnSpc>
                <a:spcPct val="100000"/>
              </a:lnSpc>
              <a:spcBef>
                <a:spcPts val="0"/>
              </a:spcBef>
              <a:spcAft>
                <a:spcPts val="0"/>
              </a:spcAft>
              <a:buClr>
                <a:schemeClr val="lt1"/>
              </a:buClr>
              <a:buSzPts val="1200"/>
              <a:buFont typeface="Arial"/>
              <a:buNone/>
              <a:defRPr sz="1200">
                <a:solidFill>
                  <a:schemeClr val="lt1"/>
                </a:solidFill>
              </a:defRPr>
            </a:lvl7pPr>
            <a:lvl8pPr indent="-228600" lvl="7" marL="3657600" algn="l">
              <a:lnSpc>
                <a:spcPct val="100000"/>
              </a:lnSpc>
              <a:spcBef>
                <a:spcPts val="0"/>
              </a:spcBef>
              <a:spcAft>
                <a:spcPts val="0"/>
              </a:spcAft>
              <a:buClr>
                <a:schemeClr val="lt1"/>
              </a:buClr>
              <a:buSzPts val="1200"/>
              <a:buFont typeface="Arial"/>
              <a:buNone/>
              <a:defRPr sz="1200">
                <a:solidFill>
                  <a:schemeClr val="lt1"/>
                </a:solidFill>
              </a:defRPr>
            </a:lvl8pPr>
            <a:lvl9pPr indent="-228600" lvl="8" marL="4114800" algn="l">
              <a:lnSpc>
                <a:spcPct val="100000"/>
              </a:lnSpc>
              <a:spcBef>
                <a:spcPts val="0"/>
              </a:spcBef>
              <a:spcAft>
                <a:spcPts val="0"/>
              </a:spcAft>
              <a:buClr>
                <a:schemeClr val="lt1"/>
              </a:buClr>
              <a:buSzPts val="1200"/>
              <a:buFont typeface="Arial"/>
              <a:buNone/>
              <a:defRPr sz="1200">
                <a:solidFill>
                  <a:schemeClr val="lt1"/>
                </a:solidFill>
              </a:defRPr>
            </a:lvl9pPr>
          </a:lstStyle>
          <a:p/>
        </p:txBody>
      </p:sp>
      <p:sp>
        <p:nvSpPr>
          <p:cNvPr id="2475" name="Google Shape;2475;p234"/>
          <p:cNvSpPr txBox="1"/>
          <p:nvPr/>
        </p:nvSpPr>
        <p:spPr>
          <a:xfrm>
            <a:off x="6891337" y="4893618"/>
            <a:ext cx="1976400" cy="15987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lt1"/>
              </a:buClr>
              <a:buSzPts val="1200"/>
              <a:buFont typeface="Arial"/>
              <a:buNone/>
            </a:pPr>
            <a:r>
              <a:rPr b="1" lang="en-US" sz="1200">
                <a:solidFill>
                  <a:schemeClr val="lt1"/>
                </a:solidFill>
                <a:latin typeface="Arial"/>
                <a:ea typeface="Arial"/>
                <a:cs typeface="Arial"/>
                <a:sym typeface="Arial"/>
              </a:rPr>
              <a:t>ust.com</a:t>
            </a:r>
            <a:endParaRPr/>
          </a:p>
        </p:txBody>
      </p:sp>
      <p:sp>
        <p:nvSpPr>
          <p:cNvPr id="2476" name="Google Shape;2476;p234"/>
          <p:cNvSpPr txBox="1"/>
          <p:nvPr/>
        </p:nvSpPr>
        <p:spPr>
          <a:xfrm>
            <a:off x="1276539" y="6045617"/>
            <a:ext cx="5383800" cy="4467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chemeClr val="lt1"/>
              </a:buClr>
              <a:buSzPts val="1200"/>
              <a:buFont typeface="Arial"/>
              <a:buNone/>
            </a:pPr>
            <a:r>
              <a:rPr b="1" lang="en-US" sz="1200">
                <a:solidFill>
                  <a:schemeClr val="lt1"/>
                </a:solidFill>
                <a:latin typeface="Arial"/>
                <a:ea typeface="Arial"/>
                <a:cs typeface="Arial"/>
                <a:sym typeface="Arial"/>
              </a:rPr>
              <a:t>Digital solutions | Platforms | Engineering, R&amp;D and Products</a:t>
            </a:r>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5788">
          <p15:clr>
            <a:srgbClr val="FBAE40"/>
          </p15:clr>
        </p15:guide>
        <p15:guide id="2" orient="horz" pos="4090">
          <p15:clr>
            <a:srgbClr val="FBAE40"/>
          </p15:clr>
        </p15:guide>
        <p15:guide id="3" pos="5594">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slide">
  <p:cSld name="Appendix slide">
    <p:bg>
      <p:bgPr>
        <a:solidFill>
          <a:srgbClr val="006E74"/>
        </a:solidFill>
      </p:bgPr>
    </p:bg>
    <p:spTree>
      <p:nvGrpSpPr>
        <p:cNvPr id="2477" name="Shape 2477"/>
        <p:cNvGrpSpPr/>
        <p:nvPr/>
      </p:nvGrpSpPr>
      <p:grpSpPr>
        <a:xfrm>
          <a:off x="0" y="0"/>
          <a:ext cx="0" cy="0"/>
          <a:chOff x="0" y="0"/>
          <a:chExt cx="0" cy="0"/>
        </a:xfrm>
      </p:grpSpPr>
      <p:sp>
        <p:nvSpPr>
          <p:cNvPr id="2478" name="Google Shape;2478;p235"/>
          <p:cNvSpPr txBox="1"/>
          <p:nvPr>
            <p:ph idx="1" type="body"/>
          </p:nvPr>
        </p:nvSpPr>
        <p:spPr>
          <a:xfrm>
            <a:off x="274320" y="4114800"/>
            <a:ext cx="6378900" cy="19686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lt1"/>
              </a:buClr>
              <a:buSzPts val="1350"/>
              <a:buChar char="•"/>
              <a:defRPr>
                <a:latin typeface="Arial"/>
                <a:ea typeface="Arial"/>
                <a:cs typeface="Arial"/>
                <a:sym typeface="Arial"/>
              </a:defRPr>
            </a:lvl1pPr>
            <a:lvl2pPr indent="-342900" lvl="1" marL="914400" algn="l">
              <a:lnSpc>
                <a:spcPct val="100000"/>
              </a:lnSpc>
              <a:spcBef>
                <a:spcPts val="225"/>
              </a:spcBef>
              <a:spcAft>
                <a:spcPts val="0"/>
              </a:spcAft>
              <a:buClr>
                <a:schemeClr val="lt1"/>
              </a:buClr>
              <a:buSzPts val="1800"/>
              <a:buChar char="–"/>
              <a:defRPr/>
            </a:lvl2pPr>
            <a:lvl3pPr indent="-342900" lvl="2" marL="1371600" algn="l">
              <a:lnSpc>
                <a:spcPct val="100000"/>
              </a:lnSpc>
              <a:spcBef>
                <a:spcPts val="225"/>
              </a:spcBef>
              <a:spcAft>
                <a:spcPts val="0"/>
              </a:spcAft>
              <a:buClr>
                <a:schemeClr val="lt1"/>
              </a:buClr>
              <a:buSzPts val="1800"/>
              <a:buChar char="–"/>
              <a:defRPr/>
            </a:lvl3pPr>
            <a:lvl4pPr indent="-342900" lvl="3" marL="1828800" algn="l">
              <a:lnSpc>
                <a:spcPct val="100000"/>
              </a:lnSpc>
              <a:spcBef>
                <a:spcPts val="225"/>
              </a:spcBef>
              <a:spcAft>
                <a:spcPts val="0"/>
              </a:spcAft>
              <a:buClr>
                <a:schemeClr val="lt1"/>
              </a:buClr>
              <a:buSzPts val="1800"/>
              <a:buChar char="–"/>
              <a:defRPr/>
            </a:lvl4pPr>
            <a:lvl5pPr indent="-342900" lvl="4" marL="2286000" algn="l">
              <a:lnSpc>
                <a:spcPct val="100000"/>
              </a:lnSpc>
              <a:spcBef>
                <a:spcPts val="225"/>
              </a:spcBef>
              <a:spcAft>
                <a:spcPts val="0"/>
              </a:spcAft>
              <a:buClr>
                <a:schemeClr val="lt1"/>
              </a:buClr>
              <a:buSzPts val="1800"/>
              <a:buChar char="–"/>
              <a:defRPr/>
            </a:lvl5pPr>
            <a:lvl6pPr indent="-342900" lvl="5" marL="2743200" algn="l">
              <a:lnSpc>
                <a:spcPct val="100000"/>
              </a:lnSpc>
              <a:spcBef>
                <a:spcPts val="225"/>
              </a:spcBef>
              <a:spcAft>
                <a:spcPts val="0"/>
              </a:spcAft>
              <a:buClr>
                <a:schemeClr val="lt1"/>
              </a:buClr>
              <a:buSzPts val="1800"/>
              <a:buChar char="–"/>
              <a:defRPr/>
            </a:lvl6pPr>
            <a:lvl7pPr indent="-342900" lvl="6" marL="3200400" algn="l">
              <a:lnSpc>
                <a:spcPct val="100000"/>
              </a:lnSpc>
              <a:spcBef>
                <a:spcPts val="225"/>
              </a:spcBef>
              <a:spcAft>
                <a:spcPts val="0"/>
              </a:spcAft>
              <a:buClr>
                <a:schemeClr val="lt1"/>
              </a:buClr>
              <a:buSzPts val="1800"/>
              <a:buChar char="–"/>
              <a:defRPr/>
            </a:lvl7pPr>
            <a:lvl8pPr indent="-342900" lvl="7" marL="3657600" algn="l">
              <a:lnSpc>
                <a:spcPct val="100000"/>
              </a:lnSpc>
              <a:spcBef>
                <a:spcPts val="225"/>
              </a:spcBef>
              <a:spcAft>
                <a:spcPts val="0"/>
              </a:spcAft>
              <a:buClr>
                <a:schemeClr val="lt1"/>
              </a:buClr>
              <a:buSzPts val="1800"/>
              <a:buChar char="–"/>
              <a:defRPr/>
            </a:lvl8pPr>
            <a:lvl9pPr indent="-342900" lvl="8" marL="4114800" algn="l">
              <a:lnSpc>
                <a:spcPct val="100000"/>
              </a:lnSpc>
              <a:spcBef>
                <a:spcPts val="225"/>
              </a:spcBef>
              <a:spcAft>
                <a:spcPts val="0"/>
              </a:spcAft>
              <a:buClr>
                <a:schemeClr val="lt1"/>
              </a:buClr>
              <a:buSzPts val="1800"/>
              <a:buChar char="–"/>
              <a:defRPr/>
            </a:lvl9pPr>
          </a:lstStyle>
          <a:p/>
        </p:txBody>
      </p:sp>
      <p:sp>
        <p:nvSpPr>
          <p:cNvPr id="2479" name="Google Shape;2479;p235"/>
          <p:cNvSpPr txBox="1"/>
          <p:nvPr/>
        </p:nvSpPr>
        <p:spPr>
          <a:xfrm>
            <a:off x="274320" y="1737360"/>
            <a:ext cx="5026800" cy="2103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0" i="0" lang="en-US" sz="3600" u="none" cap="none" strike="noStrike">
                <a:solidFill>
                  <a:srgbClr val="FFFFFF"/>
                </a:solidFill>
                <a:latin typeface="Arial"/>
                <a:ea typeface="Arial"/>
                <a:cs typeface="Arial"/>
                <a:sym typeface="Arial"/>
              </a:rPr>
              <a:t>Appendix</a:t>
            </a:r>
            <a:endParaRPr b="0" sz="3600">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5588">
          <p15:clr>
            <a:srgbClr val="FBAE40"/>
          </p15:clr>
        </p15:guide>
        <p15:guide id="2" orient="horz" pos="3832">
          <p15:clr>
            <a:srgbClr val="FBAE40"/>
          </p15:clr>
        </p15:guide>
        <p15:guide id="3" orient="horz" pos="4148">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pyright and Confidentiality">
  <p:cSld name="Copyright and Confidentiality">
    <p:spTree>
      <p:nvGrpSpPr>
        <p:cNvPr id="2480" name="Shape 2480"/>
        <p:cNvGrpSpPr/>
        <p:nvPr/>
      </p:nvGrpSpPr>
      <p:grpSpPr>
        <a:xfrm>
          <a:off x="0" y="0"/>
          <a:ext cx="0" cy="0"/>
          <a:chOff x="0" y="0"/>
          <a:chExt cx="0" cy="0"/>
        </a:xfrm>
      </p:grpSpPr>
      <p:sp>
        <p:nvSpPr>
          <p:cNvPr id="2481" name="Google Shape;2481;p236"/>
          <p:cNvSpPr txBox="1"/>
          <p:nvPr/>
        </p:nvSpPr>
        <p:spPr>
          <a:xfrm>
            <a:off x="274321" y="365760"/>
            <a:ext cx="6138300" cy="91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2400"/>
              <a:buFont typeface="Arial"/>
              <a:buNone/>
            </a:pPr>
            <a:r>
              <a:rPr b="0" lang="en-US" sz="2400">
                <a:solidFill>
                  <a:schemeClr val="dk1"/>
                </a:solidFill>
                <a:latin typeface="Arial"/>
                <a:ea typeface="Arial"/>
                <a:cs typeface="Arial"/>
                <a:sym typeface="Arial"/>
              </a:rPr>
              <a:t>Copyright and confidentiality notice</a:t>
            </a:r>
            <a:endParaRPr/>
          </a:p>
        </p:txBody>
      </p:sp>
      <p:sp>
        <p:nvSpPr>
          <p:cNvPr id="2482" name="Google Shape;2482;p236"/>
          <p:cNvSpPr txBox="1"/>
          <p:nvPr/>
        </p:nvSpPr>
        <p:spPr>
          <a:xfrm>
            <a:off x="274321" y="1828800"/>
            <a:ext cx="6138000" cy="425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350">
                <a:solidFill>
                  <a:schemeClr val="dk1"/>
                </a:solidFill>
                <a:latin typeface="Arial"/>
                <a:ea typeface="Arial"/>
                <a:cs typeface="Arial"/>
                <a:sym typeface="Arial"/>
              </a:rPr>
              <a:t>Copyright © 2026 by UST Global Inc. All rights reserved.</a:t>
            </a:r>
            <a:endParaRPr/>
          </a:p>
          <a:p>
            <a:pPr indent="0" lvl="0" marL="0" marR="0" rtl="0" algn="l">
              <a:lnSpc>
                <a:spcPct val="100000"/>
              </a:lnSpc>
              <a:spcBef>
                <a:spcPts val="900"/>
              </a:spcBef>
              <a:spcAft>
                <a:spcPts val="0"/>
              </a:spcAft>
              <a:buNone/>
            </a:pPr>
            <a:r>
              <a:rPr lang="en-US" sz="1350">
                <a:solidFill>
                  <a:schemeClr val="dk1"/>
                </a:solidFill>
                <a:latin typeface="Arial"/>
                <a:ea typeface="Arial"/>
                <a:cs typeface="Arial"/>
                <a:sym typeface="Arial"/>
              </a:rPr>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endParaRPr/>
          </a:p>
          <a:p>
            <a:pPr indent="0" lvl="0" marL="0" marR="0" rtl="0" algn="l">
              <a:lnSpc>
                <a:spcPct val="100000"/>
              </a:lnSpc>
              <a:spcBef>
                <a:spcPts val="900"/>
              </a:spcBef>
              <a:spcAft>
                <a:spcPts val="0"/>
              </a:spcAft>
              <a:buNone/>
            </a:pPr>
            <a:r>
              <a:rPr lang="en-US" sz="1350">
                <a:solidFill>
                  <a:schemeClr val="dk1"/>
                </a:solidFill>
                <a:latin typeface="Arial"/>
                <a:ea typeface="Arial"/>
                <a:cs typeface="Arial"/>
                <a:sym typeface="Arial"/>
              </a:rPr>
              <a:t>UST</a:t>
            </a:r>
            <a:r>
              <a:rPr baseline="30000" lang="en-US" sz="1350">
                <a:solidFill>
                  <a:schemeClr val="dk1"/>
                </a:solidFill>
                <a:latin typeface="Arial"/>
                <a:ea typeface="Arial"/>
                <a:cs typeface="Arial"/>
                <a:sym typeface="Arial"/>
              </a:rPr>
              <a:t>®</a:t>
            </a:r>
            <a:r>
              <a:rPr lang="en-US" sz="1350">
                <a:solidFill>
                  <a:schemeClr val="dk1"/>
                </a:solidFill>
                <a:latin typeface="Arial"/>
                <a:ea typeface="Arial"/>
                <a:cs typeface="Arial"/>
                <a:sym typeface="Arial"/>
              </a:rPr>
              <a:t> is a registered service mark of UST Global Inc.</a:t>
            </a:r>
            <a:endParaRPr/>
          </a:p>
        </p:txBody>
      </p:sp>
      <p:sp>
        <p:nvSpPr>
          <p:cNvPr id="2483" name="Google Shape;2483;p236"/>
          <p:cNvSpPr/>
          <p:nvPr/>
        </p:nvSpPr>
        <p:spPr>
          <a:xfrm>
            <a:off x="6653212" y="1828800"/>
            <a:ext cx="2214300" cy="4254600"/>
          </a:xfrm>
          <a:prstGeom prst="rect">
            <a:avLst/>
          </a:prstGeom>
          <a:solidFill>
            <a:srgbClr val="ECECE1"/>
          </a:solidFill>
          <a:ln>
            <a:noFill/>
          </a:ln>
        </p:spPr>
        <p:txBody>
          <a:bodyPr anchorCtr="0" anchor="t" bIns="617200" lIns="240025" spcFirstLastPara="1" rIns="137150" wrap="square" tIns="240025">
            <a:noAutofit/>
          </a:bodyPr>
          <a:lstStyle/>
          <a:p>
            <a:pPr indent="0" lvl="0" marL="0" marR="0" rtl="0" algn="l">
              <a:lnSpc>
                <a:spcPct val="100000"/>
              </a:lnSpc>
              <a:spcBef>
                <a:spcPts val="0"/>
              </a:spcBef>
              <a:spcAft>
                <a:spcPts val="0"/>
              </a:spcAft>
              <a:buNone/>
            </a:pPr>
            <a:r>
              <a:rPr b="1" lang="en-US" sz="1350">
                <a:solidFill>
                  <a:schemeClr val="dk1"/>
                </a:solidFill>
                <a:latin typeface="Arial"/>
                <a:ea typeface="Arial"/>
                <a:cs typeface="Arial"/>
                <a:sym typeface="Arial"/>
              </a:rPr>
              <a:t>UST</a:t>
            </a:r>
            <a:endParaRPr/>
          </a:p>
          <a:p>
            <a:pPr indent="0" lvl="0" marL="0" marR="0" rtl="0" algn="l">
              <a:lnSpc>
                <a:spcPct val="100000"/>
              </a:lnSpc>
              <a:spcBef>
                <a:spcPts val="0"/>
              </a:spcBef>
              <a:spcAft>
                <a:spcPts val="0"/>
              </a:spcAft>
              <a:buNone/>
            </a:pPr>
            <a:r>
              <a:rPr b="0" lang="en-US" sz="1350">
                <a:solidFill>
                  <a:schemeClr val="dk1"/>
                </a:solidFill>
                <a:latin typeface="Arial"/>
                <a:ea typeface="Arial"/>
                <a:cs typeface="Arial"/>
                <a:sym typeface="Arial"/>
              </a:rPr>
              <a:t>101 Enterprise, Suite 300</a:t>
            </a:r>
            <a:endParaRPr/>
          </a:p>
          <a:p>
            <a:pPr indent="0" lvl="0" marL="0" marR="0" rtl="0" algn="l">
              <a:lnSpc>
                <a:spcPct val="100000"/>
              </a:lnSpc>
              <a:spcBef>
                <a:spcPts val="0"/>
              </a:spcBef>
              <a:spcAft>
                <a:spcPts val="0"/>
              </a:spcAft>
              <a:buNone/>
            </a:pPr>
            <a:r>
              <a:rPr b="0" lang="en-US" sz="1350">
                <a:solidFill>
                  <a:schemeClr val="dk1"/>
                </a:solidFill>
                <a:latin typeface="Arial"/>
                <a:ea typeface="Arial"/>
                <a:cs typeface="Arial"/>
                <a:sym typeface="Arial"/>
              </a:rPr>
              <a:t>Aliso Viejo, CA 92656</a:t>
            </a:r>
            <a:endParaRPr/>
          </a:p>
          <a:p>
            <a:pPr indent="0" lvl="0" marL="0" marR="0" rtl="0" algn="l">
              <a:lnSpc>
                <a:spcPct val="100000"/>
              </a:lnSpc>
              <a:spcBef>
                <a:spcPts val="900"/>
              </a:spcBef>
              <a:spcAft>
                <a:spcPts val="0"/>
              </a:spcAft>
              <a:buNone/>
            </a:pPr>
            <a:r>
              <a:rPr b="0" lang="en-US" sz="1350">
                <a:solidFill>
                  <a:schemeClr val="dk1"/>
                </a:solidFill>
                <a:latin typeface="Arial"/>
                <a:ea typeface="Arial"/>
                <a:cs typeface="Arial"/>
                <a:sym typeface="Arial"/>
              </a:rPr>
              <a:t>T +1 949 716 8757</a:t>
            </a:r>
            <a:endParaRPr/>
          </a:p>
          <a:p>
            <a:pPr indent="0" lvl="0" marL="0" marR="0" rtl="0" algn="l">
              <a:lnSpc>
                <a:spcPct val="100000"/>
              </a:lnSpc>
              <a:spcBef>
                <a:spcPts val="0"/>
              </a:spcBef>
              <a:spcAft>
                <a:spcPts val="0"/>
              </a:spcAft>
              <a:buNone/>
            </a:pPr>
            <a:r>
              <a:rPr b="0" lang="en-US" sz="1350">
                <a:solidFill>
                  <a:schemeClr val="dk1"/>
                </a:solidFill>
                <a:latin typeface="Arial"/>
                <a:ea typeface="Arial"/>
                <a:cs typeface="Arial"/>
                <a:sym typeface="Arial"/>
              </a:rPr>
              <a:t>F +1 949 716 8396</a:t>
            </a:r>
            <a:endParaRPr/>
          </a:p>
          <a:p>
            <a:pPr indent="0" lvl="0" marL="0" marR="0" rtl="0" algn="l">
              <a:lnSpc>
                <a:spcPct val="100000"/>
              </a:lnSpc>
              <a:spcBef>
                <a:spcPts val="900"/>
              </a:spcBef>
              <a:spcAft>
                <a:spcPts val="0"/>
              </a:spcAft>
              <a:buNone/>
            </a:pPr>
            <a:r>
              <a:rPr b="1" lang="en-US" sz="1350">
                <a:solidFill>
                  <a:schemeClr val="dk1"/>
                </a:solidFill>
                <a:latin typeface="Arial"/>
                <a:ea typeface="Arial"/>
                <a:cs typeface="Arial"/>
                <a:sym typeface="Arial"/>
              </a:rPr>
              <a:t>ust.com</a:t>
            </a:r>
            <a:endParaRPr/>
          </a:p>
        </p:txBody>
      </p:sp>
      <p:sp>
        <p:nvSpPr>
          <p:cNvPr id="2484" name="Google Shape;2484;p236">
            <a:hlinkClick r:id="rId2"/>
          </p:cNvPr>
          <p:cNvSpPr/>
          <p:nvPr/>
        </p:nvSpPr>
        <p:spPr>
          <a:xfrm>
            <a:off x="6897853" y="5537235"/>
            <a:ext cx="91373" cy="262850"/>
          </a:xfrm>
          <a:custGeom>
            <a:rect b="b" l="l" r="r" t="t"/>
            <a:pathLst>
              <a:path extrusionOk="0" h="690" w="321">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485" name="Google Shape;2485;p236">
            <a:hlinkClick r:id="rId3"/>
          </p:cNvPr>
          <p:cNvSpPr/>
          <p:nvPr/>
        </p:nvSpPr>
        <p:spPr>
          <a:xfrm>
            <a:off x="8187422" y="5537234"/>
            <a:ext cx="218072" cy="205199"/>
          </a:xfrm>
          <a:custGeom>
            <a:rect b="b" l="l" r="r" t="t"/>
            <a:pathLst>
              <a:path extrusionOk="0" h="538" w="76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486" name="Google Shape;2486;p236">
            <a:hlinkClick r:id="rId4"/>
          </p:cNvPr>
          <p:cNvSpPr/>
          <p:nvPr/>
        </p:nvSpPr>
        <p:spPr>
          <a:xfrm>
            <a:off x="7494325" y="5537235"/>
            <a:ext cx="192148" cy="244253"/>
          </a:xfrm>
          <a:custGeom>
            <a:rect b="b" l="l" r="r" t="t"/>
            <a:pathLst>
              <a:path extrusionOk="0" h="641" w="67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pic>
        <p:nvPicPr>
          <p:cNvPr id="2487" name="Google Shape;2487;p236">
            <a:hlinkClick r:id="rId5"/>
          </p:cNvPr>
          <p:cNvPicPr preferRelativeResize="0"/>
          <p:nvPr/>
        </p:nvPicPr>
        <p:blipFill rotWithShape="1">
          <a:blip r:embed="rId6">
            <a:alphaModFix/>
          </a:blip>
          <a:srcRect b="0" l="0" r="0" t="0"/>
          <a:stretch/>
        </p:blipFill>
        <p:spPr>
          <a:xfrm>
            <a:off x="7140048" y="5537234"/>
            <a:ext cx="203453" cy="245365"/>
          </a:xfrm>
          <a:prstGeom prst="rect">
            <a:avLst/>
          </a:prstGeom>
          <a:noFill/>
          <a:ln>
            <a:noFill/>
          </a:ln>
        </p:spPr>
      </p:pic>
      <p:pic>
        <p:nvPicPr>
          <p:cNvPr id="2488" name="Google Shape;2488;p236"/>
          <p:cNvPicPr preferRelativeResize="0"/>
          <p:nvPr/>
        </p:nvPicPr>
        <p:blipFill rotWithShape="1">
          <a:blip r:embed="rId7">
            <a:alphaModFix/>
          </a:blip>
          <a:srcRect b="0" l="0" r="0" t="0"/>
          <a:stretch/>
        </p:blipFill>
        <p:spPr>
          <a:xfrm>
            <a:off x="7837294" y="5539000"/>
            <a:ext cx="199306" cy="26574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150">
          <p15:clr>
            <a:srgbClr val="FBAE40"/>
          </p15:clr>
        </p15:guide>
        <p15:guide id="2" orient="horz" pos="3832">
          <p15:clr>
            <a:srgbClr val="FBAE40"/>
          </p15:clr>
        </p15:guide>
        <p15:guide id="3" pos="5588">
          <p15:clr>
            <a:srgbClr val="FBAE40"/>
          </p15:clr>
        </p15:guide>
        <p15:guide id="4" pos="5786">
          <p15:clr>
            <a:srgbClr val="FBAE40"/>
          </p15:clr>
        </p15:guide>
        <p15:guide id="5" orient="horz" pos="4148">
          <p15:clr>
            <a:srgbClr val="FBAE40"/>
          </p15:clr>
        </p15:guide>
        <p15:guide id="6" pos="5386">
          <p15:clr>
            <a:srgbClr val="FBAE40"/>
          </p15:clr>
        </p15:guide>
      </p15:sldGuideLst>
    </p:ext>
  </p:extLst>
</p:sldLayout>
</file>

<file path=ppt/slideLayouts/slideLayout2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89" name="Shape 2489"/>
        <p:cNvGrpSpPr/>
        <p:nvPr/>
      </p:nvGrpSpPr>
      <p:grpSpPr>
        <a:xfrm>
          <a:off x="0" y="0"/>
          <a:ext cx="0" cy="0"/>
          <a:chOff x="0" y="0"/>
          <a:chExt cx="0" cy="0"/>
        </a:xfrm>
      </p:grpSpPr>
      <p:sp>
        <p:nvSpPr>
          <p:cNvPr id="2490" name="Google Shape;2490;p237"/>
          <p:cNvSpPr txBox="1"/>
          <p:nvPr>
            <p:ph type="ctrTitle"/>
          </p:nvPr>
        </p:nvSpPr>
        <p:spPr>
          <a:xfrm>
            <a:off x="685800" y="2130425"/>
            <a:ext cx="7772400" cy="147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91" name="Google Shape;2491;p237"/>
          <p:cNvSpPr txBox="1"/>
          <p:nvPr>
            <p:ph idx="1" type="subTitle"/>
          </p:nvPr>
        </p:nvSpPr>
        <p:spPr>
          <a:xfrm>
            <a:off x="1371600" y="3886200"/>
            <a:ext cx="6400800" cy="1752600"/>
          </a:xfrm>
          <a:prstGeom prst="rect">
            <a:avLst/>
          </a:prstGeom>
          <a:noFill/>
          <a:ln>
            <a:noFill/>
          </a:ln>
        </p:spPr>
        <p:txBody>
          <a:bodyPr anchorCtr="0" anchor="t" bIns="0" lIns="0" spcFirstLastPara="1" rIns="0" wrap="square" tIns="0">
            <a:normAutofit/>
          </a:bodyPr>
          <a:lstStyle>
            <a:lvl1pPr lvl="0" algn="ctr">
              <a:lnSpc>
                <a:spcPct val="100000"/>
              </a:lnSpc>
              <a:spcBef>
                <a:spcPts val="900"/>
              </a:spcBef>
              <a:spcAft>
                <a:spcPts val="0"/>
              </a:spcAft>
              <a:buClr>
                <a:srgbClr val="8A8A8A"/>
              </a:buClr>
              <a:buSzPts val="1350"/>
              <a:buNone/>
              <a:defRPr>
                <a:solidFill>
                  <a:srgbClr val="8A8A8A"/>
                </a:solidFill>
              </a:defRPr>
            </a:lvl1pPr>
            <a:lvl2pPr lvl="1" algn="ctr">
              <a:lnSpc>
                <a:spcPct val="100000"/>
              </a:lnSpc>
              <a:spcBef>
                <a:spcPts val="225"/>
              </a:spcBef>
              <a:spcAft>
                <a:spcPts val="0"/>
              </a:spcAft>
              <a:buClr>
                <a:srgbClr val="8A8A8A"/>
              </a:buClr>
              <a:buSzPts val="1350"/>
              <a:buNone/>
              <a:defRPr>
                <a:solidFill>
                  <a:srgbClr val="8A8A8A"/>
                </a:solidFill>
              </a:defRPr>
            </a:lvl2pPr>
            <a:lvl3pPr lvl="2" algn="ctr">
              <a:lnSpc>
                <a:spcPct val="100000"/>
              </a:lnSpc>
              <a:spcBef>
                <a:spcPts val="225"/>
              </a:spcBef>
              <a:spcAft>
                <a:spcPts val="0"/>
              </a:spcAft>
              <a:buClr>
                <a:srgbClr val="8A8A8A"/>
              </a:buClr>
              <a:buSzPts val="1350"/>
              <a:buNone/>
              <a:defRPr>
                <a:solidFill>
                  <a:srgbClr val="8A8A8A"/>
                </a:solidFill>
              </a:defRPr>
            </a:lvl3pPr>
            <a:lvl4pPr lvl="3" algn="ctr">
              <a:lnSpc>
                <a:spcPct val="100000"/>
              </a:lnSpc>
              <a:spcBef>
                <a:spcPts val="225"/>
              </a:spcBef>
              <a:spcAft>
                <a:spcPts val="0"/>
              </a:spcAft>
              <a:buClr>
                <a:srgbClr val="8A8A8A"/>
              </a:buClr>
              <a:buSzPts val="1350"/>
              <a:buNone/>
              <a:defRPr>
                <a:solidFill>
                  <a:srgbClr val="8A8A8A"/>
                </a:solidFill>
              </a:defRPr>
            </a:lvl4pPr>
            <a:lvl5pPr lvl="4" algn="ctr">
              <a:lnSpc>
                <a:spcPct val="100000"/>
              </a:lnSpc>
              <a:spcBef>
                <a:spcPts val="225"/>
              </a:spcBef>
              <a:spcAft>
                <a:spcPts val="0"/>
              </a:spcAft>
              <a:buClr>
                <a:srgbClr val="8A8A8A"/>
              </a:buClr>
              <a:buSzPts val="1350"/>
              <a:buNone/>
              <a:defRPr>
                <a:solidFill>
                  <a:srgbClr val="8A8A8A"/>
                </a:solidFill>
              </a:defRPr>
            </a:lvl5pPr>
            <a:lvl6pPr lvl="5" algn="ctr">
              <a:lnSpc>
                <a:spcPct val="100000"/>
              </a:lnSpc>
              <a:spcBef>
                <a:spcPts val="225"/>
              </a:spcBef>
              <a:spcAft>
                <a:spcPts val="0"/>
              </a:spcAft>
              <a:buClr>
                <a:srgbClr val="8A8A8A"/>
              </a:buClr>
              <a:buSzPts val="1350"/>
              <a:buNone/>
              <a:defRPr>
                <a:solidFill>
                  <a:srgbClr val="8A8A8A"/>
                </a:solidFill>
              </a:defRPr>
            </a:lvl6pPr>
            <a:lvl7pPr lvl="6" algn="ctr">
              <a:lnSpc>
                <a:spcPct val="100000"/>
              </a:lnSpc>
              <a:spcBef>
                <a:spcPts val="225"/>
              </a:spcBef>
              <a:spcAft>
                <a:spcPts val="0"/>
              </a:spcAft>
              <a:buClr>
                <a:srgbClr val="8A8A8A"/>
              </a:buClr>
              <a:buSzPts val="1350"/>
              <a:buNone/>
              <a:defRPr>
                <a:solidFill>
                  <a:srgbClr val="8A8A8A"/>
                </a:solidFill>
              </a:defRPr>
            </a:lvl7pPr>
            <a:lvl8pPr lvl="7" algn="ctr">
              <a:lnSpc>
                <a:spcPct val="100000"/>
              </a:lnSpc>
              <a:spcBef>
                <a:spcPts val="225"/>
              </a:spcBef>
              <a:spcAft>
                <a:spcPts val="0"/>
              </a:spcAft>
              <a:buClr>
                <a:srgbClr val="8A8A8A"/>
              </a:buClr>
              <a:buSzPts val="1350"/>
              <a:buNone/>
              <a:defRPr>
                <a:solidFill>
                  <a:srgbClr val="8A8A8A"/>
                </a:solidFill>
              </a:defRPr>
            </a:lvl8pPr>
            <a:lvl9pPr lvl="8" algn="ctr">
              <a:lnSpc>
                <a:spcPct val="100000"/>
              </a:lnSpc>
              <a:spcBef>
                <a:spcPts val="225"/>
              </a:spcBef>
              <a:spcAft>
                <a:spcPts val="0"/>
              </a:spcAft>
              <a:buClr>
                <a:srgbClr val="8A8A8A"/>
              </a:buClr>
              <a:buSzPts val="1350"/>
              <a:buNone/>
              <a:defRPr>
                <a:solidFill>
                  <a:srgbClr val="8A8A8A"/>
                </a:solidFill>
              </a:defRPr>
            </a:lvl9pPr>
          </a:lstStyle>
          <a:p/>
        </p:txBody>
      </p:sp>
      <p:sp>
        <p:nvSpPr>
          <p:cNvPr id="2492" name="Google Shape;2492;p237"/>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493" name="Google Shape;2493;p237"/>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494" name="Google Shape;2494;p237"/>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Quarters Black 1">
  <p:cSld name="Three Quarters Black (g3eb05b043ef_51_0)">
    <p:bg>
      <p:bgPr>
        <a:blipFill>
          <a:blip r:embed="rId2">
            <a:alphaModFix/>
          </a:blip>
          <a:stretch>
            <a:fillRect/>
          </a:stretch>
        </a:blipFill>
      </p:bgPr>
    </p:bg>
    <p:spTree>
      <p:nvGrpSpPr>
        <p:cNvPr id="2495" name="Shape 2495"/>
        <p:cNvGrpSpPr/>
        <p:nvPr/>
      </p:nvGrpSpPr>
      <p:grpSpPr>
        <a:xfrm>
          <a:off x="0" y="0"/>
          <a:ext cx="0" cy="0"/>
          <a:chOff x="0" y="0"/>
          <a:chExt cx="0" cy="0"/>
        </a:xfrm>
      </p:grpSpPr>
      <p:sp>
        <p:nvSpPr>
          <p:cNvPr id="2496" name="Google Shape;2496;p238"/>
          <p:cNvSpPr txBox="1"/>
          <p:nvPr>
            <p:ph type="title"/>
          </p:nvPr>
        </p:nvSpPr>
        <p:spPr>
          <a:xfrm>
            <a:off x="274321" y="365760"/>
            <a:ext cx="61530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400"/>
              <a:buFont typeface="Arial"/>
              <a:buNone/>
              <a:defRPr>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97" name="Google Shape;2497;p238"/>
          <p:cNvSpPr txBox="1"/>
          <p:nvPr>
            <p:ph idx="1" type="body"/>
          </p:nvPr>
        </p:nvSpPr>
        <p:spPr>
          <a:xfrm>
            <a:off x="274320" y="1828800"/>
            <a:ext cx="6153000" cy="4251900"/>
          </a:xfrm>
          <a:prstGeom prst="rect">
            <a:avLst/>
          </a:prstGeom>
          <a:noFill/>
          <a:ln>
            <a:noFill/>
          </a:ln>
        </p:spPr>
        <p:txBody>
          <a:bodyPr anchorCtr="0" anchor="t" bIns="0" lIns="0" spcFirstLastPara="1" rIns="0" wrap="square" tIns="0">
            <a:normAutofit/>
          </a:bodyPr>
          <a:lstStyle>
            <a:lvl1pPr indent="-314325" lvl="0" marL="457200" algn="l">
              <a:lnSpc>
                <a:spcPct val="100000"/>
              </a:lnSpc>
              <a:spcBef>
                <a:spcPts val="900"/>
              </a:spcBef>
              <a:spcAft>
                <a:spcPts val="0"/>
              </a:spcAft>
              <a:buClr>
                <a:schemeClr val="lt1"/>
              </a:buClr>
              <a:buSzPts val="1350"/>
              <a:buChar char="•"/>
              <a:defRPr sz="1350">
                <a:solidFill>
                  <a:schemeClr val="lt1"/>
                </a:solidFill>
                <a:latin typeface="Arial"/>
                <a:ea typeface="Arial"/>
                <a:cs typeface="Arial"/>
                <a:sym typeface="Arial"/>
              </a:defRPr>
            </a:lvl1pPr>
            <a:lvl2pPr indent="-314325" lvl="1" marL="914400"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2pPr>
            <a:lvl3pPr indent="-314325" lvl="2" marL="1371600"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3pPr>
            <a:lvl4pPr indent="-314325" lvl="3" marL="1828800"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4pPr>
            <a:lvl5pPr indent="-314325" lvl="4" marL="2286000" algn="l">
              <a:lnSpc>
                <a:spcPct val="100000"/>
              </a:lnSpc>
              <a:spcBef>
                <a:spcPts val="225"/>
              </a:spcBef>
              <a:spcAft>
                <a:spcPts val="0"/>
              </a:spcAft>
              <a:buClr>
                <a:schemeClr val="lt1"/>
              </a:buClr>
              <a:buSzPts val="1350"/>
              <a:buChar char="–"/>
              <a:defRPr sz="1350">
                <a:solidFill>
                  <a:schemeClr val="lt1"/>
                </a:solidFill>
                <a:latin typeface="Arial"/>
                <a:ea typeface="Arial"/>
                <a:cs typeface="Arial"/>
                <a:sym typeface="Arial"/>
              </a:defRPr>
            </a:lvl5pPr>
            <a:lvl6pPr indent="-314325" lvl="5" marL="2743200" algn="l">
              <a:lnSpc>
                <a:spcPct val="100000"/>
              </a:lnSpc>
              <a:spcBef>
                <a:spcPts val="225"/>
              </a:spcBef>
              <a:spcAft>
                <a:spcPts val="0"/>
              </a:spcAft>
              <a:buClr>
                <a:schemeClr val="lt1"/>
              </a:buClr>
              <a:buSzPts val="1350"/>
              <a:buChar char="–"/>
              <a:defRPr sz="1350">
                <a:solidFill>
                  <a:schemeClr val="lt1"/>
                </a:solidFill>
              </a:defRPr>
            </a:lvl6pPr>
            <a:lvl7pPr indent="-314325" lvl="6" marL="3200400" algn="l">
              <a:lnSpc>
                <a:spcPct val="100000"/>
              </a:lnSpc>
              <a:spcBef>
                <a:spcPts val="225"/>
              </a:spcBef>
              <a:spcAft>
                <a:spcPts val="0"/>
              </a:spcAft>
              <a:buClr>
                <a:schemeClr val="lt1"/>
              </a:buClr>
              <a:buSzPts val="1350"/>
              <a:buChar char="–"/>
              <a:defRPr sz="1350">
                <a:solidFill>
                  <a:schemeClr val="lt1"/>
                </a:solidFill>
              </a:defRPr>
            </a:lvl7pPr>
            <a:lvl8pPr indent="-314325" lvl="7" marL="3657600" algn="l">
              <a:lnSpc>
                <a:spcPct val="100000"/>
              </a:lnSpc>
              <a:spcBef>
                <a:spcPts val="225"/>
              </a:spcBef>
              <a:spcAft>
                <a:spcPts val="0"/>
              </a:spcAft>
              <a:buClr>
                <a:schemeClr val="lt1"/>
              </a:buClr>
              <a:buSzPts val="1350"/>
              <a:buChar char="–"/>
              <a:defRPr sz="1350">
                <a:solidFill>
                  <a:schemeClr val="lt1"/>
                </a:solidFill>
              </a:defRPr>
            </a:lvl8pPr>
            <a:lvl9pPr indent="-314325" lvl="8" marL="4114800" algn="l">
              <a:lnSpc>
                <a:spcPct val="100000"/>
              </a:lnSpc>
              <a:spcBef>
                <a:spcPts val="225"/>
              </a:spcBef>
              <a:spcAft>
                <a:spcPts val="0"/>
              </a:spcAft>
              <a:buClr>
                <a:schemeClr val="lt1"/>
              </a:buClr>
              <a:buSzPts val="1350"/>
              <a:buChar char="–"/>
              <a:defRPr sz="1350">
                <a:solidFill>
                  <a:schemeClr val="lt1"/>
                </a:solidFill>
              </a:defRPr>
            </a:lvl9pPr>
          </a:lstStyle>
          <a:p/>
        </p:txBody>
      </p:sp>
      <p:sp>
        <p:nvSpPr>
          <p:cNvPr id="2498" name="Google Shape;2498;p238"/>
          <p:cNvSpPr txBox="1"/>
          <p:nvPr>
            <p:ph idx="2" type="body"/>
          </p:nvPr>
        </p:nvSpPr>
        <p:spPr>
          <a:xfrm>
            <a:off x="6891337" y="1828800"/>
            <a:ext cx="1976100" cy="4251900"/>
          </a:xfrm>
          <a:prstGeom prst="rect">
            <a:avLst/>
          </a:prstGeom>
          <a:noFill/>
          <a:ln>
            <a:noFill/>
          </a:ln>
        </p:spPr>
        <p:txBody>
          <a:bodyPr anchorCtr="0" anchor="t" bIns="0" lIns="0" spcFirstLastPara="1" rIns="0" wrap="square" tIns="0">
            <a:normAutofit/>
          </a:bodyPr>
          <a:lstStyle>
            <a:lvl1pPr indent="-304800" lvl="0" marL="457200" algn="l">
              <a:lnSpc>
                <a:spcPct val="100000"/>
              </a:lnSpc>
              <a:spcBef>
                <a:spcPts val="900"/>
              </a:spcBef>
              <a:spcAft>
                <a:spcPts val="0"/>
              </a:spcAft>
              <a:buClr>
                <a:schemeClr val="dk1"/>
              </a:buClr>
              <a:buSzPts val="1200"/>
              <a:buChar char="•"/>
              <a:defRPr sz="1200">
                <a:solidFill>
                  <a:schemeClr val="dk1"/>
                </a:solidFill>
                <a:latin typeface="Arial"/>
                <a:ea typeface="Arial"/>
                <a:cs typeface="Arial"/>
                <a:sym typeface="Arial"/>
              </a:defRPr>
            </a:lvl1pPr>
            <a:lvl2pPr indent="-304800" lvl="1" marL="9144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2pPr>
            <a:lvl3pPr indent="-304800" lvl="2" marL="13716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3pPr>
            <a:lvl4pPr indent="-304800" lvl="3" marL="18288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4pPr>
            <a:lvl5pPr indent="-304800" lvl="4" marL="2286000" algn="l">
              <a:lnSpc>
                <a:spcPct val="100000"/>
              </a:lnSpc>
              <a:spcBef>
                <a:spcPts val="225"/>
              </a:spcBef>
              <a:spcAft>
                <a:spcPts val="0"/>
              </a:spcAft>
              <a:buClr>
                <a:schemeClr val="dk1"/>
              </a:buClr>
              <a:buSzPts val="1200"/>
              <a:buChar char="–"/>
              <a:defRPr sz="1200">
                <a:solidFill>
                  <a:schemeClr val="dk1"/>
                </a:solidFill>
                <a:latin typeface="Arial"/>
                <a:ea typeface="Arial"/>
                <a:cs typeface="Arial"/>
                <a:sym typeface="Arial"/>
              </a:defRPr>
            </a:lvl5pPr>
            <a:lvl6pPr indent="-304800" lvl="5" marL="2743200" algn="l">
              <a:lnSpc>
                <a:spcPct val="100000"/>
              </a:lnSpc>
              <a:spcBef>
                <a:spcPts val="225"/>
              </a:spcBef>
              <a:spcAft>
                <a:spcPts val="0"/>
              </a:spcAft>
              <a:buClr>
                <a:schemeClr val="dk1"/>
              </a:buClr>
              <a:buSzPts val="1200"/>
              <a:buChar char="–"/>
              <a:defRPr sz="1200">
                <a:solidFill>
                  <a:schemeClr val="dk1"/>
                </a:solidFill>
              </a:defRPr>
            </a:lvl6pPr>
            <a:lvl7pPr indent="-304800" lvl="6" marL="3200400" algn="l">
              <a:lnSpc>
                <a:spcPct val="100000"/>
              </a:lnSpc>
              <a:spcBef>
                <a:spcPts val="225"/>
              </a:spcBef>
              <a:spcAft>
                <a:spcPts val="0"/>
              </a:spcAft>
              <a:buClr>
                <a:schemeClr val="dk1"/>
              </a:buClr>
              <a:buSzPts val="1200"/>
              <a:buChar char="–"/>
              <a:defRPr sz="1200">
                <a:solidFill>
                  <a:schemeClr val="dk1"/>
                </a:solidFill>
              </a:defRPr>
            </a:lvl7pPr>
            <a:lvl8pPr indent="-304800" lvl="7" marL="3657600" algn="l">
              <a:lnSpc>
                <a:spcPct val="100000"/>
              </a:lnSpc>
              <a:spcBef>
                <a:spcPts val="225"/>
              </a:spcBef>
              <a:spcAft>
                <a:spcPts val="0"/>
              </a:spcAft>
              <a:buClr>
                <a:schemeClr val="dk1"/>
              </a:buClr>
              <a:buSzPts val="1200"/>
              <a:buChar char="–"/>
              <a:defRPr sz="1200">
                <a:solidFill>
                  <a:schemeClr val="dk1"/>
                </a:solidFill>
              </a:defRPr>
            </a:lvl8pPr>
            <a:lvl9pPr indent="-304800" lvl="8" marL="4114800" algn="l">
              <a:lnSpc>
                <a:spcPct val="100000"/>
              </a:lnSpc>
              <a:spcBef>
                <a:spcPts val="225"/>
              </a:spcBef>
              <a:spcAft>
                <a:spcPts val="0"/>
              </a:spcAft>
              <a:buClr>
                <a:schemeClr val="dk1"/>
              </a:buClr>
              <a:buSzPts val="1200"/>
              <a:buChar char="–"/>
              <a:defRPr sz="1200">
                <a:solidFill>
                  <a:schemeClr val="dk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5788">
          <p15:clr>
            <a:srgbClr val="FBAE40"/>
          </p15:clr>
        </p15:guide>
        <p15:guide id="2" orient="horz" pos="1152">
          <p15:clr>
            <a:srgbClr val="FBAE40"/>
          </p15:clr>
        </p15:guide>
        <p15:guide id="3" orient="horz" pos="3832">
          <p15:clr>
            <a:srgbClr val="FBAE40"/>
          </p15:clr>
        </p15:guide>
        <p15:guide id="4" orient="horz" pos="4148">
          <p15:clr>
            <a:srgbClr val="FBAE40"/>
          </p15:clr>
        </p15:guide>
        <p15:guide id="5" pos="5400">
          <p15:clr>
            <a:srgbClr val="FBAE40"/>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07" Type="http://schemas.openxmlformats.org/officeDocument/2006/relationships/slideLayout" Target="../slideLayouts/slideLayout107.xml"/><Relationship Id="rId106" Type="http://schemas.openxmlformats.org/officeDocument/2006/relationships/slideLayout" Target="../slideLayouts/slideLayout106.xml"/><Relationship Id="rId105" Type="http://schemas.openxmlformats.org/officeDocument/2006/relationships/slideLayout" Target="../slideLayouts/slideLayout105.xml"/><Relationship Id="rId104" Type="http://schemas.openxmlformats.org/officeDocument/2006/relationships/slideLayout" Target="../slideLayouts/slideLayout104.xml"/><Relationship Id="rId109" Type="http://schemas.openxmlformats.org/officeDocument/2006/relationships/slideLayout" Target="../slideLayouts/slideLayout109.xml"/><Relationship Id="rId108" Type="http://schemas.openxmlformats.org/officeDocument/2006/relationships/slideLayout" Target="../slideLayouts/slideLayout108.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103" Type="http://schemas.openxmlformats.org/officeDocument/2006/relationships/slideLayout" Target="../slideLayouts/slideLayout103.xml"/><Relationship Id="rId102" Type="http://schemas.openxmlformats.org/officeDocument/2006/relationships/slideLayout" Target="../slideLayouts/slideLayout102.xml"/><Relationship Id="rId101" Type="http://schemas.openxmlformats.org/officeDocument/2006/relationships/slideLayout" Target="../slideLayouts/slideLayout101.xml"/><Relationship Id="rId100" Type="http://schemas.openxmlformats.org/officeDocument/2006/relationships/slideLayout" Target="../slideLayouts/slideLayout100.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95" Type="http://schemas.openxmlformats.org/officeDocument/2006/relationships/slideLayout" Target="../slideLayouts/slideLayout95.xml"/><Relationship Id="rId94" Type="http://schemas.openxmlformats.org/officeDocument/2006/relationships/slideLayout" Target="../slideLayouts/slideLayout94.xml"/><Relationship Id="rId97" Type="http://schemas.openxmlformats.org/officeDocument/2006/relationships/slideLayout" Target="../slideLayouts/slideLayout97.xml"/><Relationship Id="rId96" Type="http://schemas.openxmlformats.org/officeDocument/2006/relationships/slideLayout" Target="../slideLayouts/slideLayout96.xml"/><Relationship Id="rId11" Type="http://schemas.openxmlformats.org/officeDocument/2006/relationships/slideLayout" Target="../slideLayouts/slideLayout11.xml"/><Relationship Id="rId99" Type="http://schemas.openxmlformats.org/officeDocument/2006/relationships/slideLayout" Target="../slideLayouts/slideLayout99.xml"/><Relationship Id="rId10" Type="http://schemas.openxmlformats.org/officeDocument/2006/relationships/slideLayout" Target="../slideLayouts/slideLayout10.xml"/><Relationship Id="rId98" Type="http://schemas.openxmlformats.org/officeDocument/2006/relationships/slideLayout" Target="../slideLayouts/slideLayout98.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91" Type="http://schemas.openxmlformats.org/officeDocument/2006/relationships/slideLayout" Target="../slideLayouts/slideLayout91.xml"/><Relationship Id="rId90" Type="http://schemas.openxmlformats.org/officeDocument/2006/relationships/slideLayout" Target="../slideLayouts/slideLayout90.xml"/><Relationship Id="rId93" Type="http://schemas.openxmlformats.org/officeDocument/2006/relationships/slideLayout" Target="../slideLayouts/slideLayout93.xml"/><Relationship Id="rId92" Type="http://schemas.openxmlformats.org/officeDocument/2006/relationships/slideLayout" Target="../slideLayouts/slideLayout92.xml"/><Relationship Id="rId117" Type="http://schemas.openxmlformats.org/officeDocument/2006/relationships/theme" Target="../theme/theme4.xml"/><Relationship Id="rId116" Type="http://schemas.openxmlformats.org/officeDocument/2006/relationships/slideLayout" Target="../slideLayouts/slideLayout116.xml"/><Relationship Id="rId115" Type="http://schemas.openxmlformats.org/officeDocument/2006/relationships/slideLayout" Target="../slideLayouts/slideLayout115.xml"/><Relationship Id="rId15" Type="http://schemas.openxmlformats.org/officeDocument/2006/relationships/slideLayout" Target="../slideLayouts/slideLayout15.xml"/><Relationship Id="rId110" Type="http://schemas.openxmlformats.org/officeDocument/2006/relationships/slideLayout" Target="../slideLayouts/slideLayout110.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14" Type="http://schemas.openxmlformats.org/officeDocument/2006/relationships/slideLayout" Target="../slideLayouts/slideLayout114.xml"/><Relationship Id="rId18" Type="http://schemas.openxmlformats.org/officeDocument/2006/relationships/slideLayout" Target="../slideLayouts/slideLayout18.xml"/><Relationship Id="rId113" Type="http://schemas.openxmlformats.org/officeDocument/2006/relationships/slideLayout" Target="../slideLayouts/slideLayout113.xml"/><Relationship Id="rId112" Type="http://schemas.openxmlformats.org/officeDocument/2006/relationships/slideLayout" Target="../slideLayouts/slideLayout112.xml"/><Relationship Id="rId111" Type="http://schemas.openxmlformats.org/officeDocument/2006/relationships/slideLayout" Target="../slideLayouts/slideLayout111.xml"/><Relationship Id="rId84" Type="http://schemas.openxmlformats.org/officeDocument/2006/relationships/slideLayout" Target="../slideLayouts/slideLayout84.xml"/><Relationship Id="rId83" Type="http://schemas.openxmlformats.org/officeDocument/2006/relationships/slideLayout" Target="../slideLayouts/slideLayout83.xml"/><Relationship Id="rId86" Type="http://schemas.openxmlformats.org/officeDocument/2006/relationships/slideLayout" Target="../slideLayouts/slideLayout86.xml"/><Relationship Id="rId85" Type="http://schemas.openxmlformats.org/officeDocument/2006/relationships/slideLayout" Target="../slideLayouts/slideLayout85.xml"/><Relationship Id="rId88" Type="http://schemas.openxmlformats.org/officeDocument/2006/relationships/slideLayout" Target="../slideLayouts/slideLayout88.xml"/><Relationship Id="rId87" Type="http://schemas.openxmlformats.org/officeDocument/2006/relationships/slideLayout" Target="../slideLayouts/slideLayout87.xml"/><Relationship Id="rId89" Type="http://schemas.openxmlformats.org/officeDocument/2006/relationships/slideLayout" Target="../slideLayouts/slideLayout89.xml"/><Relationship Id="rId80" Type="http://schemas.openxmlformats.org/officeDocument/2006/relationships/slideLayout" Target="../slideLayouts/slideLayout80.xml"/><Relationship Id="rId82" Type="http://schemas.openxmlformats.org/officeDocument/2006/relationships/slideLayout" Target="../slideLayouts/slideLayout82.xml"/><Relationship Id="rId81" Type="http://schemas.openxmlformats.org/officeDocument/2006/relationships/slideLayout" Target="../slideLayouts/slideLayout8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75" Type="http://schemas.openxmlformats.org/officeDocument/2006/relationships/slideLayout" Target="../slideLayouts/slideLayout75.xml"/><Relationship Id="rId74" Type="http://schemas.openxmlformats.org/officeDocument/2006/relationships/slideLayout" Target="../slideLayouts/slideLayout74.xml"/><Relationship Id="rId77" Type="http://schemas.openxmlformats.org/officeDocument/2006/relationships/slideLayout" Target="../slideLayouts/slideLayout77.xml"/><Relationship Id="rId76" Type="http://schemas.openxmlformats.org/officeDocument/2006/relationships/slideLayout" Target="../slideLayouts/slideLayout76.xml"/><Relationship Id="rId79" Type="http://schemas.openxmlformats.org/officeDocument/2006/relationships/slideLayout" Target="../slideLayouts/slideLayout79.xml"/><Relationship Id="rId78" Type="http://schemas.openxmlformats.org/officeDocument/2006/relationships/slideLayout" Target="../slideLayouts/slideLayout78.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66" Type="http://schemas.openxmlformats.org/officeDocument/2006/relationships/slideLayout" Target="../slideLayouts/slideLayout66.xml"/><Relationship Id="rId65" Type="http://schemas.openxmlformats.org/officeDocument/2006/relationships/slideLayout" Target="../slideLayouts/slideLayout65.xml"/><Relationship Id="rId68" Type="http://schemas.openxmlformats.org/officeDocument/2006/relationships/slideLayout" Target="../slideLayouts/slideLayout68.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69" Type="http://schemas.openxmlformats.org/officeDocument/2006/relationships/slideLayout" Target="../slideLayouts/slideLayout6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5" Type="http://schemas.openxmlformats.org/officeDocument/2006/relationships/slideLayout" Target="../slideLayouts/slideLayout55.xml"/><Relationship Id="rId54" Type="http://schemas.openxmlformats.org/officeDocument/2006/relationships/slideLayout" Target="../slideLayouts/slideLayout54.xml"/><Relationship Id="rId57" Type="http://schemas.openxmlformats.org/officeDocument/2006/relationships/slideLayout" Target="../slideLayouts/slideLayout57.xml"/><Relationship Id="rId56" Type="http://schemas.openxmlformats.org/officeDocument/2006/relationships/slideLayout" Target="../slideLayouts/slideLayout56.xml"/><Relationship Id="rId59" Type="http://schemas.openxmlformats.org/officeDocument/2006/relationships/slideLayout" Target="../slideLayouts/slideLayout59.xml"/><Relationship Id="rId58" Type="http://schemas.openxmlformats.org/officeDocument/2006/relationships/slideLayout" Target="../slideLayouts/slideLayout5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7.xml"/><Relationship Id="rId2" Type="http://schemas.openxmlformats.org/officeDocument/2006/relationships/slideLayout" Target="../slideLayouts/slideLayout118.xml"/><Relationship Id="rId3"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158.xml"/><Relationship Id="rId42" Type="http://schemas.openxmlformats.org/officeDocument/2006/relationships/slideLayout" Target="../slideLayouts/slideLayout160.xml"/><Relationship Id="rId41" Type="http://schemas.openxmlformats.org/officeDocument/2006/relationships/slideLayout" Target="../slideLayouts/slideLayout159.xml"/><Relationship Id="rId44" Type="http://schemas.openxmlformats.org/officeDocument/2006/relationships/slideLayout" Target="../slideLayouts/slideLayout162.xml"/><Relationship Id="rId43" Type="http://schemas.openxmlformats.org/officeDocument/2006/relationships/slideLayout" Target="../slideLayouts/slideLayout161.xml"/><Relationship Id="rId46" Type="http://schemas.openxmlformats.org/officeDocument/2006/relationships/slideLayout" Target="../slideLayouts/slideLayout164.xml"/><Relationship Id="rId45" Type="http://schemas.openxmlformats.org/officeDocument/2006/relationships/slideLayout" Target="../slideLayouts/slideLayout163.xml"/><Relationship Id="rId107" Type="http://schemas.openxmlformats.org/officeDocument/2006/relationships/slideLayout" Target="../slideLayouts/slideLayout225.xml"/><Relationship Id="rId106" Type="http://schemas.openxmlformats.org/officeDocument/2006/relationships/slideLayout" Target="../slideLayouts/slideLayout224.xml"/><Relationship Id="rId105" Type="http://schemas.openxmlformats.org/officeDocument/2006/relationships/slideLayout" Target="../slideLayouts/slideLayout223.xml"/><Relationship Id="rId104" Type="http://schemas.openxmlformats.org/officeDocument/2006/relationships/slideLayout" Target="../slideLayouts/slideLayout222.xml"/><Relationship Id="rId109" Type="http://schemas.openxmlformats.org/officeDocument/2006/relationships/slideLayout" Target="../slideLayouts/slideLayout227.xml"/><Relationship Id="rId108" Type="http://schemas.openxmlformats.org/officeDocument/2006/relationships/slideLayout" Target="../slideLayouts/slideLayout226.xml"/><Relationship Id="rId48" Type="http://schemas.openxmlformats.org/officeDocument/2006/relationships/slideLayout" Target="../slideLayouts/slideLayout166.xml"/><Relationship Id="rId47" Type="http://schemas.openxmlformats.org/officeDocument/2006/relationships/slideLayout" Target="../slideLayouts/slideLayout165.xml"/><Relationship Id="rId49" Type="http://schemas.openxmlformats.org/officeDocument/2006/relationships/slideLayout" Target="../slideLayouts/slideLayout167.xml"/><Relationship Id="rId103" Type="http://schemas.openxmlformats.org/officeDocument/2006/relationships/slideLayout" Target="../slideLayouts/slideLayout221.xml"/><Relationship Id="rId102" Type="http://schemas.openxmlformats.org/officeDocument/2006/relationships/slideLayout" Target="../slideLayouts/slideLayout220.xml"/><Relationship Id="rId101" Type="http://schemas.openxmlformats.org/officeDocument/2006/relationships/slideLayout" Target="../slideLayouts/slideLayout219.xml"/><Relationship Id="rId100" Type="http://schemas.openxmlformats.org/officeDocument/2006/relationships/slideLayout" Target="../slideLayouts/slideLayout218.xml"/><Relationship Id="rId31" Type="http://schemas.openxmlformats.org/officeDocument/2006/relationships/slideLayout" Target="../slideLayouts/slideLayout149.xml"/><Relationship Id="rId30" Type="http://schemas.openxmlformats.org/officeDocument/2006/relationships/slideLayout" Target="../slideLayouts/slideLayout148.xml"/><Relationship Id="rId33" Type="http://schemas.openxmlformats.org/officeDocument/2006/relationships/slideLayout" Target="../slideLayouts/slideLayout151.xml"/><Relationship Id="rId32" Type="http://schemas.openxmlformats.org/officeDocument/2006/relationships/slideLayout" Target="../slideLayouts/slideLayout150.xml"/><Relationship Id="rId35" Type="http://schemas.openxmlformats.org/officeDocument/2006/relationships/slideLayout" Target="../slideLayouts/slideLayout153.xml"/><Relationship Id="rId34" Type="http://schemas.openxmlformats.org/officeDocument/2006/relationships/slideLayout" Target="../slideLayouts/slideLayout152.xml"/><Relationship Id="rId37" Type="http://schemas.openxmlformats.org/officeDocument/2006/relationships/slideLayout" Target="../slideLayouts/slideLayout155.xml"/><Relationship Id="rId36" Type="http://schemas.openxmlformats.org/officeDocument/2006/relationships/slideLayout" Target="../slideLayouts/slideLayout154.xml"/><Relationship Id="rId39" Type="http://schemas.openxmlformats.org/officeDocument/2006/relationships/slideLayout" Target="../slideLayouts/slideLayout157.xml"/><Relationship Id="rId38" Type="http://schemas.openxmlformats.org/officeDocument/2006/relationships/slideLayout" Target="../slideLayouts/slideLayout156.xml"/><Relationship Id="rId20" Type="http://schemas.openxmlformats.org/officeDocument/2006/relationships/slideLayout" Target="../slideLayouts/slideLayout138.xml"/><Relationship Id="rId22" Type="http://schemas.openxmlformats.org/officeDocument/2006/relationships/slideLayout" Target="../slideLayouts/slideLayout140.xml"/><Relationship Id="rId21" Type="http://schemas.openxmlformats.org/officeDocument/2006/relationships/slideLayout" Target="../slideLayouts/slideLayout139.xml"/><Relationship Id="rId24" Type="http://schemas.openxmlformats.org/officeDocument/2006/relationships/slideLayout" Target="../slideLayouts/slideLayout142.xml"/><Relationship Id="rId23" Type="http://schemas.openxmlformats.org/officeDocument/2006/relationships/slideLayout" Target="../slideLayouts/slideLayout141.xml"/><Relationship Id="rId26" Type="http://schemas.openxmlformats.org/officeDocument/2006/relationships/slideLayout" Target="../slideLayouts/slideLayout144.xml"/><Relationship Id="rId25" Type="http://schemas.openxmlformats.org/officeDocument/2006/relationships/slideLayout" Target="../slideLayouts/slideLayout143.xml"/><Relationship Id="rId28" Type="http://schemas.openxmlformats.org/officeDocument/2006/relationships/slideLayout" Target="../slideLayouts/slideLayout146.xml"/><Relationship Id="rId27" Type="http://schemas.openxmlformats.org/officeDocument/2006/relationships/slideLayout" Target="../slideLayouts/slideLayout145.xml"/><Relationship Id="rId29" Type="http://schemas.openxmlformats.org/officeDocument/2006/relationships/slideLayout" Target="../slideLayouts/slideLayout147.xml"/><Relationship Id="rId95" Type="http://schemas.openxmlformats.org/officeDocument/2006/relationships/slideLayout" Target="../slideLayouts/slideLayout213.xml"/><Relationship Id="rId94" Type="http://schemas.openxmlformats.org/officeDocument/2006/relationships/slideLayout" Target="../slideLayouts/slideLayout212.xml"/><Relationship Id="rId97" Type="http://schemas.openxmlformats.org/officeDocument/2006/relationships/slideLayout" Target="../slideLayouts/slideLayout215.xml"/><Relationship Id="rId96" Type="http://schemas.openxmlformats.org/officeDocument/2006/relationships/slideLayout" Target="../slideLayouts/slideLayout214.xml"/><Relationship Id="rId11" Type="http://schemas.openxmlformats.org/officeDocument/2006/relationships/slideLayout" Target="../slideLayouts/slideLayout129.xml"/><Relationship Id="rId99" Type="http://schemas.openxmlformats.org/officeDocument/2006/relationships/slideLayout" Target="../slideLayouts/slideLayout217.xml"/><Relationship Id="rId10" Type="http://schemas.openxmlformats.org/officeDocument/2006/relationships/slideLayout" Target="../slideLayouts/slideLayout128.xml"/><Relationship Id="rId98" Type="http://schemas.openxmlformats.org/officeDocument/2006/relationships/slideLayout" Target="../slideLayouts/slideLayout216.xml"/><Relationship Id="rId13" Type="http://schemas.openxmlformats.org/officeDocument/2006/relationships/slideLayout" Target="../slideLayouts/slideLayout131.xml"/><Relationship Id="rId12" Type="http://schemas.openxmlformats.org/officeDocument/2006/relationships/slideLayout" Target="../slideLayouts/slideLayout130.xml"/><Relationship Id="rId91" Type="http://schemas.openxmlformats.org/officeDocument/2006/relationships/slideLayout" Target="../slideLayouts/slideLayout209.xml"/><Relationship Id="rId90" Type="http://schemas.openxmlformats.org/officeDocument/2006/relationships/slideLayout" Target="../slideLayouts/slideLayout208.xml"/><Relationship Id="rId93" Type="http://schemas.openxmlformats.org/officeDocument/2006/relationships/slideLayout" Target="../slideLayouts/slideLayout211.xml"/><Relationship Id="rId92" Type="http://schemas.openxmlformats.org/officeDocument/2006/relationships/slideLayout" Target="../slideLayouts/slideLayout210.xml"/><Relationship Id="rId118" Type="http://schemas.openxmlformats.org/officeDocument/2006/relationships/theme" Target="../theme/theme1.xml"/><Relationship Id="rId117" Type="http://schemas.openxmlformats.org/officeDocument/2006/relationships/slideLayout" Target="../slideLayouts/slideLayout235.xml"/><Relationship Id="rId116" Type="http://schemas.openxmlformats.org/officeDocument/2006/relationships/slideLayout" Target="../slideLayouts/slideLayout234.xml"/><Relationship Id="rId115" Type="http://schemas.openxmlformats.org/officeDocument/2006/relationships/slideLayout" Target="../slideLayouts/slideLayout233.xml"/><Relationship Id="rId15" Type="http://schemas.openxmlformats.org/officeDocument/2006/relationships/slideLayout" Target="../slideLayouts/slideLayout133.xml"/><Relationship Id="rId110" Type="http://schemas.openxmlformats.org/officeDocument/2006/relationships/slideLayout" Target="../slideLayouts/slideLayout228.xml"/><Relationship Id="rId14" Type="http://schemas.openxmlformats.org/officeDocument/2006/relationships/slideLayout" Target="../slideLayouts/slideLayout132.xml"/><Relationship Id="rId17" Type="http://schemas.openxmlformats.org/officeDocument/2006/relationships/slideLayout" Target="../slideLayouts/slideLayout135.xml"/><Relationship Id="rId16" Type="http://schemas.openxmlformats.org/officeDocument/2006/relationships/slideLayout" Target="../slideLayouts/slideLayout134.xml"/><Relationship Id="rId19" Type="http://schemas.openxmlformats.org/officeDocument/2006/relationships/slideLayout" Target="../slideLayouts/slideLayout137.xml"/><Relationship Id="rId114" Type="http://schemas.openxmlformats.org/officeDocument/2006/relationships/slideLayout" Target="../slideLayouts/slideLayout232.xml"/><Relationship Id="rId18" Type="http://schemas.openxmlformats.org/officeDocument/2006/relationships/slideLayout" Target="../slideLayouts/slideLayout136.xml"/><Relationship Id="rId113" Type="http://schemas.openxmlformats.org/officeDocument/2006/relationships/slideLayout" Target="../slideLayouts/slideLayout231.xml"/><Relationship Id="rId112" Type="http://schemas.openxmlformats.org/officeDocument/2006/relationships/slideLayout" Target="../slideLayouts/slideLayout230.xml"/><Relationship Id="rId111" Type="http://schemas.openxmlformats.org/officeDocument/2006/relationships/slideLayout" Target="../slideLayouts/slideLayout229.xml"/><Relationship Id="rId84" Type="http://schemas.openxmlformats.org/officeDocument/2006/relationships/slideLayout" Target="../slideLayouts/slideLayout202.xml"/><Relationship Id="rId83" Type="http://schemas.openxmlformats.org/officeDocument/2006/relationships/slideLayout" Target="../slideLayouts/slideLayout201.xml"/><Relationship Id="rId86" Type="http://schemas.openxmlformats.org/officeDocument/2006/relationships/slideLayout" Target="../slideLayouts/slideLayout204.xml"/><Relationship Id="rId85" Type="http://schemas.openxmlformats.org/officeDocument/2006/relationships/slideLayout" Target="../slideLayouts/slideLayout203.xml"/><Relationship Id="rId88" Type="http://schemas.openxmlformats.org/officeDocument/2006/relationships/slideLayout" Target="../slideLayouts/slideLayout206.xml"/><Relationship Id="rId87" Type="http://schemas.openxmlformats.org/officeDocument/2006/relationships/slideLayout" Target="../slideLayouts/slideLayout205.xml"/><Relationship Id="rId89" Type="http://schemas.openxmlformats.org/officeDocument/2006/relationships/slideLayout" Target="../slideLayouts/slideLayout207.xml"/><Relationship Id="rId80" Type="http://schemas.openxmlformats.org/officeDocument/2006/relationships/slideLayout" Target="../slideLayouts/slideLayout198.xml"/><Relationship Id="rId82" Type="http://schemas.openxmlformats.org/officeDocument/2006/relationships/slideLayout" Target="../slideLayouts/slideLayout200.xml"/><Relationship Id="rId81" Type="http://schemas.openxmlformats.org/officeDocument/2006/relationships/slideLayout" Target="../slideLayouts/slideLayout199.xml"/><Relationship Id="rId1" Type="http://schemas.openxmlformats.org/officeDocument/2006/relationships/slideLayout" Target="../slideLayouts/slideLayout119.xml"/><Relationship Id="rId2" Type="http://schemas.openxmlformats.org/officeDocument/2006/relationships/slideLayout" Target="../slideLayouts/slideLayout120.xml"/><Relationship Id="rId3" Type="http://schemas.openxmlformats.org/officeDocument/2006/relationships/slideLayout" Target="../slideLayouts/slideLayout121.xml"/><Relationship Id="rId4" Type="http://schemas.openxmlformats.org/officeDocument/2006/relationships/slideLayout" Target="../slideLayouts/slideLayout122.xml"/><Relationship Id="rId9" Type="http://schemas.openxmlformats.org/officeDocument/2006/relationships/slideLayout" Target="../slideLayouts/slideLayout127.xml"/><Relationship Id="rId5" Type="http://schemas.openxmlformats.org/officeDocument/2006/relationships/slideLayout" Target="../slideLayouts/slideLayout123.xml"/><Relationship Id="rId6" Type="http://schemas.openxmlformats.org/officeDocument/2006/relationships/slideLayout" Target="../slideLayouts/slideLayout124.xml"/><Relationship Id="rId7" Type="http://schemas.openxmlformats.org/officeDocument/2006/relationships/slideLayout" Target="../slideLayouts/slideLayout125.xml"/><Relationship Id="rId8" Type="http://schemas.openxmlformats.org/officeDocument/2006/relationships/slideLayout" Target="../slideLayouts/slideLayout126.xml"/><Relationship Id="rId73" Type="http://schemas.openxmlformats.org/officeDocument/2006/relationships/slideLayout" Target="../slideLayouts/slideLayout191.xml"/><Relationship Id="rId72" Type="http://schemas.openxmlformats.org/officeDocument/2006/relationships/slideLayout" Target="../slideLayouts/slideLayout190.xml"/><Relationship Id="rId75" Type="http://schemas.openxmlformats.org/officeDocument/2006/relationships/slideLayout" Target="../slideLayouts/slideLayout193.xml"/><Relationship Id="rId74" Type="http://schemas.openxmlformats.org/officeDocument/2006/relationships/slideLayout" Target="../slideLayouts/slideLayout192.xml"/><Relationship Id="rId77" Type="http://schemas.openxmlformats.org/officeDocument/2006/relationships/slideLayout" Target="../slideLayouts/slideLayout195.xml"/><Relationship Id="rId76" Type="http://schemas.openxmlformats.org/officeDocument/2006/relationships/slideLayout" Target="../slideLayouts/slideLayout194.xml"/><Relationship Id="rId79" Type="http://schemas.openxmlformats.org/officeDocument/2006/relationships/slideLayout" Target="../slideLayouts/slideLayout197.xml"/><Relationship Id="rId78" Type="http://schemas.openxmlformats.org/officeDocument/2006/relationships/slideLayout" Target="../slideLayouts/slideLayout196.xml"/><Relationship Id="rId71" Type="http://schemas.openxmlformats.org/officeDocument/2006/relationships/slideLayout" Target="../slideLayouts/slideLayout189.xml"/><Relationship Id="rId70" Type="http://schemas.openxmlformats.org/officeDocument/2006/relationships/slideLayout" Target="../slideLayouts/slideLayout188.xml"/><Relationship Id="rId62" Type="http://schemas.openxmlformats.org/officeDocument/2006/relationships/slideLayout" Target="../slideLayouts/slideLayout180.xml"/><Relationship Id="rId61" Type="http://schemas.openxmlformats.org/officeDocument/2006/relationships/slideLayout" Target="../slideLayouts/slideLayout179.xml"/><Relationship Id="rId64" Type="http://schemas.openxmlformats.org/officeDocument/2006/relationships/slideLayout" Target="../slideLayouts/slideLayout182.xml"/><Relationship Id="rId63" Type="http://schemas.openxmlformats.org/officeDocument/2006/relationships/slideLayout" Target="../slideLayouts/slideLayout181.xml"/><Relationship Id="rId66" Type="http://schemas.openxmlformats.org/officeDocument/2006/relationships/slideLayout" Target="../slideLayouts/slideLayout184.xml"/><Relationship Id="rId65" Type="http://schemas.openxmlformats.org/officeDocument/2006/relationships/slideLayout" Target="../slideLayouts/slideLayout183.xml"/><Relationship Id="rId68" Type="http://schemas.openxmlformats.org/officeDocument/2006/relationships/slideLayout" Target="../slideLayouts/slideLayout186.xml"/><Relationship Id="rId67" Type="http://schemas.openxmlformats.org/officeDocument/2006/relationships/slideLayout" Target="../slideLayouts/slideLayout185.xml"/><Relationship Id="rId60" Type="http://schemas.openxmlformats.org/officeDocument/2006/relationships/slideLayout" Target="../slideLayouts/slideLayout178.xml"/><Relationship Id="rId69" Type="http://schemas.openxmlformats.org/officeDocument/2006/relationships/slideLayout" Target="../slideLayouts/slideLayout187.xml"/><Relationship Id="rId51" Type="http://schemas.openxmlformats.org/officeDocument/2006/relationships/slideLayout" Target="../slideLayouts/slideLayout169.xml"/><Relationship Id="rId50" Type="http://schemas.openxmlformats.org/officeDocument/2006/relationships/slideLayout" Target="../slideLayouts/slideLayout168.xml"/><Relationship Id="rId53" Type="http://schemas.openxmlformats.org/officeDocument/2006/relationships/slideLayout" Target="../slideLayouts/slideLayout171.xml"/><Relationship Id="rId52" Type="http://schemas.openxmlformats.org/officeDocument/2006/relationships/slideLayout" Target="../slideLayouts/slideLayout170.xml"/><Relationship Id="rId55" Type="http://schemas.openxmlformats.org/officeDocument/2006/relationships/slideLayout" Target="../slideLayouts/slideLayout173.xml"/><Relationship Id="rId54" Type="http://schemas.openxmlformats.org/officeDocument/2006/relationships/slideLayout" Target="../slideLayouts/slideLayout172.xml"/><Relationship Id="rId57" Type="http://schemas.openxmlformats.org/officeDocument/2006/relationships/slideLayout" Target="../slideLayouts/slideLayout175.xml"/><Relationship Id="rId56" Type="http://schemas.openxmlformats.org/officeDocument/2006/relationships/slideLayout" Target="../slideLayouts/slideLayout174.xml"/><Relationship Id="rId59" Type="http://schemas.openxmlformats.org/officeDocument/2006/relationships/slideLayout" Target="../slideLayouts/slideLayout177.xml"/><Relationship Id="rId58" Type="http://schemas.openxmlformats.org/officeDocument/2006/relationships/slideLayout" Target="../slideLayouts/slideLayout17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74320" y="365760"/>
            <a:ext cx="8593074" cy="9144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274320" y="1828800"/>
            <a:ext cx="8593074" cy="4251960"/>
          </a:xfrm>
          <a:prstGeom prst="rect">
            <a:avLst/>
          </a:prstGeom>
          <a:noFill/>
          <a:ln>
            <a:noFill/>
          </a:ln>
        </p:spPr>
        <p:txBody>
          <a:bodyPr anchorCtr="0" anchor="t" bIns="0" lIns="0" spcFirstLastPara="1" rIns="0" wrap="square" tIns="0">
            <a:normAutofit/>
          </a:bodyPr>
          <a:lstStyle>
            <a:lvl1pPr indent="-314325" lvl="0" marL="457200" marR="0" rtl="0" algn="l">
              <a:lnSpc>
                <a:spcPct val="100000"/>
              </a:lnSpc>
              <a:spcBef>
                <a:spcPts val="900"/>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1pPr>
            <a:lvl2pPr indent="-314325" lvl="1" marL="914400" marR="0" rtl="0" algn="l">
              <a:lnSpc>
                <a:spcPct val="100000"/>
              </a:lnSpc>
              <a:spcBef>
                <a:spcPts val="22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2pPr>
            <a:lvl3pPr indent="-314325" lvl="2" marL="1371600" marR="0" rtl="0" algn="l">
              <a:lnSpc>
                <a:spcPct val="100000"/>
              </a:lnSpc>
              <a:spcBef>
                <a:spcPts val="22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3pPr>
            <a:lvl4pPr indent="-314325" lvl="3" marL="1828800" marR="0" rtl="0" algn="l">
              <a:lnSpc>
                <a:spcPct val="100000"/>
              </a:lnSpc>
              <a:spcBef>
                <a:spcPts val="22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rtl="0" algn="l">
              <a:lnSpc>
                <a:spcPct val="100000"/>
              </a:lnSpc>
              <a:spcBef>
                <a:spcPts val="22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14325" lvl="5" marL="2743200" marR="0" rtl="0" algn="l">
              <a:lnSpc>
                <a:spcPct val="100000"/>
              </a:lnSpc>
              <a:spcBef>
                <a:spcPts val="22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100000"/>
              </a:lnSpc>
              <a:spcBef>
                <a:spcPts val="22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100000"/>
              </a:lnSpc>
              <a:spcBef>
                <a:spcPts val="22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100000"/>
              </a:lnSpc>
              <a:spcBef>
                <a:spcPts val="22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descr="UST" id="8" name="Google Shape;8;p1"/>
          <p:cNvSpPr/>
          <p:nvPr/>
        </p:nvSpPr>
        <p:spPr>
          <a:xfrm>
            <a:off x="274320" y="6238277"/>
            <a:ext cx="240030" cy="354090"/>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9" name="Google Shape;9;p1"/>
          <p:cNvSpPr txBox="1"/>
          <p:nvPr/>
        </p:nvSpPr>
        <p:spPr>
          <a:xfrm>
            <a:off x="6167470" y="6402070"/>
            <a:ext cx="2357024" cy="1828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10" name="Google Shape;10;p1"/>
          <p:cNvSpPr txBox="1"/>
          <p:nvPr/>
        </p:nvSpPr>
        <p:spPr>
          <a:xfrm>
            <a:off x="8524494" y="6317731"/>
            <a:ext cx="342900" cy="274637"/>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b="0" lang="en-US" sz="600" u="none">
                <a:solidFill>
                  <a:schemeClr val="dk1"/>
                </a:solidFill>
                <a:latin typeface="Arial"/>
                <a:ea typeface="Arial"/>
                <a:cs typeface="Arial"/>
                <a:sym typeface="Arial"/>
              </a:rPr>
              <a:t> </a:t>
            </a:r>
            <a:fld id="{00000000-1234-1234-1234-123412341234}" type="slidenum">
              <a:rPr b="0" lang="en-US" sz="600" u="none">
                <a:solidFill>
                  <a:schemeClr val="dk1"/>
                </a:solidFill>
                <a:latin typeface="Arial"/>
                <a:ea typeface="Arial"/>
                <a:cs typeface="Arial"/>
                <a:sym typeface="Arial"/>
              </a:rPr>
              <a:t>‹#›</a:t>
            </a:fld>
            <a:endParaRPr b="0" sz="600" u="non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 id="2147483728" r:id="rId81"/>
    <p:sldLayoutId id="2147483729" r:id="rId82"/>
    <p:sldLayoutId id="2147483730" r:id="rId83"/>
    <p:sldLayoutId id="2147483731" r:id="rId84"/>
    <p:sldLayoutId id="2147483732" r:id="rId85"/>
    <p:sldLayoutId id="2147483733" r:id="rId86"/>
    <p:sldLayoutId id="2147483734" r:id="rId87"/>
    <p:sldLayoutId id="2147483735" r:id="rId88"/>
    <p:sldLayoutId id="2147483736" r:id="rId89"/>
    <p:sldLayoutId id="2147483737" r:id="rId90"/>
    <p:sldLayoutId id="2147483738" r:id="rId91"/>
    <p:sldLayoutId id="2147483739" r:id="rId92"/>
    <p:sldLayoutId id="2147483740" r:id="rId93"/>
    <p:sldLayoutId id="2147483741" r:id="rId94"/>
    <p:sldLayoutId id="2147483742" r:id="rId95"/>
    <p:sldLayoutId id="2147483743" r:id="rId96"/>
    <p:sldLayoutId id="2147483744" r:id="rId97"/>
    <p:sldLayoutId id="2147483745" r:id="rId98"/>
    <p:sldLayoutId id="2147483746" r:id="rId99"/>
    <p:sldLayoutId id="2147483747" r:id="rId100"/>
    <p:sldLayoutId id="2147483748" r:id="rId101"/>
    <p:sldLayoutId id="2147483749" r:id="rId102"/>
    <p:sldLayoutId id="2147483750" r:id="rId103"/>
    <p:sldLayoutId id="2147483751" r:id="rId104"/>
    <p:sldLayoutId id="2147483752" r:id="rId105"/>
    <p:sldLayoutId id="2147483753" r:id="rId106"/>
    <p:sldLayoutId id="2147483754" r:id="rId107"/>
    <p:sldLayoutId id="2147483755" r:id="rId108"/>
    <p:sldLayoutId id="2147483756" r:id="rId109"/>
    <p:sldLayoutId id="2147483757" r:id="rId110"/>
    <p:sldLayoutId id="2147483758" r:id="rId111"/>
    <p:sldLayoutId id="2147483759" r:id="rId112"/>
    <p:sldLayoutId id="2147483760" r:id="rId113"/>
    <p:sldLayoutId id="2147483761" r:id="rId114"/>
    <p:sldLayoutId id="2147483762" r:id="rId115"/>
    <p:sldLayoutId id="2147483763" r:id="rId116"/>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30">
          <p15:clr>
            <a:srgbClr val="F26B43"/>
          </p15:clr>
        </p15:guide>
        <p15:guide id="2" pos="230">
          <p15:clr>
            <a:srgbClr val="F26B43"/>
          </p15:clr>
        </p15:guide>
        <p15:guide id="3" pos="74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14" name="Shape 1214"/>
        <p:cNvGrpSpPr/>
        <p:nvPr/>
      </p:nvGrpSpPr>
      <p:grpSpPr>
        <a:xfrm>
          <a:off x="0" y="0"/>
          <a:ext cx="0" cy="0"/>
          <a:chOff x="0" y="0"/>
          <a:chExt cx="0" cy="0"/>
        </a:xfrm>
      </p:grpSpPr>
      <p:sp>
        <p:nvSpPr>
          <p:cNvPr id="1215" name="Google Shape;1215;p118"/>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16" name="Google Shape;1216;p118"/>
          <p:cNvSpPr txBox="1"/>
          <p:nvPr>
            <p:ph idx="1" type="body"/>
          </p:nvPr>
        </p:nvSpPr>
        <p:spPr>
          <a:xfrm>
            <a:off x="274320" y="1828800"/>
            <a:ext cx="8593200" cy="4251900"/>
          </a:xfrm>
          <a:prstGeom prst="rect">
            <a:avLst/>
          </a:prstGeom>
          <a:noFill/>
          <a:ln>
            <a:noFill/>
          </a:ln>
        </p:spPr>
        <p:txBody>
          <a:bodyPr anchorCtr="0" anchor="t" bIns="0" lIns="0" spcFirstLastPara="1" rIns="0" wrap="square" tIns="0">
            <a:normAutofit/>
          </a:bodyPr>
          <a:lstStyle>
            <a:lvl1pPr indent="-314325" lvl="0" marL="457200" marR="0" rtl="0" algn="l">
              <a:lnSpc>
                <a:spcPct val="100000"/>
              </a:lnSpc>
              <a:spcBef>
                <a:spcPts val="900"/>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1pPr>
            <a:lvl2pPr indent="-314325" lvl="1" marL="914400" marR="0" rtl="0" algn="l">
              <a:lnSpc>
                <a:spcPct val="100000"/>
              </a:lnSpc>
              <a:spcBef>
                <a:spcPts val="22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2pPr>
            <a:lvl3pPr indent="-314325" lvl="2" marL="1371600" marR="0" rtl="0" algn="l">
              <a:lnSpc>
                <a:spcPct val="100000"/>
              </a:lnSpc>
              <a:spcBef>
                <a:spcPts val="22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3pPr>
            <a:lvl4pPr indent="-314325" lvl="3" marL="1828800" marR="0" rtl="0" algn="l">
              <a:lnSpc>
                <a:spcPct val="100000"/>
              </a:lnSpc>
              <a:spcBef>
                <a:spcPts val="22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4pPr>
            <a:lvl5pPr indent="-314325" lvl="4" marL="2286000" marR="0" rtl="0" algn="l">
              <a:lnSpc>
                <a:spcPct val="100000"/>
              </a:lnSpc>
              <a:spcBef>
                <a:spcPts val="22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5pPr>
            <a:lvl6pPr indent="-314325" lvl="5" marL="2743200" marR="0" rtl="0" algn="l">
              <a:lnSpc>
                <a:spcPct val="100000"/>
              </a:lnSpc>
              <a:spcBef>
                <a:spcPts val="22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6pPr>
            <a:lvl7pPr indent="-314325" lvl="6" marL="3200400" marR="0" rtl="0" algn="l">
              <a:lnSpc>
                <a:spcPct val="100000"/>
              </a:lnSpc>
              <a:spcBef>
                <a:spcPts val="22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7pPr>
            <a:lvl8pPr indent="-314325" lvl="7" marL="3657600" marR="0" rtl="0" algn="l">
              <a:lnSpc>
                <a:spcPct val="100000"/>
              </a:lnSpc>
              <a:spcBef>
                <a:spcPts val="22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8pPr>
            <a:lvl9pPr indent="-314325" lvl="8" marL="4114800" marR="0" rtl="0" algn="l">
              <a:lnSpc>
                <a:spcPct val="100000"/>
              </a:lnSpc>
              <a:spcBef>
                <a:spcPts val="22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9pPr>
          </a:lstStyle>
          <a:p/>
        </p:txBody>
      </p:sp>
      <p:sp>
        <p:nvSpPr>
          <p:cNvPr descr="UST" id="1217" name="Google Shape;1217;p118"/>
          <p:cNvSpPr/>
          <p:nvPr/>
        </p:nvSpPr>
        <p:spPr>
          <a:xfrm>
            <a:off x="274320" y="6238277"/>
            <a:ext cx="240030" cy="354094"/>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lt1"/>
              </a:solidFill>
              <a:latin typeface="Arial"/>
              <a:ea typeface="Arial"/>
              <a:cs typeface="Arial"/>
              <a:sym typeface="Arial"/>
            </a:endParaRPr>
          </a:p>
        </p:txBody>
      </p:sp>
      <p:sp>
        <p:nvSpPr>
          <p:cNvPr id="1218" name="Google Shape;1218;p118"/>
          <p:cNvSpPr txBox="1"/>
          <p:nvPr/>
        </p:nvSpPr>
        <p:spPr>
          <a:xfrm>
            <a:off x="6167470" y="6402070"/>
            <a:ext cx="2357100" cy="1830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lt1"/>
              </a:buClr>
              <a:buSzPts val="600"/>
              <a:buFont typeface="Arial"/>
              <a:buNone/>
            </a:pPr>
            <a:r>
              <a:rPr b="0" lang="en-US" sz="600">
                <a:solidFill>
                  <a:schemeClr val="lt1"/>
                </a:solidFill>
                <a:latin typeface="Arial"/>
                <a:ea typeface="Arial"/>
                <a:cs typeface="Arial"/>
                <a:sym typeface="Arial"/>
              </a:rPr>
              <a:t>Confidential and Proprietary. © 2026 UST Global Inc</a:t>
            </a:r>
            <a:endParaRPr/>
          </a:p>
        </p:txBody>
      </p:sp>
      <p:sp>
        <p:nvSpPr>
          <p:cNvPr id="1219" name="Google Shape;1219;p118"/>
          <p:cNvSpPr txBox="1"/>
          <p:nvPr/>
        </p:nvSpPr>
        <p:spPr>
          <a:xfrm>
            <a:off x="8524494" y="6317731"/>
            <a:ext cx="342900" cy="2745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b="0" lang="en-US" sz="600" u="none">
                <a:solidFill>
                  <a:schemeClr val="lt1"/>
                </a:solidFill>
                <a:latin typeface="Arial"/>
                <a:ea typeface="Arial"/>
                <a:cs typeface="Arial"/>
                <a:sym typeface="Arial"/>
              </a:rPr>
              <a:t> </a:t>
            </a:r>
            <a:fld id="{00000000-1234-1234-1234-123412341234}" type="slidenum">
              <a:rPr b="0" lang="en-US" sz="600" u="none">
                <a:solidFill>
                  <a:schemeClr val="lt1"/>
                </a:solidFill>
                <a:latin typeface="Arial"/>
                <a:ea typeface="Arial"/>
                <a:cs typeface="Arial"/>
                <a:sym typeface="Arial"/>
              </a:rPr>
              <a:t>‹#›</a:t>
            </a:fld>
            <a:endParaRPr b="0" sz="600" u="non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64" r:id="rId1"/>
    <p:sldLayoutId id="2147483765" r:id="rId2"/>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30">
          <p15:clr>
            <a:srgbClr val="F26B43"/>
          </p15:clr>
        </p15:guide>
        <p15:guide id="2" pos="230">
          <p15:clr>
            <a:srgbClr val="F26B43"/>
          </p15:clr>
        </p15:guide>
        <p15:guide id="3" pos="744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6" name="Shape 1286"/>
        <p:cNvGrpSpPr/>
        <p:nvPr/>
      </p:nvGrpSpPr>
      <p:grpSpPr>
        <a:xfrm>
          <a:off x="0" y="0"/>
          <a:ext cx="0" cy="0"/>
          <a:chOff x="0" y="0"/>
          <a:chExt cx="0" cy="0"/>
        </a:xfrm>
      </p:grpSpPr>
      <p:sp>
        <p:nvSpPr>
          <p:cNvPr id="1287" name="Google Shape;1287;p121"/>
          <p:cNvSpPr txBox="1"/>
          <p:nvPr>
            <p:ph type="title"/>
          </p:nvPr>
        </p:nvSpPr>
        <p:spPr>
          <a:xfrm>
            <a:off x="274320" y="365760"/>
            <a:ext cx="8593200" cy="9144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88" name="Google Shape;1288;p121"/>
          <p:cNvSpPr txBox="1"/>
          <p:nvPr>
            <p:ph idx="1" type="body"/>
          </p:nvPr>
        </p:nvSpPr>
        <p:spPr>
          <a:xfrm>
            <a:off x="274320" y="1828800"/>
            <a:ext cx="8593200" cy="4251900"/>
          </a:xfrm>
          <a:prstGeom prst="rect">
            <a:avLst/>
          </a:prstGeom>
          <a:noFill/>
          <a:ln>
            <a:noFill/>
          </a:ln>
        </p:spPr>
        <p:txBody>
          <a:bodyPr anchorCtr="0" anchor="t" bIns="0" lIns="0" spcFirstLastPara="1" rIns="0" wrap="square" tIns="0">
            <a:normAutofit/>
          </a:bodyPr>
          <a:lstStyle>
            <a:lvl1pPr indent="-314325" lvl="0" marL="457200" marR="0" rtl="0" algn="l">
              <a:lnSpc>
                <a:spcPct val="100000"/>
              </a:lnSpc>
              <a:spcBef>
                <a:spcPts val="900"/>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1pPr>
            <a:lvl2pPr indent="-314325" lvl="1" marL="914400" marR="0" rtl="0" algn="l">
              <a:lnSpc>
                <a:spcPct val="100000"/>
              </a:lnSpc>
              <a:spcBef>
                <a:spcPts val="22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2pPr>
            <a:lvl3pPr indent="-314325" lvl="2" marL="1371600" marR="0" rtl="0" algn="l">
              <a:lnSpc>
                <a:spcPct val="100000"/>
              </a:lnSpc>
              <a:spcBef>
                <a:spcPts val="22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3pPr>
            <a:lvl4pPr indent="-314325" lvl="3" marL="1828800" marR="0" rtl="0" algn="l">
              <a:lnSpc>
                <a:spcPct val="100000"/>
              </a:lnSpc>
              <a:spcBef>
                <a:spcPts val="22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rtl="0" algn="l">
              <a:lnSpc>
                <a:spcPct val="100000"/>
              </a:lnSpc>
              <a:spcBef>
                <a:spcPts val="22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14325" lvl="5" marL="2743200" marR="0" rtl="0" algn="l">
              <a:lnSpc>
                <a:spcPct val="100000"/>
              </a:lnSpc>
              <a:spcBef>
                <a:spcPts val="22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100000"/>
              </a:lnSpc>
              <a:spcBef>
                <a:spcPts val="22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100000"/>
              </a:lnSpc>
              <a:spcBef>
                <a:spcPts val="22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100000"/>
              </a:lnSpc>
              <a:spcBef>
                <a:spcPts val="22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descr="UST" id="1289" name="Google Shape;1289;p121"/>
          <p:cNvSpPr/>
          <p:nvPr/>
        </p:nvSpPr>
        <p:spPr>
          <a:xfrm>
            <a:off x="274320" y="6238277"/>
            <a:ext cx="240030" cy="354094"/>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290" name="Google Shape;1290;p121"/>
          <p:cNvSpPr txBox="1"/>
          <p:nvPr/>
        </p:nvSpPr>
        <p:spPr>
          <a:xfrm>
            <a:off x="6167470" y="6402070"/>
            <a:ext cx="2357100" cy="1830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r>
              <a:rPr b="0" lang="en-US" sz="600">
                <a:solidFill>
                  <a:schemeClr val="dk1"/>
                </a:solidFill>
                <a:latin typeface="Arial"/>
                <a:ea typeface="Arial"/>
                <a:cs typeface="Arial"/>
                <a:sym typeface="Arial"/>
              </a:rPr>
              <a:t>Confidential and Proprietary. © 2026 UST Global Inc</a:t>
            </a:r>
            <a:endParaRPr/>
          </a:p>
        </p:txBody>
      </p:sp>
      <p:sp>
        <p:nvSpPr>
          <p:cNvPr id="1291" name="Google Shape;1291;p121"/>
          <p:cNvSpPr txBox="1"/>
          <p:nvPr/>
        </p:nvSpPr>
        <p:spPr>
          <a:xfrm>
            <a:off x="8524494" y="6317731"/>
            <a:ext cx="342900" cy="2745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b="0" lang="en-US" sz="600" u="none">
                <a:solidFill>
                  <a:schemeClr val="dk1"/>
                </a:solidFill>
                <a:latin typeface="Arial"/>
                <a:ea typeface="Arial"/>
                <a:cs typeface="Arial"/>
                <a:sym typeface="Arial"/>
              </a:rPr>
              <a:t> </a:t>
            </a:r>
            <a:fld id="{00000000-1234-1234-1234-123412341234}" type="slidenum">
              <a:rPr b="0" lang="en-US" sz="600" u="none">
                <a:solidFill>
                  <a:schemeClr val="dk1"/>
                </a:solidFill>
                <a:latin typeface="Arial"/>
                <a:ea typeface="Arial"/>
                <a:cs typeface="Arial"/>
                <a:sym typeface="Arial"/>
              </a:rPr>
              <a:t>‹#›</a:t>
            </a:fld>
            <a:endParaRPr b="0" sz="600" u="non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79" r:id="rId14"/>
    <p:sldLayoutId id="2147483780" r:id="rId15"/>
    <p:sldLayoutId id="2147483781" r:id="rId16"/>
    <p:sldLayoutId id="2147483782" r:id="rId17"/>
    <p:sldLayoutId id="2147483783" r:id="rId18"/>
    <p:sldLayoutId id="2147483784" r:id="rId19"/>
    <p:sldLayoutId id="2147483785" r:id="rId20"/>
    <p:sldLayoutId id="2147483786" r:id="rId21"/>
    <p:sldLayoutId id="2147483787" r:id="rId22"/>
    <p:sldLayoutId id="2147483788" r:id="rId23"/>
    <p:sldLayoutId id="2147483789" r:id="rId24"/>
    <p:sldLayoutId id="2147483790" r:id="rId25"/>
    <p:sldLayoutId id="2147483791" r:id="rId26"/>
    <p:sldLayoutId id="2147483792" r:id="rId27"/>
    <p:sldLayoutId id="2147483793" r:id="rId28"/>
    <p:sldLayoutId id="2147483794" r:id="rId29"/>
    <p:sldLayoutId id="2147483795" r:id="rId30"/>
    <p:sldLayoutId id="2147483796" r:id="rId31"/>
    <p:sldLayoutId id="2147483797" r:id="rId32"/>
    <p:sldLayoutId id="2147483798" r:id="rId33"/>
    <p:sldLayoutId id="2147483799" r:id="rId34"/>
    <p:sldLayoutId id="2147483800" r:id="rId35"/>
    <p:sldLayoutId id="2147483801" r:id="rId36"/>
    <p:sldLayoutId id="2147483802" r:id="rId37"/>
    <p:sldLayoutId id="2147483803" r:id="rId38"/>
    <p:sldLayoutId id="2147483804" r:id="rId39"/>
    <p:sldLayoutId id="2147483805" r:id="rId40"/>
    <p:sldLayoutId id="2147483806" r:id="rId41"/>
    <p:sldLayoutId id="2147483807" r:id="rId42"/>
    <p:sldLayoutId id="2147483808" r:id="rId43"/>
    <p:sldLayoutId id="2147483809" r:id="rId44"/>
    <p:sldLayoutId id="2147483810" r:id="rId45"/>
    <p:sldLayoutId id="2147483811" r:id="rId46"/>
    <p:sldLayoutId id="2147483812" r:id="rId47"/>
    <p:sldLayoutId id="2147483813" r:id="rId48"/>
    <p:sldLayoutId id="2147483814" r:id="rId49"/>
    <p:sldLayoutId id="2147483815" r:id="rId50"/>
    <p:sldLayoutId id="2147483816" r:id="rId51"/>
    <p:sldLayoutId id="2147483817" r:id="rId52"/>
    <p:sldLayoutId id="2147483818" r:id="rId53"/>
    <p:sldLayoutId id="2147483819" r:id="rId54"/>
    <p:sldLayoutId id="2147483820" r:id="rId55"/>
    <p:sldLayoutId id="2147483821" r:id="rId56"/>
    <p:sldLayoutId id="2147483822" r:id="rId57"/>
    <p:sldLayoutId id="2147483823" r:id="rId58"/>
    <p:sldLayoutId id="2147483824" r:id="rId59"/>
    <p:sldLayoutId id="2147483825" r:id="rId60"/>
    <p:sldLayoutId id="2147483826" r:id="rId61"/>
    <p:sldLayoutId id="2147483827" r:id="rId62"/>
    <p:sldLayoutId id="2147483828" r:id="rId63"/>
    <p:sldLayoutId id="2147483829" r:id="rId64"/>
    <p:sldLayoutId id="2147483830" r:id="rId65"/>
    <p:sldLayoutId id="2147483831" r:id="rId66"/>
    <p:sldLayoutId id="2147483832" r:id="rId67"/>
    <p:sldLayoutId id="2147483833" r:id="rId68"/>
    <p:sldLayoutId id="2147483834" r:id="rId69"/>
    <p:sldLayoutId id="2147483835" r:id="rId70"/>
    <p:sldLayoutId id="2147483836" r:id="rId71"/>
    <p:sldLayoutId id="2147483837" r:id="rId72"/>
    <p:sldLayoutId id="2147483838" r:id="rId73"/>
    <p:sldLayoutId id="2147483839" r:id="rId74"/>
    <p:sldLayoutId id="2147483840" r:id="rId75"/>
    <p:sldLayoutId id="2147483841" r:id="rId76"/>
    <p:sldLayoutId id="2147483842" r:id="rId77"/>
    <p:sldLayoutId id="2147483843" r:id="rId78"/>
    <p:sldLayoutId id="2147483844" r:id="rId79"/>
    <p:sldLayoutId id="2147483845" r:id="rId80"/>
    <p:sldLayoutId id="2147483846" r:id="rId81"/>
    <p:sldLayoutId id="2147483847" r:id="rId82"/>
    <p:sldLayoutId id="2147483848" r:id="rId83"/>
    <p:sldLayoutId id="2147483849" r:id="rId84"/>
    <p:sldLayoutId id="2147483850" r:id="rId85"/>
    <p:sldLayoutId id="2147483851" r:id="rId86"/>
    <p:sldLayoutId id="2147483852" r:id="rId87"/>
    <p:sldLayoutId id="2147483853" r:id="rId88"/>
    <p:sldLayoutId id="2147483854" r:id="rId89"/>
    <p:sldLayoutId id="2147483855" r:id="rId90"/>
    <p:sldLayoutId id="2147483856" r:id="rId91"/>
    <p:sldLayoutId id="2147483857" r:id="rId92"/>
    <p:sldLayoutId id="2147483858" r:id="rId93"/>
    <p:sldLayoutId id="2147483859" r:id="rId94"/>
    <p:sldLayoutId id="2147483860" r:id="rId95"/>
    <p:sldLayoutId id="2147483861" r:id="rId96"/>
    <p:sldLayoutId id="2147483862" r:id="rId97"/>
    <p:sldLayoutId id="2147483863" r:id="rId98"/>
    <p:sldLayoutId id="2147483864" r:id="rId99"/>
    <p:sldLayoutId id="2147483865" r:id="rId100"/>
    <p:sldLayoutId id="2147483866" r:id="rId101"/>
    <p:sldLayoutId id="2147483867" r:id="rId102"/>
    <p:sldLayoutId id="2147483868" r:id="rId103"/>
    <p:sldLayoutId id="2147483869" r:id="rId104"/>
    <p:sldLayoutId id="2147483870" r:id="rId105"/>
    <p:sldLayoutId id="2147483871" r:id="rId106"/>
    <p:sldLayoutId id="2147483872" r:id="rId107"/>
    <p:sldLayoutId id="2147483873" r:id="rId108"/>
    <p:sldLayoutId id="2147483874" r:id="rId109"/>
    <p:sldLayoutId id="2147483875" r:id="rId110"/>
    <p:sldLayoutId id="2147483876" r:id="rId111"/>
    <p:sldLayoutId id="2147483877" r:id="rId112"/>
    <p:sldLayoutId id="2147483878" r:id="rId113"/>
    <p:sldLayoutId id="2147483879" r:id="rId114"/>
    <p:sldLayoutId id="2147483880" r:id="rId115"/>
    <p:sldLayoutId id="2147483881" r:id="rId116"/>
    <p:sldLayoutId id="2147483882" r:id="rId117"/>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30">
          <p15:clr>
            <a:srgbClr val="F26B43"/>
          </p15:clr>
        </p15:guide>
        <p15:guide id="2" pos="230">
          <p15:clr>
            <a:srgbClr val="F26B43"/>
          </p15:clr>
        </p15:guide>
        <p15:guide id="3" pos="74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9.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9.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9.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9.xml"/><Relationship Id="rId2" Type="http://schemas.openxmlformats.org/officeDocument/2006/relationships/notesSlide" Target="../notesSlides/notesSlide8.xml"/><Relationship Id="rId3"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9.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1.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0.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9.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9.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5.xml"/><Relationship Id="rId2" Type="http://schemas.openxmlformats.org/officeDocument/2006/relationships/notesSlide" Target="../notesSlides/notesSlide16.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2" name="Shape 2502"/>
        <p:cNvGrpSpPr/>
        <p:nvPr/>
      </p:nvGrpSpPr>
      <p:grpSpPr>
        <a:xfrm>
          <a:off x="0" y="0"/>
          <a:ext cx="0" cy="0"/>
          <a:chOff x="0" y="0"/>
          <a:chExt cx="0" cy="0"/>
        </a:xfrm>
      </p:grpSpPr>
      <p:sp>
        <p:nvSpPr>
          <p:cNvPr id="2503" name="Google Shape;2503;p239"/>
          <p:cNvSpPr txBox="1"/>
          <p:nvPr>
            <p:ph type="title"/>
          </p:nvPr>
        </p:nvSpPr>
        <p:spPr>
          <a:xfrm>
            <a:off x="274320" y="1737360"/>
            <a:ext cx="6378000" cy="2103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Arial"/>
              <a:buNone/>
            </a:pPr>
            <a:r>
              <a:rPr b="1" lang="en-US">
                <a:solidFill>
                  <a:srgbClr val="FFFFFF"/>
                </a:solidFill>
              </a:rPr>
              <a:t>AI Loan Eligibility Assessment Assistant</a:t>
            </a:r>
            <a:endParaRPr/>
          </a:p>
        </p:txBody>
      </p:sp>
      <p:sp>
        <p:nvSpPr>
          <p:cNvPr id="2504" name="Google Shape;2504;p239"/>
          <p:cNvSpPr txBox="1"/>
          <p:nvPr>
            <p:ph idx="1" type="body"/>
          </p:nvPr>
        </p:nvSpPr>
        <p:spPr>
          <a:xfrm>
            <a:off x="274320" y="4114800"/>
            <a:ext cx="6378900" cy="1968600"/>
          </a:xfrm>
          <a:prstGeom prst="rect">
            <a:avLst/>
          </a:prstGeom>
          <a:noFill/>
          <a:ln>
            <a:noFill/>
          </a:ln>
        </p:spPr>
        <p:txBody>
          <a:bodyPr anchorCtr="0" anchor="t" bIns="45700" lIns="91425" spcFirstLastPara="1" rIns="91425" wrap="square" tIns="45700">
            <a:normAutofit/>
          </a:bodyPr>
          <a:lstStyle/>
          <a:p>
            <a:pPr indent="-51435" lvl="0" marL="137160" rtl="0" algn="l">
              <a:lnSpc>
                <a:spcPct val="100000"/>
              </a:lnSpc>
              <a:spcBef>
                <a:spcPts val="0"/>
              </a:spcBef>
              <a:spcAft>
                <a:spcPts val="0"/>
              </a:spcAft>
              <a:buClr>
                <a:schemeClr val="lt1"/>
              </a:buClr>
              <a:buSzPts val="1350"/>
              <a:buFont typeface="Arial"/>
              <a:buNone/>
            </a:pPr>
            <a:r>
              <a:t/>
            </a:r>
            <a:endParaRPr/>
          </a:p>
          <a:p>
            <a:pPr indent="-51435" lvl="0" marL="137160" rtl="0" algn="l">
              <a:lnSpc>
                <a:spcPct val="100000"/>
              </a:lnSpc>
              <a:spcBef>
                <a:spcPts val="900"/>
              </a:spcBef>
              <a:spcAft>
                <a:spcPts val="0"/>
              </a:spcAft>
              <a:buClr>
                <a:schemeClr val="lt1"/>
              </a:buClr>
              <a:buSzPts val="1350"/>
              <a:buFont typeface="Arial"/>
              <a:buNone/>
            </a:pPr>
            <a:r>
              <a:t/>
            </a:r>
            <a:endParaRPr/>
          </a:p>
          <a:p>
            <a:pPr indent="-137160" lvl="0" marL="137160" rtl="0" algn="l">
              <a:lnSpc>
                <a:spcPct val="100000"/>
              </a:lnSpc>
              <a:spcBef>
                <a:spcPts val="900"/>
              </a:spcBef>
              <a:spcAft>
                <a:spcPts val="0"/>
              </a:spcAft>
              <a:buClr>
                <a:srgbClr val="FFFFFF"/>
              </a:buClr>
              <a:buSzPts val="1300"/>
              <a:buFont typeface="Arial"/>
              <a:buChar char="•"/>
            </a:pPr>
            <a:r>
              <a:rPr b="1" lang="en-US">
                <a:solidFill>
                  <a:srgbClr val="FFFFFF"/>
                </a:solidFill>
              </a:rPr>
              <a:t>Multi-Agent Workflow Orchestration using RAG and LangGraph</a:t>
            </a:r>
            <a:endParaRPr/>
          </a:p>
          <a:p>
            <a:pPr indent="-137160" lvl="0" marL="137160" rtl="0" algn="l">
              <a:lnSpc>
                <a:spcPct val="100000"/>
              </a:lnSpc>
              <a:spcBef>
                <a:spcPts val="900"/>
              </a:spcBef>
              <a:spcAft>
                <a:spcPts val="0"/>
              </a:spcAft>
              <a:buClr>
                <a:srgbClr val="FFFFFF"/>
              </a:buClr>
              <a:buSzPts val="1300"/>
              <a:buFont typeface="Arial"/>
              <a:buChar char="•"/>
            </a:pPr>
            <a:r>
              <a:rPr b="1" lang="en-US">
                <a:solidFill>
                  <a:srgbClr val="FFFFFF"/>
                </a:solidFill>
              </a:rPr>
              <a:t>Finance Domain — UST Enterprise Capstone</a:t>
            </a:r>
            <a:endParaRPr/>
          </a:p>
          <a:p>
            <a:pPr indent="-51435" lvl="0" marL="137160" rtl="0" algn="l">
              <a:lnSpc>
                <a:spcPct val="100000"/>
              </a:lnSpc>
              <a:spcBef>
                <a:spcPts val="900"/>
              </a:spcBef>
              <a:spcAft>
                <a:spcPts val="0"/>
              </a:spcAft>
              <a:buClr>
                <a:schemeClr val="lt1"/>
              </a:buClr>
              <a:buSzPts val="1350"/>
              <a:buFont typeface="Arial"/>
              <a:buNone/>
            </a:pPr>
            <a:r>
              <a:t/>
            </a:r>
            <a:endParaRPr/>
          </a:p>
          <a:p>
            <a:pPr indent="-51435" lvl="0" marL="137160" rtl="0" algn="l">
              <a:lnSpc>
                <a:spcPct val="100000"/>
              </a:lnSpc>
              <a:spcBef>
                <a:spcPts val="900"/>
              </a:spcBef>
              <a:spcAft>
                <a:spcPts val="0"/>
              </a:spcAft>
              <a:buClr>
                <a:schemeClr val="lt1"/>
              </a:buClr>
              <a:buSzPts val="1350"/>
              <a:buFont typeface="Arial"/>
              <a:buNone/>
            </a:pPr>
            <a:r>
              <a:t/>
            </a:r>
            <a:endParaRPr/>
          </a:p>
        </p:txBody>
      </p:sp>
      <p:sp>
        <p:nvSpPr>
          <p:cNvPr id="2505" name="Google Shape;2505;p239"/>
          <p:cNvSpPr txBox="1"/>
          <p:nvPr/>
        </p:nvSpPr>
        <p:spPr>
          <a:xfrm>
            <a:off x="365120" y="1997275"/>
            <a:ext cx="63789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chemeClr val="lt1"/>
                </a:solidFill>
                <a:latin typeface="Arial"/>
                <a:ea typeface="Arial"/>
                <a:cs typeface="Arial"/>
                <a:sym typeface="Arial"/>
              </a:rPr>
              <a:t>Team Gradient</a:t>
            </a:r>
            <a:endParaRPr b="1" sz="2800">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09" name="Shape 2509"/>
        <p:cNvGrpSpPr/>
        <p:nvPr/>
      </p:nvGrpSpPr>
      <p:grpSpPr>
        <a:xfrm>
          <a:off x="0" y="0"/>
          <a:ext cx="0" cy="0"/>
          <a:chOff x="0" y="0"/>
          <a:chExt cx="0" cy="0"/>
        </a:xfrm>
      </p:grpSpPr>
      <p:sp>
        <p:nvSpPr>
          <p:cNvPr id="2510" name="Google Shape;2510;p240"/>
          <p:cNvSpPr txBox="1"/>
          <p:nvPr>
            <p:ph type="title"/>
          </p:nvPr>
        </p:nvSpPr>
        <p:spPr>
          <a:xfrm>
            <a:off x="381000" y="381000"/>
            <a:ext cx="8593200" cy="9144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3600">
                <a:solidFill>
                  <a:srgbClr val="006E74"/>
                </a:solidFill>
                <a:latin typeface="Arial"/>
                <a:ea typeface="Arial"/>
                <a:cs typeface="Arial"/>
                <a:sym typeface="Arial"/>
              </a:rPr>
              <a:t>Problem Statement</a:t>
            </a:r>
            <a:endParaRPr b="1" sz="3600">
              <a:solidFill>
                <a:srgbClr val="006E74"/>
              </a:solidFill>
              <a:latin typeface="Arial"/>
              <a:ea typeface="Arial"/>
              <a:cs typeface="Arial"/>
              <a:sym typeface="Arial"/>
            </a:endParaRPr>
          </a:p>
        </p:txBody>
      </p:sp>
      <p:grpSp>
        <p:nvGrpSpPr>
          <p:cNvPr id="2511" name="Google Shape;2511;p240"/>
          <p:cNvGrpSpPr/>
          <p:nvPr/>
        </p:nvGrpSpPr>
        <p:grpSpPr>
          <a:xfrm>
            <a:off x="381000" y="1524000"/>
            <a:ext cx="8382075" cy="2381400"/>
            <a:chOff x="381000" y="1524000"/>
            <a:chExt cx="8382075" cy="2381400"/>
          </a:xfrm>
        </p:grpSpPr>
        <p:sp>
          <p:nvSpPr>
            <p:cNvPr id="2512" name="Google Shape;2512;p240"/>
            <p:cNvSpPr/>
            <p:nvPr/>
          </p:nvSpPr>
          <p:spPr>
            <a:xfrm>
              <a:off x="381000" y="1524000"/>
              <a:ext cx="4048200" cy="1047900"/>
            </a:xfrm>
            <a:prstGeom prst="roundRect">
              <a:avLst>
                <a:gd fmla="val 10909" name="adj"/>
              </a:avLst>
            </a:prstGeom>
            <a:solidFill>
              <a:srgbClr val="F3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13" name="Google Shape;2513;p240"/>
            <p:cNvSpPr txBox="1"/>
            <p:nvPr/>
          </p:nvSpPr>
          <p:spPr>
            <a:xfrm>
              <a:off x="381000" y="1524000"/>
              <a:ext cx="4048200" cy="10479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US" sz="1400">
                  <a:solidFill>
                    <a:srgbClr val="006E74"/>
                  </a:solidFill>
                  <a:latin typeface="Arial"/>
                  <a:ea typeface="Arial"/>
                  <a:cs typeface="Arial"/>
                  <a:sym typeface="Arial"/>
                </a:rPr>
                <a:t>Operational Inefficiency</a:t>
              </a:r>
              <a:endParaRPr b="1" sz="1400">
                <a:solidFill>
                  <a:srgbClr val="006E74"/>
                </a:solidFill>
                <a:latin typeface="Arial"/>
                <a:ea typeface="Arial"/>
                <a:cs typeface="Arial"/>
                <a:sym typeface="Arial"/>
              </a:endParaRPr>
            </a:p>
            <a:p>
              <a:pPr indent="0" lvl="0" marL="0" rtl="0" algn="l">
                <a:spcBef>
                  <a:spcPts val="600"/>
                </a:spcBef>
                <a:spcAft>
                  <a:spcPts val="0"/>
                </a:spcAft>
                <a:buNone/>
              </a:pPr>
              <a:r>
                <a:rPr lang="en-US" sz="1200">
                  <a:solidFill>
                    <a:srgbClr val="374151"/>
                  </a:solidFill>
                  <a:latin typeface="Arial"/>
                  <a:ea typeface="Arial"/>
                  <a:cs typeface="Arial"/>
                  <a:sym typeface="Arial"/>
                </a:rPr>
                <a:t>Manual loan processing is slow and inefficient, leading to high operational costs.</a:t>
              </a:r>
              <a:endParaRPr sz="1200">
                <a:solidFill>
                  <a:srgbClr val="374151"/>
                </a:solidFill>
                <a:latin typeface="Arial"/>
                <a:ea typeface="Arial"/>
                <a:cs typeface="Arial"/>
                <a:sym typeface="Arial"/>
              </a:endParaRPr>
            </a:p>
          </p:txBody>
        </p:sp>
        <p:sp>
          <p:nvSpPr>
            <p:cNvPr id="2514" name="Google Shape;2514;p240"/>
            <p:cNvSpPr/>
            <p:nvPr/>
          </p:nvSpPr>
          <p:spPr>
            <a:xfrm>
              <a:off x="4714875" y="1524000"/>
              <a:ext cx="4048200" cy="1047900"/>
            </a:xfrm>
            <a:prstGeom prst="roundRect">
              <a:avLst>
                <a:gd fmla="val 10909" name="adj"/>
              </a:avLst>
            </a:prstGeom>
            <a:solidFill>
              <a:srgbClr val="F3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15" name="Google Shape;2515;p240"/>
            <p:cNvSpPr txBox="1"/>
            <p:nvPr/>
          </p:nvSpPr>
          <p:spPr>
            <a:xfrm>
              <a:off x="4714875" y="1524000"/>
              <a:ext cx="4048200" cy="10479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US" sz="1400">
                  <a:solidFill>
                    <a:srgbClr val="006E74"/>
                  </a:solidFill>
                  <a:latin typeface="Arial"/>
                  <a:ea typeface="Arial"/>
                  <a:cs typeface="Arial"/>
                  <a:sym typeface="Arial"/>
                </a:rPr>
                <a:t>Decision Inconsistency</a:t>
              </a:r>
              <a:endParaRPr b="1" sz="1400">
                <a:solidFill>
                  <a:srgbClr val="006E74"/>
                </a:solidFill>
                <a:latin typeface="Arial"/>
                <a:ea typeface="Arial"/>
                <a:cs typeface="Arial"/>
                <a:sym typeface="Arial"/>
              </a:endParaRPr>
            </a:p>
            <a:p>
              <a:pPr indent="0" lvl="0" marL="0" rtl="0" algn="l">
                <a:spcBef>
                  <a:spcPts val="600"/>
                </a:spcBef>
                <a:spcAft>
                  <a:spcPts val="0"/>
                </a:spcAft>
                <a:buNone/>
              </a:pPr>
              <a:r>
                <a:rPr lang="en-US" sz="1200">
                  <a:solidFill>
                    <a:srgbClr val="374151"/>
                  </a:solidFill>
                  <a:latin typeface="Arial"/>
                  <a:ea typeface="Arial"/>
                  <a:cs typeface="Arial"/>
                  <a:sym typeface="Arial"/>
                </a:rPr>
                <a:t>Risk evaluation is inconsistent across different manual assessors.</a:t>
              </a:r>
              <a:endParaRPr sz="1200">
                <a:solidFill>
                  <a:srgbClr val="374151"/>
                </a:solidFill>
                <a:latin typeface="Arial"/>
                <a:ea typeface="Arial"/>
                <a:cs typeface="Arial"/>
                <a:sym typeface="Arial"/>
              </a:endParaRPr>
            </a:p>
          </p:txBody>
        </p:sp>
        <p:sp>
          <p:nvSpPr>
            <p:cNvPr id="2516" name="Google Shape;2516;p240"/>
            <p:cNvSpPr/>
            <p:nvPr/>
          </p:nvSpPr>
          <p:spPr>
            <a:xfrm>
              <a:off x="381000" y="2857500"/>
              <a:ext cx="4048200" cy="1047900"/>
            </a:xfrm>
            <a:prstGeom prst="roundRect">
              <a:avLst>
                <a:gd fmla="val 10909" name="adj"/>
              </a:avLst>
            </a:prstGeom>
            <a:solidFill>
              <a:srgbClr val="F3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17" name="Google Shape;2517;p240"/>
            <p:cNvSpPr txBox="1"/>
            <p:nvPr/>
          </p:nvSpPr>
          <p:spPr>
            <a:xfrm>
              <a:off x="381000" y="2857500"/>
              <a:ext cx="4048200" cy="10479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US" sz="1400">
                  <a:solidFill>
                    <a:srgbClr val="006E74"/>
                  </a:solidFill>
                  <a:latin typeface="Arial"/>
                  <a:ea typeface="Arial"/>
                  <a:cs typeface="Arial"/>
                  <a:sym typeface="Arial"/>
                </a:rPr>
                <a:t>Compliance Bottlenecks</a:t>
              </a:r>
              <a:endParaRPr b="1" sz="1400">
                <a:solidFill>
                  <a:srgbClr val="006E74"/>
                </a:solidFill>
                <a:latin typeface="Arial"/>
                <a:ea typeface="Arial"/>
                <a:cs typeface="Arial"/>
                <a:sym typeface="Arial"/>
              </a:endParaRPr>
            </a:p>
            <a:p>
              <a:pPr indent="0" lvl="0" marL="0" rtl="0" algn="l">
                <a:spcBef>
                  <a:spcPts val="600"/>
                </a:spcBef>
                <a:spcAft>
                  <a:spcPts val="0"/>
                </a:spcAft>
                <a:buNone/>
              </a:pPr>
              <a:r>
                <a:rPr lang="en-US" sz="1200">
                  <a:solidFill>
                    <a:srgbClr val="374151"/>
                  </a:solidFill>
                  <a:latin typeface="Arial"/>
                  <a:ea typeface="Arial"/>
                  <a:cs typeface="Arial"/>
                  <a:sym typeface="Arial"/>
                </a:rPr>
                <a:t>Manual policy validation increases delays and risk of human error.</a:t>
              </a:r>
              <a:endParaRPr sz="1200">
                <a:solidFill>
                  <a:srgbClr val="374151"/>
                </a:solidFill>
                <a:latin typeface="Arial"/>
                <a:ea typeface="Arial"/>
                <a:cs typeface="Arial"/>
                <a:sym typeface="Arial"/>
              </a:endParaRPr>
            </a:p>
          </p:txBody>
        </p:sp>
        <p:sp>
          <p:nvSpPr>
            <p:cNvPr id="2518" name="Google Shape;2518;p240"/>
            <p:cNvSpPr/>
            <p:nvPr/>
          </p:nvSpPr>
          <p:spPr>
            <a:xfrm>
              <a:off x="4714875" y="2857500"/>
              <a:ext cx="4048200" cy="1047900"/>
            </a:xfrm>
            <a:prstGeom prst="roundRect">
              <a:avLst>
                <a:gd fmla="val 10909" name="adj"/>
              </a:avLst>
            </a:prstGeom>
            <a:solidFill>
              <a:srgbClr val="F3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19" name="Google Shape;2519;p240"/>
            <p:cNvSpPr txBox="1"/>
            <p:nvPr/>
          </p:nvSpPr>
          <p:spPr>
            <a:xfrm>
              <a:off x="4714875" y="2857500"/>
              <a:ext cx="4048200" cy="10479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US" sz="1400">
                  <a:solidFill>
                    <a:srgbClr val="006E74"/>
                  </a:solidFill>
                  <a:latin typeface="Arial"/>
                  <a:ea typeface="Arial"/>
                  <a:cs typeface="Arial"/>
                  <a:sym typeface="Arial"/>
                </a:rPr>
                <a:t>Strategic Need</a:t>
              </a:r>
              <a:endParaRPr b="1" sz="1400">
                <a:solidFill>
                  <a:srgbClr val="006E74"/>
                </a:solidFill>
                <a:latin typeface="Arial"/>
                <a:ea typeface="Arial"/>
                <a:cs typeface="Arial"/>
                <a:sym typeface="Arial"/>
              </a:endParaRPr>
            </a:p>
            <a:p>
              <a:pPr indent="0" lvl="0" marL="0" rtl="0" algn="l">
                <a:spcBef>
                  <a:spcPts val="600"/>
                </a:spcBef>
                <a:spcAft>
                  <a:spcPts val="0"/>
                </a:spcAft>
                <a:buNone/>
              </a:pPr>
              <a:r>
                <a:rPr lang="en-US" sz="1200">
                  <a:solidFill>
                    <a:srgbClr val="374151"/>
                  </a:solidFill>
                  <a:latin typeface="Arial"/>
                  <a:ea typeface="Arial"/>
                  <a:cs typeface="Arial"/>
                  <a:sym typeface="Arial"/>
                </a:rPr>
                <a:t>Need for AI-driven workflow automation to modernize lending practices.</a:t>
              </a:r>
              <a:endParaRPr sz="1200">
                <a:solidFill>
                  <a:srgbClr val="374151"/>
                </a:solidFill>
                <a:latin typeface="Arial"/>
                <a:ea typeface="Arial"/>
                <a:cs typeface="Arial"/>
                <a:sym typeface="Arial"/>
              </a:endParaRPr>
            </a:p>
          </p:txBody>
        </p:sp>
      </p:grpSp>
      <p:grpSp>
        <p:nvGrpSpPr>
          <p:cNvPr id="2520" name="Google Shape;2520;p240"/>
          <p:cNvGrpSpPr/>
          <p:nvPr/>
        </p:nvGrpSpPr>
        <p:grpSpPr>
          <a:xfrm>
            <a:off x="381000" y="4476750"/>
            <a:ext cx="8382000" cy="952500"/>
            <a:chOff x="381000" y="4476750"/>
            <a:chExt cx="8382000" cy="952500"/>
          </a:xfrm>
        </p:grpSpPr>
        <p:sp>
          <p:nvSpPr>
            <p:cNvPr id="2521" name="Google Shape;2521;p240"/>
            <p:cNvSpPr/>
            <p:nvPr/>
          </p:nvSpPr>
          <p:spPr>
            <a:xfrm>
              <a:off x="381000" y="4476750"/>
              <a:ext cx="8382000" cy="952500"/>
            </a:xfrm>
            <a:prstGeom prst="roundRect">
              <a:avLst>
                <a:gd fmla="val 15000" name="adj"/>
              </a:avLst>
            </a:prstGeom>
            <a:solidFill>
              <a:srgbClr val="006E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2" name="Google Shape;2522;p240"/>
            <p:cNvSpPr txBox="1"/>
            <p:nvPr/>
          </p:nvSpPr>
          <p:spPr>
            <a:xfrm>
              <a:off x="381000" y="4476750"/>
              <a:ext cx="83820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000">
                  <a:solidFill>
                    <a:srgbClr val="FFFFFF"/>
                  </a:solidFill>
                  <a:latin typeface="Arial"/>
                  <a:ea typeface="Arial"/>
                  <a:cs typeface="Arial"/>
                  <a:sym typeface="Arial"/>
                </a:rPr>
                <a:t>Goal: Automate loan eligibility assessment</a:t>
              </a:r>
              <a:endParaRPr b="1" sz="2000">
                <a:solidFill>
                  <a:srgbClr val="FFFFFF"/>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26" name="Shape 2526"/>
        <p:cNvGrpSpPr/>
        <p:nvPr/>
      </p:nvGrpSpPr>
      <p:grpSpPr>
        <a:xfrm>
          <a:off x="0" y="0"/>
          <a:ext cx="0" cy="0"/>
          <a:chOff x="0" y="0"/>
          <a:chExt cx="0" cy="0"/>
        </a:xfrm>
      </p:grpSpPr>
      <p:sp>
        <p:nvSpPr>
          <p:cNvPr id="2527" name="Google Shape;2527;p241"/>
          <p:cNvSpPr txBox="1"/>
          <p:nvPr>
            <p:ph type="title"/>
          </p:nvPr>
        </p:nvSpPr>
        <p:spPr>
          <a:xfrm>
            <a:off x="381000" y="381000"/>
            <a:ext cx="8593200" cy="9144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i="0" lang="en-US" sz="3600" u="none" strike="noStrike">
                <a:solidFill>
                  <a:srgbClr val="006E74"/>
                </a:solidFill>
                <a:latin typeface="Arial"/>
                <a:ea typeface="Arial"/>
                <a:cs typeface="Arial"/>
                <a:sym typeface="Arial"/>
              </a:rPr>
              <a:t>Project Objectives</a:t>
            </a:r>
            <a:endParaRPr b="1" i="0" sz="3600" u="none" strike="noStrike">
              <a:solidFill>
                <a:srgbClr val="006E74"/>
              </a:solidFill>
              <a:latin typeface="Arial"/>
              <a:ea typeface="Arial"/>
              <a:cs typeface="Arial"/>
              <a:sym typeface="Arial"/>
            </a:endParaRPr>
          </a:p>
        </p:txBody>
      </p:sp>
      <p:grpSp>
        <p:nvGrpSpPr>
          <p:cNvPr id="2528" name="Google Shape;2528;p241"/>
          <p:cNvGrpSpPr/>
          <p:nvPr/>
        </p:nvGrpSpPr>
        <p:grpSpPr>
          <a:xfrm>
            <a:off x="381000" y="1524000"/>
            <a:ext cx="4095900" cy="1238400"/>
            <a:chOff x="381000" y="1524000"/>
            <a:chExt cx="4095900" cy="1238400"/>
          </a:xfrm>
        </p:grpSpPr>
        <p:sp>
          <p:nvSpPr>
            <p:cNvPr id="2529" name="Google Shape;2529;p241"/>
            <p:cNvSpPr/>
            <p:nvPr/>
          </p:nvSpPr>
          <p:spPr>
            <a:xfrm>
              <a:off x="381000" y="1524000"/>
              <a:ext cx="4095900" cy="1238400"/>
            </a:xfrm>
            <a:prstGeom prst="roundRect">
              <a:avLst>
                <a:gd fmla="val 923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0" name="Google Shape;2530;p241"/>
            <p:cNvSpPr txBox="1"/>
            <p:nvPr/>
          </p:nvSpPr>
          <p:spPr>
            <a:xfrm>
              <a:off x="381000" y="1524000"/>
              <a:ext cx="4095900" cy="12384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lang="en-US" sz="2400">
                  <a:solidFill>
                    <a:srgbClr val="0097AC"/>
                  </a:solidFill>
                  <a:latin typeface="Material Icons"/>
                  <a:ea typeface="Material Icons"/>
                  <a:cs typeface="Material Icons"/>
                  <a:sym typeface="Material Icons"/>
                </a:rPr>
                <a:t>settings_suggest</a:t>
              </a:r>
              <a:r>
                <a:rPr b="1" lang="en-US" sz="1600">
                  <a:solidFill>
                    <a:srgbClr val="006E74"/>
                  </a:solidFill>
                  <a:latin typeface="Arial"/>
                  <a:ea typeface="Arial"/>
                  <a:cs typeface="Arial"/>
                  <a:sym typeface="Arial"/>
                </a:rPr>
                <a:t>Assessment Automation</a:t>
              </a:r>
              <a:endParaRPr/>
            </a:p>
            <a:p>
              <a:pPr indent="0" lvl="0" marL="0" rtl="0" algn="l">
                <a:spcBef>
                  <a:spcPts val="600"/>
                </a:spcBef>
                <a:spcAft>
                  <a:spcPts val="0"/>
                </a:spcAft>
                <a:buNone/>
              </a:pPr>
              <a:r>
                <a:rPr lang="en-US" sz="1100">
                  <a:solidFill>
                    <a:srgbClr val="374151"/>
                  </a:solidFill>
                  <a:latin typeface="Arial"/>
                  <a:ea typeface="Arial"/>
                  <a:cs typeface="Arial"/>
                  <a:sym typeface="Arial"/>
                </a:rPr>
                <a:t>Automate loan eligibility assessment to increase speed and reduce operational overhead.</a:t>
              </a:r>
              <a:endParaRPr sz="1100">
                <a:solidFill>
                  <a:srgbClr val="374151"/>
                </a:solidFill>
                <a:latin typeface="Arial"/>
                <a:ea typeface="Arial"/>
                <a:cs typeface="Arial"/>
                <a:sym typeface="Arial"/>
              </a:endParaRPr>
            </a:p>
          </p:txBody>
        </p:sp>
      </p:grpSp>
      <p:grpSp>
        <p:nvGrpSpPr>
          <p:cNvPr id="2531" name="Google Shape;2531;p241"/>
          <p:cNvGrpSpPr/>
          <p:nvPr/>
        </p:nvGrpSpPr>
        <p:grpSpPr>
          <a:xfrm>
            <a:off x="4667250" y="1524000"/>
            <a:ext cx="4095900" cy="1238400"/>
            <a:chOff x="4667250" y="1524000"/>
            <a:chExt cx="4095900" cy="1238400"/>
          </a:xfrm>
        </p:grpSpPr>
        <p:sp>
          <p:nvSpPr>
            <p:cNvPr id="2532" name="Google Shape;2532;p241"/>
            <p:cNvSpPr/>
            <p:nvPr/>
          </p:nvSpPr>
          <p:spPr>
            <a:xfrm>
              <a:off x="4667250" y="1524000"/>
              <a:ext cx="4095900" cy="1238400"/>
            </a:xfrm>
            <a:prstGeom prst="roundRect">
              <a:avLst>
                <a:gd fmla="val 923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3" name="Google Shape;2533;p241"/>
            <p:cNvSpPr txBox="1"/>
            <p:nvPr/>
          </p:nvSpPr>
          <p:spPr>
            <a:xfrm>
              <a:off x="4667250" y="1524000"/>
              <a:ext cx="4095900" cy="12384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lang="en-US" sz="2400">
                  <a:solidFill>
                    <a:srgbClr val="0097AC"/>
                  </a:solidFill>
                  <a:latin typeface="Material Icons"/>
                  <a:ea typeface="Material Icons"/>
                  <a:cs typeface="Material Icons"/>
                  <a:sym typeface="Material Icons"/>
                </a:rPr>
                <a:t>account_tree</a:t>
              </a:r>
              <a:r>
                <a:rPr b="1" lang="en-US" sz="1600">
                  <a:solidFill>
                    <a:srgbClr val="006E74"/>
                  </a:solidFill>
                  <a:latin typeface="Arial"/>
                  <a:ea typeface="Arial"/>
                  <a:cs typeface="Arial"/>
                  <a:sym typeface="Arial"/>
                </a:rPr>
                <a:t>Agent Orchestration</a:t>
              </a:r>
              <a:endParaRPr/>
            </a:p>
            <a:p>
              <a:pPr indent="0" lvl="0" marL="0" rtl="0" algn="l">
                <a:spcBef>
                  <a:spcPts val="600"/>
                </a:spcBef>
                <a:spcAft>
                  <a:spcPts val="0"/>
                </a:spcAft>
                <a:buNone/>
              </a:pPr>
              <a:r>
                <a:rPr lang="en-US" sz="1100">
                  <a:solidFill>
                    <a:srgbClr val="374151"/>
                  </a:solidFill>
                  <a:latin typeface="Arial"/>
                  <a:ea typeface="Arial"/>
                  <a:cs typeface="Arial"/>
                  <a:sym typeface="Arial"/>
                </a:rPr>
                <a:t>Build a robust multi-agent orchestration workflow for specialized task handling.</a:t>
              </a:r>
              <a:endParaRPr sz="1100">
                <a:solidFill>
                  <a:srgbClr val="374151"/>
                </a:solidFill>
                <a:latin typeface="Arial"/>
                <a:ea typeface="Arial"/>
                <a:cs typeface="Arial"/>
                <a:sym typeface="Arial"/>
              </a:endParaRPr>
            </a:p>
          </p:txBody>
        </p:sp>
      </p:grpSp>
      <p:grpSp>
        <p:nvGrpSpPr>
          <p:cNvPr id="2534" name="Google Shape;2534;p241"/>
          <p:cNvGrpSpPr/>
          <p:nvPr/>
        </p:nvGrpSpPr>
        <p:grpSpPr>
          <a:xfrm>
            <a:off x="381000" y="2952750"/>
            <a:ext cx="4095900" cy="1238400"/>
            <a:chOff x="381000" y="2952750"/>
            <a:chExt cx="4095900" cy="1238400"/>
          </a:xfrm>
        </p:grpSpPr>
        <p:sp>
          <p:nvSpPr>
            <p:cNvPr id="2535" name="Google Shape;2535;p241"/>
            <p:cNvSpPr/>
            <p:nvPr/>
          </p:nvSpPr>
          <p:spPr>
            <a:xfrm>
              <a:off x="381000" y="2952750"/>
              <a:ext cx="4095900" cy="1238400"/>
            </a:xfrm>
            <a:prstGeom prst="roundRect">
              <a:avLst>
                <a:gd fmla="val 923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6" name="Google Shape;2536;p241"/>
            <p:cNvSpPr txBox="1"/>
            <p:nvPr/>
          </p:nvSpPr>
          <p:spPr>
            <a:xfrm>
              <a:off x="381000" y="2952750"/>
              <a:ext cx="4095900" cy="12384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lang="en-US" sz="2400">
                  <a:solidFill>
                    <a:srgbClr val="0097AC"/>
                  </a:solidFill>
                  <a:latin typeface="Material Icons"/>
                  <a:ea typeface="Material Icons"/>
                  <a:cs typeface="Material Icons"/>
                  <a:sym typeface="Material Icons"/>
                </a:rPr>
                <a:t>alt_route</a:t>
              </a:r>
              <a:r>
                <a:rPr b="1" lang="en-US" sz="1600">
                  <a:solidFill>
                    <a:srgbClr val="006E74"/>
                  </a:solidFill>
                  <a:latin typeface="Arial"/>
                  <a:ea typeface="Arial"/>
                  <a:cs typeface="Arial"/>
                  <a:sym typeface="Arial"/>
                </a:rPr>
                <a:t>Intelligent Routing</a:t>
              </a:r>
              <a:endParaRPr/>
            </a:p>
            <a:p>
              <a:pPr indent="0" lvl="0" marL="0" rtl="0" algn="l">
                <a:spcBef>
                  <a:spcPts val="600"/>
                </a:spcBef>
                <a:spcAft>
                  <a:spcPts val="0"/>
                </a:spcAft>
                <a:buNone/>
              </a:pPr>
              <a:r>
                <a:rPr lang="en-US" sz="1100">
                  <a:solidFill>
                    <a:srgbClr val="374151"/>
                  </a:solidFill>
                  <a:latin typeface="Arial"/>
                  <a:ea typeface="Arial"/>
                  <a:cs typeface="Arial"/>
                  <a:sym typeface="Arial"/>
                </a:rPr>
                <a:t>Implement router-based approvals to ensure logic-driven decision paths.</a:t>
              </a:r>
              <a:endParaRPr sz="1100">
                <a:solidFill>
                  <a:srgbClr val="374151"/>
                </a:solidFill>
                <a:latin typeface="Arial"/>
                <a:ea typeface="Arial"/>
                <a:cs typeface="Arial"/>
                <a:sym typeface="Arial"/>
              </a:endParaRPr>
            </a:p>
          </p:txBody>
        </p:sp>
      </p:grpSp>
      <p:grpSp>
        <p:nvGrpSpPr>
          <p:cNvPr id="2537" name="Google Shape;2537;p241"/>
          <p:cNvGrpSpPr/>
          <p:nvPr/>
        </p:nvGrpSpPr>
        <p:grpSpPr>
          <a:xfrm>
            <a:off x="4667250" y="2952750"/>
            <a:ext cx="4095900" cy="1238400"/>
            <a:chOff x="4667250" y="2952750"/>
            <a:chExt cx="4095900" cy="1238400"/>
          </a:xfrm>
        </p:grpSpPr>
        <p:sp>
          <p:nvSpPr>
            <p:cNvPr id="2538" name="Google Shape;2538;p241"/>
            <p:cNvSpPr/>
            <p:nvPr/>
          </p:nvSpPr>
          <p:spPr>
            <a:xfrm>
              <a:off x="4667250" y="2952750"/>
              <a:ext cx="4095900" cy="1238400"/>
            </a:xfrm>
            <a:prstGeom prst="roundRect">
              <a:avLst>
                <a:gd fmla="val 923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9" name="Google Shape;2539;p241"/>
            <p:cNvSpPr txBox="1"/>
            <p:nvPr/>
          </p:nvSpPr>
          <p:spPr>
            <a:xfrm>
              <a:off x="4667250" y="2952750"/>
              <a:ext cx="4095900" cy="12384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lang="en-US" sz="2400">
                  <a:solidFill>
                    <a:srgbClr val="0097AC"/>
                  </a:solidFill>
                  <a:latin typeface="Material Icons"/>
                  <a:ea typeface="Material Icons"/>
                  <a:cs typeface="Material Icons"/>
                  <a:sym typeface="Material Icons"/>
                </a:rPr>
                <a:t>library_books</a:t>
              </a:r>
              <a:r>
                <a:rPr b="1" lang="en-US" sz="1600">
                  <a:solidFill>
                    <a:srgbClr val="006E74"/>
                  </a:solidFill>
                  <a:latin typeface="Arial"/>
                  <a:ea typeface="Arial"/>
                  <a:cs typeface="Arial"/>
                  <a:sym typeface="Arial"/>
                </a:rPr>
                <a:t>Policy Retrieval (RAG)</a:t>
              </a:r>
              <a:endParaRPr/>
            </a:p>
            <a:p>
              <a:pPr indent="0" lvl="0" marL="0" rtl="0" algn="l">
                <a:spcBef>
                  <a:spcPts val="600"/>
                </a:spcBef>
                <a:spcAft>
                  <a:spcPts val="0"/>
                </a:spcAft>
                <a:buNone/>
              </a:pPr>
              <a:r>
                <a:rPr lang="en-US" sz="1100">
                  <a:solidFill>
                    <a:srgbClr val="374151"/>
                  </a:solidFill>
                  <a:latin typeface="Arial"/>
                  <a:ea typeface="Arial"/>
                  <a:cs typeface="Arial"/>
                  <a:sym typeface="Arial"/>
                </a:rPr>
                <a:t>Integrate RAG for precise policy retrieval to maintain strict compliance standards.</a:t>
              </a:r>
              <a:endParaRPr sz="1100">
                <a:solidFill>
                  <a:srgbClr val="374151"/>
                </a:solidFill>
                <a:latin typeface="Arial"/>
                <a:ea typeface="Arial"/>
                <a:cs typeface="Arial"/>
                <a:sym typeface="Arial"/>
              </a:endParaRPr>
            </a:p>
          </p:txBody>
        </p:sp>
      </p:grpSp>
      <p:grpSp>
        <p:nvGrpSpPr>
          <p:cNvPr id="2540" name="Google Shape;2540;p241"/>
          <p:cNvGrpSpPr/>
          <p:nvPr/>
        </p:nvGrpSpPr>
        <p:grpSpPr>
          <a:xfrm>
            <a:off x="381000" y="4381500"/>
            <a:ext cx="4095900" cy="1238400"/>
            <a:chOff x="381000" y="4381500"/>
            <a:chExt cx="4095900" cy="1238400"/>
          </a:xfrm>
        </p:grpSpPr>
        <p:sp>
          <p:nvSpPr>
            <p:cNvPr id="2541" name="Google Shape;2541;p241"/>
            <p:cNvSpPr/>
            <p:nvPr/>
          </p:nvSpPr>
          <p:spPr>
            <a:xfrm>
              <a:off x="381000" y="4381500"/>
              <a:ext cx="4095900" cy="1238400"/>
            </a:xfrm>
            <a:prstGeom prst="roundRect">
              <a:avLst>
                <a:gd fmla="val 923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2" name="Google Shape;2542;p241"/>
            <p:cNvSpPr txBox="1"/>
            <p:nvPr/>
          </p:nvSpPr>
          <p:spPr>
            <a:xfrm>
              <a:off x="381000" y="4381500"/>
              <a:ext cx="4095900" cy="12384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lang="en-US" sz="2400">
                  <a:solidFill>
                    <a:srgbClr val="0097AC"/>
                  </a:solidFill>
                  <a:latin typeface="Material Icons"/>
                  <a:ea typeface="Material Icons"/>
                  <a:cs typeface="Material Icons"/>
                  <a:sym typeface="Material Icons"/>
                </a:rPr>
                <a:t>visibility</a:t>
              </a:r>
              <a:r>
                <a:rPr b="1" lang="en-US" sz="1600">
                  <a:solidFill>
                    <a:srgbClr val="006E74"/>
                  </a:solidFill>
                  <a:latin typeface="Arial"/>
                  <a:ea typeface="Arial"/>
                  <a:cs typeface="Arial"/>
                  <a:sym typeface="Arial"/>
                </a:rPr>
                <a:t>Transparency</a:t>
              </a:r>
              <a:endParaRPr/>
            </a:p>
            <a:p>
              <a:pPr indent="0" lvl="0" marL="0" rtl="0" algn="l">
                <a:spcBef>
                  <a:spcPts val="600"/>
                </a:spcBef>
                <a:spcAft>
                  <a:spcPts val="0"/>
                </a:spcAft>
                <a:buNone/>
              </a:pPr>
              <a:r>
                <a:rPr lang="en-US" sz="1100">
                  <a:solidFill>
                    <a:srgbClr val="374151"/>
                  </a:solidFill>
                  <a:latin typeface="Arial"/>
                  <a:ea typeface="Arial"/>
                  <a:cs typeface="Arial"/>
                  <a:sym typeface="Arial"/>
                </a:rPr>
                <a:t>Improve workflow transparency with clear logging and state tracking.</a:t>
              </a:r>
              <a:endParaRPr sz="1100">
                <a:solidFill>
                  <a:srgbClr val="374151"/>
                </a:solidFill>
                <a:latin typeface="Arial"/>
                <a:ea typeface="Arial"/>
                <a:cs typeface="Arial"/>
                <a:sym typeface="Arial"/>
              </a:endParaRPr>
            </a:p>
          </p:txBody>
        </p:sp>
      </p:grpSp>
      <p:grpSp>
        <p:nvGrpSpPr>
          <p:cNvPr id="2543" name="Google Shape;2543;p241"/>
          <p:cNvGrpSpPr/>
          <p:nvPr/>
        </p:nvGrpSpPr>
        <p:grpSpPr>
          <a:xfrm>
            <a:off x="4667250" y="4381500"/>
            <a:ext cx="4095900" cy="1238400"/>
            <a:chOff x="4667250" y="4381500"/>
            <a:chExt cx="4095900" cy="1238400"/>
          </a:xfrm>
        </p:grpSpPr>
        <p:sp>
          <p:nvSpPr>
            <p:cNvPr id="2544" name="Google Shape;2544;p241"/>
            <p:cNvSpPr/>
            <p:nvPr/>
          </p:nvSpPr>
          <p:spPr>
            <a:xfrm>
              <a:off x="4667250" y="4381500"/>
              <a:ext cx="4095900" cy="1238400"/>
            </a:xfrm>
            <a:prstGeom prst="roundRect">
              <a:avLst>
                <a:gd fmla="val 923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5" name="Google Shape;2545;p241"/>
            <p:cNvSpPr txBox="1"/>
            <p:nvPr/>
          </p:nvSpPr>
          <p:spPr>
            <a:xfrm>
              <a:off x="4667250" y="4381500"/>
              <a:ext cx="4095900" cy="12384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lang="en-US" sz="2400">
                  <a:solidFill>
                    <a:srgbClr val="0097AC"/>
                  </a:solidFill>
                  <a:latin typeface="Material Icons"/>
                  <a:ea typeface="Material Icons"/>
                  <a:cs typeface="Material Icons"/>
                  <a:sym typeface="Material Icons"/>
                </a:rPr>
                <a:t>fact_check</a:t>
              </a:r>
              <a:r>
                <a:rPr b="1" lang="en-US" sz="1600">
                  <a:solidFill>
                    <a:srgbClr val="006E74"/>
                  </a:solidFill>
                  <a:latin typeface="Arial"/>
                  <a:ea typeface="Arial"/>
                  <a:cs typeface="Arial"/>
                  <a:sym typeface="Arial"/>
                </a:rPr>
                <a:t>Human-in-the-loop</a:t>
              </a:r>
              <a:endParaRPr/>
            </a:p>
            <a:p>
              <a:pPr indent="0" lvl="0" marL="0" rtl="0" algn="l">
                <a:spcBef>
                  <a:spcPts val="600"/>
                </a:spcBef>
                <a:spcAft>
                  <a:spcPts val="0"/>
                </a:spcAft>
                <a:buNone/>
              </a:pPr>
              <a:r>
                <a:rPr lang="en-US" sz="1100">
                  <a:solidFill>
                    <a:srgbClr val="374151"/>
                  </a:solidFill>
                  <a:latin typeface="Arial"/>
                  <a:ea typeface="Arial"/>
                  <a:cs typeface="Arial"/>
                  <a:sym typeface="Arial"/>
                </a:rPr>
                <a:t>Support human approval checkpoints for critical edge cases and risk mitigation.</a:t>
              </a:r>
              <a:endParaRPr sz="1100">
                <a:solidFill>
                  <a:srgbClr val="374151"/>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49" name="Shape 2549"/>
        <p:cNvGrpSpPr/>
        <p:nvPr/>
      </p:nvGrpSpPr>
      <p:grpSpPr>
        <a:xfrm>
          <a:off x="0" y="0"/>
          <a:ext cx="0" cy="0"/>
          <a:chOff x="0" y="0"/>
          <a:chExt cx="0" cy="0"/>
        </a:xfrm>
      </p:grpSpPr>
      <p:pic>
        <p:nvPicPr>
          <p:cNvPr id="2550" name="Google Shape;2550;p242"/>
          <p:cNvPicPr preferRelativeResize="0"/>
          <p:nvPr/>
        </p:nvPicPr>
        <p:blipFill rotWithShape="1">
          <a:blip r:embed="rId4">
            <a:alphaModFix/>
          </a:blip>
          <a:srcRect b="0" l="12503" r="12495" t="0"/>
          <a:stretch/>
        </p:blipFill>
        <p:spPr>
          <a:xfrm>
            <a:off x="0" y="0"/>
            <a:ext cx="9144000" cy="6858000"/>
          </a:xfrm>
          <a:prstGeom prst="rect">
            <a:avLst/>
          </a:prstGeom>
          <a:noFill/>
          <a:ln>
            <a:noFill/>
          </a:ln>
        </p:spPr>
      </p:pic>
      <p:sp>
        <p:nvSpPr>
          <p:cNvPr id="2551" name="Google Shape;2551;p242"/>
          <p:cNvSpPr txBox="1"/>
          <p:nvPr>
            <p:ph type="title"/>
          </p:nvPr>
        </p:nvSpPr>
        <p:spPr>
          <a:xfrm>
            <a:off x="381000" y="381000"/>
            <a:ext cx="8593200" cy="9144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3600">
                <a:solidFill>
                  <a:srgbClr val="006E74"/>
                </a:solidFill>
                <a:latin typeface="Arial"/>
                <a:ea typeface="Arial"/>
                <a:cs typeface="Arial"/>
                <a:sym typeface="Arial"/>
              </a:rPr>
              <a:t>Why Multi-Agent Architecture?</a:t>
            </a:r>
            <a:endParaRPr b="1" sz="3600">
              <a:solidFill>
                <a:srgbClr val="006E74"/>
              </a:solidFill>
              <a:latin typeface="Arial"/>
              <a:ea typeface="Arial"/>
              <a:cs typeface="Arial"/>
              <a:sym typeface="Arial"/>
            </a:endParaRPr>
          </a:p>
        </p:txBody>
      </p:sp>
      <p:grpSp>
        <p:nvGrpSpPr>
          <p:cNvPr id="2552" name="Google Shape;2552;p242"/>
          <p:cNvGrpSpPr/>
          <p:nvPr/>
        </p:nvGrpSpPr>
        <p:grpSpPr>
          <a:xfrm>
            <a:off x="381000" y="1524000"/>
            <a:ext cx="8382150" cy="4095750"/>
            <a:chOff x="381000" y="1524000"/>
            <a:chExt cx="8382150" cy="4095750"/>
          </a:xfrm>
        </p:grpSpPr>
        <p:sp>
          <p:nvSpPr>
            <p:cNvPr id="2553" name="Google Shape;2553;p242"/>
            <p:cNvSpPr/>
            <p:nvPr/>
          </p:nvSpPr>
          <p:spPr>
            <a:xfrm>
              <a:off x="381000" y="1524000"/>
              <a:ext cx="2571900" cy="1905000"/>
            </a:xfrm>
            <a:prstGeom prst="roundRect">
              <a:avLst>
                <a:gd fmla="val 6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4" name="Google Shape;2554;p242"/>
            <p:cNvSpPr txBox="1"/>
            <p:nvPr/>
          </p:nvSpPr>
          <p:spPr>
            <a:xfrm>
              <a:off x="381000" y="1524000"/>
              <a:ext cx="2571900" cy="1905000"/>
            </a:xfrm>
            <a:prstGeom prst="rect">
              <a:avLst/>
            </a:prstGeom>
            <a:noFill/>
            <a:ln>
              <a:noFill/>
            </a:ln>
          </p:spPr>
          <p:txBody>
            <a:bodyPr anchorCtr="0" anchor="ctr" bIns="238125" lIns="238125" spcFirstLastPara="1" rIns="238125" wrap="square" tIns="238125">
              <a:noAutofit/>
            </a:bodyPr>
            <a:lstStyle/>
            <a:p>
              <a:pPr indent="0" lvl="0" marL="0" rtl="0" algn="ctr">
                <a:spcBef>
                  <a:spcPts val="0"/>
                </a:spcBef>
                <a:spcAft>
                  <a:spcPts val="0"/>
                </a:spcAft>
                <a:buNone/>
              </a:pPr>
              <a:r>
                <a:rPr lang="en-US" sz="2960">
                  <a:solidFill>
                    <a:srgbClr val="0097AC"/>
                  </a:solidFill>
                  <a:latin typeface="Material Icons"/>
                  <a:ea typeface="Material Icons"/>
                  <a:cs typeface="Material Icons"/>
                  <a:sym typeface="Material Icons"/>
                </a:rPr>
                <a:t>groups</a:t>
              </a:r>
              <a:endParaRPr sz="2960">
                <a:solidFill>
                  <a:srgbClr val="0097AC"/>
                </a:solidFill>
                <a:latin typeface="Material Icons"/>
                <a:ea typeface="Material Icons"/>
                <a:cs typeface="Material Icons"/>
                <a:sym typeface="Material Icons"/>
              </a:endParaRPr>
            </a:p>
            <a:p>
              <a:pPr indent="0" lvl="0" marL="0" rtl="0" algn="ctr">
                <a:spcBef>
                  <a:spcPts val="1125"/>
                </a:spcBef>
                <a:spcAft>
                  <a:spcPts val="0"/>
                </a:spcAft>
                <a:buNone/>
              </a:pPr>
              <a:r>
                <a:rPr b="1" lang="en-US" sz="1480">
                  <a:solidFill>
                    <a:srgbClr val="006E74"/>
                  </a:solidFill>
                  <a:latin typeface="Arial"/>
                  <a:ea typeface="Arial"/>
                  <a:cs typeface="Arial"/>
                  <a:sym typeface="Arial"/>
                </a:rPr>
                <a:t>Specialized Agents</a:t>
              </a:r>
              <a:endParaRPr b="1" sz="1480">
                <a:solidFill>
                  <a:srgbClr val="006E74"/>
                </a:solidFill>
                <a:latin typeface="Arial"/>
                <a:ea typeface="Arial"/>
                <a:cs typeface="Arial"/>
                <a:sym typeface="Arial"/>
              </a:endParaRPr>
            </a:p>
            <a:p>
              <a:pPr indent="0" lvl="0" marL="0" rtl="0" algn="ctr">
                <a:spcBef>
                  <a:spcPts val="750"/>
                </a:spcBef>
                <a:spcAft>
                  <a:spcPts val="0"/>
                </a:spcAft>
                <a:buNone/>
              </a:pPr>
              <a:r>
                <a:rPr lang="en-US" sz="1018">
                  <a:solidFill>
                    <a:srgbClr val="374151"/>
                  </a:solidFill>
                  <a:latin typeface="Arial"/>
                  <a:ea typeface="Arial"/>
                  <a:cs typeface="Arial"/>
                  <a:sym typeface="Arial"/>
                </a:rPr>
                <a:t>Individual agents dedicated to handling distinct and specific tasks within the ecosystem.</a:t>
              </a:r>
              <a:endParaRPr sz="1018">
                <a:solidFill>
                  <a:srgbClr val="374151"/>
                </a:solidFill>
                <a:latin typeface="Arial"/>
                <a:ea typeface="Arial"/>
                <a:cs typeface="Arial"/>
                <a:sym typeface="Arial"/>
              </a:endParaRPr>
            </a:p>
          </p:txBody>
        </p:sp>
        <p:sp>
          <p:nvSpPr>
            <p:cNvPr id="2555" name="Google Shape;2555;p242"/>
            <p:cNvSpPr/>
            <p:nvPr/>
          </p:nvSpPr>
          <p:spPr>
            <a:xfrm>
              <a:off x="3286125" y="1524000"/>
              <a:ext cx="2571900" cy="1905000"/>
            </a:xfrm>
            <a:prstGeom prst="roundRect">
              <a:avLst>
                <a:gd fmla="val 6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6" name="Google Shape;2556;p242"/>
            <p:cNvSpPr txBox="1"/>
            <p:nvPr/>
          </p:nvSpPr>
          <p:spPr>
            <a:xfrm>
              <a:off x="3286125" y="1524000"/>
              <a:ext cx="2571900" cy="1905000"/>
            </a:xfrm>
            <a:prstGeom prst="rect">
              <a:avLst/>
            </a:prstGeom>
            <a:noFill/>
            <a:ln>
              <a:noFill/>
            </a:ln>
          </p:spPr>
          <p:txBody>
            <a:bodyPr anchorCtr="0" anchor="ctr" bIns="238125" lIns="238125" spcFirstLastPara="1" rIns="238125" wrap="square" tIns="238125">
              <a:noAutofit/>
            </a:bodyPr>
            <a:lstStyle/>
            <a:p>
              <a:pPr indent="0" lvl="0" marL="0" rtl="0" algn="ctr">
                <a:spcBef>
                  <a:spcPts val="0"/>
                </a:spcBef>
                <a:spcAft>
                  <a:spcPts val="0"/>
                </a:spcAft>
                <a:buNone/>
              </a:pPr>
              <a:r>
                <a:rPr lang="en-US" sz="2960">
                  <a:solidFill>
                    <a:srgbClr val="0097AC"/>
                  </a:solidFill>
                  <a:latin typeface="Material Icons"/>
                  <a:ea typeface="Material Icons"/>
                  <a:cs typeface="Material Icons"/>
                  <a:sym typeface="Material Icons"/>
                </a:rPr>
                <a:t>view_module</a:t>
              </a:r>
              <a:endParaRPr sz="2960">
                <a:solidFill>
                  <a:srgbClr val="0097AC"/>
                </a:solidFill>
                <a:latin typeface="Material Icons"/>
                <a:ea typeface="Material Icons"/>
                <a:cs typeface="Material Icons"/>
                <a:sym typeface="Material Icons"/>
              </a:endParaRPr>
            </a:p>
            <a:p>
              <a:pPr indent="0" lvl="0" marL="0" rtl="0" algn="ctr">
                <a:spcBef>
                  <a:spcPts val="1125"/>
                </a:spcBef>
                <a:spcAft>
                  <a:spcPts val="0"/>
                </a:spcAft>
                <a:buNone/>
              </a:pPr>
              <a:r>
                <a:rPr b="1" lang="en-US" sz="1480">
                  <a:solidFill>
                    <a:srgbClr val="006E74"/>
                  </a:solidFill>
                  <a:latin typeface="Arial"/>
                  <a:ea typeface="Arial"/>
                  <a:cs typeface="Arial"/>
                  <a:sym typeface="Arial"/>
                </a:rPr>
                <a:t>Better Modularity</a:t>
              </a:r>
              <a:endParaRPr b="1" sz="1480">
                <a:solidFill>
                  <a:srgbClr val="006E74"/>
                </a:solidFill>
                <a:latin typeface="Arial"/>
                <a:ea typeface="Arial"/>
                <a:cs typeface="Arial"/>
                <a:sym typeface="Arial"/>
              </a:endParaRPr>
            </a:p>
            <a:p>
              <a:pPr indent="0" lvl="0" marL="0" rtl="0" algn="ctr">
                <a:spcBef>
                  <a:spcPts val="750"/>
                </a:spcBef>
                <a:spcAft>
                  <a:spcPts val="0"/>
                </a:spcAft>
                <a:buNone/>
              </a:pPr>
              <a:r>
                <a:rPr lang="en-US" sz="1018">
                  <a:solidFill>
                    <a:srgbClr val="374151"/>
                  </a:solidFill>
                  <a:latin typeface="Arial"/>
                  <a:ea typeface="Arial"/>
                  <a:cs typeface="Arial"/>
                  <a:sym typeface="Arial"/>
                </a:rPr>
                <a:t>Deconstructs complex processes into manageable, interchangeable modules.</a:t>
              </a:r>
              <a:endParaRPr sz="1018">
                <a:solidFill>
                  <a:srgbClr val="374151"/>
                </a:solidFill>
                <a:latin typeface="Arial"/>
                <a:ea typeface="Arial"/>
                <a:cs typeface="Arial"/>
                <a:sym typeface="Arial"/>
              </a:endParaRPr>
            </a:p>
          </p:txBody>
        </p:sp>
        <p:sp>
          <p:nvSpPr>
            <p:cNvPr id="2557" name="Google Shape;2557;p242"/>
            <p:cNvSpPr/>
            <p:nvPr/>
          </p:nvSpPr>
          <p:spPr>
            <a:xfrm>
              <a:off x="6191250" y="1524000"/>
              <a:ext cx="2571900" cy="1905000"/>
            </a:xfrm>
            <a:prstGeom prst="roundRect">
              <a:avLst>
                <a:gd fmla="val 6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8" name="Google Shape;2558;p242"/>
            <p:cNvSpPr txBox="1"/>
            <p:nvPr/>
          </p:nvSpPr>
          <p:spPr>
            <a:xfrm>
              <a:off x="6191250" y="1524000"/>
              <a:ext cx="2571900" cy="1905000"/>
            </a:xfrm>
            <a:prstGeom prst="rect">
              <a:avLst/>
            </a:prstGeom>
            <a:noFill/>
            <a:ln>
              <a:noFill/>
            </a:ln>
          </p:spPr>
          <p:txBody>
            <a:bodyPr anchorCtr="0" anchor="ctr" bIns="238125" lIns="238125" spcFirstLastPara="1" rIns="238125" wrap="square" tIns="238125">
              <a:noAutofit/>
            </a:bodyPr>
            <a:lstStyle/>
            <a:p>
              <a:pPr indent="0" lvl="0" marL="0" rtl="0" algn="ctr">
                <a:spcBef>
                  <a:spcPts val="0"/>
                </a:spcBef>
                <a:spcAft>
                  <a:spcPts val="0"/>
                </a:spcAft>
                <a:buNone/>
              </a:pPr>
              <a:r>
                <a:rPr lang="en-US" sz="2960">
                  <a:solidFill>
                    <a:srgbClr val="0097AC"/>
                  </a:solidFill>
                  <a:latin typeface="Material Icons"/>
                  <a:ea typeface="Material Icons"/>
                  <a:cs typeface="Material Icons"/>
                  <a:sym typeface="Material Icons"/>
                </a:rPr>
                <a:t>account_tree</a:t>
              </a:r>
              <a:endParaRPr sz="2960">
                <a:solidFill>
                  <a:srgbClr val="0097AC"/>
                </a:solidFill>
                <a:latin typeface="Material Icons"/>
                <a:ea typeface="Material Icons"/>
                <a:cs typeface="Material Icons"/>
                <a:sym typeface="Material Icons"/>
              </a:endParaRPr>
            </a:p>
            <a:p>
              <a:pPr indent="0" lvl="0" marL="0" rtl="0" algn="ctr">
                <a:spcBef>
                  <a:spcPts val="1125"/>
                </a:spcBef>
                <a:spcAft>
                  <a:spcPts val="0"/>
                </a:spcAft>
                <a:buNone/>
              </a:pPr>
              <a:r>
                <a:rPr b="1" lang="en-US" sz="1480">
                  <a:solidFill>
                    <a:srgbClr val="006E74"/>
                  </a:solidFill>
                  <a:latin typeface="Arial"/>
                  <a:ea typeface="Arial"/>
                  <a:cs typeface="Arial"/>
                  <a:sym typeface="Arial"/>
                </a:rPr>
                <a:t>Simple Maintenance</a:t>
              </a:r>
              <a:endParaRPr b="1" sz="1480">
                <a:solidFill>
                  <a:srgbClr val="006E74"/>
                </a:solidFill>
                <a:latin typeface="Arial"/>
                <a:ea typeface="Arial"/>
                <a:cs typeface="Arial"/>
                <a:sym typeface="Arial"/>
              </a:endParaRPr>
            </a:p>
            <a:p>
              <a:pPr indent="0" lvl="0" marL="0" rtl="0" algn="ctr">
                <a:spcBef>
                  <a:spcPts val="750"/>
                </a:spcBef>
                <a:spcAft>
                  <a:spcPts val="0"/>
                </a:spcAft>
                <a:buNone/>
              </a:pPr>
              <a:r>
                <a:rPr lang="en-US" sz="1018">
                  <a:solidFill>
                    <a:srgbClr val="374151"/>
                  </a:solidFill>
                  <a:latin typeface="Arial"/>
                  <a:ea typeface="Arial"/>
                  <a:cs typeface="Arial"/>
                  <a:sym typeface="Arial"/>
                </a:rPr>
                <a:t>Streamlines orchestration and simplifies long-term maintenance of the system.</a:t>
              </a:r>
              <a:endParaRPr sz="1018">
                <a:solidFill>
                  <a:srgbClr val="374151"/>
                </a:solidFill>
                <a:latin typeface="Arial"/>
                <a:ea typeface="Arial"/>
                <a:cs typeface="Arial"/>
                <a:sym typeface="Arial"/>
              </a:endParaRPr>
            </a:p>
          </p:txBody>
        </p:sp>
        <p:sp>
          <p:nvSpPr>
            <p:cNvPr id="2559" name="Google Shape;2559;p242"/>
            <p:cNvSpPr/>
            <p:nvPr/>
          </p:nvSpPr>
          <p:spPr>
            <a:xfrm>
              <a:off x="1833563" y="3714750"/>
              <a:ext cx="2571900" cy="1905000"/>
            </a:xfrm>
            <a:prstGeom prst="roundRect">
              <a:avLst>
                <a:gd fmla="val 6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60" name="Google Shape;2560;p242"/>
            <p:cNvSpPr txBox="1"/>
            <p:nvPr/>
          </p:nvSpPr>
          <p:spPr>
            <a:xfrm>
              <a:off x="1833563" y="3714750"/>
              <a:ext cx="2571900" cy="1905000"/>
            </a:xfrm>
            <a:prstGeom prst="rect">
              <a:avLst/>
            </a:prstGeom>
            <a:noFill/>
            <a:ln>
              <a:noFill/>
            </a:ln>
          </p:spPr>
          <p:txBody>
            <a:bodyPr anchorCtr="0" anchor="ctr" bIns="238125" lIns="238125" spcFirstLastPara="1" rIns="238125" wrap="square" tIns="238125">
              <a:noAutofit/>
            </a:bodyPr>
            <a:lstStyle/>
            <a:p>
              <a:pPr indent="0" lvl="0" marL="0" rtl="0" algn="ctr">
                <a:spcBef>
                  <a:spcPts val="0"/>
                </a:spcBef>
                <a:spcAft>
                  <a:spcPts val="0"/>
                </a:spcAft>
                <a:buNone/>
              </a:pPr>
              <a:r>
                <a:rPr lang="en-US" sz="2960">
                  <a:solidFill>
                    <a:srgbClr val="0097AC"/>
                  </a:solidFill>
                  <a:latin typeface="Material Icons"/>
                  <a:ea typeface="Material Icons"/>
                  <a:cs typeface="Material Icons"/>
                  <a:sym typeface="Material Icons"/>
                </a:rPr>
                <a:t>business</a:t>
              </a:r>
              <a:endParaRPr sz="2960">
                <a:solidFill>
                  <a:srgbClr val="0097AC"/>
                </a:solidFill>
                <a:latin typeface="Material Icons"/>
                <a:ea typeface="Material Icons"/>
                <a:cs typeface="Material Icons"/>
                <a:sym typeface="Material Icons"/>
              </a:endParaRPr>
            </a:p>
            <a:p>
              <a:pPr indent="0" lvl="0" marL="0" rtl="0" algn="ctr">
                <a:spcBef>
                  <a:spcPts val="1125"/>
                </a:spcBef>
                <a:spcAft>
                  <a:spcPts val="0"/>
                </a:spcAft>
                <a:buNone/>
              </a:pPr>
              <a:r>
                <a:rPr b="1" lang="en-US" sz="1480">
                  <a:solidFill>
                    <a:srgbClr val="006E74"/>
                  </a:solidFill>
                  <a:latin typeface="Arial"/>
                  <a:ea typeface="Arial"/>
                  <a:cs typeface="Arial"/>
                  <a:sym typeface="Arial"/>
                </a:rPr>
                <a:t>Enterprise Simulation</a:t>
              </a:r>
              <a:endParaRPr b="1" sz="1480">
                <a:solidFill>
                  <a:srgbClr val="006E74"/>
                </a:solidFill>
                <a:latin typeface="Arial"/>
                <a:ea typeface="Arial"/>
                <a:cs typeface="Arial"/>
                <a:sym typeface="Arial"/>
              </a:endParaRPr>
            </a:p>
            <a:p>
              <a:pPr indent="0" lvl="0" marL="0" rtl="0" algn="ctr">
                <a:spcBef>
                  <a:spcPts val="750"/>
                </a:spcBef>
                <a:spcAft>
                  <a:spcPts val="0"/>
                </a:spcAft>
                <a:buNone/>
              </a:pPr>
              <a:r>
                <a:rPr lang="en-US" sz="1018">
                  <a:solidFill>
                    <a:srgbClr val="374151"/>
                  </a:solidFill>
                  <a:latin typeface="Arial"/>
                  <a:ea typeface="Arial"/>
                  <a:cs typeface="Arial"/>
                  <a:sym typeface="Arial"/>
                </a:rPr>
                <a:t>Mimics complex enterprise workflows for more realistic and robust simulations.</a:t>
              </a:r>
              <a:endParaRPr sz="1018">
                <a:solidFill>
                  <a:srgbClr val="374151"/>
                </a:solidFill>
                <a:latin typeface="Arial"/>
                <a:ea typeface="Arial"/>
                <a:cs typeface="Arial"/>
                <a:sym typeface="Arial"/>
              </a:endParaRPr>
            </a:p>
          </p:txBody>
        </p:sp>
        <p:sp>
          <p:nvSpPr>
            <p:cNvPr id="2561" name="Google Shape;2561;p242"/>
            <p:cNvSpPr/>
            <p:nvPr/>
          </p:nvSpPr>
          <p:spPr>
            <a:xfrm>
              <a:off x="4738688" y="3714750"/>
              <a:ext cx="2571900" cy="1905000"/>
            </a:xfrm>
            <a:prstGeom prst="roundRect">
              <a:avLst>
                <a:gd fmla="val 6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62" name="Google Shape;2562;p242"/>
            <p:cNvSpPr txBox="1"/>
            <p:nvPr/>
          </p:nvSpPr>
          <p:spPr>
            <a:xfrm>
              <a:off x="4738688" y="3714750"/>
              <a:ext cx="2571900" cy="1905000"/>
            </a:xfrm>
            <a:prstGeom prst="rect">
              <a:avLst/>
            </a:prstGeom>
            <a:noFill/>
            <a:ln>
              <a:noFill/>
            </a:ln>
          </p:spPr>
          <p:txBody>
            <a:bodyPr anchorCtr="0" anchor="ctr" bIns="238125" lIns="238125" spcFirstLastPara="1" rIns="238125" wrap="square" tIns="238125">
              <a:noAutofit/>
            </a:bodyPr>
            <a:lstStyle/>
            <a:p>
              <a:pPr indent="0" lvl="0" marL="0" rtl="0" algn="ctr">
                <a:spcBef>
                  <a:spcPts val="0"/>
                </a:spcBef>
                <a:spcAft>
                  <a:spcPts val="0"/>
                </a:spcAft>
                <a:buNone/>
              </a:pPr>
              <a:r>
                <a:rPr lang="en-US" sz="2960">
                  <a:solidFill>
                    <a:srgbClr val="0097AC"/>
                  </a:solidFill>
                  <a:latin typeface="Material Icons"/>
                  <a:ea typeface="Material Icons"/>
                  <a:cs typeface="Material Icons"/>
                  <a:sym typeface="Material Icons"/>
                </a:rPr>
                <a:t>trending_up</a:t>
              </a:r>
              <a:endParaRPr sz="2960">
                <a:solidFill>
                  <a:srgbClr val="0097AC"/>
                </a:solidFill>
                <a:latin typeface="Material Icons"/>
                <a:ea typeface="Material Icons"/>
                <a:cs typeface="Material Icons"/>
                <a:sym typeface="Material Icons"/>
              </a:endParaRPr>
            </a:p>
            <a:p>
              <a:pPr indent="0" lvl="0" marL="0" rtl="0" algn="ctr">
                <a:spcBef>
                  <a:spcPts val="1125"/>
                </a:spcBef>
                <a:spcAft>
                  <a:spcPts val="0"/>
                </a:spcAft>
                <a:buNone/>
              </a:pPr>
              <a:r>
                <a:rPr b="1" lang="en-US" sz="1480">
                  <a:solidFill>
                    <a:srgbClr val="006E74"/>
                  </a:solidFill>
                  <a:latin typeface="Arial"/>
                  <a:ea typeface="Arial"/>
                  <a:cs typeface="Arial"/>
                  <a:sym typeface="Arial"/>
                </a:rPr>
                <a:t>Scalable &amp; Flexible</a:t>
              </a:r>
              <a:endParaRPr b="1" sz="1480">
                <a:solidFill>
                  <a:srgbClr val="006E74"/>
                </a:solidFill>
                <a:latin typeface="Arial"/>
                <a:ea typeface="Arial"/>
                <a:cs typeface="Arial"/>
                <a:sym typeface="Arial"/>
              </a:endParaRPr>
            </a:p>
            <a:p>
              <a:pPr indent="0" lvl="0" marL="0" rtl="0" algn="ctr">
                <a:spcBef>
                  <a:spcPts val="750"/>
                </a:spcBef>
                <a:spcAft>
                  <a:spcPts val="0"/>
                </a:spcAft>
                <a:buNone/>
              </a:pPr>
              <a:r>
                <a:rPr lang="en-US" sz="1018">
                  <a:solidFill>
                    <a:srgbClr val="374151"/>
                  </a:solidFill>
                  <a:latin typeface="Arial"/>
                  <a:ea typeface="Arial"/>
                  <a:cs typeface="Arial"/>
                  <a:sym typeface="Arial"/>
                </a:rPr>
                <a:t>Effortlessly scales to meet growing demands while maintaining operational flexibility.</a:t>
              </a:r>
              <a:endParaRPr sz="1018">
                <a:solidFill>
                  <a:srgbClr val="374151"/>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6" name="Shape 2566"/>
        <p:cNvGrpSpPr/>
        <p:nvPr/>
      </p:nvGrpSpPr>
      <p:grpSpPr>
        <a:xfrm>
          <a:off x="0" y="0"/>
          <a:ext cx="0" cy="0"/>
          <a:chOff x="0" y="0"/>
          <a:chExt cx="0" cy="0"/>
        </a:xfrm>
      </p:grpSpPr>
      <p:graphicFrame>
        <p:nvGraphicFramePr>
          <p:cNvPr id="2567" name="Google Shape;2567;p243"/>
          <p:cNvGraphicFramePr/>
          <p:nvPr/>
        </p:nvGraphicFramePr>
        <p:xfrm>
          <a:off x="640080" y="1371600"/>
          <a:ext cx="3000000" cy="3000000"/>
        </p:xfrm>
        <a:graphic>
          <a:graphicData uri="http://schemas.openxmlformats.org/drawingml/2006/table">
            <a:tbl>
              <a:tblPr bandRow="1" firstRow="1">
                <a:noFill/>
                <a:tableStyleId>{61494559-91E3-4073-9C55-00DFF3457981}</a:tableStyleId>
              </a:tblPr>
              <a:tblGrid>
                <a:gridCol w="3977650"/>
                <a:gridCol w="3977650"/>
              </a:tblGrid>
              <a:tr h="457200">
                <a:tc>
                  <a:txBody>
                    <a:bodyPr/>
                    <a:lstStyle/>
                    <a:p>
                      <a:pPr indent="0" lvl="0" marL="0" marR="0" rtl="0" algn="l">
                        <a:spcBef>
                          <a:spcPts val="0"/>
                        </a:spcBef>
                        <a:spcAft>
                          <a:spcPts val="0"/>
                        </a:spcAft>
                        <a:buNone/>
                      </a:pPr>
                      <a:r>
                        <a:rPr lang="en-US" sz="1600" u="none" cap="none" strike="noStrike">
                          <a:solidFill>
                            <a:schemeClr val="dk1"/>
                          </a:solidFill>
                          <a:latin typeface="Arial"/>
                          <a:ea typeface="Arial"/>
                          <a:cs typeface="Arial"/>
                          <a:sym typeface="Arial"/>
                        </a:rPr>
                        <a:t>Agent</a:t>
                      </a:r>
                      <a:endParaRPr sz="1600"/>
                    </a:p>
                  </a:txBody>
                  <a:tcPr marT="45725" marB="45725" marR="91450" marL="91450"/>
                </a:tc>
                <a:tc>
                  <a:txBody>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Responsibility</a:t>
                      </a:r>
                      <a:endParaRPr sz="1600"/>
                    </a:p>
                  </a:txBody>
                  <a:tcPr marT="45725" marB="45725" marR="91450" marL="91450"/>
                </a:tc>
              </a:tr>
              <a:tr h="457200">
                <a:tc>
                  <a:txBody>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Financial Analysis Agent</a:t>
                      </a:r>
                      <a:endParaRPr sz="1600"/>
                    </a:p>
                  </a:txBody>
                  <a:tcPr marT="45725" marB="45725" marR="91450" marL="91450"/>
                </a:tc>
                <a:tc>
                  <a:txBody>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Analyze applicant financial profile</a:t>
                      </a:r>
                      <a:endParaRPr sz="1600"/>
                    </a:p>
                  </a:txBody>
                  <a:tcPr marT="45725" marB="45725" marR="91450" marL="91450"/>
                </a:tc>
              </a:tr>
              <a:tr h="457200">
                <a:tc>
                  <a:txBody>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Fraud &amp; Verification Agent</a:t>
                      </a:r>
                      <a:endParaRPr sz="1600"/>
                    </a:p>
                  </a:txBody>
                  <a:tcPr marT="45725" marB="45725" marR="91450" marL="91450"/>
                </a:tc>
                <a:tc>
                  <a:txBody>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Verify applicant documents and fraud signals</a:t>
                      </a:r>
                      <a:endParaRPr sz="1600"/>
                    </a:p>
                  </a:txBody>
                  <a:tcPr marT="45725" marB="45725" marR="91450" marL="91450"/>
                </a:tc>
              </a:tr>
              <a:tr h="457200">
                <a:tc>
                  <a:txBody>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Risk Assessment Agent</a:t>
                      </a:r>
                      <a:endParaRPr sz="1600"/>
                    </a:p>
                  </a:txBody>
                  <a:tcPr marT="45725" marB="45725" marR="91450" marL="91450"/>
                </a:tc>
                <a:tc>
                  <a:txBody>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Classify LOW / MEDIUM / HIGH risk</a:t>
                      </a:r>
                      <a:endParaRPr sz="1600"/>
                    </a:p>
                  </a:txBody>
                  <a:tcPr marT="45725" marB="45725" marR="91450" marL="91450"/>
                </a:tc>
              </a:tr>
              <a:tr h="457200">
                <a:tc>
                  <a:txBody>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Recommendation Agent</a:t>
                      </a:r>
                      <a:endParaRPr sz="1600"/>
                    </a:p>
                  </a:txBody>
                  <a:tcPr marT="45725" marB="45725" marR="91450" marL="91450"/>
                </a:tc>
                <a:tc>
                  <a:txBody>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Generate loan eligibility recommendation</a:t>
                      </a:r>
                      <a:endParaRPr sz="1600"/>
                    </a:p>
                  </a:txBody>
                  <a:tcPr marT="45725" marB="45725" marR="91450" marL="91450"/>
                </a:tc>
              </a:tr>
              <a:tr h="457200">
                <a:tc>
                  <a:txBody>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Human Escalation </a:t>
                      </a:r>
                      <a:endParaRPr sz="1600"/>
                    </a:p>
                  </a:txBody>
                  <a:tcPr marT="45725" marB="45725" marR="91450" marL="91450"/>
                </a:tc>
                <a:tc>
                  <a:txBody>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Review risky applications manually</a:t>
                      </a:r>
                      <a:endParaRPr sz="1600"/>
                    </a:p>
                  </a:txBody>
                  <a:tcPr marT="45725" marB="45725" marR="91450" marL="91450"/>
                </a:tc>
              </a:tr>
            </a:tbl>
          </a:graphicData>
        </a:graphic>
      </p:graphicFrame>
      <p:sp>
        <p:nvSpPr>
          <p:cNvPr id="2568" name="Google Shape;2568;p243"/>
          <p:cNvSpPr txBox="1"/>
          <p:nvPr>
            <p:ph type="title"/>
          </p:nvPr>
        </p:nvSpPr>
        <p:spPr>
          <a:xfrm>
            <a:off x="453975" y="365125"/>
            <a:ext cx="8593200" cy="914400"/>
          </a:xfrm>
          <a:prstGeom prst="rect">
            <a:avLst/>
          </a:prstGeom>
          <a:solidFill>
            <a:srgbClr val="000000">
              <a:alpha val="0"/>
            </a:srgbClr>
          </a:solidFill>
          <a:ln>
            <a:noFill/>
          </a:ln>
        </p:spPr>
        <p:txBody>
          <a:bodyPr anchorCtr="0" anchor="t" bIns="0" lIns="0" spcFirstLastPara="1" rIns="0" wrap="square" tIns="0">
            <a:normAutofit fontScale="90000"/>
          </a:bodyPr>
          <a:lstStyle/>
          <a:p>
            <a:pPr indent="0" lvl="0" marL="0" rtl="0" algn="l">
              <a:spcBef>
                <a:spcPts val="0"/>
              </a:spcBef>
              <a:spcAft>
                <a:spcPts val="0"/>
              </a:spcAft>
              <a:buNone/>
            </a:pPr>
            <a:r>
              <a:rPr b="1" lang="en-US" sz="3600">
                <a:solidFill>
                  <a:srgbClr val="006E74"/>
                </a:solidFill>
                <a:latin typeface="Arial"/>
                <a:ea typeface="Arial"/>
                <a:cs typeface="Arial"/>
                <a:sym typeface="Arial"/>
              </a:rPr>
              <a:t>Agent Responsibilities</a:t>
            </a:r>
            <a:endParaRPr b="1" sz="3600">
              <a:solidFill>
                <a:srgbClr val="006E74"/>
              </a:solidFill>
              <a:latin typeface="Arial"/>
              <a:ea typeface="Arial"/>
              <a:cs typeface="Arial"/>
              <a:sym typeface="Arial"/>
            </a:endParaRPr>
          </a:p>
          <a:p>
            <a:pPr indent="0" lvl="0" marL="0" rtl="0" algn="l">
              <a:spcBef>
                <a:spcPts val="0"/>
              </a:spcBef>
              <a:spcAft>
                <a:spcPts val="0"/>
              </a:spcAft>
              <a:buNone/>
            </a:pPr>
            <a:r>
              <a:t/>
            </a:r>
            <a:endParaRPr b="1" sz="3600">
              <a:solidFill>
                <a:srgbClr val="006E74"/>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2" name="Shape 2572"/>
        <p:cNvGrpSpPr/>
        <p:nvPr/>
      </p:nvGrpSpPr>
      <p:grpSpPr>
        <a:xfrm>
          <a:off x="0" y="0"/>
          <a:ext cx="0" cy="0"/>
          <a:chOff x="0" y="0"/>
          <a:chExt cx="0" cy="0"/>
        </a:xfrm>
      </p:grpSpPr>
      <p:pic>
        <p:nvPicPr>
          <p:cNvPr descr="image.png" id="2573" name="Google Shape;2573;p244"/>
          <p:cNvPicPr preferRelativeResize="0"/>
          <p:nvPr/>
        </p:nvPicPr>
        <p:blipFill rotWithShape="1">
          <a:blip r:embed="rId3">
            <a:alphaModFix/>
          </a:blip>
          <a:srcRect b="0" l="0" r="0" t="0"/>
          <a:stretch/>
        </p:blipFill>
        <p:spPr>
          <a:xfrm>
            <a:off x="2330300" y="1143000"/>
            <a:ext cx="4481118" cy="4940301"/>
          </a:xfrm>
          <a:prstGeom prst="rect">
            <a:avLst/>
          </a:prstGeom>
          <a:noFill/>
          <a:ln>
            <a:noFill/>
          </a:ln>
        </p:spPr>
      </p:pic>
      <p:sp>
        <p:nvSpPr>
          <p:cNvPr id="2574" name="Google Shape;2574;p244"/>
          <p:cNvSpPr txBox="1"/>
          <p:nvPr>
            <p:ph type="title"/>
          </p:nvPr>
        </p:nvSpPr>
        <p:spPr>
          <a:xfrm>
            <a:off x="381000" y="381000"/>
            <a:ext cx="8593200" cy="9144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3600">
                <a:solidFill>
                  <a:srgbClr val="006E74"/>
                </a:solidFill>
                <a:latin typeface="Arial"/>
                <a:ea typeface="Arial"/>
                <a:cs typeface="Arial"/>
                <a:sym typeface="Arial"/>
              </a:rPr>
              <a:t>System Architecture</a:t>
            </a:r>
            <a:endParaRPr b="1" sz="3600">
              <a:solidFill>
                <a:srgbClr val="006E74"/>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8" name="Shape 2578"/>
        <p:cNvGrpSpPr/>
        <p:nvPr/>
      </p:nvGrpSpPr>
      <p:grpSpPr>
        <a:xfrm>
          <a:off x="0" y="0"/>
          <a:ext cx="0" cy="0"/>
          <a:chOff x="0" y="0"/>
          <a:chExt cx="0" cy="0"/>
        </a:xfrm>
      </p:grpSpPr>
      <p:graphicFrame>
        <p:nvGraphicFramePr>
          <p:cNvPr id="2579" name="Google Shape;2579;p245"/>
          <p:cNvGraphicFramePr/>
          <p:nvPr/>
        </p:nvGraphicFramePr>
        <p:xfrm>
          <a:off x="640080" y="1371600"/>
          <a:ext cx="3000000" cy="3000000"/>
        </p:xfrm>
        <a:graphic>
          <a:graphicData uri="http://schemas.openxmlformats.org/drawingml/2006/table">
            <a:tbl>
              <a:tblPr bandRow="1" firstRow="1">
                <a:noFill/>
                <a:tableStyleId>{61494559-91E3-4073-9C55-00DFF3457981}</a:tableStyleId>
              </a:tblPr>
              <a:tblGrid>
                <a:gridCol w="3977650"/>
                <a:gridCol w="3977650"/>
              </a:tblGrid>
              <a:tr h="533400">
                <a:tc>
                  <a:txBody>
                    <a:bodyPr/>
                    <a:lstStyle/>
                    <a:p>
                      <a:pPr indent="0" lvl="0" marL="0" marR="0" rtl="0" algn="l">
                        <a:spcBef>
                          <a:spcPts val="0"/>
                        </a:spcBef>
                        <a:spcAft>
                          <a:spcPts val="0"/>
                        </a:spcAft>
                        <a:buNone/>
                      </a:pPr>
                      <a:r>
                        <a:rPr lang="en-US" sz="1350">
                          <a:solidFill>
                            <a:schemeClr val="dk1"/>
                          </a:solidFill>
                          <a:latin typeface="Arial"/>
                          <a:ea typeface="Arial"/>
                          <a:cs typeface="Arial"/>
                          <a:sym typeface="Arial"/>
                        </a:rPr>
                        <a:t>Category</a:t>
                      </a:r>
                      <a:endParaRPr/>
                    </a:p>
                  </a:txBody>
                  <a:tcPr marT="45725" marB="45725" marR="91450" marL="91450"/>
                </a:tc>
                <a:tc>
                  <a:txBody>
                    <a:bodyPr/>
                    <a:lstStyle/>
                    <a:p>
                      <a:pPr indent="0" lvl="0" marL="0" marR="0" rtl="0" algn="l">
                        <a:spcBef>
                          <a:spcPts val="0"/>
                        </a:spcBef>
                        <a:spcAft>
                          <a:spcPts val="0"/>
                        </a:spcAft>
                        <a:buNone/>
                      </a:pPr>
                      <a:r>
                        <a:rPr lang="en-US" sz="1350">
                          <a:solidFill>
                            <a:schemeClr val="dk1"/>
                          </a:solidFill>
                          <a:latin typeface="Arial"/>
                          <a:ea typeface="Arial"/>
                          <a:cs typeface="Arial"/>
                          <a:sym typeface="Arial"/>
                        </a:rPr>
                        <a:t>Technology Used</a:t>
                      </a:r>
                      <a:endParaRPr/>
                    </a:p>
                  </a:txBody>
                  <a:tcPr marT="45725" marB="45725" marR="91450" marL="91450"/>
                </a:tc>
              </a:tr>
              <a:tr h="533400">
                <a:tc>
                  <a:txBody>
                    <a:bodyPr/>
                    <a:lstStyle/>
                    <a:p>
                      <a:pPr indent="0" lvl="0" marL="0" marR="0" rtl="0" algn="l">
                        <a:spcBef>
                          <a:spcPts val="0"/>
                        </a:spcBef>
                        <a:spcAft>
                          <a:spcPts val="0"/>
                        </a:spcAft>
                        <a:buNone/>
                      </a:pPr>
                      <a:r>
                        <a:rPr lang="en-US" sz="1350">
                          <a:solidFill>
                            <a:schemeClr val="dk1"/>
                          </a:solidFill>
                          <a:latin typeface="Arial"/>
                          <a:ea typeface="Arial"/>
                          <a:cs typeface="Arial"/>
                          <a:sym typeface="Arial"/>
                        </a:rPr>
                        <a:t>Agent Framework</a:t>
                      </a:r>
                      <a:endParaRPr/>
                    </a:p>
                  </a:txBody>
                  <a:tcPr marT="45725" marB="45725" marR="91450" marL="91450"/>
                </a:tc>
                <a:tc>
                  <a:txBody>
                    <a:bodyPr/>
                    <a:lstStyle/>
                    <a:p>
                      <a:pPr indent="0" lvl="0" marL="0" marR="0" rtl="0" algn="l">
                        <a:spcBef>
                          <a:spcPts val="0"/>
                        </a:spcBef>
                        <a:spcAft>
                          <a:spcPts val="0"/>
                        </a:spcAft>
                        <a:buNone/>
                      </a:pPr>
                      <a:r>
                        <a:rPr lang="en-US" sz="1350">
                          <a:solidFill>
                            <a:schemeClr val="dk1"/>
                          </a:solidFill>
                          <a:latin typeface="Arial"/>
                          <a:ea typeface="Arial"/>
                          <a:cs typeface="Arial"/>
                          <a:sym typeface="Arial"/>
                        </a:rPr>
                        <a:t>LangGraph + LangChain</a:t>
                      </a:r>
                      <a:endParaRPr/>
                    </a:p>
                  </a:txBody>
                  <a:tcPr marT="45725" marB="45725" marR="91450" marL="91450"/>
                </a:tc>
              </a:tr>
              <a:tr h="533400">
                <a:tc>
                  <a:txBody>
                    <a:bodyPr/>
                    <a:lstStyle/>
                    <a:p>
                      <a:pPr indent="0" lvl="0" marL="0" marR="0" rtl="0" algn="l">
                        <a:spcBef>
                          <a:spcPts val="0"/>
                        </a:spcBef>
                        <a:spcAft>
                          <a:spcPts val="0"/>
                        </a:spcAft>
                        <a:buNone/>
                      </a:pPr>
                      <a:r>
                        <a:rPr lang="en-US" sz="1350">
                          <a:solidFill>
                            <a:schemeClr val="dk1"/>
                          </a:solidFill>
                          <a:latin typeface="Arial"/>
                          <a:ea typeface="Arial"/>
                          <a:cs typeface="Arial"/>
                          <a:sym typeface="Arial"/>
                        </a:rPr>
                        <a:t>LLM</a:t>
                      </a:r>
                      <a:endParaRPr/>
                    </a:p>
                  </a:txBody>
                  <a:tcPr marT="45725" marB="45725" marR="91450" marL="91450"/>
                </a:tc>
                <a:tc>
                  <a:txBody>
                    <a:bodyPr/>
                    <a:lstStyle/>
                    <a:p>
                      <a:pPr indent="0" lvl="0" marL="0" marR="0" rtl="0" algn="l">
                        <a:spcBef>
                          <a:spcPts val="0"/>
                        </a:spcBef>
                        <a:spcAft>
                          <a:spcPts val="0"/>
                        </a:spcAft>
                        <a:buNone/>
                      </a:pPr>
                      <a:r>
                        <a:rPr lang="en-US" sz="1350">
                          <a:solidFill>
                            <a:schemeClr val="dk1"/>
                          </a:solidFill>
                          <a:latin typeface="Arial"/>
                          <a:ea typeface="Arial"/>
                          <a:cs typeface="Arial"/>
                          <a:sym typeface="Arial"/>
                        </a:rPr>
                        <a:t>Gemini 2.5 Flash</a:t>
                      </a:r>
                      <a:endParaRPr/>
                    </a:p>
                  </a:txBody>
                  <a:tcPr marT="45725" marB="45725" marR="91450" marL="91450"/>
                </a:tc>
              </a:tr>
              <a:tr h="533400">
                <a:tc>
                  <a:txBody>
                    <a:bodyPr/>
                    <a:lstStyle/>
                    <a:p>
                      <a:pPr indent="0" lvl="0" marL="0" marR="0" rtl="0" algn="l">
                        <a:spcBef>
                          <a:spcPts val="0"/>
                        </a:spcBef>
                        <a:spcAft>
                          <a:spcPts val="0"/>
                        </a:spcAft>
                        <a:buNone/>
                      </a:pPr>
                      <a:r>
                        <a:rPr lang="en-US" sz="1350">
                          <a:solidFill>
                            <a:schemeClr val="dk1"/>
                          </a:solidFill>
                          <a:latin typeface="Arial"/>
                          <a:ea typeface="Arial"/>
                          <a:cs typeface="Arial"/>
                          <a:sym typeface="Arial"/>
                        </a:rPr>
                        <a:t>RAG Components</a:t>
                      </a:r>
                      <a:endParaRPr/>
                    </a:p>
                  </a:txBody>
                  <a:tcPr marT="45725" marB="45725" marR="91450" marL="91450"/>
                </a:tc>
                <a:tc>
                  <a:txBody>
                    <a:bodyPr/>
                    <a:lstStyle/>
                    <a:p>
                      <a:pPr indent="0" lvl="0" marL="0" marR="0" rtl="0" algn="l">
                        <a:spcBef>
                          <a:spcPts val="0"/>
                        </a:spcBef>
                        <a:spcAft>
                          <a:spcPts val="0"/>
                        </a:spcAft>
                        <a:buNone/>
                      </a:pPr>
                      <a:r>
                        <a:rPr lang="en-US" sz="1350">
                          <a:latin typeface="Arial"/>
                          <a:ea typeface="Arial"/>
                          <a:cs typeface="Arial"/>
                          <a:sym typeface="Arial"/>
                        </a:rPr>
                        <a:t>LangChain (</a:t>
                      </a:r>
                      <a:r>
                        <a:rPr lang="en-US" sz="1350">
                          <a:solidFill>
                            <a:schemeClr val="dk1"/>
                          </a:solidFill>
                          <a:latin typeface="Arial"/>
                          <a:ea typeface="Arial"/>
                          <a:cs typeface="Arial"/>
                          <a:sym typeface="Arial"/>
                        </a:rPr>
                        <a:t>PyPDFLoader, Recursive Characte</a:t>
                      </a:r>
                      <a:r>
                        <a:rPr lang="en-US" sz="1350">
                          <a:latin typeface="Arial"/>
                          <a:ea typeface="Arial"/>
                          <a:cs typeface="Arial"/>
                          <a:sym typeface="Arial"/>
                        </a:rPr>
                        <a:t>r TextSplitter) </a:t>
                      </a:r>
                      <a:endParaRPr/>
                    </a:p>
                  </a:txBody>
                  <a:tcPr marT="45725" marB="45725" marR="91450" marL="91450"/>
                </a:tc>
              </a:tr>
              <a:tr h="533400">
                <a:tc>
                  <a:txBody>
                    <a:bodyPr/>
                    <a:lstStyle/>
                    <a:p>
                      <a:pPr indent="0" lvl="0" marL="0" marR="0" rtl="0" algn="l">
                        <a:spcBef>
                          <a:spcPts val="0"/>
                        </a:spcBef>
                        <a:spcAft>
                          <a:spcPts val="0"/>
                        </a:spcAft>
                        <a:buNone/>
                      </a:pPr>
                      <a:r>
                        <a:rPr lang="en-US" sz="1350">
                          <a:solidFill>
                            <a:schemeClr val="dk1"/>
                          </a:solidFill>
                          <a:latin typeface="Arial"/>
                          <a:ea typeface="Arial"/>
                          <a:cs typeface="Arial"/>
                          <a:sym typeface="Arial"/>
                        </a:rPr>
                        <a:t>Vector Database</a:t>
                      </a:r>
                      <a:endParaRPr/>
                    </a:p>
                  </a:txBody>
                  <a:tcPr marT="45725" marB="45725" marR="91450" marL="91450"/>
                </a:tc>
                <a:tc>
                  <a:txBody>
                    <a:bodyPr/>
                    <a:lstStyle/>
                    <a:p>
                      <a:pPr indent="0" lvl="0" marL="0" marR="0" rtl="0" algn="l">
                        <a:spcBef>
                          <a:spcPts val="0"/>
                        </a:spcBef>
                        <a:spcAft>
                          <a:spcPts val="0"/>
                        </a:spcAft>
                        <a:buNone/>
                      </a:pPr>
                      <a:r>
                        <a:rPr lang="en-US" sz="1350">
                          <a:solidFill>
                            <a:schemeClr val="dk1"/>
                          </a:solidFill>
                          <a:latin typeface="Arial"/>
                          <a:ea typeface="Arial"/>
                          <a:cs typeface="Arial"/>
                          <a:sym typeface="Arial"/>
                        </a:rPr>
                        <a:t>ChromaDB</a:t>
                      </a:r>
                      <a:endParaRPr/>
                    </a:p>
                  </a:txBody>
                  <a:tcPr marT="45725" marB="45725" marR="91450" marL="91450"/>
                </a:tc>
              </a:tr>
              <a:tr h="533400">
                <a:tc>
                  <a:txBody>
                    <a:bodyPr/>
                    <a:lstStyle/>
                    <a:p>
                      <a:pPr indent="0" lvl="0" marL="0" marR="0" rtl="0" algn="l">
                        <a:spcBef>
                          <a:spcPts val="0"/>
                        </a:spcBef>
                        <a:spcAft>
                          <a:spcPts val="0"/>
                        </a:spcAft>
                        <a:buNone/>
                      </a:pPr>
                      <a:r>
                        <a:rPr lang="en-US" sz="1350">
                          <a:solidFill>
                            <a:schemeClr val="dk1"/>
                          </a:solidFill>
                          <a:latin typeface="Arial"/>
                          <a:ea typeface="Arial"/>
                          <a:cs typeface="Arial"/>
                          <a:sym typeface="Arial"/>
                        </a:rPr>
                        <a:t>Programming Language</a:t>
                      </a:r>
                      <a:endParaRPr/>
                    </a:p>
                  </a:txBody>
                  <a:tcPr marT="45725" marB="45725" marR="91450" marL="91450"/>
                </a:tc>
                <a:tc>
                  <a:txBody>
                    <a:bodyPr/>
                    <a:lstStyle/>
                    <a:p>
                      <a:pPr indent="0" lvl="0" marL="0" marR="0" rtl="0" algn="l">
                        <a:spcBef>
                          <a:spcPts val="0"/>
                        </a:spcBef>
                        <a:spcAft>
                          <a:spcPts val="0"/>
                        </a:spcAft>
                        <a:buNone/>
                      </a:pPr>
                      <a:r>
                        <a:rPr lang="en-US" sz="1350">
                          <a:solidFill>
                            <a:schemeClr val="dk1"/>
                          </a:solidFill>
                          <a:latin typeface="Arial"/>
                          <a:ea typeface="Arial"/>
                          <a:cs typeface="Arial"/>
                          <a:sym typeface="Arial"/>
                        </a:rPr>
                        <a:t>Python</a:t>
                      </a:r>
                      <a:endParaRPr/>
                    </a:p>
                  </a:txBody>
                  <a:tcPr marT="45725" marB="45725" marR="91450" marL="91450"/>
                </a:tc>
              </a:tr>
            </a:tbl>
          </a:graphicData>
        </a:graphic>
      </p:graphicFrame>
      <p:sp>
        <p:nvSpPr>
          <p:cNvPr id="2580" name="Google Shape;2580;p245"/>
          <p:cNvSpPr txBox="1"/>
          <p:nvPr>
            <p:ph type="title"/>
          </p:nvPr>
        </p:nvSpPr>
        <p:spPr>
          <a:xfrm>
            <a:off x="533400" y="533400"/>
            <a:ext cx="8593200" cy="9144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3600">
                <a:solidFill>
                  <a:srgbClr val="006E74"/>
                </a:solidFill>
                <a:latin typeface="Arial"/>
                <a:ea typeface="Arial"/>
                <a:cs typeface="Arial"/>
                <a:sym typeface="Arial"/>
              </a:rPr>
              <a:t>Technology Stack</a:t>
            </a:r>
            <a:endParaRPr b="1" sz="3600">
              <a:solidFill>
                <a:srgbClr val="006E74"/>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4" name="Shape 2584"/>
        <p:cNvGrpSpPr/>
        <p:nvPr/>
      </p:nvGrpSpPr>
      <p:grpSpPr>
        <a:xfrm>
          <a:off x="0" y="0"/>
          <a:ext cx="0" cy="0"/>
          <a:chOff x="0" y="0"/>
          <a:chExt cx="0" cy="0"/>
        </a:xfrm>
      </p:grpSpPr>
      <p:grpSp>
        <p:nvGrpSpPr>
          <p:cNvPr id="2585" name="Google Shape;2585;p246"/>
          <p:cNvGrpSpPr/>
          <p:nvPr/>
        </p:nvGrpSpPr>
        <p:grpSpPr>
          <a:xfrm>
            <a:off x="3524250" y="1333500"/>
            <a:ext cx="2095500" cy="4381500"/>
            <a:chOff x="3524250" y="1333500"/>
            <a:chExt cx="2095500" cy="4381500"/>
          </a:xfrm>
        </p:grpSpPr>
        <p:sp>
          <p:nvSpPr>
            <p:cNvPr id="2586" name="Google Shape;2586;p246"/>
            <p:cNvSpPr/>
            <p:nvPr/>
          </p:nvSpPr>
          <p:spPr>
            <a:xfrm>
              <a:off x="3524250" y="1333500"/>
              <a:ext cx="2095500" cy="381000"/>
            </a:xfrm>
            <a:prstGeom prst="roundRect">
              <a:avLst>
                <a:gd fmla="val 10000" name="adj"/>
              </a:avLst>
            </a:prstGeom>
            <a:solidFill>
              <a:srgbClr val="0097A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87" name="Google Shape;2587;p246"/>
            <p:cNvSpPr txBox="1"/>
            <p:nvPr/>
          </p:nvSpPr>
          <p:spPr>
            <a:xfrm>
              <a:off x="3524250" y="1333500"/>
              <a:ext cx="2095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100">
                  <a:solidFill>
                    <a:srgbClr val="FFFFFF"/>
                  </a:solidFill>
                  <a:latin typeface="Arial"/>
                  <a:ea typeface="Arial"/>
                  <a:cs typeface="Arial"/>
                  <a:sym typeface="Arial"/>
                </a:rPr>
                <a:t>Lending Policy Documents</a:t>
              </a:r>
              <a:endParaRPr sz="1100">
                <a:solidFill>
                  <a:srgbClr val="FFFFFF"/>
                </a:solidFill>
                <a:latin typeface="Arial"/>
                <a:ea typeface="Arial"/>
                <a:cs typeface="Arial"/>
                <a:sym typeface="Arial"/>
              </a:endParaRPr>
            </a:p>
          </p:txBody>
        </p:sp>
        <p:pic>
          <p:nvPicPr>
            <p:cNvPr id="2588" name="Google Shape;2588;p246"/>
            <p:cNvPicPr preferRelativeResize="0"/>
            <p:nvPr/>
          </p:nvPicPr>
          <p:blipFill rotWithShape="1">
            <a:blip r:embed="rId3">
              <a:alphaModFix/>
            </a:blip>
            <a:srcRect b="0" l="0" r="0" t="0"/>
            <a:stretch/>
          </p:blipFill>
          <p:spPr>
            <a:xfrm>
              <a:off x="4524375" y="1857375"/>
              <a:ext cx="95400" cy="47700"/>
            </a:xfrm>
            <a:prstGeom prst="rect">
              <a:avLst/>
            </a:prstGeom>
            <a:noFill/>
            <a:ln>
              <a:noFill/>
            </a:ln>
          </p:spPr>
        </p:pic>
        <p:sp>
          <p:nvSpPr>
            <p:cNvPr id="2589" name="Google Shape;2589;p246"/>
            <p:cNvSpPr/>
            <p:nvPr/>
          </p:nvSpPr>
          <p:spPr>
            <a:xfrm>
              <a:off x="3524250" y="1905000"/>
              <a:ext cx="2095500" cy="381000"/>
            </a:xfrm>
            <a:prstGeom prst="roundRect">
              <a:avLst>
                <a:gd fmla="val 10000" name="adj"/>
              </a:avLst>
            </a:prstGeom>
            <a:solidFill>
              <a:srgbClr val="0097A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90" name="Google Shape;2590;p246"/>
            <p:cNvSpPr txBox="1"/>
            <p:nvPr/>
          </p:nvSpPr>
          <p:spPr>
            <a:xfrm>
              <a:off x="3524250" y="1905000"/>
              <a:ext cx="2095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100">
                  <a:solidFill>
                    <a:srgbClr val="FFFFFF"/>
                  </a:solidFill>
                  <a:latin typeface="Arial"/>
                  <a:ea typeface="Arial"/>
                  <a:cs typeface="Arial"/>
                  <a:sym typeface="Arial"/>
                </a:rPr>
                <a:t>PyPDFLoader</a:t>
              </a:r>
              <a:endParaRPr sz="1100">
                <a:solidFill>
                  <a:srgbClr val="FFFFFF"/>
                </a:solidFill>
                <a:latin typeface="Arial"/>
                <a:ea typeface="Arial"/>
                <a:cs typeface="Arial"/>
                <a:sym typeface="Arial"/>
              </a:endParaRPr>
            </a:p>
          </p:txBody>
        </p:sp>
        <p:pic>
          <p:nvPicPr>
            <p:cNvPr id="2591" name="Google Shape;2591;p246"/>
            <p:cNvPicPr preferRelativeResize="0"/>
            <p:nvPr/>
          </p:nvPicPr>
          <p:blipFill rotWithShape="1">
            <a:blip r:embed="rId3">
              <a:alphaModFix/>
            </a:blip>
            <a:srcRect b="0" l="0" r="0" t="0"/>
            <a:stretch/>
          </p:blipFill>
          <p:spPr>
            <a:xfrm>
              <a:off x="4524375" y="2428875"/>
              <a:ext cx="95400" cy="47700"/>
            </a:xfrm>
            <a:prstGeom prst="rect">
              <a:avLst/>
            </a:prstGeom>
            <a:noFill/>
            <a:ln>
              <a:noFill/>
            </a:ln>
          </p:spPr>
        </p:pic>
        <p:sp>
          <p:nvSpPr>
            <p:cNvPr id="2592" name="Google Shape;2592;p246"/>
            <p:cNvSpPr/>
            <p:nvPr/>
          </p:nvSpPr>
          <p:spPr>
            <a:xfrm>
              <a:off x="3524250" y="2476500"/>
              <a:ext cx="2095500" cy="381000"/>
            </a:xfrm>
            <a:prstGeom prst="roundRect">
              <a:avLst>
                <a:gd fmla="val 10000" name="adj"/>
              </a:avLst>
            </a:prstGeom>
            <a:solidFill>
              <a:srgbClr val="0097A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93" name="Google Shape;2593;p246"/>
            <p:cNvSpPr txBox="1"/>
            <p:nvPr/>
          </p:nvSpPr>
          <p:spPr>
            <a:xfrm>
              <a:off x="3524250" y="2476500"/>
              <a:ext cx="2095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100">
                  <a:solidFill>
                    <a:srgbClr val="FFFFFF"/>
                  </a:solidFill>
                  <a:latin typeface="Arial"/>
                  <a:ea typeface="Arial"/>
                  <a:cs typeface="Arial"/>
                  <a:sym typeface="Arial"/>
                </a:rPr>
                <a:t>Text Chunking</a:t>
              </a:r>
              <a:endParaRPr sz="1100">
                <a:solidFill>
                  <a:srgbClr val="FFFFFF"/>
                </a:solidFill>
                <a:latin typeface="Arial"/>
                <a:ea typeface="Arial"/>
                <a:cs typeface="Arial"/>
                <a:sym typeface="Arial"/>
              </a:endParaRPr>
            </a:p>
          </p:txBody>
        </p:sp>
        <p:pic>
          <p:nvPicPr>
            <p:cNvPr id="2594" name="Google Shape;2594;p246"/>
            <p:cNvPicPr preferRelativeResize="0"/>
            <p:nvPr/>
          </p:nvPicPr>
          <p:blipFill rotWithShape="1">
            <a:blip r:embed="rId3">
              <a:alphaModFix/>
            </a:blip>
            <a:srcRect b="0" l="0" r="0" t="0"/>
            <a:stretch/>
          </p:blipFill>
          <p:spPr>
            <a:xfrm>
              <a:off x="4524375" y="3000375"/>
              <a:ext cx="95400" cy="47700"/>
            </a:xfrm>
            <a:prstGeom prst="rect">
              <a:avLst/>
            </a:prstGeom>
            <a:noFill/>
            <a:ln>
              <a:noFill/>
            </a:ln>
          </p:spPr>
        </p:pic>
        <p:sp>
          <p:nvSpPr>
            <p:cNvPr id="2595" name="Google Shape;2595;p246"/>
            <p:cNvSpPr/>
            <p:nvPr/>
          </p:nvSpPr>
          <p:spPr>
            <a:xfrm>
              <a:off x="3524250" y="3048000"/>
              <a:ext cx="2095500" cy="381000"/>
            </a:xfrm>
            <a:prstGeom prst="roundRect">
              <a:avLst>
                <a:gd fmla="val 10000" name="adj"/>
              </a:avLst>
            </a:prstGeom>
            <a:solidFill>
              <a:srgbClr val="0097A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96" name="Google Shape;2596;p246"/>
            <p:cNvSpPr txBox="1"/>
            <p:nvPr/>
          </p:nvSpPr>
          <p:spPr>
            <a:xfrm>
              <a:off x="3524250" y="3048000"/>
              <a:ext cx="2095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100">
                  <a:solidFill>
                    <a:srgbClr val="FFFFFF"/>
                  </a:solidFill>
                  <a:latin typeface="Arial"/>
                  <a:ea typeface="Arial"/>
                  <a:cs typeface="Arial"/>
                  <a:sym typeface="Arial"/>
                </a:rPr>
                <a:t>Embeddings</a:t>
              </a:r>
              <a:endParaRPr sz="1100">
                <a:solidFill>
                  <a:srgbClr val="FFFFFF"/>
                </a:solidFill>
                <a:latin typeface="Arial"/>
                <a:ea typeface="Arial"/>
                <a:cs typeface="Arial"/>
                <a:sym typeface="Arial"/>
              </a:endParaRPr>
            </a:p>
          </p:txBody>
        </p:sp>
        <p:pic>
          <p:nvPicPr>
            <p:cNvPr id="2597" name="Google Shape;2597;p246"/>
            <p:cNvPicPr preferRelativeResize="0"/>
            <p:nvPr/>
          </p:nvPicPr>
          <p:blipFill rotWithShape="1">
            <a:blip r:embed="rId3">
              <a:alphaModFix/>
            </a:blip>
            <a:srcRect b="0" l="0" r="0" t="0"/>
            <a:stretch/>
          </p:blipFill>
          <p:spPr>
            <a:xfrm>
              <a:off x="4524375" y="3571875"/>
              <a:ext cx="95400" cy="47700"/>
            </a:xfrm>
            <a:prstGeom prst="rect">
              <a:avLst/>
            </a:prstGeom>
            <a:noFill/>
            <a:ln>
              <a:noFill/>
            </a:ln>
          </p:spPr>
        </p:pic>
        <p:sp>
          <p:nvSpPr>
            <p:cNvPr id="2598" name="Google Shape;2598;p246"/>
            <p:cNvSpPr/>
            <p:nvPr/>
          </p:nvSpPr>
          <p:spPr>
            <a:xfrm>
              <a:off x="3524250" y="3619500"/>
              <a:ext cx="2095500" cy="381000"/>
            </a:xfrm>
            <a:prstGeom prst="roundRect">
              <a:avLst>
                <a:gd fmla="val 10000" name="adj"/>
              </a:avLst>
            </a:prstGeom>
            <a:solidFill>
              <a:srgbClr val="0097A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99" name="Google Shape;2599;p246"/>
            <p:cNvSpPr txBox="1"/>
            <p:nvPr/>
          </p:nvSpPr>
          <p:spPr>
            <a:xfrm>
              <a:off x="3524250" y="3619500"/>
              <a:ext cx="2095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100">
                  <a:solidFill>
                    <a:srgbClr val="FFFFFF"/>
                  </a:solidFill>
                  <a:latin typeface="Arial"/>
                  <a:ea typeface="Arial"/>
                  <a:cs typeface="Arial"/>
                  <a:sym typeface="Arial"/>
                </a:rPr>
                <a:t>ChromaDB Vector Store</a:t>
              </a:r>
              <a:endParaRPr sz="1100">
                <a:solidFill>
                  <a:srgbClr val="FFFFFF"/>
                </a:solidFill>
                <a:latin typeface="Arial"/>
                <a:ea typeface="Arial"/>
                <a:cs typeface="Arial"/>
                <a:sym typeface="Arial"/>
              </a:endParaRPr>
            </a:p>
          </p:txBody>
        </p:sp>
        <p:pic>
          <p:nvPicPr>
            <p:cNvPr id="2600" name="Google Shape;2600;p246"/>
            <p:cNvPicPr preferRelativeResize="0"/>
            <p:nvPr/>
          </p:nvPicPr>
          <p:blipFill rotWithShape="1">
            <a:blip r:embed="rId3">
              <a:alphaModFix/>
            </a:blip>
            <a:srcRect b="0" l="0" r="0" t="0"/>
            <a:stretch/>
          </p:blipFill>
          <p:spPr>
            <a:xfrm>
              <a:off x="4524375" y="4143375"/>
              <a:ext cx="95400" cy="47700"/>
            </a:xfrm>
            <a:prstGeom prst="rect">
              <a:avLst/>
            </a:prstGeom>
            <a:noFill/>
            <a:ln>
              <a:noFill/>
            </a:ln>
          </p:spPr>
        </p:pic>
        <p:sp>
          <p:nvSpPr>
            <p:cNvPr id="2601" name="Google Shape;2601;p246"/>
            <p:cNvSpPr/>
            <p:nvPr/>
          </p:nvSpPr>
          <p:spPr>
            <a:xfrm>
              <a:off x="3524250" y="4191000"/>
              <a:ext cx="2095500" cy="381000"/>
            </a:xfrm>
            <a:prstGeom prst="roundRect">
              <a:avLst>
                <a:gd fmla="val 10000" name="adj"/>
              </a:avLst>
            </a:prstGeom>
            <a:solidFill>
              <a:srgbClr val="0097A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2" name="Google Shape;2602;p246"/>
            <p:cNvSpPr txBox="1"/>
            <p:nvPr/>
          </p:nvSpPr>
          <p:spPr>
            <a:xfrm>
              <a:off x="3524250" y="4191000"/>
              <a:ext cx="2095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100">
                  <a:solidFill>
                    <a:srgbClr val="FFFFFF"/>
                  </a:solidFill>
                  <a:latin typeface="Arial"/>
                  <a:ea typeface="Arial"/>
                  <a:cs typeface="Arial"/>
                  <a:sym typeface="Arial"/>
                </a:rPr>
                <a:t>Retriever Tool</a:t>
              </a:r>
              <a:endParaRPr sz="1100">
                <a:solidFill>
                  <a:srgbClr val="FFFFFF"/>
                </a:solidFill>
                <a:latin typeface="Arial"/>
                <a:ea typeface="Arial"/>
                <a:cs typeface="Arial"/>
                <a:sym typeface="Arial"/>
              </a:endParaRPr>
            </a:p>
          </p:txBody>
        </p:sp>
        <p:pic>
          <p:nvPicPr>
            <p:cNvPr id="2603" name="Google Shape;2603;p246"/>
            <p:cNvPicPr preferRelativeResize="0"/>
            <p:nvPr/>
          </p:nvPicPr>
          <p:blipFill rotWithShape="1">
            <a:blip r:embed="rId3">
              <a:alphaModFix/>
            </a:blip>
            <a:srcRect b="0" l="0" r="0" t="0"/>
            <a:stretch/>
          </p:blipFill>
          <p:spPr>
            <a:xfrm>
              <a:off x="4524375" y="4714875"/>
              <a:ext cx="95400" cy="47700"/>
            </a:xfrm>
            <a:prstGeom prst="rect">
              <a:avLst/>
            </a:prstGeom>
            <a:noFill/>
            <a:ln>
              <a:noFill/>
            </a:ln>
          </p:spPr>
        </p:pic>
        <p:sp>
          <p:nvSpPr>
            <p:cNvPr id="2604" name="Google Shape;2604;p246"/>
            <p:cNvSpPr/>
            <p:nvPr/>
          </p:nvSpPr>
          <p:spPr>
            <a:xfrm>
              <a:off x="3524250" y="4762500"/>
              <a:ext cx="2095500" cy="381000"/>
            </a:xfrm>
            <a:prstGeom prst="roundRect">
              <a:avLst>
                <a:gd fmla="val 10000" name="adj"/>
              </a:avLst>
            </a:prstGeom>
            <a:solidFill>
              <a:srgbClr val="0097A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5" name="Google Shape;2605;p246"/>
            <p:cNvSpPr txBox="1"/>
            <p:nvPr/>
          </p:nvSpPr>
          <p:spPr>
            <a:xfrm>
              <a:off x="3524250" y="4762500"/>
              <a:ext cx="2095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100">
                  <a:solidFill>
                    <a:srgbClr val="FFFFFF"/>
                  </a:solidFill>
                  <a:latin typeface="Arial"/>
                  <a:ea typeface="Arial"/>
                  <a:cs typeface="Arial"/>
                  <a:sym typeface="Arial"/>
                </a:rPr>
                <a:t>Policy Context Returned</a:t>
              </a:r>
              <a:endParaRPr sz="1100">
                <a:solidFill>
                  <a:srgbClr val="FFFFFF"/>
                </a:solidFill>
                <a:latin typeface="Arial"/>
                <a:ea typeface="Arial"/>
                <a:cs typeface="Arial"/>
                <a:sym typeface="Arial"/>
              </a:endParaRPr>
            </a:p>
          </p:txBody>
        </p:sp>
        <p:sp>
          <p:nvSpPr>
            <p:cNvPr id="2606" name="Google Shape;2606;p246"/>
            <p:cNvSpPr/>
            <p:nvPr/>
          </p:nvSpPr>
          <p:spPr>
            <a:xfrm>
              <a:off x="3524250" y="5334000"/>
              <a:ext cx="2095500" cy="381000"/>
            </a:xfrm>
            <a:prstGeom prst="roundRect">
              <a:avLst>
                <a:gd fmla="val 10000" name="adj"/>
              </a:avLst>
            </a:prstGeom>
            <a:solidFill>
              <a:srgbClr val="0097A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7" name="Google Shape;2607;p246"/>
            <p:cNvSpPr txBox="1"/>
            <p:nvPr/>
          </p:nvSpPr>
          <p:spPr>
            <a:xfrm>
              <a:off x="3524250" y="5334000"/>
              <a:ext cx="2095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100">
                  <a:solidFill>
                    <a:srgbClr val="FFFFFF"/>
                  </a:solidFill>
                  <a:latin typeface="Arial"/>
                  <a:ea typeface="Arial"/>
                  <a:cs typeface="Arial"/>
                  <a:sym typeface="Arial"/>
                </a:rPr>
                <a:t>Recommendation Node</a:t>
              </a:r>
              <a:endParaRPr sz="1100">
                <a:solidFill>
                  <a:srgbClr val="FFFFFF"/>
                </a:solidFill>
                <a:latin typeface="Arial"/>
                <a:ea typeface="Arial"/>
                <a:cs typeface="Arial"/>
                <a:sym typeface="Arial"/>
              </a:endParaRPr>
            </a:p>
          </p:txBody>
        </p:sp>
      </p:grpSp>
      <p:cxnSp>
        <p:nvCxnSpPr>
          <p:cNvPr id="2608" name="Google Shape;2608;p246"/>
          <p:cNvCxnSpPr>
            <a:stCxn id="2587" idx="2"/>
            <a:endCxn id="2590" idx="0"/>
          </p:cNvCxnSpPr>
          <p:nvPr/>
        </p:nvCxnSpPr>
        <p:spPr>
          <a:xfrm>
            <a:off x="4572000" y="1714500"/>
            <a:ext cx="0" cy="190500"/>
          </a:xfrm>
          <a:prstGeom prst="straightConnector1">
            <a:avLst/>
          </a:prstGeom>
          <a:noFill/>
          <a:ln cap="flat" cmpd="sng" w="9525">
            <a:solidFill>
              <a:schemeClr val="dk2"/>
            </a:solidFill>
            <a:prstDash val="solid"/>
            <a:round/>
            <a:headEnd len="med" w="med" type="none"/>
            <a:tailEnd len="med" w="med" type="none"/>
          </a:ln>
        </p:spPr>
      </p:cxnSp>
      <p:cxnSp>
        <p:nvCxnSpPr>
          <p:cNvPr id="2609" name="Google Shape;2609;p246"/>
          <p:cNvCxnSpPr>
            <a:stCxn id="2590" idx="2"/>
            <a:endCxn id="2593" idx="0"/>
          </p:cNvCxnSpPr>
          <p:nvPr/>
        </p:nvCxnSpPr>
        <p:spPr>
          <a:xfrm>
            <a:off x="4572000" y="2286000"/>
            <a:ext cx="0" cy="190500"/>
          </a:xfrm>
          <a:prstGeom prst="straightConnector1">
            <a:avLst/>
          </a:prstGeom>
          <a:noFill/>
          <a:ln cap="flat" cmpd="sng" w="9525">
            <a:solidFill>
              <a:schemeClr val="dk2"/>
            </a:solidFill>
            <a:prstDash val="solid"/>
            <a:round/>
            <a:headEnd len="med" w="med" type="none"/>
            <a:tailEnd len="med" w="med" type="none"/>
          </a:ln>
        </p:spPr>
      </p:cxnSp>
      <p:cxnSp>
        <p:nvCxnSpPr>
          <p:cNvPr id="2610" name="Google Shape;2610;p246"/>
          <p:cNvCxnSpPr>
            <a:stCxn id="2593" idx="2"/>
            <a:endCxn id="2596" idx="0"/>
          </p:cNvCxnSpPr>
          <p:nvPr/>
        </p:nvCxnSpPr>
        <p:spPr>
          <a:xfrm>
            <a:off x="4572000" y="2857500"/>
            <a:ext cx="0" cy="190500"/>
          </a:xfrm>
          <a:prstGeom prst="straightConnector1">
            <a:avLst/>
          </a:prstGeom>
          <a:noFill/>
          <a:ln cap="flat" cmpd="sng" w="9525">
            <a:solidFill>
              <a:schemeClr val="dk2"/>
            </a:solidFill>
            <a:prstDash val="solid"/>
            <a:round/>
            <a:headEnd len="med" w="med" type="none"/>
            <a:tailEnd len="med" w="med" type="none"/>
          </a:ln>
        </p:spPr>
      </p:cxnSp>
      <p:cxnSp>
        <p:nvCxnSpPr>
          <p:cNvPr id="2611" name="Google Shape;2611;p246"/>
          <p:cNvCxnSpPr>
            <a:stCxn id="2596" idx="2"/>
            <a:endCxn id="2599" idx="0"/>
          </p:cNvCxnSpPr>
          <p:nvPr/>
        </p:nvCxnSpPr>
        <p:spPr>
          <a:xfrm>
            <a:off x="4572000" y="3429000"/>
            <a:ext cx="0" cy="190500"/>
          </a:xfrm>
          <a:prstGeom prst="straightConnector1">
            <a:avLst/>
          </a:prstGeom>
          <a:noFill/>
          <a:ln cap="flat" cmpd="sng" w="9525">
            <a:solidFill>
              <a:schemeClr val="dk2"/>
            </a:solidFill>
            <a:prstDash val="solid"/>
            <a:round/>
            <a:headEnd len="med" w="med" type="none"/>
            <a:tailEnd len="med" w="med" type="none"/>
          </a:ln>
        </p:spPr>
      </p:cxnSp>
      <p:cxnSp>
        <p:nvCxnSpPr>
          <p:cNvPr id="2612" name="Google Shape;2612;p246"/>
          <p:cNvCxnSpPr>
            <a:stCxn id="2599" idx="2"/>
            <a:endCxn id="2602" idx="0"/>
          </p:cNvCxnSpPr>
          <p:nvPr/>
        </p:nvCxnSpPr>
        <p:spPr>
          <a:xfrm>
            <a:off x="4572000" y="4000500"/>
            <a:ext cx="0" cy="190500"/>
          </a:xfrm>
          <a:prstGeom prst="straightConnector1">
            <a:avLst/>
          </a:prstGeom>
          <a:noFill/>
          <a:ln cap="flat" cmpd="sng" w="9525">
            <a:solidFill>
              <a:schemeClr val="dk2"/>
            </a:solidFill>
            <a:prstDash val="solid"/>
            <a:round/>
            <a:headEnd len="med" w="med" type="none"/>
            <a:tailEnd len="med" w="med" type="none"/>
          </a:ln>
        </p:spPr>
      </p:cxnSp>
      <p:cxnSp>
        <p:nvCxnSpPr>
          <p:cNvPr id="2613" name="Google Shape;2613;p246"/>
          <p:cNvCxnSpPr>
            <a:stCxn id="2602" idx="2"/>
            <a:endCxn id="2605" idx="0"/>
          </p:cNvCxnSpPr>
          <p:nvPr/>
        </p:nvCxnSpPr>
        <p:spPr>
          <a:xfrm>
            <a:off x="4572000" y="4572000"/>
            <a:ext cx="0" cy="190500"/>
          </a:xfrm>
          <a:prstGeom prst="straightConnector1">
            <a:avLst/>
          </a:prstGeom>
          <a:noFill/>
          <a:ln cap="flat" cmpd="sng" w="9525">
            <a:solidFill>
              <a:schemeClr val="dk2"/>
            </a:solidFill>
            <a:prstDash val="solid"/>
            <a:round/>
            <a:headEnd len="med" w="med" type="none"/>
            <a:tailEnd len="med" w="med" type="none"/>
          </a:ln>
        </p:spPr>
      </p:cxnSp>
      <p:cxnSp>
        <p:nvCxnSpPr>
          <p:cNvPr id="2614" name="Google Shape;2614;p246"/>
          <p:cNvCxnSpPr>
            <a:stCxn id="2605" idx="2"/>
            <a:endCxn id="2607" idx="0"/>
          </p:cNvCxnSpPr>
          <p:nvPr/>
        </p:nvCxnSpPr>
        <p:spPr>
          <a:xfrm>
            <a:off x="4572000" y="5143500"/>
            <a:ext cx="0" cy="190500"/>
          </a:xfrm>
          <a:prstGeom prst="straightConnector1">
            <a:avLst/>
          </a:prstGeom>
          <a:noFill/>
          <a:ln cap="flat" cmpd="sng" w="9525">
            <a:solidFill>
              <a:schemeClr val="dk2"/>
            </a:solidFill>
            <a:prstDash val="solid"/>
            <a:round/>
            <a:headEnd len="med" w="med" type="none"/>
            <a:tailEnd len="med" w="med" type="none"/>
          </a:ln>
        </p:spPr>
      </p:cxnSp>
      <p:sp>
        <p:nvSpPr>
          <p:cNvPr id="2615" name="Google Shape;2615;p246"/>
          <p:cNvSpPr/>
          <p:nvPr/>
        </p:nvSpPr>
        <p:spPr>
          <a:xfrm>
            <a:off x="4522175" y="5274000"/>
            <a:ext cx="97500" cy="60000"/>
          </a:xfrm>
          <a:prstGeom prst="flowChartMerg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16" name="Google Shape;2616;p246"/>
          <p:cNvSpPr txBox="1"/>
          <p:nvPr>
            <p:ph type="title"/>
          </p:nvPr>
        </p:nvSpPr>
        <p:spPr>
          <a:xfrm>
            <a:off x="533400" y="533400"/>
            <a:ext cx="8593200" cy="9144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3600">
                <a:solidFill>
                  <a:srgbClr val="006E74"/>
                </a:solidFill>
                <a:latin typeface="Arial"/>
                <a:ea typeface="Arial"/>
                <a:cs typeface="Arial"/>
                <a:sym typeface="Arial"/>
              </a:rPr>
              <a:t>RAG Pipeline</a:t>
            </a:r>
            <a:endParaRPr b="1" sz="3600">
              <a:solidFill>
                <a:srgbClr val="006E74"/>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20" name="Shape 2620"/>
        <p:cNvGrpSpPr/>
        <p:nvPr/>
      </p:nvGrpSpPr>
      <p:grpSpPr>
        <a:xfrm>
          <a:off x="0" y="0"/>
          <a:ext cx="0" cy="0"/>
          <a:chOff x="0" y="0"/>
          <a:chExt cx="0" cy="0"/>
        </a:xfrm>
      </p:grpSpPr>
      <p:sp>
        <p:nvSpPr>
          <p:cNvPr id="2621" name="Google Shape;2621;p247"/>
          <p:cNvSpPr txBox="1"/>
          <p:nvPr>
            <p:ph type="title"/>
          </p:nvPr>
        </p:nvSpPr>
        <p:spPr>
          <a:xfrm>
            <a:off x="274320" y="381000"/>
            <a:ext cx="85932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600">
                <a:solidFill>
                  <a:srgbClr val="006E74"/>
                </a:solidFill>
                <a:latin typeface="Arial"/>
                <a:ea typeface="Arial"/>
                <a:cs typeface="Arial"/>
                <a:sym typeface="Arial"/>
              </a:rPr>
              <a:t>Workflow Design</a:t>
            </a:r>
            <a:endParaRPr b="1" sz="3600">
              <a:solidFill>
                <a:srgbClr val="006E74"/>
              </a:solidFill>
              <a:latin typeface="Arial"/>
              <a:ea typeface="Arial"/>
              <a:cs typeface="Arial"/>
              <a:sym typeface="Arial"/>
            </a:endParaRPr>
          </a:p>
        </p:txBody>
      </p:sp>
      <p:grpSp>
        <p:nvGrpSpPr>
          <p:cNvPr id="2622" name="Google Shape;2622;p247"/>
          <p:cNvGrpSpPr/>
          <p:nvPr/>
        </p:nvGrpSpPr>
        <p:grpSpPr>
          <a:xfrm>
            <a:off x="476250" y="1333500"/>
            <a:ext cx="8191425" cy="3524400"/>
            <a:chOff x="476250" y="1333500"/>
            <a:chExt cx="8191425" cy="3524400"/>
          </a:xfrm>
        </p:grpSpPr>
        <p:sp>
          <p:nvSpPr>
            <p:cNvPr id="2623" name="Google Shape;2623;p247"/>
            <p:cNvSpPr/>
            <p:nvPr/>
          </p:nvSpPr>
          <p:spPr>
            <a:xfrm>
              <a:off x="476250" y="1333500"/>
              <a:ext cx="3952800" cy="1047900"/>
            </a:xfrm>
            <a:prstGeom prst="roundRect">
              <a:avLst>
                <a:gd fmla="val 7272"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24" name="Google Shape;2624;p247"/>
            <p:cNvSpPr txBox="1"/>
            <p:nvPr/>
          </p:nvSpPr>
          <p:spPr>
            <a:xfrm>
              <a:off x="619125" y="1333500"/>
              <a:ext cx="36672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06E74"/>
                  </a:solidFill>
                  <a:latin typeface="Arial"/>
                  <a:ea typeface="Arial"/>
                  <a:cs typeface="Arial"/>
                  <a:sym typeface="Arial"/>
                </a:rPr>
                <a:t>01. PDF Ingestion</a:t>
              </a:r>
              <a:endParaRPr b="1" sz="1400">
                <a:solidFill>
                  <a:srgbClr val="006E74"/>
                </a:solidFill>
                <a:latin typeface="Arial"/>
                <a:ea typeface="Arial"/>
                <a:cs typeface="Arial"/>
                <a:sym typeface="Arial"/>
              </a:endParaRPr>
            </a:p>
            <a:p>
              <a:pPr indent="0" lvl="0" marL="0" rtl="0" algn="l">
                <a:spcBef>
                  <a:spcPts val="375"/>
                </a:spcBef>
                <a:spcAft>
                  <a:spcPts val="0"/>
                </a:spcAft>
                <a:buNone/>
              </a:pPr>
              <a:r>
                <a:rPr lang="en-US" sz="1100">
                  <a:solidFill>
                    <a:srgbClr val="475569"/>
                  </a:solidFill>
                  <a:latin typeface="Arial"/>
                  <a:ea typeface="Arial"/>
                  <a:cs typeface="Arial"/>
                  <a:sym typeface="Arial"/>
                </a:rPr>
                <a:t>Automated intake and parsing of loan application documents.</a:t>
              </a:r>
              <a:endParaRPr sz="1100">
                <a:solidFill>
                  <a:srgbClr val="475569"/>
                </a:solidFill>
                <a:latin typeface="Arial"/>
                <a:ea typeface="Arial"/>
                <a:cs typeface="Arial"/>
                <a:sym typeface="Arial"/>
              </a:endParaRPr>
            </a:p>
          </p:txBody>
        </p:sp>
        <p:sp>
          <p:nvSpPr>
            <p:cNvPr id="2625" name="Google Shape;2625;p247"/>
            <p:cNvSpPr/>
            <p:nvPr/>
          </p:nvSpPr>
          <p:spPr>
            <a:xfrm>
              <a:off x="4714875" y="1333500"/>
              <a:ext cx="3952800" cy="1047900"/>
            </a:xfrm>
            <a:prstGeom prst="roundRect">
              <a:avLst>
                <a:gd fmla="val 7272" name="adj"/>
              </a:avLst>
            </a:prstGeom>
            <a:solidFill>
              <a:srgbClr val="E0F2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26" name="Google Shape;2626;p247"/>
            <p:cNvSpPr txBox="1"/>
            <p:nvPr/>
          </p:nvSpPr>
          <p:spPr>
            <a:xfrm>
              <a:off x="4857750" y="1333500"/>
              <a:ext cx="36672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06E74"/>
                  </a:solidFill>
                  <a:latin typeface="Arial"/>
                  <a:ea typeface="Arial"/>
                  <a:cs typeface="Arial"/>
                  <a:sym typeface="Arial"/>
                </a:rPr>
                <a:t>02. Parallel Analysis</a:t>
              </a:r>
              <a:endParaRPr b="1" sz="1400">
                <a:solidFill>
                  <a:srgbClr val="006E74"/>
                </a:solidFill>
                <a:latin typeface="Arial"/>
                <a:ea typeface="Arial"/>
                <a:cs typeface="Arial"/>
                <a:sym typeface="Arial"/>
              </a:endParaRPr>
            </a:p>
            <a:p>
              <a:pPr indent="0" lvl="0" marL="0" rtl="0" algn="l">
                <a:spcBef>
                  <a:spcPts val="375"/>
                </a:spcBef>
                <a:spcAft>
                  <a:spcPts val="0"/>
                </a:spcAft>
                <a:buNone/>
              </a:pPr>
              <a:r>
                <a:rPr lang="en-US" sz="1100">
                  <a:solidFill>
                    <a:srgbClr val="475569"/>
                  </a:solidFill>
                  <a:latin typeface="Arial"/>
                  <a:ea typeface="Arial"/>
                  <a:cs typeface="Arial"/>
                  <a:sym typeface="Arial"/>
                </a:rPr>
                <a:t>Concurrent financial analysis and fraud verification processing.</a:t>
              </a:r>
              <a:endParaRPr sz="1100">
                <a:solidFill>
                  <a:srgbClr val="475569"/>
                </a:solidFill>
                <a:latin typeface="Arial"/>
                <a:ea typeface="Arial"/>
                <a:cs typeface="Arial"/>
                <a:sym typeface="Arial"/>
              </a:endParaRPr>
            </a:p>
          </p:txBody>
        </p:sp>
        <p:sp>
          <p:nvSpPr>
            <p:cNvPr id="2627" name="Google Shape;2627;p247"/>
            <p:cNvSpPr/>
            <p:nvPr/>
          </p:nvSpPr>
          <p:spPr>
            <a:xfrm>
              <a:off x="476250" y="2571750"/>
              <a:ext cx="3952800" cy="1047900"/>
            </a:xfrm>
            <a:prstGeom prst="roundRect">
              <a:avLst>
                <a:gd fmla="val 7272"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28" name="Google Shape;2628;p247"/>
            <p:cNvSpPr txBox="1"/>
            <p:nvPr/>
          </p:nvSpPr>
          <p:spPr>
            <a:xfrm>
              <a:off x="619125" y="2571750"/>
              <a:ext cx="36672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06E74"/>
                  </a:solidFill>
                  <a:latin typeface="Arial"/>
                  <a:ea typeface="Arial"/>
                  <a:cs typeface="Arial"/>
                  <a:sym typeface="Arial"/>
                </a:rPr>
                <a:t>03. Synchronization Stage</a:t>
              </a:r>
              <a:endParaRPr b="1" sz="1400">
                <a:solidFill>
                  <a:srgbClr val="006E74"/>
                </a:solidFill>
                <a:latin typeface="Arial"/>
                <a:ea typeface="Arial"/>
                <a:cs typeface="Arial"/>
                <a:sym typeface="Arial"/>
              </a:endParaRPr>
            </a:p>
            <a:p>
              <a:pPr indent="0" lvl="0" marL="0" rtl="0" algn="l">
                <a:spcBef>
                  <a:spcPts val="375"/>
                </a:spcBef>
                <a:spcAft>
                  <a:spcPts val="0"/>
                </a:spcAft>
                <a:buNone/>
              </a:pPr>
              <a:r>
                <a:rPr lang="en-US" sz="1100">
                  <a:solidFill>
                    <a:srgbClr val="475569"/>
                  </a:solidFill>
                  <a:latin typeface="Arial"/>
                  <a:ea typeface="Arial"/>
                  <a:cs typeface="Arial"/>
                  <a:sym typeface="Arial"/>
                </a:rPr>
                <a:t>Merging parallel data streams into a unified workflow state.</a:t>
              </a:r>
              <a:endParaRPr sz="1100">
                <a:solidFill>
                  <a:srgbClr val="475569"/>
                </a:solidFill>
                <a:latin typeface="Arial"/>
                <a:ea typeface="Arial"/>
                <a:cs typeface="Arial"/>
                <a:sym typeface="Arial"/>
              </a:endParaRPr>
            </a:p>
          </p:txBody>
        </p:sp>
        <p:sp>
          <p:nvSpPr>
            <p:cNvPr id="2629" name="Google Shape;2629;p247"/>
            <p:cNvSpPr/>
            <p:nvPr/>
          </p:nvSpPr>
          <p:spPr>
            <a:xfrm>
              <a:off x="4714875" y="2571750"/>
              <a:ext cx="3952800" cy="1047900"/>
            </a:xfrm>
            <a:prstGeom prst="roundRect">
              <a:avLst>
                <a:gd fmla="val 7272" name="adj"/>
              </a:avLst>
            </a:prstGeom>
            <a:solidFill>
              <a:srgbClr val="E0F2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0" name="Google Shape;2630;p247"/>
            <p:cNvSpPr txBox="1"/>
            <p:nvPr/>
          </p:nvSpPr>
          <p:spPr>
            <a:xfrm>
              <a:off x="4857750" y="2571750"/>
              <a:ext cx="36672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06E74"/>
                  </a:solidFill>
                  <a:latin typeface="Arial"/>
                  <a:ea typeface="Arial"/>
                  <a:cs typeface="Arial"/>
                  <a:sym typeface="Arial"/>
                </a:rPr>
                <a:t>04. Risk Assessment</a:t>
              </a:r>
              <a:endParaRPr b="1" sz="1400">
                <a:solidFill>
                  <a:srgbClr val="006E74"/>
                </a:solidFill>
                <a:latin typeface="Arial"/>
                <a:ea typeface="Arial"/>
                <a:cs typeface="Arial"/>
                <a:sym typeface="Arial"/>
              </a:endParaRPr>
            </a:p>
            <a:p>
              <a:pPr indent="0" lvl="0" marL="0" rtl="0" algn="l">
                <a:spcBef>
                  <a:spcPts val="375"/>
                </a:spcBef>
                <a:spcAft>
                  <a:spcPts val="0"/>
                </a:spcAft>
                <a:buNone/>
              </a:pPr>
              <a:r>
                <a:rPr lang="en-US" sz="1100">
                  <a:solidFill>
                    <a:srgbClr val="475569"/>
                  </a:solidFill>
                  <a:latin typeface="Arial"/>
                  <a:ea typeface="Arial"/>
                  <a:cs typeface="Arial"/>
                  <a:sym typeface="Arial"/>
                </a:rPr>
                <a:t>Evaluation of applicant data against lending policies.</a:t>
              </a:r>
              <a:endParaRPr sz="1100">
                <a:solidFill>
                  <a:srgbClr val="475569"/>
                </a:solidFill>
                <a:latin typeface="Arial"/>
                <a:ea typeface="Arial"/>
                <a:cs typeface="Arial"/>
                <a:sym typeface="Arial"/>
              </a:endParaRPr>
            </a:p>
          </p:txBody>
        </p:sp>
        <p:sp>
          <p:nvSpPr>
            <p:cNvPr id="2631" name="Google Shape;2631;p247"/>
            <p:cNvSpPr/>
            <p:nvPr/>
          </p:nvSpPr>
          <p:spPr>
            <a:xfrm>
              <a:off x="476250" y="3810000"/>
              <a:ext cx="3952800" cy="1047900"/>
            </a:xfrm>
            <a:prstGeom prst="roundRect">
              <a:avLst>
                <a:gd fmla="val 7272"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2" name="Google Shape;2632;p247"/>
            <p:cNvSpPr txBox="1"/>
            <p:nvPr/>
          </p:nvSpPr>
          <p:spPr>
            <a:xfrm>
              <a:off x="619125" y="3810000"/>
              <a:ext cx="36672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06E74"/>
                  </a:solidFill>
                  <a:latin typeface="Arial"/>
                  <a:ea typeface="Arial"/>
                  <a:cs typeface="Arial"/>
                  <a:sym typeface="Arial"/>
                </a:rPr>
                <a:t>05. Recommendation</a:t>
              </a:r>
              <a:endParaRPr b="1" sz="1400">
                <a:solidFill>
                  <a:srgbClr val="006E74"/>
                </a:solidFill>
                <a:latin typeface="Arial"/>
                <a:ea typeface="Arial"/>
                <a:cs typeface="Arial"/>
                <a:sym typeface="Arial"/>
              </a:endParaRPr>
            </a:p>
            <a:p>
              <a:pPr indent="0" lvl="0" marL="0" rtl="0" algn="l">
                <a:spcBef>
                  <a:spcPts val="375"/>
                </a:spcBef>
                <a:spcAft>
                  <a:spcPts val="0"/>
                </a:spcAft>
                <a:buNone/>
              </a:pPr>
              <a:r>
                <a:rPr lang="en-US" sz="1100">
                  <a:solidFill>
                    <a:srgbClr val="475569"/>
                  </a:solidFill>
                  <a:latin typeface="Arial"/>
                  <a:ea typeface="Arial"/>
                  <a:cs typeface="Arial"/>
                  <a:sym typeface="Arial"/>
                </a:rPr>
                <a:t>Generation of automated loan approval or denial suggestions.</a:t>
              </a:r>
              <a:endParaRPr sz="1100">
                <a:solidFill>
                  <a:srgbClr val="475569"/>
                </a:solidFill>
                <a:latin typeface="Arial"/>
                <a:ea typeface="Arial"/>
                <a:cs typeface="Arial"/>
                <a:sym typeface="Arial"/>
              </a:endParaRPr>
            </a:p>
          </p:txBody>
        </p:sp>
        <p:sp>
          <p:nvSpPr>
            <p:cNvPr id="2633" name="Google Shape;2633;p247"/>
            <p:cNvSpPr/>
            <p:nvPr/>
          </p:nvSpPr>
          <p:spPr>
            <a:xfrm>
              <a:off x="4714875" y="3810000"/>
              <a:ext cx="3952800" cy="1047900"/>
            </a:xfrm>
            <a:prstGeom prst="roundRect">
              <a:avLst>
                <a:gd fmla="val 7272" name="adj"/>
              </a:avLst>
            </a:prstGeom>
            <a:solidFill>
              <a:srgbClr val="E0F2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4" name="Google Shape;2634;p247"/>
            <p:cNvSpPr txBox="1"/>
            <p:nvPr/>
          </p:nvSpPr>
          <p:spPr>
            <a:xfrm>
              <a:off x="4857750" y="3810000"/>
              <a:ext cx="36672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06E74"/>
                  </a:solidFill>
                  <a:latin typeface="Arial"/>
                  <a:ea typeface="Arial"/>
                  <a:cs typeface="Arial"/>
                  <a:sym typeface="Arial"/>
                </a:rPr>
                <a:t>06. Human Escalation</a:t>
              </a:r>
              <a:endParaRPr b="1" sz="1400">
                <a:solidFill>
                  <a:srgbClr val="006E74"/>
                </a:solidFill>
                <a:latin typeface="Arial"/>
                <a:ea typeface="Arial"/>
                <a:cs typeface="Arial"/>
                <a:sym typeface="Arial"/>
              </a:endParaRPr>
            </a:p>
            <a:p>
              <a:pPr indent="0" lvl="0" marL="0" rtl="0" algn="l">
                <a:spcBef>
                  <a:spcPts val="375"/>
                </a:spcBef>
                <a:spcAft>
                  <a:spcPts val="0"/>
                </a:spcAft>
                <a:buNone/>
              </a:pPr>
              <a:r>
                <a:rPr lang="en-US" sz="1100">
                  <a:solidFill>
                    <a:srgbClr val="475569"/>
                  </a:solidFill>
                  <a:latin typeface="Arial"/>
                  <a:ea typeface="Arial"/>
                  <a:cs typeface="Arial"/>
                  <a:sym typeface="Arial"/>
                </a:rPr>
                <a:t>Manual review by loan officers for high-risk or complex cases.</a:t>
              </a:r>
              <a:endParaRPr sz="1100">
                <a:solidFill>
                  <a:srgbClr val="475569"/>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8" name="Shape 2638"/>
        <p:cNvGrpSpPr/>
        <p:nvPr/>
      </p:nvGrpSpPr>
      <p:grpSpPr>
        <a:xfrm>
          <a:off x="0" y="0"/>
          <a:ext cx="0" cy="0"/>
          <a:chOff x="0" y="0"/>
          <a:chExt cx="0" cy="0"/>
        </a:xfrm>
      </p:grpSpPr>
      <p:grpSp>
        <p:nvGrpSpPr>
          <p:cNvPr id="2639" name="Google Shape;2639;p248"/>
          <p:cNvGrpSpPr/>
          <p:nvPr/>
        </p:nvGrpSpPr>
        <p:grpSpPr>
          <a:xfrm>
            <a:off x="1746502" y="1303153"/>
            <a:ext cx="5650991" cy="4251702"/>
            <a:chOff x="0" y="128"/>
            <a:chExt cx="5650991" cy="4251702"/>
          </a:xfrm>
        </p:grpSpPr>
        <p:sp>
          <p:nvSpPr>
            <p:cNvPr id="2640" name="Google Shape;2640;p248"/>
            <p:cNvSpPr/>
            <p:nvPr/>
          </p:nvSpPr>
          <p:spPr>
            <a:xfrm>
              <a:off x="0" y="3832448"/>
              <a:ext cx="1412748" cy="419382"/>
            </a:xfrm>
            <a:prstGeom prst="rect">
              <a:avLst/>
            </a:prstGeom>
            <a:solidFill>
              <a:schemeClr val="accent1"/>
            </a:solidFill>
            <a:ln cap="sq" cmpd="sng" w="12700">
              <a:solidFill>
                <a:schemeClr val="accent1"/>
              </a:solidFill>
              <a:prstDash val="solid"/>
              <a:round/>
              <a:headEnd len="sm" w="sm" type="none"/>
              <a:tailEnd len="sm" w="sm" type="none"/>
            </a:ln>
            <a:effectLst>
              <a:outerShdw blurRad="127000" rotWithShape="0" algn="br" dir="2700000" dist="635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248"/>
            <p:cNvSpPr txBox="1"/>
            <p:nvPr/>
          </p:nvSpPr>
          <p:spPr>
            <a:xfrm>
              <a:off x="0" y="3832448"/>
              <a:ext cx="1412748" cy="419382"/>
            </a:xfrm>
            <a:prstGeom prst="rect">
              <a:avLst/>
            </a:prstGeom>
            <a:noFill/>
            <a:ln>
              <a:noFill/>
            </a:ln>
          </p:spPr>
          <p:txBody>
            <a:bodyPr anchorCtr="0" anchor="ctr" bIns="99550" lIns="100475" spcFirstLastPara="1" rIns="100475" wrap="square" tIns="99550">
              <a:noAutofit/>
            </a:bodyPr>
            <a:lstStyle/>
            <a:p>
              <a:pPr indent="0" lvl="0" marL="0" marR="0" rtl="0" algn="ctr">
                <a:lnSpc>
                  <a:spcPct val="9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Step 7</a:t>
              </a:r>
              <a:endParaRPr/>
            </a:p>
          </p:txBody>
        </p:sp>
        <p:sp>
          <p:nvSpPr>
            <p:cNvPr id="2642" name="Google Shape;2642;p248"/>
            <p:cNvSpPr/>
            <p:nvPr/>
          </p:nvSpPr>
          <p:spPr>
            <a:xfrm>
              <a:off x="1412747" y="3832448"/>
              <a:ext cx="4238244" cy="419382"/>
            </a:xfrm>
            <a:prstGeom prst="rect">
              <a:avLst/>
            </a:prstGeom>
            <a:solidFill>
              <a:srgbClr val="CADDE2">
                <a:alpha val="90196"/>
              </a:srgbClr>
            </a:solidFill>
            <a:ln cap="sq" cmpd="sng" w="12700">
              <a:solidFill>
                <a:srgbClr val="CADDE2">
                  <a:alpha val="9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248"/>
            <p:cNvSpPr txBox="1"/>
            <p:nvPr/>
          </p:nvSpPr>
          <p:spPr>
            <a:xfrm>
              <a:off x="1412747" y="3832448"/>
              <a:ext cx="4238244" cy="419382"/>
            </a:xfrm>
            <a:prstGeom prst="rect">
              <a:avLst/>
            </a:prstGeom>
            <a:noFill/>
            <a:ln>
              <a:noFill/>
            </a:ln>
          </p:spPr>
          <p:txBody>
            <a:bodyPr anchorCtr="0" anchor="ctr" bIns="139700" lIns="85950" spcFirstLastPara="1" rIns="85950" wrap="square" tIns="139700">
              <a:noAutofit/>
            </a:bodyPr>
            <a:lstStyle/>
            <a:p>
              <a:pPr indent="0" lvl="0" marL="0" marR="0" rtl="0" algn="l">
                <a:lnSpc>
                  <a:spcPct val="9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Human Escalation for High-Risk Cases</a:t>
              </a:r>
              <a:endParaRPr/>
            </a:p>
          </p:txBody>
        </p:sp>
        <p:sp>
          <p:nvSpPr>
            <p:cNvPr id="2644" name="Google Shape;2644;p248"/>
            <p:cNvSpPr/>
            <p:nvPr/>
          </p:nvSpPr>
          <p:spPr>
            <a:xfrm rot="10800000">
              <a:off x="0" y="3193728"/>
              <a:ext cx="1412748" cy="645010"/>
            </a:xfrm>
            <a:prstGeom prst="upArrowCallout">
              <a:avLst>
                <a:gd fmla="val 5000" name="adj1"/>
                <a:gd fmla="val 10000" name="adj2"/>
                <a:gd fmla="val 15000" name="adj3"/>
                <a:gd fmla="val 64977" name="adj4"/>
              </a:avLst>
            </a:prstGeom>
            <a:solidFill>
              <a:schemeClr val="accent1"/>
            </a:solidFill>
            <a:ln cap="sq" cmpd="sng" w="12700">
              <a:solidFill>
                <a:schemeClr val="accent1"/>
              </a:solidFill>
              <a:prstDash val="solid"/>
              <a:round/>
              <a:headEnd len="sm" w="sm" type="none"/>
              <a:tailEnd len="sm" w="sm" type="none"/>
            </a:ln>
            <a:effectLst>
              <a:outerShdw blurRad="127000" rotWithShape="0" algn="br" dir="2700000" dist="635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248"/>
            <p:cNvSpPr txBox="1"/>
            <p:nvPr/>
          </p:nvSpPr>
          <p:spPr>
            <a:xfrm>
              <a:off x="0" y="3193728"/>
              <a:ext cx="1412748" cy="419256"/>
            </a:xfrm>
            <a:prstGeom prst="rect">
              <a:avLst/>
            </a:prstGeom>
            <a:noFill/>
            <a:ln>
              <a:noFill/>
            </a:ln>
          </p:spPr>
          <p:txBody>
            <a:bodyPr anchorCtr="0" anchor="ctr" bIns="99550" lIns="100475" spcFirstLastPara="1" rIns="100475" wrap="square" tIns="99550">
              <a:noAutofit/>
            </a:bodyPr>
            <a:lstStyle/>
            <a:p>
              <a:pPr indent="0" lvl="0" marL="0" marR="0" rtl="0" algn="ctr">
                <a:lnSpc>
                  <a:spcPct val="9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Step 6</a:t>
              </a:r>
              <a:endParaRPr/>
            </a:p>
          </p:txBody>
        </p:sp>
        <p:sp>
          <p:nvSpPr>
            <p:cNvPr id="2646" name="Google Shape;2646;p248"/>
            <p:cNvSpPr/>
            <p:nvPr/>
          </p:nvSpPr>
          <p:spPr>
            <a:xfrm>
              <a:off x="1412747" y="3193728"/>
              <a:ext cx="4238244" cy="419256"/>
            </a:xfrm>
            <a:prstGeom prst="rect">
              <a:avLst/>
            </a:prstGeom>
            <a:solidFill>
              <a:srgbClr val="CADDE2">
                <a:alpha val="90196"/>
              </a:srgbClr>
            </a:solidFill>
            <a:ln cap="sq" cmpd="sng" w="12700">
              <a:solidFill>
                <a:srgbClr val="CADDE2">
                  <a:alpha val="9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248"/>
            <p:cNvSpPr txBox="1"/>
            <p:nvPr/>
          </p:nvSpPr>
          <p:spPr>
            <a:xfrm>
              <a:off x="1412747" y="3193728"/>
              <a:ext cx="4238244" cy="419256"/>
            </a:xfrm>
            <a:prstGeom prst="rect">
              <a:avLst/>
            </a:prstGeom>
            <a:noFill/>
            <a:ln>
              <a:noFill/>
            </a:ln>
          </p:spPr>
          <p:txBody>
            <a:bodyPr anchorCtr="0" anchor="ctr" bIns="139700" lIns="85950" spcFirstLastPara="1" rIns="85950" wrap="square" tIns="139700">
              <a:noAutofit/>
            </a:bodyPr>
            <a:lstStyle/>
            <a:p>
              <a:pPr indent="0" lvl="0" marL="0" marR="0" rtl="0" algn="l">
                <a:lnSpc>
                  <a:spcPct val="9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Produce Recommendation</a:t>
              </a:r>
              <a:endParaRPr/>
            </a:p>
          </p:txBody>
        </p:sp>
        <p:sp>
          <p:nvSpPr>
            <p:cNvPr id="2648" name="Google Shape;2648;p248"/>
            <p:cNvSpPr/>
            <p:nvPr/>
          </p:nvSpPr>
          <p:spPr>
            <a:xfrm rot="10800000">
              <a:off x="0" y="2555008"/>
              <a:ext cx="1412748" cy="645010"/>
            </a:xfrm>
            <a:prstGeom prst="upArrowCallout">
              <a:avLst>
                <a:gd fmla="val 5000" name="adj1"/>
                <a:gd fmla="val 10000" name="adj2"/>
                <a:gd fmla="val 15000" name="adj3"/>
                <a:gd fmla="val 64977" name="adj4"/>
              </a:avLst>
            </a:prstGeom>
            <a:solidFill>
              <a:schemeClr val="accent1"/>
            </a:solidFill>
            <a:ln cap="sq" cmpd="sng" w="12700">
              <a:solidFill>
                <a:schemeClr val="accent1"/>
              </a:solidFill>
              <a:prstDash val="solid"/>
              <a:round/>
              <a:headEnd len="sm" w="sm" type="none"/>
              <a:tailEnd len="sm" w="sm" type="none"/>
            </a:ln>
            <a:effectLst>
              <a:outerShdw blurRad="127000" rotWithShape="0" algn="br" dir="2700000" dist="635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248"/>
            <p:cNvSpPr txBox="1"/>
            <p:nvPr/>
          </p:nvSpPr>
          <p:spPr>
            <a:xfrm>
              <a:off x="0" y="2555008"/>
              <a:ext cx="1412748" cy="419256"/>
            </a:xfrm>
            <a:prstGeom prst="rect">
              <a:avLst/>
            </a:prstGeom>
            <a:noFill/>
            <a:ln>
              <a:noFill/>
            </a:ln>
          </p:spPr>
          <p:txBody>
            <a:bodyPr anchorCtr="0" anchor="ctr" bIns="99550" lIns="100475" spcFirstLastPara="1" rIns="100475" wrap="square" tIns="99550">
              <a:noAutofit/>
            </a:bodyPr>
            <a:lstStyle/>
            <a:p>
              <a:pPr indent="0" lvl="0" marL="0" marR="0" rtl="0" algn="ctr">
                <a:lnSpc>
                  <a:spcPct val="9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Step 5</a:t>
              </a:r>
              <a:endParaRPr/>
            </a:p>
          </p:txBody>
        </p:sp>
        <p:sp>
          <p:nvSpPr>
            <p:cNvPr id="2650" name="Google Shape;2650;p248"/>
            <p:cNvSpPr/>
            <p:nvPr/>
          </p:nvSpPr>
          <p:spPr>
            <a:xfrm>
              <a:off x="1412747" y="2555008"/>
              <a:ext cx="4238244" cy="419256"/>
            </a:xfrm>
            <a:prstGeom prst="rect">
              <a:avLst/>
            </a:prstGeom>
            <a:solidFill>
              <a:srgbClr val="CADDE2">
                <a:alpha val="90196"/>
              </a:srgbClr>
            </a:solidFill>
            <a:ln cap="sq" cmpd="sng" w="12700">
              <a:solidFill>
                <a:srgbClr val="CADDE2">
                  <a:alpha val="9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248"/>
            <p:cNvSpPr txBox="1"/>
            <p:nvPr/>
          </p:nvSpPr>
          <p:spPr>
            <a:xfrm>
              <a:off x="1412747" y="2555008"/>
              <a:ext cx="4238244" cy="419256"/>
            </a:xfrm>
            <a:prstGeom prst="rect">
              <a:avLst/>
            </a:prstGeom>
            <a:noFill/>
            <a:ln>
              <a:noFill/>
            </a:ln>
          </p:spPr>
          <p:txBody>
            <a:bodyPr anchorCtr="0" anchor="ctr" bIns="139700" lIns="85950" spcFirstLastPara="1" rIns="85950" wrap="square" tIns="139700">
              <a:noAutofit/>
            </a:bodyPr>
            <a:lstStyle/>
            <a:p>
              <a:pPr indent="0" lvl="0" marL="0" marR="0" rtl="0" algn="l">
                <a:lnSpc>
                  <a:spcPct val="9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Generate Risk Assessment</a:t>
              </a:r>
              <a:endParaRPr/>
            </a:p>
          </p:txBody>
        </p:sp>
        <p:sp>
          <p:nvSpPr>
            <p:cNvPr id="2652" name="Google Shape;2652;p248"/>
            <p:cNvSpPr/>
            <p:nvPr/>
          </p:nvSpPr>
          <p:spPr>
            <a:xfrm rot="10800000">
              <a:off x="0" y="1916288"/>
              <a:ext cx="1412748" cy="645010"/>
            </a:xfrm>
            <a:prstGeom prst="upArrowCallout">
              <a:avLst>
                <a:gd fmla="val 5000" name="adj1"/>
                <a:gd fmla="val 10000" name="adj2"/>
                <a:gd fmla="val 15000" name="adj3"/>
                <a:gd fmla="val 64977" name="adj4"/>
              </a:avLst>
            </a:prstGeom>
            <a:solidFill>
              <a:schemeClr val="accent1"/>
            </a:solidFill>
            <a:ln cap="sq" cmpd="sng" w="12700">
              <a:solidFill>
                <a:schemeClr val="accent1"/>
              </a:solidFill>
              <a:prstDash val="solid"/>
              <a:round/>
              <a:headEnd len="sm" w="sm" type="none"/>
              <a:tailEnd len="sm" w="sm" type="none"/>
            </a:ln>
            <a:effectLst>
              <a:outerShdw blurRad="127000" rotWithShape="0" algn="br" dir="2700000" dist="635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248"/>
            <p:cNvSpPr txBox="1"/>
            <p:nvPr/>
          </p:nvSpPr>
          <p:spPr>
            <a:xfrm>
              <a:off x="0" y="1916288"/>
              <a:ext cx="1412748" cy="419256"/>
            </a:xfrm>
            <a:prstGeom prst="rect">
              <a:avLst/>
            </a:prstGeom>
            <a:noFill/>
            <a:ln>
              <a:noFill/>
            </a:ln>
          </p:spPr>
          <p:txBody>
            <a:bodyPr anchorCtr="0" anchor="ctr" bIns="99550" lIns="100475" spcFirstLastPara="1" rIns="100475" wrap="square" tIns="99550">
              <a:noAutofit/>
            </a:bodyPr>
            <a:lstStyle/>
            <a:p>
              <a:pPr indent="0" lvl="0" marL="0" marR="0" rtl="0" algn="ctr">
                <a:lnSpc>
                  <a:spcPct val="9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Step 4</a:t>
              </a:r>
              <a:endParaRPr/>
            </a:p>
          </p:txBody>
        </p:sp>
        <p:sp>
          <p:nvSpPr>
            <p:cNvPr id="2654" name="Google Shape;2654;p248"/>
            <p:cNvSpPr/>
            <p:nvPr/>
          </p:nvSpPr>
          <p:spPr>
            <a:xfrm>
              <a:off x="1412747" y="1916288"/>
              <a:ext cx="4238244" cy="419256"/>
            </a:xfrm>
            <a:prstGeom prst="rect">
              <a:avLst/>
            </a:prstGeom>
            <a:solidFill>
              <a:srgbClr val="CADDE2">
                <a:alpha val="90196"/>
              </a:srgbClr>
            </a:solidFill>
            <a:ln cap="sq" cmpd="sng" w="12700">
              <a:solidFill>
                <a:srgbClr val="CADDE2">
                  <a:alpha val="9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248"/>
            <p:cNvSpPr txBox="1"/>
            <p:nvPr/>
          </p:nvSpPr>
          <p:spPr>
            <a:xfrm>
              <a:off x="1412747" y="1916288"/>
              <a:ext cx="4238244" cy="419256"/>
            </a:xfrm>
            <a:prstGeom prst="rect">
              <a:avLst/>
            </a:prstGeom>
            <a:noFill/>
            <a:ln>
              <a:noFill/>
            </a:ln>
          </p:spPr>
          <p:txBody>
            <a:bodyPr anchorCtr="0" anchor="ctr" bIns="139700" lIns="85950" spcFirstLastPara="1" rIns="85950" wrap="square" tIns="139700">
              <a:noAutofit/>
            </a:bodyPr>
            <a:lstStyle/>
            <a:p>
              <a:pPr indent="0" lvl="0" marL="0" marR="0" rtl="0" algn="l">
                <a:lnSpc>
                  <a:spcPct val="9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Retrieve Lending Policies</a:t>
              </a:r>
              <a:endParaRPr/>
            </a:p>
          </p:txBody>
        </p:sp>
        <p:sp>
          <p:nvSpPr>
            <p:cNvPr id="2656" name="Google Shape;2656;p248"/>
            <p:cNvSpPr/>
            <p:nvPr/>
          </p:nvSpPr>
          <p:spPr>
            <a:xfrm rot="10800000">
              <a:off x="0" y="1277568"/>
              <a:ext cx="1412748" cy="645010"/>
            </a:xfrm>
            <a:prstGeom prst="upArrowCallout">
              <a:avLst>
                <a:gd fmla="val 5000" name="adj1"/>
                <a:gd fmla="val 10000" name="adj2"/>
                <a:gd fmla="val 15000" name="adj3"/>
                <a:gd fmla="val 64977" name="adj4"/>
              </a:avLst>
            </a:prstGeom>
            <a:solidFill>
              <a:schemeClr val="accent1"/>
            </a:solidFill>
            <a:ln cap="sq" cmpd="sng" w="12700">
              <a:solidFill>
                <a:schemeClr val="accent1"/>
              </a:solidFill>
              <a:prstDash val="solid"/>
              <a:round/>
              <a:headEnd len="sm" w="sm" type="none"/>
              <a:tailEnd len="sm" w="sm" type="none"/>
            </a:ln>
            <a:effectLst>
              <a:outerShdw blurRad="127000" rotWithShape="0" algn="br" dir="2700000" dist="635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248"/>
            <p:cNvSpPr txBox="1"/>
            <p:nvPr/>
          </p:nvSpPr>
          <p:spPr>
            <a:xfrm>
              <a:off x="0" y="1277568"/>
              <a:ext cx="1412748" cy="419256"/>
            </a:xfrm>
            <a:prstGeom prst="rect">
              <a:avLst/>
            </a:prstGeom>
            <a:noFill/>
            <a:ln>
              <a:noFill/>
            </a:ln>
          </p:spPr>
          <p:txBody>
            <a:bodyPr anchorCtr="0" anchor="ctr" bIns="99550" lIns="100475" spcFirstLastPara="1" rIns="100475" wrap="square" tIns="99550">
              <a:noAutofit/>
            </a:bodyPr>
            <a:lstStyle/>
            <a:p>
              <a:pPr indent="0" lvl="0" marL="0" marR="0" rtl="0" algn="ctr">
                <a:lnSpc>
                  <a:spcPct val="9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Step 3</a:t>
              </a:r>
              <a:endParaRPr/>
            </a:p>
          </p:txBody>
        </p:sp>
        <p:sp>
          <p:nvSpPr>
            <p:cNvPr id="2658" name="Google Shape;2658;p248"/>
            <p:cNvSpPr/>
            <p:nvPr/>
          </p:nvSpPr>
          <p:spPr>
            <a:xfrm>
              <a:off x="1412747" y="1277568"/>
              <a:ext cx="4238244" cy="419256"/>
            </a:xfrm>
            <a:prstGeom prst="rect">
              <a:avLst/>
            </a:prstGeom>
            <a:solidFill>
              <a:srgbClr val="CADDE2">
                <a:alpha val="90196"/>
              </a:srgbClr>
            </a:solidFill>
            <a:ln cap="sq" cmpd="sng" w="12700">
              <a:solidFill>
                <a:srgbClr val="CADDE2">
                  <a:alpha val="9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248"/>
            <p:cNvSpPr txBox="1"/>
            <p:nvPr/>
          </p:nvSpPr>
          <p:spPr>
            <a:xfrm>
              <a:off x="1412747" y="1277568"/>
              <a:ext cx="4238244" cy="419256"/>
            </a:xfrm>
            <a:prstGeom prst="rect">
              <a:avLst/>
            </a:prstGeom>
            <a:noFill/>
            <a:ln>
              <a:noFill/>
            </a:ln>
          </p:spPr>
          <p:txBody>
            <a:bodyPr anchorCtr="0" anchor="ctr" bIns="139700" lIns="85950" spcFirstLastPara="1" rIns="85950" wrap="square" tIns="139700">
              <a:noAutofit/>
            </a:bodyPr>
            <a:lstStyle/>
            <a:p>
              <a:pPr indent="0" lvl="0" marL="0" marR="0" rtl="0" algn="l">
                <a:lnSpc>
                  <a:spcPct val="9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Execute Multi-Agent Workflow</a:t>
              </a:r>
              <a:endParaRPr/>
            </a:p>
          </p:txBody>
        </p:sp>
        <p:sp>
          <p:nvSpPr>
            <p:cNvPr id="2660" name="Google Shape;2660;p248"/>
            <p:cNvSpPr/>
            <p:nvPr/>
          </p:nvSpPr>
          <p:spPr>
            <a:xfrm rot="10800000">
              <a:off x="0" y="638848"/>
              <a:ext cx="1412748" cy="645010"/>
            </a:xfrm>
            <a:prstGeom prst="upArrowCallout">
              <a:avLst>
                <a:gd fmla="val 5000" name="adj1"/>
                <a:gd fmla="val 10000" name="adj2"/>
                <a:gd fmla="val 15000" name="adj3"/>
                <a:gd fmla="val 64977" name="adj4"/>
              </a:avLst>
            </a:prstGeom>
            <a:solidFill>
              <a:schemeClr val="accent1"/>
            </a:solidFill>
            <a:ln cap="sq" cmpd="sng" w="12700">
              <a:solidFill>
                <a:schemeClr val="accent1"/>
              </a:solidFill>
              <a:prstDash val="solid"/>
              <a:round/>
              <a:headEnd len="sm" w="sm" type="none"/>
              <a:tailEnd len="sm" w="sm" type="none"/>
            </a:ln>
            <a:effectLst>
              <a:outerShdw blurRad="127000" rotWithShape="0" algn="br" dir="2700000" dist="635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248"/>
            <p:cNvSpPr txBox="1"/>
            <p:nvPr/>
          </p:nvSpPr>
          <p:spPr>
            <a:xfrm>
              <a:off x="0" y="638848"/>
              <a:ext cx="1412748" cy="419256"/>
            </a:xfrm>
            <a:prstGeom prst="rect">
              <a:avLst/>
            </a:prstGeom>
            <a:noFill/>
            <a:ln>
              <a:noFill/>
            </a:ln>
          </p:spPr>
          <p:txBody>
            <a:bodyPr anchorCtr="0" anchor="ctr" bIns="99550" lIns="100475" spcFirstLastPara="1" rIns="100475" wrap="square" tIns="99550">
              <a:noAutofit/>
            </a:bodyPr>
            <a:lstStyle/>
            <a:p>
              <a:pPr indent="0" lvl="0" marL="0" marR="0" rtl="0" algn="ctr">
                <a:lnSpc>
                  <a:spcPct val="9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Step 2</a:t>
              </a:r>
              <a:endParaRPr/>
            </a:p>
          </p:txBody>
        </p:sp>
        <p:sp>
          <p:nvSpPr>
            <p:cNvPr id="2662" name="Google Shape;2662;p248"/>
            <p:cNvSpPr/>
            <p:nvPr/>
          </p:nvSpPr>
          <p:spPr>
            <a:xfrm>
              <a:off x="1412747" y="638848"/>
              <a:ext cx="4238244" cy="419256"/>
            </a:xfrm>
            <a:prstGeom prst="rect">
              <a:avLst/>
            </a:prstGeom>
            <a:solidFill>
              <a:srgbClr val="CADDE2">
                <a:alpha val="90196"/>
              </a:srgbClr>
            </a:solidFill>
            <a:ln cap="sq" cmpd="sng" w="12700">
              <a:solidFill>
                <a:srgbClr val="CADDE2">
                  <a:alpha val="9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248"/>
            <p:cNvSpPr txBox="1"/>
            <p:nvPr/>
          </p:nvSpPr>
          <p:spPr>
            <a:xfrm>
              <a:off x="1412747" y="638848"/>
              <a:ext cx="4238244" cy="419256"/>
            </a:xfrm>
            <a:prstGeom prst="rect">
              <a:avLst/>
            </a:prstGeom>
            <a:noFill/>
            <a:ln>
              <a:noFill/>
            </a:ln>
          </p:spPr>
          <p:txBody>
            <a:bodyPr anchorCtr="0" anchor="ctr" bIns="139700" lIns="85950" spcFirstLastPara="1" rIns="85950" wrap="square" tIns="139700">
              <a:noAutofit/>
            </a:bodyPr>
            <a:lstStyle/>
            <a:p>
              <a:pPr indent="0" lvl="0" marL="0" marR="0" rtl="0" algn="l">
                <a:lnSpc>
                  <a:spcPct val="9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Extract Applicant Information</a:t>
              </a:r>
              <a:endParaRPr/>
            </a:p>
          </p:txBody>
        </p:sp>
        <p:sp>
          <p:nvSpPr>
            <p:cNvPr id="2664" name="Google Shape;2664;p248"/>
            <p:cNvSpPr/>
            <p:nvPr/>
          </p:nvSpPr>
          <p:spPr>
            <a:xfrm rot="10800000">
              <a:off x="0" y="128"/>
              <a:ext cx="1412748" cy="645010"/>
            </a:xfrm>
            <a:prstGeom prst="upArrowCallout">
              <a:avLst>
                <a:gd fmla="val 5000" name="adj1"/>
                <a:gd fmla="val 10000" name="adj2"/>
                <a:gd fmla="val 15000" name="adj3"/>
                <a:gd fmla="val 64977" name="adj4"/>
              </a:avLst>
            </a:prstGeom>
            <a:solidFill>
              <a:schemeClr val="accent1"/>
            </a:solidFill>
            <a:ln cap="sq" cmpd="sng" w="12700">
              <a:solidFill>
                <a:schemeClr val="accent1"/>
              </a:solidFill>
              <a:prstDash val="solid"/>
              <a:round/>
              <a:headEnd len="sm" w="sm" type="none"/>
              <a:tailEnd len="sm" w="sm" type="none"/>
            </a:ln>
            <a:effectLst>
              <a:outerShdw blurRad="127000" rotWithShape="0" algn="br" dir="2700000" dist="63500">
                <a:srgbClr val="00000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248"/>
            <p:cNvSpPr txBox="1"/>
            <p:nvPr/>
          </p:nvSpPr>
          <p:spPr>
            <a:xfrm>
              <a:off x="0" y="128"/>
              <a:ext cx="1412700" cy="419400"/>
            </a:xfrm>
            <a:prstGeom prst="rect">
              <a:avLst/>
            </a:prstGeom>
            <a:noFill/>
            <a:ln>
              <a:noFill/>
            </a:ln>
          </p:spPr>
          <p:txBody>
            <a:bodyPr anchorCtr="0" anchor="ctr" bIns="99550" lIns="100475" spcFirstLastPara="1" rIns="100475" wrap="square" tIns="99550">
              <a:noAutofit/>
            </a:bodyPr>
            <a:lstStyle/>
            <a:p>
              <a:pPr indent="0" lvl="0" marL="0" marR="0" rtl="0" algn="ctr">
                <a:lnSpc>
                  <a:spcPct val="9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Step 1</a:t>
              </a:r>
              <a:endParaRPr/>
            </a:p>
          </p:txBody>
        </p:sp>
        <p:sp>
          <p:nvSpPr>
            <p:cNvPr id="2666" name="Google Shape;2666;p248"/>
            <p:cNvSpPr/>
            <p:nvPr/>
          </p:nvSpPr>
          <p:spPr>
            <a:xfrm>
              <a:off x="1412747" y="128"/>
              <a:ext cx="4238244" cy="419256"/>
            </a:xfrm>
            <a:prstGeom prst="rect">
              <a:avLst/>
            </a:prstGeom>
            <a:solidFill>
              <a:srgbClr val="CADDE2">
                <a:alpha val="90196"/>
              </a:srgbClr>
            </a:solidFill>
            <a:ln cap="sq" cmpd="sng" w="12700">
              <a:solidFill>
                <a:srgbClr val="CADDE2">
                  <a:alpha val="9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248"/>
            <p:cNvSpPr txBox="1"/>
            <p:nvPr/>
          </p:nvSpPr>
          <p:spPr>
            <a:xfrm>
              <a:off x="1412747" y="128"/>
              <a:ext cx="4238244" cy="419256"/>
            </a:xfrm>
            <a:prstGeom prst="rect">
              <a:avLst/>
            </a:prstGeom>
            <a:noFill/>
            <a:ln>
              <a:noFill/>
            </a:ln>
          </p:spPr>
          <p:txBody>
            <a:bodyPr anchorCtr="0" anchor="ctr" bIns="139700" lIns="85950" spcFirstLastPara="1" rIns="85950" wrap="square" tIns="139700">
              <a:noAutofit/>
            </a:bodyPr>
            <a:lstStyle/>
            <a:p>
              <a:pPr indent="0" lvl="0" marL="0" marR="0" rtl="0" algn="l">
                <a:lnSpc>
                  <a:spcPct val="9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Upload Loan Application PDF</a:t>
              </a:r>
              <a:endParaRPr/>
            </a:p>
          </p:txBody>
        </p:sp>
      </p:grpSp>
      <p:sp>
        <p:nvSpPr>
          <p:cNvPr id="2668" name="Google Shape;2668;p248"/>
          <p:cNvSpPr txBox="1"/>
          <p:nvPr>
            <p:ph type="title"/>
          </p:nvPr>
        </p:nvSpPr>
        <p:spPr>
          <a:xfrm>
            <a:off x="381000" y="381000"/>
            <a:ext cx="8593200" cy="9144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3600">
                <a:solidFill>
                  <a:srgbClr val="006E74"/>
                </a:solidFill>
                <a:latin typeface="Arial"/>
                <a:ea typeface="Arial"/>
                <a:cs typeface="Arial"/>
                <a:sym typeface="Arial"/>
              </a:rPr>
              <a:t>Live Demo</a:t>
            </a:r>
            <a:endParaRPr b="1" sz="3600">
              <a:solidFill>
                <a:srgbClr val="006E74"/>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72" name="Shape 2672"/>
        <p:cNvGrpSpPr/>
        <p:nvPr/>
      </p:nvGrpSpPr>
      <p:grpSpPr>
        <a:xfrm>
          <a:off x="0" y="0"/>
          <a:ext cx="0" cy="0"/>
          <a:chOff x="0" y="0"/>
          <a:chExt cx="0" cy="0"/>
        </a:xfrm>
      </p:grpSpPr>
      <p:sp>
        <p:nvSpPr>
          <p:cNvPr id="2673" name="Google Shape;2673;p249"/>
          <p:cNvSpPr txBox="1"/>
          <p:nvPr>
            <p:ph type="title"/>
          </p:nvPr>
        </p:nvSpPr>
        <p:spPr>
          <a:xfrm>
            <a:off x="381000" y="381000"/>
            <a:ext cx="8593200" cy="9144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i="0" lang="en-US" sz="3600">
                <a:solidFill>
                  <a:srgbClr val="006E74"/>
                </a:solidFill>
                <a:latin typeface="Inter"/>
                <a:ea typeface="Inter"/>
                <a:cs typeface="Inter"/>
                <a:sym typeface="Inter"/>
              </a:rPr>
              <a:t>Memory &amp; Context Handling</a:t>
            </a:r>
            <a:endParaRPr b="1" i="0" sz="3600">
              <a:solidFill>
                <a:srgbClr val="006E74"/>
              </a:solidFill>
              <a:latin typeface="Inter"/>
              <a:ea typeface="Inter"/>
              <a:cs typeface="Inter"/>
              <a:sym typeface="Inter"/>
            </a:endParaRPr>
          </a:p>
        </p:txBody>
      </p:sp>
      <p:grpSp>
        <p:nvGrpSpPr>
          <p:cNvPr id="2674" name="Google Shape;2674;p249"/>
          <p:cNvGrpSpPr/>
          <p:nvPr/>
        </p:nvGrpSpPr>
        <p:grpSpPr>
          <a:xfrm>
            <a:off x="381000" y="1333500"/>
            <a:ext cx="8386913" cy="3624338"/>
            <a:chOff x="381000" y="1333500"/>
            <a:chExt cx="8386913" cy="3624338"/>
          </a:xfrm>
        </p:grpSpPr>
        <p:sp>
          <p:nvSpPr>
            <p:cNvPr id="2675" name="Google Shape;2675;p249"/>
            <p:cNvSpPr/>
            <p:nvPr/>
          </p:nvSpPr>
          <p:spPr>
            <a:xfrm>
              <a:off x="381000" y="1333500"/>
              <a:ext cx="8382000" cy="571500"/>
            </a:xfrm>
            <a:prstGeom prst="roundRect">
              <a:avLst>
                <a:gd fmla="val 13333" name="adj"/>
              </a:avLst>
            </a:prstGeom>
            <a:solidFill>
              <a:srgbClr val="0097A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76" name="Google Shape;2676;p249"/>
            <p:cNvSpPr txBox="1"/>
            <p:nvPr/>
          </p:nvSpPr>
          <p:spPr>
            <a:xfrm>
              <a:off x="381000" y="1333500"/>
              <a:ext cx="8382000" cy="571500"/>
            </a:xfrm>
            <a:prstGeom prst="rect">
              <a:avLst/>
            </a:prstGeom>
            <a:noFill/>
            <a:ln>
              <a:noFill/>
            </a:ln>
          </p:spPr>
          <p:txBody>
            <a:bodyPr anchorCtr="0" anchor="ctr" bIns="0" lIns="190500" spcFirstLastPara="1" rIns="0" wrap="square" tIns="0">
              <a:noAutofit/>
            </a:bodyPr>
            <a:lstStyle/>
            <a:p>
              <a:pPr indent="0" lvl="0" marL="0" rtl="0" algn="l">
                <a:spcBef>
                  <a:spcPts val="0"/>
                </a:spcBef>
                <a:spcAft>
                  <a:spcPts val="0"/>
                </a:spcAft>
                <a:buNone/>
              </a:pPr>
              <a:r>
                <a:rPr b="0" lang="en-US" sz="1600">
                  <a:solidFill>
                    <a:srgbClr val="FFFFFF"/>
                  </a:solidFill>
                  <a:latin typeface="Inter Medium"/>
                  <a:ea typeface="Inter Medium"/>
                  <a:cs typeface="Inter Medium"/>
                  <a:sym typeface="Inter Medium"/>
                </a:rPr>
                <a:t>Workflow state is maintained across LangGraph nodes.</a:t>
              </a:r>
              <a:endParaRPr b="0" sz="1600">
                <a:solidFill>
                  <a:srgbClr val="FFFFFF"/>
                </a:solidFill>
                <a:latin typeface="Inter Medium"/>
                <a:ea typeface="Inter Medium"/>
                <a:cs typeface="Inter Medium"/>
                <a:sym typeface="Inter Medium"/>
              </a:endParaRPr>
            </a:p>
          </p:txBody>
        </p:sp>
        <p:grpSp>
          <p:nvGrpSpPr>
            <p:cNvPr id="2677" name="Google Shape;2677;p249"/>
            <p:cNvGrpSpPr/>
            <p:nvPr/>
          </p:nvGrpSpPr>
          <p:grpSpPr>
            <a:xfrm>
              <a:off x="381000" y="2095500"/>
              <a:ext cx="4048200" cy="2857500"/>
              <a:chOff x="0" y="0"/>
              <a:chExt cx="4048200" cy="2857500"/>
            </a:xfrm>
          </p:grpSpPr>
          <p:sp>
            <p:nvSpPr>
              <p:cNvPr id="2678" name="Google Shape;2678;p249"/>
              <p:cNvSpPr/>
              <p:nvPr/>
            </p:nvSpPr>
            <p:spPr>
              <a:xfrm>
                <a:off x="0" y="0"/>
                <a:ext cx="4048200" cy="2857500"/>
              </a:xfrm>
              <a:prstGeom prst="roundRect">
                <a:avLst>
                  <a:gd fmla="val 4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79" name="Google Shape;2679;p249"/>
              <p:cNvSpPr txBox="1"/>
              <p:nvPr/>
            </p:nvSpPr>
            <p:spPr>
              <a:xfrm>
                <a:off x="0" y="0"/>
                <a:ext cx="4048200" cy="2857500"/>
              </a:xfrm>
              <a:prstGeom prst="rect">
                <a:avLst/>
              </a:prstGeom>
              <a:noFill/>
              <a:ln>
                <a:noFill/>
              </a:ln>
            </p:spPr>
            <p:txBody>
              <a:bodyPr anchorCtr="0" anchor="t" bIns="238125" lIns="238125" spcFirstLastPara="1" rIns="238125" wrap="square" tIns="238125">
                <a:noAutofit/>
              </a:bodyPr>
              <a:lstStyle/>
              <a:p>
                <a:pPr indent="0" lvl="0" marL="0" rtl="0" algn="l">
                  <a:spcBef>
                    <a:spcPts val="0"/>
                  </a:spcBef>
                  <a:spcAft>
                    <a:spcPts val="0"/>
                  </a:spcAft>
                  <a:buNone/>
                </a:pPr>
                <a:r>
                  <a:rPr b="1" lang="en-US" sz="1800">
                    <a:solidFill>
                      <a:srgbClr val="0097AC"/>
                    </a:solidFill>
                    <a:latin typeface="Inter"/>
                    <a:ea typeface="Inter"/>
                    <a:cs typeface="Inter"/>
                    <a:sym typeface="Inter"/>
                  </a:rPr>
                  <a:t>State includes:</a:t>
                </a:r>
                <a:endParaRPr b="1" sz="1800">
                  <a:solidFill>
                    <a:srgbClr val="0097AC"/>
                  </a:solidFill>
                  <a:latin typeface="Inter"/>
                  <a:ea typeface="Inter"/>
                  <a:cs typeface="Inter"/>
                  <a:sym typeface="Inter"/>
                </a:endParaRPr>
              </a:p>
              <a:p>
                <a:pPr indent="0" lvl="0" marL="0" rtl="0" algn="l">
                  <a:spcBef>
                    <a:spcPts val="1500"/>
                  </a:spcBef>
                  <a:spcAft>
                    <a:spcPts val="0"/>
                  </a:spcAft>
                  <a:buNone/>
                </a:pPr>
                <a:r>
                  <a:rPr lang="en-US" sz="1400">
                    <a:solidFill>
                      <a:srgbClr val="0097AC"/>
                    </a:solidFill>
                    <a:latin typeface="Material Icons"/>
                    <a:ea typeface="Material Icons"/>
                    <a:cs typeface="Material Icons"/>
                    <a:sym typeface="Material Icons"/>
                  </a:rPr>
                  <a:t>check_circle</a:t>
                </a:r>
                <a:r>
                  <a:rPr lang="en-US" sz="1300">
                    <a:solidFill>
                      <a:srgbClr val="334155"/>
                    </a:solidFill>
                    <a:latin typeface="Inter"/>
                    <a:ea typeface="Inter"/>
                    <a:cs typeface="Inter"/>
                    <a:sym typeface="Inter"/>
                  </a:rPr>
                  <a:t>Applicant details</a:t>
                </a:r>
                <a:endParaRPr>
                  <a:latin typeface="Inter"/>
                  <a:ea typeface="Inter"/>
                  <a:cs typeface="Inter"/>
                  <a:sym typeface="Inter"/>
                </a:endParaRPr>
              </a:p>
              <a:p>
                <a:pPr indent="0" lvl="0" marL="0" rtl="0" algn="l">
                  <a:spcBef>
                    <a:spcPts val="900"/>
                  </a:spcBef>
                  <a:spcAft>
                    <a:spcPts val="0"/>
                  </a:spcAft>
                  <a:buNone/>
                </a:pPr>
                <a:r>
                  <a:rPr lang="en-US" sz="1400">
                    <a:solidFill>
                      <a:srgbClr val="0097AC"/>
                    </a:solidFill>
                    <a:latin typeface="Material Icons"/>
                    <a:ea typeface="Material Icons"/>
                    <a:cs typeface="Material Icons"/>
                    <a:sym typeface="Material Icons"/>
                  </a:rPr>
                  <a:t>check_circle</a:t>
                </a:r>
                <a:r>
                  <a:rPr lang="en-US" sz="1300">
                    <a:solidFill>
                      <a:srgbClr val="334155"/>
                    </a:solidFill>
                    <a:latin typeface="Inter"/>
                    <a:ea typeface="Inter"/>
                    <a:cs typeface="Inter"/>
                    <a:sym typeface="Inter"/>
                  </a:rPr>
                  <a:t>Financial analysis results</a:t>
                </a:r>
                <a:endParaRPr>
                  <a:latin typeface="Inter"/>
                  <a:ea typeface="Inter"/>
                  <a:cs typeface="Inter"/>
                  <a:sym typeface="Inter"/>
                </a:endParaRPr>
              </a:p>
              <a:p>
                <a:pPr indent="0" lvl="0" marL="0" rtl="0" algn="l">
                  <a:spcBef>
                    <a:spcPts val="900"/>
                  </a:spcBef>
                  <a:spcAft>
                    <a:spcPts val="0"/>
                  </a:spcAft>
                  <a:buNone/>
                </a:pPr>
                <a:r>
                  <a:rPr lang="en-US" sz="1400">
                    <a:solidFill>
                      <a:srgbClr val="0097AC"/>
                    </a:solidFill>
                    <a:latin typeface="Material Icons"/>
                    <a:ea typeface="Material Icons"/>
                    <a:cs typeface="Material Icons"/>
                    <a:sym typeface="Material Icons"/>
                  </a:rPr>
                  <a:t>check_circle</a:t>
                </a:r>
                <a:r>
                  <a:rPr lang="en-US" sz="1300">
                    <a:solidFill>
                      <a:srgbClr val="334155"/>
                    </a:solidFill>
                    <a:latin typeface="Inter"/>
                    <a:ea typeface="Inter"/>
                    <a:cs typeface="Inter"/>
                    <a:sym typeface="Inter"/>
                  </a:rPr>
                  <a:t>Fraud verification status</a:t>
                </a:r>
                <a:endParaRPr>
                  <a:latin typeface="Inter"/>
                  <a:ea typeface="Inter"/>
                  <a:cs typeface="Inter"/>
                  <a:sym typeface="Inter"/>
                </a:endParaRPr>
              </a:p>
              <a:p>
                <a:pPr indent="0" lvl="0" marL="0" rtl="0" algn="l">
                  <a:spcBef>
                    <a:spcPts val="900"/>
                  </a:spcBef>
                  <a:spcAft>
                    <a:spcPts val="0"/>
                  </a:spcAft>
                  <a:buNone/>
                </a:pPr>
                <a:r>
                  <a:rPr lang="en-US" sz="1400">
                    <a:solidFill>
                      <a:srgbClr val="0097AC"/>
                    </a:solidFill>
                    <a:latin typeface="Material Icons"/>
                    <a:ea typeface="Material Icons"/>
                    <a:cs typeface="Material Icons"/>
                    <a:sym typeface="Material Icons"/>
                  </a:rPr>
                  <a:t>check_circle</a:t>
                </a:r>
                <a:r>
                  <a:rPr lang="en-US" sz="1300">
                    <a:solidFill>
                      <a:srgbClr val="334155"/>
                    </a:solidFill>
                    <a:latin typeface="Inter"/>
                    <a:ea typeface="Inter"/>
                    <a:cs typeface="Inter"/>
                    <a:sym typeface="Inter"/>
                  </a:rPr>
                  <a:t>Risk classification</a:t>
                </a:r>
                <a:endParaRPr>
                  <a:latin typeface="Inter"/>
                  <a:ea typeface="Inter"/>
                  <a:cs typeface="Inter"/>
                  <a:sym typeface="Inter"/>
                </a:endParaRPr>
              </a:p>
              <a:p>
                <a:pPr indent="0" lvl="0" marL="0" rtl="0" algn="l">
                  <a:spcBef>
                    <a:spcPts val="900"/>
                  </a:spcBef>
                  <a:spcAft>
                    <a:spcPts val="0"/>
                  </a:spcAft>
                  <a:buNone/>
                </a:pPr>
                <a:r>
                  <a:rPr lang="en-US" sz="1400">
                    <a:solidFill>
                      <a:srgbClr val="0097AC"/>
                    </a:solidFill>
                    <a:latin typeface="Material Icons"/>
                    <a:ea typeface="Material Icons"/>
                    <a:cs typeface="Material Icons"/>
                    <a:sym typeface="Material Icons"/>
                  </a:rPr>
                  <a:t>check_circle</a:t>
                </a:r>
                <a:r>
                  <a:rPr lang="en-US" sz="1300">
                    <a:solidFill>
                      <a:srgbClr val="334155"/>
                    </a:solidFill>
                    <a:latin typeface="Inter"/>
                    <a:ea typeface="Inter"/>
                    <a:cs typeface="Inter"/>
                    <a:sym typeface="Inter"/>
                  </a:rPr>
                  <a:t>Recommendation output</a:t>
                </a:r>
                <a:endParaRPr>
                  <a:latin typeface="Inter"/>
                  <a:ea typeface="Inter"/>
                  <a:cs typeface="Inter"/>
                  <a:sym typeface="Inter"/>
                </a:endParaRPr>
              </a:p>
            </p:txBody>
          </p:sp>
        </p:grpSp>
        <p:grpSp>
          <p:nvGrpSpPr>
            <p:cNvPr id="2680" name="Google Shape;2680;p249"/>
            <p:cNvGrpSpPr/>
            <p:nvPr/>
          </p:nvGrpSpPr>
          <p:grpSpPr>
            <a:xfrm>
              <a:off x="4710113" y="2090738"/>
              <a:ext cx="4057800" cy="2867100"/>
              <a:chOff x="-4762" y="-4762"/>
              <a:chExt cx="4057800" cy="2867100"/>
            </a:xfrm>
          </p:grpSpPr>
          <p:pic>
            <p:nvPicPr>
              <p:cNvPr id="2681" name="Google Shape;2681;p249"/>
              <p:cNvPicPr preferRelativeResize="0"/>
              <p:nvPr/>
            </p:nvPicPr>
            <p:blipFill rotWithShape="1">
              <a:blip r:embed="rId4">
                <a:alphaModFix/>
              </a:blip>
              <a:srcRect b="0" l="0" r="0" t="0"/>
              <a:stretch/>
            </p:blipFill>
            <p:spPr>
              <a:xfrm>
                <a:off x="-4762" y="-4762"/>
                <a:ext cx="4057800" cy="2867100"/>
              </a:xfrm>
              <a:prstGeom prst="rect">
                <a:avLst/>
              </a:prstGeom>
              <a:noFill/>
              <a:ln>
                <a:noFill/>
              </a:ln>
            </p:spPr>
          </p:pic>
          <p:sp>
            <p:nvSpPr>
              <p:cNvPr id="2682" name="Google Shape;2682;p249"/>
              <p:cNvSpPr txBox="1"/>
              <p:nvPr/>
            </p:nvSpPr>
            <p:spPr>
              <a:xfrm>
                <a:off x="0" y="0"/>
                <a:ext cx="4048200" cy="2857500"/>
              </a:xfrm>
              <a:prstGeom prst="rect">
                <a:avLst/>
              </a:prstGeom>
              <a:noFill/>
              <a:ln>
                <a:noFill/>
              </a:ln>
            </p:spPr>
            <p:txBody>
              <a:bodyPr anchorCtr="0" anchor="t" bIns="238125" lIns="238125" spcFirstLastPara="1" rIns="238125" wrap="square" tIns="238125">
                <a:noAutofit/>
              </a:bodyPr>
              <a:lstStyle/>
              <a:p>
                <a:pPr indent="0" lvl="0" marL="0" rtl="0" algn="l">
                  <a:spcBef>
                    <a:spcPts val="0"/>
                  </a:spcBef>
                  <a:spcAft>
                    <a:spcPts val="0"/>
                  </a:spcAft>
                  <a:buNone/>
                </a:pPr>
                <a:r>
                  <a:rPr b="1" lang="en-US" sz="1800">
                    <a:solidFill>
                      <a:srgbClr val="006E74"/>
                    </a:solidFill>
                    <a:latin typeface="Inter"/>
                    <a:ea typeface="Inter"/>
                    <a:cs typeface="Inter"/>
                    <a:sym typeface="Inter"/>
                  </a:rPr>
                  <a:t>Benefits:</a:t>
                </a:r>
                <a:endParaRPr b="1" sz="1800">
                  <a:solidFill>
                    <a:srgbClr val="006E74"/>
                  </a:solidFill>
                  <a:latin typeface="Inter"/>
                  <a:ea typeface="Inter"/>
                  <a:cs typeface="Inter"/>
                  <a:sym typeface="Inter"/>
                </a:endParaRPr>
              </a:p>
              <a:p>
                <a:pPr indent="0" lvl="0" marL="0" rtl="0" algn="l">
                  <a:spcBef>
                    <a:spcPts val="1500"/>
                  </a:spcBef>
                  <a:spcAft>
                    <a:spcPts val="0"/>
                  </a:spcAft>
                  <a:buNone/>
                </a:pPr>
                <a:r>
                  <a:rPr b="0" lang="en-US" sz="1400">
                    <a:solidFill>
                      <a:srgbClr val="006E74"/>
                    </a:solidFill>
                    <a:latin typeface="Inter SemiBold"/>
                    <a:ea typeface="Inter SemiBold"/>
                    <a:cs typeface="Inter SemiBold"/>
                    <a:sym typeface="Inter SemiBold"/>
                  </a:rPr>
                  <a:t>Shared workflow state</a:t>
                </a:r>
                <a:r>
                  <a:rPr lang="en-US" sz="1100">
                    <a:solidFill>
                      <a:srgbClr val="475569"/>
                    </a:solidFill>
                    <a:latin typeface="Inter"/>
                    <a:ea typeface="Inter"/>
                    <a:cs typeface="Inter"/>
                    <a:sym typeface="Inter"/>
                  </a:rPr>
                  <a:t>Unified visibility across all processing agents.</a:t>
                </a:r>
                <a:endParaRPr>
                  <a:latin typeface="Inter"/>
                  <a:ea typeface="Inter"/>
                  <a:cs typeface="Inter"/>
                  <a:sym typeface="Inter"/>
                </a:endParaRPr>
              </a:p>
              <a:p>
                <a:pPr indent="0" lvl="0" marL="0" rtl="0" algn="l">
                  <a:spcBef>
                    <a:spcPts val="1500"/>
                  </a:spcBef>
                  <a:spcAft>
                    <a:spcPts val="0"/>
                  </a:spcAft>
                  <a:buNone/>
                </a:pPr>
                <a:r>
                  <a:rPr b="0" lang="en-US" sz="1400">
                    <a:solidFill>
                      <a:srgbClr val="006E74"/>
                    </a:solidFill>
                    <a:latin typeface="Inter SemiBold"/>
                    <a:ea typeface="Inter SemiBold"/>
                    <a:cs typeface="Inter SemiBold"/>
                    <a:sym typeface="Inter SemiBold"/>
                  </a:rPr>
                  <a:t>Stateful orchestration</a:t>
                </a:r>
                <a:r>
                  <a:rPr lang="en-US" sz="1100">
                    <a:solidFill>
                      <a:srgbClr val="475569"/>
                    </a:solidFill>
                    <a:latin typeface="Inter"/>
                    <a:ea typeface="Inter"/>
                    <a:cs typeface="Inter"/>
                    <a:sym typeface="Inter"/>
                  </a:rPr>
                  <a:t>Seamless handoffs between complex decision nodes.</a:t>
                </a:r>
                <a:endParaRPr>
                  <a:latin typeface="Inter"/>
                  <a:ea typeface="Inter"/>
                  <a:cs typeface="Inter"/>
                  <a:sym typeface="Inter"/>
                </a:endParaRPr>
              </a:p>
              <a:p>
                <a:pPr indent="0" lvl="0" marL="0" rtl="0" algn="l">
                  <a:spcBef>
                    <a:spcPts val="1500"/>
                  </a:spcBef>
                  <a:spcAft>
                    <a:spcPts val="0"/>
                  </a:spcAft>
                  <a:buNone/>
                </a:pPr>
                <a:r>
                  <a:rPr b="0" lang="en-US" sz="1400">
                    <a:solidFill>
                      <a:srgbClr val="006E74"/>
                    </a:solidFill>
                    <a:latin typeface="Inter SemiBold"/>
                    <a:ea typeface="Inter SemiBold"/>
                    <a:cs typeface="Inter SemiBold"/>
                    <a:sym typeface="Inter SemiBold"/>
                  </a:rPr>
                  <a:t>Node synchronization</a:t>
                </a:r>
                <a:r>
                  <a:rPr lang="en-US" sz="1100">
                    <a:solidFill>
                      <a:srgbClr val="475569"/>
                    </a:solidFill>
                    <a:latin typeface="Inter"/>
                    <a:ea typeface="Inter"/>
                    <a:cs typeface="Inter"/>
                    <a:sym typeface="Inter"/>
                  </a:rPr>
                  <a:t>Ensures data integrity during parallel execution.</a:t>
                </a:r>
                <a:endParaRPr>
                  <a:latin typeface="Inter"/>
                  <a:ea typeface="Inter"/>
                  <a:cs typeface="Inter"/>
                  <a:sym typeface="Inter"/>
                </a:endParaRPr>
              </a:p>
            </p:txBody>
          </p:sp>
        </p:grpSp>
      </p:gr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86" name="Shape 2686"/>
        <p:cNvGrpSpPr/>
        <p:nvPr/>
      </p:nvGrpSpPr>
      <p:grpSpPr>
        <a:xfrm>
          <a:off x="0" y="0"/>
          <a:ext cx="0" cy="0"/>
          <a:chOff x="0" y="0"/>
          <a:chExt cx="0" cy="0"/>
        </a:xfrm>
      </p:grpSpPr>
      <p:grpSp>
        <p:nvGrpSpPr>
          <p:cNvPr id="2687" name="Google Shape;2687;p250"/>
          <p:cNvGrpSpPr/>
          <p:nvPr/>
        </p:nvGrpSpPr>
        <p:grpSpPr>
          <a:xfrm>
            <a:off x="276225" y="381000"/>
            <a:ext cx="8591400" cy="914400"/>
            <a:chOff x="276225" y="381000"/>
            <a:chExt cx="8591400" cy="914400"/>
          </a:xfrm>
        </p:grpSpPr>
        <p:sp>
          <p:nvSpPr>
            <p:cNvPr id="2688" name="Google Shape;2688;p250"/>
            <p:cNvSpPr/>
            <p:nvPr/>
          </p:nvSpPr>
          <p:spPr>
            <a:xfrm>
              <a:off x="276225" y="381000"/>
              <a:ext cx="8591400" cy="914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89" name="Google Shape;2689;p250"/>
            <p:cNvSpPr txBox="1"/>
            <p:nvPr/>
          </p:nvSpPr>
          <p:spPr>
            <a:xfrm>
              <a:off x="276225" y="381000"/>
              <a:ext cx="859140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3600">
                  <a:solidFill>
                    <a:srgbClr val="006E74"/>
                  </a:solidFill>
                  <a:latin typeface="Inter"/>
                  <a:ea typeface="Inter"/>
                  <a:cs typeface="Inter"/>
                  <a:sym typeface="Inter"/>
                </a:rPr>
                <a:t>Error Handling &amp; Robustness</a:t>
              </a:r>
              <a:endParaRPr b="1" sz="3600">
                <a:solidFill>
                  <a:srgbClr val="006E74"/>
                </a:solidFill>
                <a:latin typeface="Inter"/>
                <a:ea typeface="Inter"/>
                <a:cs typeface="Inter"/>
                <a:sym typeface="Inter"/>
              </a:endParaRPr>
            </a:p>
          </p:txBody>
        </p:sp>
      </p:grpSp>
      <p:grpSp>
        <p:nvGrpSpPr>
          <p:cNvPr id="2690" name="Google Shape;2690;p250"/>
          <p:cNvGrpSpPr/>
          <p:nvPr/>
        </p:nvGrpSpPr>
        <p:grpSpPr>
          <a:xfrm>
            <a:off x="571500" y="1714500"/>
            <a:ext cx="8001150" cy="3619500"/>
            <a:chOff x="571500" y="1714500"/>
            <a:chExt cx="8001150" cy="3619500"/>
          </a:xfrm>
        </p:grpSpPr>
        <p:grpSp>
          <p:nvGrpSpPr>
            <p:cNvPr id="2691" name="Google Shape;2691;p250"/>
            <p:cNvGrpSpPr/>
            <p:nvPr/>
          </p:nvGrpSpPr>
          <p:grpSpPr>
            <a:xfrm>
              <a:off x="571500" y="1714500"/>
              <a:ext cx="3905400" cy="1714500"/>
              <a:chOff x="571500" y="1714500"/>
              <a:chExt cx="3905400" cy="1714500"/>
            </a:xfrm>
          </p:grpSpPr>
          <p:sp>
            <p:nvSpPr>
              <p:cNvPr id="2692" name="Google Shape;2692;p250"/>
              <p:cNvSpPr/>
              <p:nvPr/>
            </p:nvSpPr>
            <p:spPr>
              <a:xfrm>
                <a:off x="571500" y="1714500"/>
                <a:ext cx="39054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3" name="Google Shape;2693;p250"/>
              <p:cNvSpPr txBox="1"/>
              <p:nvPr/>
            </p:nvSpPr>
            <p:spPr>
              <a:xfrm>
                <a:off x="571500" y="1714500"/>
                <a:ext cx="3905400" cy="1714500"/>
              </a:xfrm>
              <a:prstGeom prst="rect">
                <a:avLst/>
              </a:prstGeom>
              <a:noFill/>
              <a:ln>
                <a:noFill/>
              </a:ln>
            </p:spPr>
            <p:txBody>
              <a:bodyPr anchorCtr="0" anchor="ctr" bIns="238125" lIns="238125" spcFirstLastPara="1" rIns="238125" wrap="square" tIns="238125">
                <a:noAutofit/>
              </a:bodyPr>
              <a:lstStyle/>
              <a:p>
                <a:pPr indent="0" lvl="0" marL="0" rtl="0" algn="l">
                  <a:spcBef>
                    <a:spcPts val="0"/>
                  </a:spcBef>
                  <a:spcAft>
                    <a:spcPts val="0"/>
                  </a:spcAft>
                  <a:buNone/>
                </a:pPr>
                <a:r>
                  <a:rPr lang="en-US" sz="2800">
                    <a:solidFill>
                      <a:srgbClr val="0097AC"/>
                    </a:solidFill>
                    <a:latin typeface="Material Icons"/>
                    <a:ea typeface="Material Icons"/>
                    <a:cs typeface="Material Icons"/>
                    <a:sym typeface="Material Icons"/>
                  </a:rPr>
                  <a:t>verified_user</a:t>
                </a:r>
                <a:endParaRPr sz="2800">
                  <a:solidFill>
                    <a:srgbClr val="0097AC"/>
                  </a:solidFill>
                  <a:latin typeface="Material Icons"/>
                  <a:ea typeface="Material Icons"/>
                  <a:cs typeface="Material Icons"/>
                  <a:sym typeface="Material Icons"/>
                </a:endParaRPr>
              </a:p>
              <a:p>
                <a:pPr indent="0" lvl="0" marL="0" rtl="0" algn="l">
                  <a:spcBef>
                    <a:spcPts val="600"/>
                  </a:spcBef>
                  <a:spcAft>
                    <a:spcPts val="0"/>
                  </a:spcAft>
                  <a:buNone/>
                </a:pPr>
                <a:r>
                  <a:rPr b="1" lang="en-US" sz="1600">
                    <a:solidFill>
                      <a:srgbClr val="0F172A"/>
                    </a:solidFill>
                    <a:latin typeface="Inter"/>
                    <a:ea typeface="Inter"/>
                    <a:cs typeface="Inter"/>
                    <a:sym typeface="Inter"/>
                  </a:rPr>
                  <a:t>Input Integrity</a:t>
                </a:r>
                <a:endParaRPr b="1" sz="1600">
                  <a:solidFill>
                    <a:srgbClr val="0F172A"/>
                  </a:solidFill>
                  <a:latin typeface="Inter"/>
                  <a:ea typeface="Inter"/>
                  <a:cs typeface="Inter"/>
                  <a:sym typeface="Inter"/>
                </a:endParaRPr>
              </a:p>
              <a:p>
                <a:pPr indent="0" lvl="0" marL="0" rtl="0" algn="l">
                  <a:spcBef>
                    <a:spcPts val="600"/>
                  </a:spcBef>
                  <a:spcAft>
                    <a:spcPts val="0"/>
                  </a:spcAft>
                  <a:buNone/>
                </a:pPr>
                <a:r>
                  <a:rPr b="0" lang="en-US" sz="1200">
                    <a:solidFill>
                      <a:srgbClr val="475569"/>
                    </a:solidFill>
                    <a:latin typeface="Inter"/>
                    <a:ea typeface="Inter"/>
                    <a:cs typeface="Inter"/>
                    <a:sym typeface="Inter"/>
                  </a:rPr>
                  <a:t>Validation checks for invalid inputs to ensure data quality from the start.</a:t>
                </a:r>
                <a:endParaRPr b="0" sz="1200">
                  <a:solidFill>
                    <a:srgbClr val="475569"/>
                  </a:solidFill>
                  <a:latin typeface="Inter"/>
                  <a:ea typeface="Inter"/>
                  <a:cs typeface="Inter"/>
                  <a:sym typeface="Inter"/>
                </a:endParaRPr>
              </a:p>
            </p:txBody>
          </p:sp>
        </p:grpSp>
        <p:grpSp>
          <p:nvGrpSpPr>
            <p:cNvPr id="2694" name="Google Shape;2694;p250"/>
            <p:cNvGrpSpPr/>
            <p:nvPr/>
          </p:nvGrpSpPr>
          <p:grpSpPr>
            <a:xfrm>
              <a:off x="4667250" y="1714500"/>
              <a:ext cx="3905400" cy="1714500"/>
              <a:chOff x="4667250" y="1714500"/>
              <a:chExt cx="3905400" cy="1714500"/>
            </a:xfrm>
          </p:grpSpPr>
          <p:sp>
            <p:nvSpPr>
              <p:cNvPr id="2695" name="Google Shape;2695;p250"/>
              <p:cNvSpPr/>
              <p:nvPr/>
            </p:nvSpPr>
            <p:spPr>
              <a:xfrm>
                <a:off x="4667250" y="1714500"/>
                <a:ext cx="39054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6" name="Google Shape;2696;p250"/>
              <p:cNvSpPr txBox="1"/>
              <p:nvPr/>
            </p:nvSpPr>
            <p:spPr>
              <a:xfrm>
                <a:off x="4667250" y="1714500"/>
                <a:ext cx="3905400" cy="1714500"/>
              </a:xfrm>
              <a:prstGeom prst="rect">
                <a:avLst/>
              </a:prstGeom>
              <a:noFill/>
              <a:ln>
                <a:noFill/>
              </a:ln>
            </p:spPr>
            <p:txBody>
              <a:bodyPr anchorCtr="0" anchor="ctr" bIns="238125" lIns="238125" spcFirstLastPara="1" rIns="238125" wrap="square" tIns="238125">
                <a:noAutofit/>
              </a:bodyPr>
              <a:lstStyle/>
              <a:p>
                <a:pPr indent="0" lvl="0" marL="0" rtl="0" algn="l">
                  <a:spcBef>
                    <a:spcPts val="0"/>
                  </a:spcBef>
                  <a:spcAft>
                    <a:spcPts val="0"/>
                  </a:spcAft>
                  <a:buNone/>
                </a:pPr>
                <a:r>
                  <a:rPr lang="en-US" sz="2800">
                    <a:solidFill>
                      <a:srgbClr val="0097AC"/>
                    </a:solidFill>
                    <a:latin typeface="Material Icons"/>
                    <a:ea typeface="Material Icons"/>
                    <a:cs typeface="Material Icons"/>
                    <a:sym typeface="Material Icons"/>
                  </a:rPr>
                  <a:t>rule</a:t>
                </a:r>
                <a:endParaRPr sz="2800">
                  <a:solidFill>
                    <a:srgbClr val="0097AC"/>
                  </a:solidFill>
                  <a:latin typeface="Material Icons"/>
                  <a:ea typeface="Material Icons"/>
                  <a:cs typeface="Material Icons"/>
                  <a:sym typeface="Material Icons"/>
                </a:endParaRPr>
              </a:p>
              <a:p>
                <a:pPr indent="0" lvl="0" marL="0" rtl="0" algn="l">
                  <a:spcBef>
                    <a:spcPts val="600"/>
                  </a:spcBef>
                  <a:spcAft>
                    <a:spcPts val="0"/>
                  </a:spcAft>
                  <a:buNone/>
                </a:pPr>
                <a:r>
                  <a:rPr b="1" lang="en-US" sz="1600">
                    <a:solidFill>
                      <a:srgbClr val="0F172A"/>
                    </a:solidFill>
                    <a:latin typeface="Inter"/>
                    <a:ea typeface="Inter"/>
                    <a:cs typeface="Inter"/>
                    <a:sym typeface="Inter"/>
                  </a:rPr>
                  <a:t>Graceful Failures</a:t>
                </a:r>
                <a:endParaRPr b="1" sz="1600">
                  <a:solidFill>
                    <a:srgbClr val="0F172A"/>
                  </a:solidFill>
                  <a:latin typeface="Inter"/>
                  <a:ea typeface="Inter"/>
                  <a:cs typeface="Inter"/>
                  <a:sym typeface="Inter"/>
                </a:endParaRPr>
              </a:p>
              <a:p>
                <a:pPr indent="0" lvl="0" marL="0" rtl="0" algn="l">
                  <a:spcBef>
                    <a:spcPts val="600"/>
                  </a:spcBef>
                  <a:spcAft>
                    <a:spcPts val="0"/>
                  </a:spcAft>
                  <a:buNone/>
                </a:pPr>
                <a:r>
                  <a:rPr b="0" lang="en-US" sz="1200">
                    <a:solidFill>
                      <a:srgbClr val="475569"/>
                    </a:solidFill>
                    <a:latin typeface="Inter"/>
                    <a:ea typeface="Inter"/>
                    <a:cs typeface="Inter"/>
                    <a:sym typeface="Inter"/>
                  </a:rPr>
                  <a:t>Smart handling for missing fields, preventing system crashes during processing.</a:t>
                </a:r>
                <a:endParaRPr b="0" sz="1200">
                  <a:solidFill>
                    <a:srgbClr val="475569"/>
                  </a:solidFill>
                  <a:latin typeface="Inter"/>
                  <a:ea typeface="Inter"/>
                  <a:cs typeface="Inter"/>
                  <a:sym typeface="Inter"/>
                </a:endParaRPr>
              </a:p>
            </p:txBody>
          </p:sp>
        </p:grpSp>
        <p:grpSp>
          <p:nvGrpSpPr>
            <p:cNvPr id="2697" name="Google Shape;2697;p250"/>
            <p:cNvGrpSpPr/>
            <p:nvPr/>
          </p:nvGrpSpPr>
          <p:grpSpPr>
            <a:xfrm>
              <a:off x="571500" y="3619500"/>
              <a:ext cx="3905400" cy="1714500"/>
              <a:chOff x="571500" y="3619500"/>
              <a:chExt cx="3905400" cy="1714500"/>
            </a:xfrm>
          </p:grpSpPr>
          <p:sp>
            <p:nvSpPr>
              <p:cNvPr id="2698" name="Google Shape;2698;p250"/>
              <p:cNvSpPr/>
              <p:nvPr/>
            </p:nvSpPr>
            <p:spPr>
              <a:xfrm>
                <a:off x="571500" y="3619500"/>
                <a:ext cx="39054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9" name="Google Shape;2699;p250"/>
              <p:cNvSpPr txBox="1"/>
              <p:nvPr/>
            </p:nvSpPr>
            <p:spPr>
              <a:xfrm>
                <a:off x="571500" y="3619500"/>
                <a:ext cx="3905400" cy="1714500"/>
              </a:xfrm>
              <a:prstGeom prst="rect">
                <a:avLst/>
              </a:prstGeom>
              <a:noFill/>
              <a:ln>
                <a:noFill/>
              </a:ln>
            </p:spPr>
            <p:txBody>
              <a:bodyPr anchorCtr="0" anchor="ctr" bIns="238125" lIns="238125" spcFirstLastPara="1" rIns="238125" wrap="square" tIns="238125">
                <a:noAutofit/>
              </a:bodyPr>
              <a:lstStyle/>
              <a:p>
                <a:pPr indent="0" lvl="0" marL="0" rtl="0" algn="l">
                  <a:spcBef>
                    <a:spcPts val="0"/>
                  </a:spcBef>
                  <a:spcAft>
                    <a:spcPts val="0"/>
                  </a:spcAft>
                  <a:buNone/>
                </a:pPr>
                <a:r>
                  <a:rPr lang="en-US" sz="2800">
                    <a:solidFill>
                      <a:srgbClr val="0097AC"/>
                    </a:solidFill>
                    <a:latin typeface="Material Icons"/>
                    <a:ea typeface="Material Icons"/>
                    <a:cs typeface="Material Icons"/>
                    <a:sym typeface="Material Icons"/>
                  </a:rPr>
                  <a:t>sync_problem</a:t>
                </a:r>
                <a:endParaRPr sz="2800">
                  <a:solidFill>
                    <a:srgbClr val="0097AC"/>
                  </a:solidFill>
                  <a:latin typeface="Material Icons"/>
                  <a:ea typeface="Material Icons"/>
                  <a:cs typeface="Material Icons"/>
                  <a:sym typeface="Material Icons"/>
                </a:endParaRPr>
              </a:p>
              <a:p>
                <a:pPr indent="0" lvl="0" marL="0" rtl="0" algn="l">
                  <a:spcBef>
                    <a:spcPts val="600"/>
                  </a:spcBef>
                  <a:spcAft>
                    <a:spcPts val="0"/>
                  </a:spcAft>
                  <a:buNone/>
                </a:pPr>
                <a:r>
                  <a:rPr b="1" lang="en-US" sz="1600">
                    <a:solidFill>
                      <a:srgbClr val="0F172A"/>
                    </a:solidFill>
                    <a:latin typeface="Inter"/>
                    <a:ea typeface="Inter"/>
                    <a:cs typeface="Inter"/>
                    <a:sym typeface="Inter"/>
                  </a:rPr>
                  <a:t>API Resilience</a:t>
                </a:r>
                <a:endParaRPr b="1" sz="1600">
                  <a:solidFill>
                    <a:srgbClr val="0F172A"/>
                  </a:solidFill>
                  <a:latin typeface="Inter"/>
                  <a:ea typeface="Inter"/>
                  <a:cs typeface="Inter"/>
                  <a:sym typeface="Inter"/>
                </a:endParaRPr>
              </a:p>
              <a:p>
                <a:pPr indent="0" lvl="0" marL="0" rtl="0" algn="l">
                  <a:spcBef>
                    <a:spcPts val="600"/>
                  </a:spcBef>
                  <a:spcAft>
                    <a:spcPts val="0"/>
                  </a:spcAft>
                  <a:buNone/>
                </a:pPr>
                <a:r>
                  <a:rPr b="0" lang="en-US" sz="1200">
                    <a:solidFill>
                      <a:srgbClr val="475569"/>
                    </a:solidFill>
                    <a:latin typeface="Inter"/>
                    <a:ea typeface="Inter"/>
                    <a:cs typeface="Inter"/>
                    <a:sym typeface="Inter"/>
                  </a:rPr>
                  <a:t>Automated retry and fallback mechanisms for external API dependencies.</a:t>
                </a:r>
                <a:endParaRPr b="0" sz="1200">
                  <a:solidFill>
                    <a:srgbClr val="475569"/>
                  </a:solidFill>
                  <a:latin typeface="Inter"/>
                  <a:ea typeface="Inter"/>
                  <a:cs typeface="Inter"/>
                  <a:sym typeface="Inter"/>
                </a:endParaRPr>
              </a:p>
            </p:txBody>
          </p:sp>
        </p:grpSp>
        <p:grpSp>
          <p:nvGrpSpPr>
            <p:cNvPr id="2700" name="Google Shape;2700;p250"/>
            <p:cNvGrpSpPr/>
            <p:nvPr/>
          </p:nvGrpSpPr>
          <p:grpSpPr>
            <a:xfrm>
              <a:off x="4667250" y="3619500"/>
              <a:ext cx="3905400" cy="1714500"/>
              <a:chOff x="4667250" y="3619500"/>
              <a:chExt cx="3905400" cy="1714500"/>
            </a:xfrm>
          </p:grpSpPr>
          <p:sp>
            <p:nvSpPr>
              <p:cNvPr id="2701" name="Google Shape;2701;p250"/>
              <p:cNvSpPr/>
              <p:nvPr/>
            </p:nvSpPr>
            <p:spPr>
              <a:xfrm>
                <a:off x="4667250" y="3619500"/>
                <a:ext cx="39054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02" name="Google Shape;2702;p250"/>
              <p:cNvSpPr txBox="1"/>
              <p:nvPr/>
            </p:nvSpPr>
            <p:spPr>
              <a:xfrm>
                <a:off x="4667250" y="3619500"/>
                <a:ext cx="3905400" cy="1714500"/>
              </a:xfrm>
              <a:prstGeom prst="rect">
                <a:avLst/>
              </a:prstGeom>
              <a:noFill/>
              <a:ln>
                <a:noFill/>
              </a:ln>
            </p:spPr>
            <p:txBody>
              <a:bodyPr anchorCtr="0" anchor="ctr" bIns="238125" lIns="238125" spcFirstLastPara="1" rIns="238125" wrap="square" tIns="238125">
                <a:noAutofit/>
              </a:bodyPr>
              <a:lstStyle/>
              <a:p>
                <a:pPr indent="0" lvl="0" marL="0" rtl="0" algn="l">
                  <a:spcBef>
                    <a:spcPts val="0"/>
                  </a:spcBef>
                  <a:spcAft>
                    <a:spcPts val="0"/>
                  </a:spcAft>
                  <a:buNone/>
                </a:pPr>
                <a:r>
                  <a:rPr lang="en-US" sz="2800">
                    <a:solidFill>
                      <a:srgbClr val="0097AC"/>
                    </a:solidFill>
                    <a:latin typeface="Material Icons"/>
                    <a:ea typeface="Material Icons"/>
                    <a:cs typeface="Material Icons"/>
                    <a:sym typeface="Material Icons"/>
                  </a:rPr>
                  <a:t>restore</a:t>
                </a:r>
                <a:endParaRPr sz="2800">
                  <a:solidFill>
                    <a:srgbClr val="0097AC"/>
                  </a:solidFill>
                  <a:latin typeface="Material Icons"/>
                  <a:ea typeface="Material Icons"/>
                  <a:cs typeface="Material Icons"/>
                  <a:sym typeface="Material Icons"/>
                </a:endParaRPr>
              </a:p>
              <a:p>
                <a:pPr indent="0" lvl="0" marL="0" rtl="0" algn="l">
                  <a:spcBef>
                    <a:spcPts val="600"/>
                  </a:spcBef>
                  <a:spcAft>
                    <a:spcPts val="0"/>
                  </a:spcAft>
                  <a:buNone/>
                </a:pPr>
                <a:r>
                  <a:rPr b="1" lang="en-US" sz="1600">
                    <a:solidFill>
                      <a:srgbClr val="0F172A"/>
                    </a:solidFill>
                    <a:latin typeface="Inter"/>
                    <a:ea typeface="Inter"/>
                    <a:cs typeface="Inter"/>
                    <a:sym typeface="Inter"/>
                  </a:rPr>
                  <a:t>Stateful Recovery</a:t>
                </a:r>
                <a:endParaRPr b="1" sz="1600">
                  <a:solidFill>
                    <a:srgbClr val="0F172A"/>
                  </a:solidFill>
                  <a:latin typeface="Inter"/>
                  <a:ea typeface="Inter"/>
                  <a:cs typeface="Inter"/>
                  <a:sym typeface="Inter"/>
                </a:endParaRPr>
              </a:p>
              <a:p>
                <a:pPr indent="0" lvl="0" marL="0" rtl="0" algn="l">
                  <a:spcBef>
                    <a:spcPts val="600"/>
                  </a:spcBef>
                  <a:spcAft>
                    <a:spcPts val="0"/>
                  </a:spcAft>
                  <a:buNone/>
                </a:pPr>
                <a:r>
                  <a:rPr b="0" lang="en-US" sz="1200">
                    <a:solidFill>
                      <a:srgbClr val="475569"/>
                    </a:solidFill>
                    <a:latin typeface="Inter"/>
                    <a:ea typeface="Inter"/>
                    <a:cs typeface="Inter"/>
                    <a:sym typeface="Inter"/>
                  </a:rPr>
                  <a:t>Persistent state tracking allows for seamless recovery during workflow interruptions.</a:t>
                </a:r>
                <a:endParaRPr b="0" sz="1200">
                  <a:solidFill>
                    <a:srgbClr val="475569"/>
                  </a:solidFill>
                  <a:latin typeface="Inter"/>
                  <a:ea typeface="Inter"/>
                  <a:cs typeface="Inter"/>
                  <a:sym typeface="Inter"/>
                </a:endParaRPr>
              </a:p>
            </p:txBody>
          </p:sp>
        </p:grpSp>
      </p:gr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6" name="Shape 2706"/>
        <p:cNvGrpSpPr/>
        <p:nvPr/>
      </p:nvGrpSpPr>
      <p:grpSpPr>
        <a:xfrm>
          <a:off x="0" y="0"/>
          <a:ext cx="0" cy="0"/>
          <a:chOff x="0" y="0"/>
          <a:chExt cx="0" cy="0"/>
        </a:xfrm>
      </p:grpSpPr>
      <p:pic>
        <p:nvPicPr>
          <p:cNvPr id="2707" name="Google Shape;2707;p251"/>
          <p:cNvPicPr preferRelativeResize="0"/>
          <p:nvPr/>
        </p:nvPicPr>
        <p:blipFill rotWithShape="1">
          <a:blip r:embed="rId3">
            <a:alphaModFix/>
          </a:blip>
          <a:srcRect b="0" l="12503" r="12495" t="0"/>
          <a:stretch/>
        </p:blipFill>
        <p:spPr>
          <a:xfrm>
            <a:off x="0" y="0"/>
            <a:ext cx="9144000" cy="6858000"/>
          </a:xfrm>
          <a:prstGeom prst="rect">
            <a:avLst/>
          </a:prstGeom>
          <a:noFill/>
          <a:ln>
            <a:noFill/>
          </a:ln>
        </p:spPr>
      </p:pic>
      <p:sp>
        <p:nvSpPr>
          <p:cNvPr id="2708" name="Google Shape;2708;p251"/>
          <p:cNvSpPr txBox="1"/>
          <p:nvPr>
            <p:ph type="title"/>
          </p:nvPr>
        </p:nvSpPr>
        <p:spPr>
          <a:xfrm>
            <a:off x="274320" y="365760"/>
            <a:ext cx="8593200" cy="9144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3600">
                <a:solidFill>
                  <a:srgbClr val="006E74"/>
                </a:solidFill>
                <a:latin typeface="Inter"/>
                <a:ea typeface="Inter"/>
                <a:cs typeface="Inter"/>
                <a:sym typeface="Inter"/>
              </a:rPr>
              <a:t>Challenges Faced</a:t>
            </a:r>
            <a:endParaRPr b="1" sz="3600">
              <a:solidFill>
                <a:srgbClr val="006E74"/>
              </a:solidFill>
              <a:latin typeface="Inter"/>
              <a:ea typeface="Inter"/>
              <a:cs typeface="Inter"/>
              <a:sym typeface="Inter"/>
            </a:endParaRPr>
          </a:p>
        </p:txBody>
      </p:sp>
      <p:grpSp>
        <p:nvGrpSpPr>
          <p:cNvPr id="2709" name="Google Shape;2709;p251"/>
          <p:cNvGrpSpPr/>
          <p:nvPr/>
        </p:nvGrpSpPr>
        <p:grpSpPr>
          <a:xfrm>
            <a:off x="571500" y="1714500"/>
            <a:ext cx="8001150" cy="3619500"/>
            <a:chOff x="571500" y="1714500"/>
            <a:chExt cx="8001150" cy="3619500"/>
          </a:xfrm>
        </p:grpSpPr>
        <p:grpSp>
          <p:nvGrpSpPr>
            <p:cNvPr id="2710" name="Google Shape;2710;p251"/>
            <p:cNvGrpSpPr/>
            <p:nvPr/>
          </p:nvGrpSpPr>
          <p:grpSpPr>
            <a:xfrm>
              <a:off x="571500" y="1714500"/>
              <a:ext cx="3905400" cy="1714500"/>
              <a:chOff x="571500" y="1714500"/>
              <a:chExt cx="3905400" cy="1714500"/>
            </a:xfrm>
          </p:grpSpPr>
          <p:sp>
            <p:nvSpPr>
              <p:cNvPr id="2711" name="Google Shape;2711;p251"/>
              <p:cNvSpPr/>
              <p:nvPr/>
            </p:nvSpPr>
            <p:spPr>
              <a:xfrm>
                <a:off x="571500" y="1714500"/>
                <a:ext cx="39054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12" name="Google Shape;2712;p251"/>
              <p:cNvSpPr txBox="1"/>
              <p:nvPr/>
            </p:nvSpPr>
            <p:spPr>
              <a:xfrm>
                <a:off x="571500" y="1714500"/>
                <a:ext cx="3905400" cy="1714500"/>
              </a:xfrm>
              <a:prstGeom prst="rect">
                <a:avLst/>
              </a:prstGeom>
              <a:noFill/>
              <a:ln>
                <a:noFill/>
              </a:ln>
            </p:spPr>
            <p:txBody>
              <a:bodyPr anchorCtr="0" anchor="ctr" bIns="238125" lIns="238125" spcFirstLastPara="1" rIns="238125" wrap="square" tIns="238125">
                <a:noAutofit/>
              </a:bodyPr>
              <a:lstStyle/>
              <a:p>
                <a:pPr indent="0" lvl="0" marL="0" rtl="0" algn="l">
                  <a:spcBef>
                    <a:spcPts val="0"/>
                  </a:spcBef>
                  <a:spcAft>
                    <a:spcPts val="0"/>
                  </a:spcAft>
                  <a:buNone/>
                </a:pPr>
                <a:r>
                  <a:rPr lang="en-US" sz="2800">
                    <a:solidFill>
                      <a:srgbClr val="0097AC"/>
                    </a:solidFill>
                    <a:latin typeface="Material Icons"/>
                    <a:ea typeface="Material Icons"/>
                    <a:cs typeface="Material Icons"/>
                    <a:sym typeface="Material Icons"/>
                  </a:rPr>
                  <a:t>account_tree</a:t>
                </a:r>
                <a:endParaRPr sz="2800">
                  <a:solidFill>
                    <a:srgbClr val="0097AC"/>
                  </a:solidFill>
                  <a:latin typeface="Material Icons"/>
                  <a:ea typeface="Material Icons"/>
                  <a:cs typeface="Material Icons"/>
                  <a:sym typeface="Material Icons"/>
                </a:endParaRPr>
              </a:p>
              <a:p>
                <a:pPr indent="0" lvl="0" marL="0" rtl="0" algn="l">
                  <a:spcBef>
                    <a:spcPts val="600"/>
                  </a:spcBef>
                  <a:spcAft>
                    <a:spcPts val="0"/>
                  </a:spcAft>
                  <a:buNone/>
                </a:pPr>
                <a:r>
                  <a:rPr b="1" lang="en-US" sz="1600">
                    <a:solidFill>
                      <a:srgbClr val="0F172A"/>
                    </a:solidFill>
                    <a:latin typeface="Inter"/>
                    <a:ea typeface="Inter"/>
                    <a:cs typeface="Inter"/>
                    <a:sym typeface="Inter"/>
                  </a:rPr>
                  <a:t>Multi-Agent State</a:t>
                </a:r>
                <a:endParaRPr b="1" sz="1600">
                  <a:solidFill>
                    <a:srgbClr val="0F172A"/>
                  </a:solidFill>
                  <a:latin typeface="Inter"/>
                  <a:ea typeface="Inter"/>
                  <a:cs typeface="Inter"/>
                  <a:sym typeface="Inter"/>
                </a:endParaRPr>
              </a:p>
              <a:p>
                <a:pPr indent="0" lvl="0" marL="0" rtl="0" algn="l">
                  <a:spcBef>
                    <a:spcPts val="450"/>
                  </a:spcBef>
                  <a:spcAft>
                    <a:spcPts val="0"/>
                  </a:spcAft>
                  <a:buNone/>
                </a:pPr>
                <a:r>
                  <a:rPr lang="en-US" sz="1200">
                    <a:solidFill>
                      <a:srgbClr val="475569"/>
                    </a:solidFill>
                    <a:latin typeface="Inter"/>
                    <a:ea typeface="Inter"/>
                    <a:cs typeface="Inter"/>
                    <a:sym typeface="Inter"/>
                  </a:rPr>
                  <a:t>Handling complex multi-agent state transitions effectively.</a:t>
                </a:r>
                <a:endParaRPr sz="1200">
                  <a:solidFill>
                    <a:srgbClr val="475569"/>
                  </a:solidFill>
                  <a:latin typeface="Inter"/>
                  <a:ea typeface="Inter"/>
                  <a:cs typeface="Inter"/>
                  <a:sym typeface="Inter"/>
                </a:endParaRPr>
              </a:p>
            </p:txBody>
          </p:sp>
        </p:grpSp>
        <p:grpSp>
          <p:nvGrpSpPr>
            <p:cNvPr id="2713" name="Google Shape;2713;p251"/>
            <p:cNvGrpSpPr/>
            <p:nvPr/>
          </p:nvGrpSpPr>
          <p:grpSpPr>
            <a:xfrm>
              <a:off x="4667250" y="1714500"/>
              <a:ext cx="3905400" cy="1714500"/>
              <a:chOff x="4667250" y="1714500"/>
              <a:chExt cx="3905400" cy="1714500"/>
            </a:xfrm>
          </p:grpSpPr>
          <p:sp>
            <p:nvSpPr>
              <p:cNvPr id="2714" name="Google Shape;2714;p251"/>
              <p:cNvSpPr/>
              <p:nvPr/>
            </p:nvSpPr>
            <p:spPr>
              <a:xfrm>
                <a:off x="4667250" y="1714500"/>
                <a:ext cx="39054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15" name="Google Shape;2715;p251"/>
              <p:cNvSpPr txBox="1"/>
              <p:nvPr/>
            </p:nvSpPr>
            <p:spPr>
              <a:xfrm>
                <a:off x="4667250" y="1714500"/>
                <a:ext cx="3905400" cy="1714500"/>
              </a:xfrm>
              <a:prstGeom prst="rect">
                <a:avLst/>
              </a:prstGeom>
              <a:noFill/>
              <a:ln>
                <a:noFill/>
              </a:ln>
            </p:spPr>
            <p:txBody>
              <a:bodyPr anchorCtr="0" anchor="ctr" bIns="238125" lIns="238125" spcFirstLastPara="1" rIns="238125" wrap="square" tIns="238125">
                <a:noAutofit/>
              </a:bodyPr>
              <a:lstStyle/>
              <a:p>
                <a:pPr indent="0" lvl="0" marL="0" rtl="0" algn="l">
                  <a:spcBef>
                    <a:spcPts val="0"/>
                  </a:spcBef>
                  <a:spcAft>
                    <a:spcPts val="0"/>
                  </a:spcAft>
                  <a:buNone/>
                </a:pPr>
                <a:r>
                  <a:rPr lang="en-US" sz="2800">
                    <a:solidFill>
                      <a:srgbClr val="0097AC"/>
                    </a:solidFill>
                    <a:latin typeface="Material Icons"/>
                    <a:ea typeface="Material Icons"/>
                    <a:cs typeface="Material Icons"/>
                    <a:sym typeface="Material Icons"/>
                  </a:rPr>
                  <a:t>speed</a:t>
                </a:r>
                <a:endParaRPr sz="2800">
                  <a:solidFill>
                    <a:srgbClr val="0097AC"/>
                  </a:solidFill>
                  <a:latin typeface="Material Icons"/>
                  <a:ea typeface="Material Icons"/>
                  <a:cs typeface="Material Icons"/>
                  <a:sym typeface="Material Icons"/>
                </a:endParaRPr>
              </a:p>
              <a:p>
                <a:pPr indent="0" lvl="0" marL="0" rtl="0" algn="l">
                  <a:spcBef>
                    <a:spcPts val="600"/>
                  </a:spcBef>
                  <a:spcAft>
                    <a:spcPts val="0"/>
                  </a:spcAft>
                  <a:buNone/>
                </a:pPr>
                <a:r>
                  <a:rPr b="1" lang="en-US" sz="1600">
                    <a:solidFill>
                      <a:srgbClr val="0F172A"/>
                    </a:solidFill>
                    <a:latin typeface="Inter"/>
                    <a:ea typeface="Inter"/>
                    <a:cs typeface="Inter"/>
                    <a:sym typeface="Inter"/>
                  </a:rPr>
                  <a:t>RAG Latency</a:t>
                </a:r>
                <a:endParaRPr b="1" sz="1600">
                  <a:solidFill>
                    <a:srgbClr val="0F172A"/>
                  </a:solidFill>
                  <a:latin typeface="Inter"/>
                  <a:ea typeface="Inter"/>
                  <a:cs typeface="Inter"/>
                  <a:sym typeface="Inter"/>
                </a:endParaRPr>
              </a:p>
              <a:p>
                <a:pPr indent="0" lvl="0" marL="0" rtl="0" algn="l">
                  <a:spcBef>
                    <a:spcPts val="450"/>
                  </a:spcBef>
                  <a:spcAft>
                    <a:spcPts val="0"/>
                  </a:spcAft>
                  <a:buNone/>
                </a:pPr>
                <a:r>
                  <a:rPr lang="en-US" sz="1200">
                    <a:solidFill>
                      <a:srgbClr val="475569"/>
                    </a:solidFill>
                    <a:latin typeface="Inter"/>
                    <a:ea typeface="Inter"/>
                    <a:cs typeface="Inter"/>
                    <a:sym typeface="Inter"/>
                  </a:rPr>
                  <a:t>Optimizing retrieval latency for processing large PDF documents.</a:t>
                </a:r>
                <a:endParaRPr sz="1200">
                  <a:solidFill>
                    <a:srgbClr val="475569"/>
                  </a:solidFill>
                  <a:latin typeface="Inter"/>
                  <a:ea typeface="Inter"/>
                  <a:cs typeface="Inter"/>
                  <a:sym typeface="Inter"/>
                </a:endParaRPr>
              </a:p>
            </p:txBody>
          </p:sp>
        </p:grpSp>
        <p:grpSp>
          <p:nvGrpSpPr>
            <p:cNvPr id="2716" name="Google Shape;2716;p251"/>
            <p:cNvGrpSpPr/>
            <p:nvPr/>
          </p:nvGrpSpPr>
          <p:grpSpPr>
            <a:xfrm>
              <a:off x="571500" y="3619500"/>
              <a:ext cx="3905400" cy="1714500"/>
              <a:chOff x="571500" y="3619500"/>
              <a:chExt cx="3905400" cy="1714500"/>
            </a:xfrm>
          </p:grpSpPr>
          <p:sp>
            <p:nvSpPr>
              <p:cNvPr id="2717" name="Google Shape;2717;p251"/>
              <p:cNvSpPr/>
              <p:nvPr/>
            </p:nvSpPr>
            <p:spPr>
              <a:xfrm>
                <a:off x="571500" y="3619500"/>
                <a:ext cx="39054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18" name="Google Shape;2718;p251"/>
              <p:cNvSpPr txBox="1"/>
              <p:nvPr/>
            </p:nvSpPr>
            <p:spPr>
              <a:xfrm>
                <a:off x="571500" y="3619500"/>
                <a:ext cx="3905400" cy="1714500"/>
              </a:xfrm>
              <a:prstGeom prst="rect">
                <a:avLst/>
              </a:prstGeom>
              <a:noFill/>
              <a:ln>
                <a:noFill/>
              </a:ln>
            </p:spPr>
            <p:txBody>
              <a:bodyPr anchorCtr="0" anchor="ctr" bIns="238125" lIns="238125" spcFirstLastPara="1" rIns="238125" wrap="square" tIns="238125">
                <a:noAutofit/>
              </a:bodyPr>
              <a:lstStyle/>
              <a:p>
                <a:pPr indent="0" lvl="0" marL="0" rtl="0" algn="l">
                  <a:spcBef>
                    <a:spcPts val="0"/>
                  </a:spcBef>
                  <a:spcAft>
                    <a:spcPts val="0"/>
                  </a:spcAft>
                  <a:buNone/>
                </a:pPr>
                <a:r>
                  <a:rPr lang="en-US" sz="2800">
                    <a:solidFill>
                      <a:srgbClr val="0097AC"/>
                    </a:solidFill>
                    <a:latin typeface="Material Icons"/>
                    <a:ea typeface="Material Icons"/>
                    <a:cs typeface="Material Icons"/>
                    <a:sym typeface="Material Icons"/>
                  </a:rPr>
                  <a:t>fact_check</a:t>
                </a:r>
                <a:endParaRPr sz="2800">
                  <a:solidFill>
                    <a:srgbClr val="0097AC"/>
                  </a:solidFill>
                  <a:latin typeface="Material Icons"/>
                  <a:ea typeface="Material Icons"/>
                  <a:cs typeface="Material Icons"/>
                  <a:sym typeface="Material Icons"/>
                </a:endParaRPr>
              </a:p>
              <a:p>
                <a:pPr indent="0" lvl="0" marL="0" rtl="0" algn="l">
                  <a:spcBef>
                    <a:spcPts val="600"/>
                  </a:spcBef>
                  <a:spcAft>
                    <a:spcPts val="0"/>
                  </a:spcAft>
                  <a:buNone/>
                </a:pPr>
                <a:r>
                  <a:rPr b="1" lang="en-US" sz="1600">
                    <a:solidFill>
                      <a:srgbClr val="0F172A"/>
                    </a:solidFill>
                    <a:latin typeface="Inter"/>
                    <a:ea typeface="Inter"/>
                    <a:cs typeface="Inter"/>
                    <a:sym typeface="Inter"/>
                  </a:rPr>
                  <a:t>Risk Classification</a:t>
                </a:r>
                <a:endParaRPr b="1" sz="1600">
                  <a:solidFill>
                    <a:srgbClr val="0F172A"/>
                  </a:solidFill>
                  <a:latin typeface="Inter"/>
                  <a:ea typeface="Inter"/>
                  <a:cs typeface="Inter"/>
                  <a:sym typeface="Inter"/>
                </a:endParaRPr>
              </a:p>
              <a:p>
                <a:pPr indent="0" lvl="0" marL="0" rtl="0" algn="l">
                  <a:spcBef>
                    <a:spcPts val="450"/>
                  </a:spcBef>
                  <a:spcAft>
                    <a:spcPts val="0"/>
                  </a:spcAft>
                  <a:buNone/>
                </a:pPr>
                <a:r>
                  <a:rPr lang="en-US" sz="1200">
                    <a:solidFill>
                      <a:srgbClr val="475569"/>
                    </a:solidFill>
                    <a:latin typeface="Inter"/>
                    <a:ea typeface="Inter"/>
                    <a:cs typeface="Inter"/>
                    <a:sym typeface="Inter"/>
                  </a:rPr>
                  <a:t>Ensuring consistency in AI-driven automated risk classification.</a:t>
                </a:r>
                <a:endParaRPr sz="1200">
                  <a:solidFill>
                    <a:srgbClr val="475569"/>
                  </a:solidFill>
                  <a:latin typeface="Inter"/>
                  <a:ea typeface="Inter"/>
                  <a:cs typeface="Inter"/>
                  <a:sym typeface="Inter"/>
                </a:endParaRPr>
              </a:p>
            </p:txBody>
          </p:sp>
        </p:grpSp>
        <p:grpSp>
          <p:nvGrpSpPr>
            <p:cNvPr id="2719" name="Google Shape;2719;p251"/>
            <p:cNvGrpSpPr/>
            <p:nvPr/>
          </p:nvGrpSpPr>
          <p:grpSpPr>
            <a:xfrm>
              <a:off x="4667250" y="3619500"/>
              <a:ext cx="3905400" cy="1714500"/>
              <a:chOff x="4667250" y="3619500"/>
              <a:chExt cx="3905400" cy="1714500"/>
            </a:xfrm>
          </p:grpSpPr>
          <p:sp>
            <p:nvSpPr>
              <p:cNvPr id="2720" name="Google Shape;2720;p251"/>
              <p:cNvSpPr/>
              <p:nvPr/>
            </p:nvSpPr>
            <p:spPr>
              <a:xfrm>
                <a:off x="4667250" y="3619500"/>
                <a:ext cx="39054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21" name="Google Shape;2721;p251"/>
              <p:cNvSpPr txBox="1"/>
              <p:nvPr/>
            </p:nvSpPr>
            <p:spPr>
              <a:xfrm>
                <a:off x="4667250" y="3619500"/>
                <a:ext cx="3905400" cy="1714500"/>
              </a:xfrm>
              <a:prstGeom prst="rect">
                <a:avLst/>
              </a:prstGeom>
              <a:noFill/>
              <a:ln>
                <a:noFill/>
              </a:ln>
            </p:spPr>
            <p:txBody>
              <a:bodyPr anchorCtr="0" anchor="ctr" bIns="238125" lIns="238125" spcFirstLastPara="1" rIns="238125" wrap="square" tIns="238125">
                <a:noAutofit/>
              </a:bodyPr>
              <a:lstStyle/>
              <a:p>
                <a:pPr indent="0" lvl="0" marL="0" rtl="0" algn="l">
                  <a:spcBef>
                    <a:spcPts val="0"/>
                  </a:spcBef>
                  <a:spcAft>
                    <a:spcPts val="0"/>
                  </a:spcAft>
                  <a:buNone/>
                </a:pPr>
                <a:r>
                  <a:rPr lang="en-US" sz="2800">
                    <a:solidFill>
                      <a:srgbClr val="0097AC"/>
                    </a:solidFill>
                    <a:latin typeface="Material Icons"/>
                    <a:ea typeface="Material Icons"/>
                    <a:cs typeface="Material Icons"/>
                    <a:sym typeface="Material Icons"/>
                  </a:rPr>
                  <a:t>hub</a:t>
                </a:r>
                <a:endParaRPr sz="2800">
                  <a:solidFill>
                    <a:srgbClr val="0097AC"/>
                  </a:solidFill>
                  <a:latin typeface="Material Icons"/>
                  <a:ea typeface="Material Icons"/>
                  <a:cs typeface="Material Icons"/>
                  <a:sym typeface="Material Icons"/>
                </a:endParaRPr>
              </a:p>
              <a:p>
                <a:pPr indent="0" lvl="0" marL="0" rtl="0" algn="l">
                  <a:spcBef>
                    <a:spcPts val="600"/>
                  </a:spcBef>
                  <a:spcAft>
                    <a:spcPts val="0"/>
                  </a:spcAft>
                  <a:buNone/>
                </a:pPr>
                <a:r>
                  <a:rPr b="1" lang="en-US" sz="1600">
                    <a:solidFill>
                      <a:srgbClr val="0F172A"/>
                    </a:solidFill>
                    <a:latin typeface="Inter"/>
                    <a:ea typeface="Inter"/>
                    <a:cs typeface="Inter"/>
                    <a:sym typeface="Inter"/>
                  </a:rPr>
                  <a:t>Data Integration</a:t>
                </a:r>
                <a:endParaRPr b="1" sz="1600">
                  <a:solidFill>
                    <a:srgbClr val="0F172A"/>
                  </a:solidFill>
                  <a:latin typeface="Inter"/>
                  <a:ea typeface="Inter"/>
                  <a:cs typeface="Inter"/>
                  <a:sym typeface="Inter"/>
                </a:endParaRPr>
              </a:p>
              <a:p>
                <a:pPr indent="0" lvl="0" marL="0" rtl="0" algn="l">
                  <a:spcBef>
                    <a:spcPts val="450"/>
                  </a:spcBef>
                  <a:spcAft>
                    <a:spcPts val="0"/>
                  </a:spcAft>
                  <a:buNone/>
                </a:pPr>
                <a:r>
                  <a:rPr lang="en-US" sz="1200">
                    <a:solidFill>
                      <a:srgbClr val="475569"/>
                    </a:solidFill>
                    <a:latin typeface="Inter"/>
                    <a:ea typeface="Inter"/>
                    <a:cs typeface="Inter"/>
                    <a:sym typeface="Inter"/>
                  </a:rPr>
                  <a:t>Integrating diverse financial data formats and complex schemas.</a:t>
                </a:r>
                <a:endParaRPr sz="1200">
                  <a:solidFill>
                    <a:srgbClr val="475569"/>
                  </a:solidFill>
                  <a:latin typeface="Inter"/>
                  <a:ea typeface="Inter"/>
                  <a:cs typeface="Inter"/>
                  <a:sym typeface="Inter"/>
                </a:endParaRPr>
              </a:p>
            </p:txBody>
          </p:sp>
        </p:grpSp>
      </p:gr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25" name="Shape 2725"/>
        <p:cNvGrpSpPr/>
        <p:nvPr/>
      </p:nvGrpSpPr>
      <p:grpSpPr>
        <a:xfrm>
          <a:off x="0" y="0"/>
          <a:ext cx="0" cy="0"/>
          <a:chOff x="0" y="0"/>
          <a:chExt cx="0" cy="0"/>
        </a:xfrm>
      </p:grpSpPr>
      <p:grpSp>
        <p:nvGrpSpPr>
          <p:cNvPr id="2726" name="Google Shape;2726;p252"/>
          <p:cNvGrpSpPr/>
          <p:nvPr/>
        </p:nvGrpSpPr>
        <p:grpSpPr>
          <a:xfrm>
            <a:off x="381000" y="381000"/>
            <a:ext cx="8382000" cy="762000"/>
            <a:chOff x="381000" y="381000"/>
            <a:chExt cx="8382000" cy="762000"/>
          </a:xfrm>
        </p:grpSpPr>
        <p:sp>
          <p:nvSpPr>
            <p:cNvPr id="2727" name="Google Shape;2727;p252"/>
            <p:cNvSpPr txBox="1"/>
            <p:nvPr/>
          </p:nvSpPr>
          <p:spPr>
            <a:xfrm>
              <a:off x="381000" y="381000"/>
              <a:ext cx="8382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600">
                  <a:solidFill>
                    <a:srgbClr val="006E74"/>
                  </a:solidFill>
                  <a:latin typeface="Inter"/>
                  <a:ea typeface="Inter"/>
                  <a:cs typeface="Inter"/>
                  <a:sym typeface="Inter"/>
                </a:rPr>
                <a:t>Future Enhancements</a:t>
              </a:r>
              <a:endParaRPr b="1" sz="3600">
                <a:solidFill>
                  <a:srgbClr val="006E74"/>
                </a:solidFill>
                <a:latin typeface="Inter"/>
                <a:ea typeface="Inter"/>
                <a:cs typeface="Inter"/>
                <a:sym typeface="Inter"/>
              </a:endParaRPr>
            </a:p>
          </p:txBody>
        </p:sp>
        <p:sp>
          <p:nvSpPr>
            <p:cNvPr id="2728" name="Google Shape;2728;p252"/>
            <p:cNvSpPr/>
            <p:nvPr/>
          </p:nvSpPr>
          <p:spPr>
            <a:xfrm>
              <a:off x="381000" y="1000125"/>
              <a:ext cx="571500" cy="38100"/>
            </a:xfrm>
            <a:prstGeom prst="roundRect">
              <a:avLst>
                <a:gd fmla="val 50000" name="adj"/>
              </a:avLst>
            </a:prstGeom>
            <a:solidFill>
              <a:srgbClr val="0097A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729" name="Google Shape;2729;p252"/>
          <p:cNvGrpSpPr/>
          <p:nvPr/>
        </p:nvGrpSpPr>
        <p:grpSpPr>
          <a:xfrm>
            <a:off x="381000" y="1428750"/>
            <a:ext cx="8382000" cy="4000500"/>
            <a:chOff x="381000" y="1428750"/>
            <a:chExt cx="8382000" cy="4000500"/>
          </a:xfrm>
        </p:grpSpPr>
        <p:grpSp>
          <p:nvGrpSpPr>
            <p:cNvPr id="2730" name="Google Shape;2730;p252"/>
            <p:cNvGrpSpPr/>
            <p:nvPr/>
          </p:nvGrpSpPr>
          <p:grpSpPr>
            <a:xfrm>
              <a:off x="381000" y="1428750"/>
              <a:ext cx="2667000" cy="1905000"/>
              <a:chOff x="381000" y="1428750"/>
              <a:chExt cx="2667000" cy="1905000"/>
            </a:xfrm>
          </p:grpSpPr>
          <p:sp>
            <p:nvSpPr>
              <p:cNvPr id="2731" name="Google Shape;2731;p252"/>
              <p:cNvSpPr/>
              <p:nvPr/>
            </p:nvSpPr>
            <p:spPr>
              <a:xfrm>
                <a:off x="381000" y="1428750"/>
                <a:ext cx="2667000" cy="1905000"/>
              </a:xfrm>
              <a:prstGeom prst="roundRect">
                <a:avLst>
                  <a:gd fmla="val 6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32" name="Google Shape;2732;p252"/>
              <p:cNvSpPr txBox="1"/>
              <p:nvPr/>
            </p:nvSpPr>
            <p:spPr>
              <a:xfrm>
                <a:off x="381000" y="1428750"/>
                <a:ext cx="2667000" cy="19050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lang="en-US" sz="2960">
                    <a:solidFill>
                      <a:srgbClr val="0097AC"/>
                    </a:solidFill>
                    <a:latin typeface="Material Icons"/>
                    <a:ea typeface="Material Icons"/>
                    <a:cs typeface="Material Icons"/>
                    <a:sym typeface="Material Icons"/>
                  </a:rPr>
                  <a:t>picture_as_pdf</a:t>
                </a:r>
                <a:endParaRPr sz="2960">
                  <a:solidFill>
                    <a:srgbClr val="0097AC"/>
                  </a:solidFill>
                  <a:latin typeface="Material Icons"/>
                  <a:ea typeface="Material Icons"/>
                  <a:cs typeface="Material Icons"/>
                  <a:sym typeface="Material Icons"/>
                </a:endParaRPr>
              </a:p>
              <a:p>
                <a:pPr indent="0" lvl="0" marL="0" rtl="0" algn="l">
                  <a:spcBef>
                    <a:spcPts val="1200"/>
                  </a:spcBef>
                  <a:spcAft>
                    <a:spcPts val="0"/>
                  </a:spcAft>
                  <a:buNone/>
                </a:pPr>
                <a:r>
                  <a:rPr b="1" lang="en-US" sz="1480">
                    <a:solidFill>
                      <a:srgbClr val="1E293B"/>
                    </a:solidFill>
                    <a:latin typeface="Inter"/>
                    <a:ea typeface="Inter"/>
                    <a:cs typeface="Inter"/>
                    <a:sym typeface="Inter"/>
                  </a:rPr>
                  <a:t>OCR Support</a:t>
                </a:r>
                <a:endParaRPr b="1" sz="1480">
                  <a:solidFill>
                    <a:srgbClr val="1E293B"/>
                  </a:solidFill>
                  <a:latin typeface="Inter"/>
                  <a:ea typeface="Inter"/>
                  <a:cs typeface="Inter"/>
                  <a:sym typeface="Inter"/>
                </a:endParaRPr>
              </a:p>
              <a:p>
                <a:pPr indent="0" lvl="0" marL="0" rtl="0" algn="l">
                  <a:spcBef>
                    <a:spcPts val="600"/>
                  </a:spcBef>
                  <a:spcAft>
                    <a:spcPts val="0"/>
                  </a:spcAft>
                  <a:buNone/>
                </a:pPr>
                <a:r>
                  <a:rPr lang="en-US" sz="1018">
                    <a:solidFill>
                      <a:srgbClr val="64748B"/>
                    </a:solidFill>
                    <a:latin typeface="Inter"/>
                    <a:ea typeface="Inter"/>
                    <a:cs typeface="Inter"/>
                    <a:sym typeface="Inter"/>
                  </a:rPr>
                  <a:t>Support for scanned PDFs to broaden data ingestion capabilities.</a:t>
                </a:r>
                <a:endParaRPr sz="1018">
                  <a:solidFill>
                    <a:srgbClr val="64748B"/>
                  </a:solidFill>
                  <a:latin typeface="Inter"/>
                  <a:ea typeface="Inter"/>
                  <a:cs typeface="Inter"/>
                  <a:sym typeface="Inter"/>
                </a:endParaRPr>
              </a:p>
            </p:txBody>
          </p:sp>
        </p:grpSp>
        <p:grpSp>
          <p:nvGrpSpPr>
            <p:cNvPr id="2733" name="Google Shape;2733;p252"/>
            <p:cNvGrpSpPr/>
            <p:nvPr/>
          </p:nvGrpSpPr>
          <p:grpSpPr>
            <a:xfrm>
              <a:off x="3238500" y="1428750"/>
              <a:ext cx="2667000" cy="1905000"/>
              <a:chOff x="3238500" y="1428750"/>
              <a:chExt cx="2667000" cy="1905000"/>
            </a:xfrm>
          </p:grpSpPr>
          <p:sp>
            <p:nvSpPr>
              <p:cNvPr id="2734" name="Google Shape;2734;p252"/>
              <p:cNvSpPr/>
              <p:nvPr/>
            </p:nvSpPr>
            <p:spPr>
              <a:xfrm>
                <a:off x="3238500" y="1428750"/>
                <a:ext cx="2667000" cy="1905000"/>
              </a:xfrm>
              <a:prstGeom prst="roundRect">
                <a:avLst>
                  <a:gd fmla="val 6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35" name="Google Shape;2735;p252"/>
              <p:cNvSpPr txBox="1"/>
              <p:nvPr/>
            </p:nvSpPr>
            <p:spPr>
              <a:xfrm>
                <a:off x="3238500" y="1428750"/>
                <a:ext cx="2667000" cy="19050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lang="en-US" sz="2960">
                    <a:solidFill>
                      <a:srgbClr val="0097AC"/>
                    </a:solidFill>
                    <a:latin typeface="Material Icons"/>
                    <a:ea typeface="Material Icons"/>
                    <a:cs typeface="Material Icons"/>
                    <a:sym typeface="Material Icons"/>
                  </a:rPr>
                  <a:t>account_balance</a:t>
                </a:r>
                <a:endParaRPr sz="2960">
                  <a:solidFill>
                    <a:srgbClr val="0097AC"/>
                  </a:solidFill>
                  <a:latin typeface="Material Icons"/>
                  <a:ea typeface="Material Icons"/>
                  <a:cs typeface="Material Icons"/>
                  <a:sym typeface="Material Icons"/>
                </a:endParaRPr>
              </a:p>
              <a:p>
                <a:pPr indent="0" lvl="0" marL="0" rtl="0" algn="l">
                  <a:spcBef>
                    <a:spcPts val="1200"/>
                  </a:spcBef>
                  <a:spcAft>
                    <a:spcPts val="0"/>
                  </a:spcAft>
                  <a:buNone/>
                </a:pPr>
                <a:r>
                  <a:rPr b="1" lang="en-US" sz="1480">
                    <a:solidFill>
                      <a:srgbClr val="1E293B"/>
                    </a:solidFill>
                    <a:latin typeface="Inter"/>
                    <a:ea typeface="Inter"/>
                    <a:cs typeface="Inter"/>
                    <a:sym typeface="Inter"/>
                  </a:rPr>
                  <a:t>Banking Integration</a:t>
                </a:r>
                <a:endParaRPr b="1" sz="1480">
                  <a:solidFill>
                    <a:srgbClr val="1E293B"/>
                  </a:solidFill>
                  <a:latin typeface="Inter"/>
                  <a:ea typeface="Inter"/>
                  <a:cs typeface="Inter"/>
                  <a:sym typeface="Inter"/>
                </a:endParaRPr>
              </a:p>
              <a:p>
                <a:pPr indent="0" lvl="0" marL="0" rtl="0" algn="l">
                  <a:spcBef>
                    <a:spcPts val="600"/>
                  </a:spcBef>
                  <a:spcAft>
                    <a:spcPts val="0"/>
                  </a:spcAft>
                  <a:buNone/>
                </a:pPr>
                <a:r>
                  <a:rPr lang="en-US" sz="1018">
                    <a:solidFill>
                      <a:srgbClr val="64748B"/>
                    </a:solidFill>
                    <a:latin typeface="Inter"/>
                    <a:ea typeface="Inter"/>
                    <a:cs typeface="Inter"/>
                    <a:sym typeface="Inter"/>
                  </a:rPr>
                  <a:t>Real-time connectivity with financial institutions for instant verification.</a:t>
                </a:r>
                <a:endParaRPr sz="1018">
                  <a:solidFill>
                    <a:srgbClr val="64748B"/>
                  </a:solidFill>
                  <a:latin typeface="Inter"/>
                  <a:ea typeface="Inter"/>
                  <a:cs typeface="Inter"/>
                  <a:sym typeface="Inter"/>
                </a:endParaRPr>
              </a:p>
            </p:txBody>
          </p:sp>
        </p:grpSp>
        <p:grpSp>
          <p:nvGrpSpPr>
            <p:cNvPr id="2736" name="Google Shape;2736;p252"/>
            <p:cNvGrpSpPr/>
            <p:nvPr/>
          </p:nvGrpSpPr>
          <p:grpSpPr>
            <a:xfrm>
              <a:off x="6096000" y="1428750"/>
              <a:ext cx="2667000" cy="1905000"/>
              <a:chOff x="6096000" y="1428750"/>
              <a:chExt cx="2667000" cy="1905000"/>
            </a:xfrm>
          </p:grpSpPr>
          <p:sp>
            <p:nvSpPr>
              <p:cNvPr id="2737" name="Google Shape;2737;p252"/>
              <p:cNvSpPr/>
              <p:nvPr/>
            </p:nvSpPr>
            <p:spPr>
              <a:xfrm>
                <a:off x="6096000" y="1428750"/>
                <a:ext cx="2667000" cy="1905000"/>
              </a:xfrm>
              <a:prstGeom prst="roundRect">
                <a:avLst>
                  <a:gd fmla="val 6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38" name="Google Shape;2738;p252"/>
              <p:cNvSpPr txBox="1"/>
              <p:nvPr/>
            </p:nvSpPr>
            <p:spPr>
              <a:xfrm>
                <a:off x="6096000" y="1428750"/>
                <a:ext cx="2667000" cy="19050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lang="en-US" sz="2960">
                    <a:solidFill>
                      <a:srgbClr val="0097AC"/>
                    </a:solidFill>
                    <a:latin typeface="Material Icons"/>
                    <a:ea typeface="Material Icons"/>
                    <a:cs typeface="Material Icons"/>
                    <a:sym typeface="Material Icons"/>
                  </a:rPr>
                  <a:t>psychology</a:t>
                </a:r>
                <a:endParaRPr sz="2960">
                  <a:solidFill>
                    <a:srgbClr val="0097AC"/>
                  </a:solidFill>
                  <a:latin typeface="Material Icons"/>
                  <a:ea typeface="Material Icons"/>
                  <a:cs typeface="Material Icons"/>
                  <a:sym typeface="Material Icons"/>
                </a:endParaRPr>
              </a:p>
              <a:p>
                <a:pPr indent="0" lvl="0" marL="0" rtl="0" algn="l">
                  <a:spcBef>
                    <a:spcPts val="1200"/>
                  </a:spcBef>
                  <a:spcAft>
                    <a:spcPts val="0"/>
                  </a:spcAft>
                  <a:buNone/>
                </a:pPr>
                <a:r>
                  <a:rPr b="1" lang="en-US" sz="1480">
                    <a:solidFill>
                      <a:srgbClr val="1E293B"/>
                    </a:solidFill>
                    <a:latin typeface="Inter"/>
                    <a:ea typeface="Inter"/>
                    <a:cs typeface="Inter"/>
                    <a:sym typeface="Inter"/>
                  </a:rPr>
                  <a:t>Explainable AI</a:t>
                </a:r>
                <a:endParaRPr b="1" sz="1480">
                  <a:solidFill>
                    <a:srgbClr val="1E293B"/>
                  </a:solidFill>
                  <a:latin typeface="Inter"/>
                  <a:ea typeface="Inter"/>
                  <a:cs typeface="Inter"/>
                  <a:sym typeface="Inter"/>
                </a:endParaRPr>
              </a:p>
              <a:p>
                <a:pPr indent="0" lvl="0" marL="0" rtl="0" algn="l">
                  <a:spcBef>
                    <a:spcPts val="600"/>
                  </a:spcBef>
                  <a:spcAft>
                    <a:spcPts val="0"/>
                  </a:spcAft>
                  <a:buNone/>
                </a:pPr>
                <a:r>
                  <a:rPr lang="en-US" sz="1018">
                    <a:solidFill>
                      <a:srgbClr val="64748B"/>
                    </a:solidFill>
                    <a:latin typeface="Inter"/>
                    <a:ea typeface="Inter"/>
                    <a:cs typeface="Inter"/>
                    <a:sym typeface="Inter"/>
                  </a:rPr>
                  <a:t>Enhanced transparency in AI decision-making for regulatory compliance.</a:t>
                </a:r>
                <a:endParaRPr sz="1018">
                  <a:solidFill>
                    <a:srgbClr val="64748B"/>
                  </a:solidFill>
                  <a:latin typeface="Inter"/>
                  <a:ea typeface="Inter"/>
                  <a:cs typeface="Inter"/>
                  <a:sym typeface="Inter"/>
                </a:endParaRPr>
              </a:p>
            </p:txBody>
          </p:sp>
        </p:grpSp>
        <p:grpSp>
          <p:nvGrpSpPr>
            <p:cNvPr id="2739" name="Google Shape;2739;p252"/>
            <p:cNvGrpSpPr/>
            <p:nvPr/>
          </p:nvGrpSpPr>
          <p:grpSpPr>
            <a:xfrm>
              <a:off x="381000" y="3524250"/>
              <a:ext cx="2667000" cy="1905000"/>
              <a:chOff x="381000" y="3524250"/>
              <a:chExt cx="2667000" cy="1905000"/>
            </a:xfrm>
          </p:grpSpPr>
          <p:sp>
            <p:nvSpPr>
              <p:cNvPr id="2740" name="Google Shape;2740;p252"/>
              <p:cNvSpPr/>
              <p:nvPr/>
            </p:nvSpPr>
            <p:spPr>
              <a:xfrm>
                <a:off x="381000" y="3524250"/>
                <a:ext cx="2667000" cy="1905000"/>
              </a:xfrm>
              <a:prstGeom prst="roundRect">
                <a:avLst>
                  <a:gd fmla="val 6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41" name="Google Shape;2741;p252"/>
              <p:cNvSpPr txBox="1"/>
              <p:nvPr/>
            </p:nvSpPr>
            <p:spPr>
              <a:xfrm>
                <a:off x="381000" y="3524250"/>
                <a:ext cx="2667000" cy="19050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lang="en-US" sz="2960">
                    <a:solidFill>
                      <a:srgbClr val="0097AC"/>
                    </a:solidFill>
                    <a:latin typeface="Material Icons"/>
                    <a:ea typeface="Material Icons"/>
                    <a:cs typeface="Material Icons"/>
                    <a:sym typeface="Material Icons"/>
                  </a:rPr>
                  <a:t>security</a:t>
                </a:r>
                <a:endParaRPr sz="2960">
                  <a:solidFill>
                    <a:srgbClr val="0097AC"/>
                  </a:solidFill>
                  <a:latin typeface="Material Icons"/>
                  <a:ea typeface="Material Icons"/>
                  <a:cs typeface="Material Icons"/>
                  <a:sym typeface="Material Icons"/>
                </a:endParaRPr>
              </a:p>
              <a:p>
                <a:pPr indent="0" lvl="0" marL="0" rtl="0" algn="l">
                  <a:spcBef>
                    <a:spcPts val="1200"/>
                  </a:spcBef>
                  <a:spcAft>
                    <a:spcPts val="0"/>
                  </a:spcAft>
                  <a:buNone/>
                </a:pPr>
                <a:r>
                  <a:rPr b="1" lang="en-US" sz="1480">
                    <a:solidFill>
                      <a:srgbClr val="1E293B"/>
                    </a:solidFill>
                    <a:latin typeface="Inter"/>
                    <a:ea typeface="Inter"/>
                    <a:cs typeface="Inter"/>
                    <a:sym typeface="Inter"/>
                  </a:rPr>
                  <a:t>Fraud Detection</a:t>
                </a:r>
                <a:endParaRPr b="1" sz="1480">
                  <a:solidFill>
                    <a:srgbClr val="1E293B"/>
                  </a:solidFill>
                  <a:latin typeface="Inter"/>
                  <a:ea typeface="Inter"/>
                  <a:cs typeface="Inter"/>
                  <a:sym typeface="Inter"/>
                </a:endParaRPr>
              </a:p>
              <a:p>
                <a:pPr indent="0" lvl="0" marL="0" rtl="0" algn="l">
                  <a:spcBef>
                    <a:spcPts val="600"/>
                  </a:spcBef>
                  <a:spcAft>
                    <a:spcPts val="0"/>
                  </a:spcAft>
                  <a:buNone/>
                </a:pPr>
                <a:r>
                  <a:rPr lang="en-US" sz="1018">
                    <a:solidFill>
                      <a:srgbClr val="64748B"/>
                    </a:solidFill>
                    <a:latin typeface="Inter"/>
                    <a:ea typeface="Inter"/>
                    <a:cs typeface="Inter"/>
                    <a:sym typeface="Inter"/>
                  </a:rPr>
                  <a:t>Advanced heuristics to identify and mitigate sophisticated fraud attempts.</a:t>
                </a:r>
                <a:endParaRPr sz="1018">
                  <a:solidFill>
                    <a:srgbClr val="64748B"/>
                  </a:solidFill>
                  <a:latin typeface="Inter"/>
                  <a:ea typeface="Inter"/>
                  <a:cs typeface="Inter"/>
                  <a:sym typeface="Inter"/>
                </a:endParaRPr>
              </a:p>
            </p:txBody>
          </p:sp>
        </p:grpSp>
        <p:grpSp>
          <p:nvGrpSpPr>
            <p:cNvPr id="2742" name="Google Shape;2742;p252"/>
            <p:cNvGrpSpPr/>
            <p:nvPr/>
          </p:nvGrpSpPr>
          <p:grpSpPr>
            <a:xfrm>
              <a:off x="3238500" y="3524250"/>
              <a:ext cx="2667000" cy="1905000"/>
              <a:chOff x="3238500" y="3524250"/>
              <a:chExt cx="2667000" cy="1905000"/>
            </a:xfrm>
          </p:grpSpPr>
          <p:sp>
            <p:nvSpPr>
              <p:cNvPr id="2743" name="Google Shape;2743;p252"/>
              <p:cNvSpPr/>
              <p:nvPr/>
            </p:nvSpPr>
            <p:spPr>
              <a:xfrm>
                <a:off x="3238500" y="3524250"/>
                <a:ext cx="2667000" cy="1905000"/>
              </a:xfrm>
              <a:prstGeom prst="roundRect">
                <a:avLst>
                  <a:gd fmla="val 6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44" name="Google Shape;2744;p252"/>
              <p:cNvSpPr txBox="1"/>
              <p:nvPr/>
            </p:nvSpPr>
            <p:spPr>
              <a:xfrm>
                <a:off x="3238500" y="3524250"/>
                <a:ext cx="2667000" cy="19050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lang="en-US" sz="2960">
                    <a:solidFill>
                      <a:srgbClr val="0097AC"/>
                    </a:solidFill>
                    <a:latin typeface="Material Icons"/>
                    <a:ea typeface="Material Icons"/>
                    <a:cs typeface="Material Icons"/>
                    <a:sym typeface="Material Icons"/>
                  </a:rPr>
                  <a:t>cloud_upload</a:t>
                </a:r>
                <a:endParaRPr sz="2960">
                  <a:solidFill>
                    <a:srgbClr val="0097AC"/>
                  </a:solidFill>
                  <a:latin typeface="Material Icons"/>
                  <a:ea typeface="Material Icons"/>
                  <a:cs typeface="Material Icons"/>
                  <a:sym typeface="Material Icons"/>
                </a:endParaRPr>
              </a:p>
              <a:p>
                <a:pPr indent="0" lvl="0" marL="0" rtl="0" algn="l">
                  <a:spcBef>
                    <a:spcPts val="1200"/>
                  </a:spcBef>
                  <a:spcAft>
                    <a:spcPts val="0"/>
                  </a:spcAft>
                  <a:buNone/>
                </a:pPr>
                <a:r>
                  <a:rPr b="1" lang="en-US" sz="1480">
                    <a:solidFill>
                      <a:srgbClr val="1E293B"/>
                    </a:solidFill>
                    <a:latin typeface="Inter"/>
                    <a:ea typeface="Inter"/>
                    <a:cs typeface="Inter"/>
                    <a:sym typeface="Inter"/>
                  </a:rPr>
                  <a:t>Cloud Deployment</a:t>
                </a:r>
                <a:endParaRPr b="1" sz="1480">
                  <a:solidFill>
                    <a:srgbClr val="1E293B"/>
                  </a:solidFill>
                  <a:latin typeface="Inter"/>
                  <a:ea typeface="Inter"/>
                  <a:cs typeface="Inter"/>
                  <a:sym typeface="Inter"/>
                </a:endParaRPr>
              </a:p>
              <a:p>
                <a:pPr indent="0" lvl="0" marL="0" rtl="0" algn="l">
                  <a:spcBef>
                    <a:spcPts val="600"/>
                  </a:spcBef>
                  <a:spcAft>
                    <a:spcPts val="0"/>
                  </a:spcAft>
                  <a:buNone/>
                </a:pPr>
                <a:r>
                  <a:rPr lang="en-US" sz="1018">
                    <a:solidFill>
                      <a:srgbClr val="64748B"/>
                    </a:solidFill>
                    <a:latin typeface="Inter"/>
                    <a:ea typeface="Inter"/>
                    <a:cs typeface="Inter"/>
                    <a:sym typeface="Inter"/>
                  </a:rPr>
                  <a:t>Full migration to cloud-native architecture for infinite scalability.</a:t>
                </a:r>
                <a:endParaRPr sz="1018">
                  <a:solidFill>
                    <a:srgbClr val="64748B"/>
                  </a:solidFill>
                  <a:latin typeface="Inter"/>
                  <a:ea typeface="Inter"/>
                  <a:cs typeface="Inter"/>
                  <a:sym typeface="Inter"/>
                </a:endParaRPr>
              </a:p>
            </p:txBody>
          </p:sp>
        </p:grpSp>
        <p:grpSp>
          <p:nvGrpSpPr>
            <p:cNvPr id="2745" name="Google Shape;2745;p252"/>
            <p:cNvGrpSpPr/>
            <p:nvPr/>
          </p:nvGrpSpPr>
          <p:grpSpPr>
            <a:xfrm>
              <a:off x="6096000" y="3524250"/>
              <a:ext cx="2667000" cy="1905000"/>
              <a:chOff x="6096000" y="3524250"/>
              <a:chExt cx="2667000" cy="1905000"/>
            </a:xfrm>
          </p:grpSpPr>
          <p:sp>
            <p:nvSpPr>
              <p:cNvPr id="2746" name="Google Shape;2746;p252"/>
              <p:cNvSpPr/>
              <p:nvPr/>
            </p:nvSpPr>
            <p:spPr>
              <a:xfrm>
                <a:off x="6096000" y="3524250"/>
                <a:ext cx="2667000" cy="1905000"/>
              </a:xfrm>
              <a:prstGeom prst="roundRect">
                <a:avLst>
                  <a:gd fmla="val 6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47" name="Google Shape;2747;p252"/>
              <p:cNvSpPr txBox="1"/>
              <p:nvPr/>
            </p:nvSpPr>
            <p:spPr>
              <a:xfrm>
                <a:off x="6096000" y="3524250"/>
                <a:ext cx="2667000" cy="19050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lang="en-US" sz="2960">
                    <a:solidFill>
                      <a:srgbClr val="0097AC"/>
                    </a:solidFill>
                    <a:latin typeface="Material Icons"/>
                    <a:ea typeface="Material Icons"/>
                    <a:cs typeface="Material Icons"/>
                    <a:sym typeface="Material Icons"/>
                  </a:rPr>
                  <a:t>dashboard</a:t>
                </a:r>
                <a:endParaRPr sz="2960">
                  <a:solidFill>
                    <a:srgbClr val="0097AC"/>
                  </a:solidFill>
                  <a:latin typeface="Material Icons"/>
                  <a:ea typeface="Material Icons"/>
                  <a:cs typeface="Material Icons"/>
                  <a:sym typeface="Material Icons"/>
                </a:endParaRPr>
              </a:p>
              <a:p>
                <a:pPr indent="0" lvl="0" marL="0" rtl="0" algn="l">
                  <a:spcBef>
                    <a:spcPts val="1200"/>
                  </a:spcBef>
                  <a:spcAft>
                    <a:spcPts val="0"/>
                  </a:spcAft>
                  <a:buNone/>
                </a:pPr>
                <a:r>
                  <a:rPr b="1" lang="en-US" sz="1480">
                    <a:solidFill>
                      <a:srgbClr val="1E293B"/>
                    </a:solidFill>
                    <a:latin typeface="Inter"/>
                    <a:ea typeface="Inter"/>
                    <a:cs typeface="Inter"/>
                    <a:sym typeface="Inter"/>
                  </a:rPr>
                  <a:t>Monitoring</a:t>
                </a:r>
                <a:endParaRPr b="1" sz="1480">
                  <a:solidFill>
                    <a:srgbClr val="1E293B"/>
                  </a:solidFill>
                  <a:latin typeface="Inter"/>
                  <a:ea typeface="Inter"/>
                  <a:cs typeface="Inter"/>
                  <a:sym typeface="Inter"/>
                </a:endParaRPr>
              </a:p>
              <a:p>
                <a:pPr indent="0" lvl="0" marL="0" rtl="0" algn="l">
                  <a:spcBef>
                    <a:spcPts val="600"/>
                  </a:spcBef>
                  <a:spcAft>
                    <a:spcPts val="0"/>
                  </a:spcAft>
                  <a:buNone/>
                </a:pPr>
                <a:r>
                  <a:rPr lang="en-US" sz="1018">
                    <a:solidFill>
                      <a:srgbClr val="64748B"/>
                    </a:solidFill>
                    <a:latin typeface="Inter"/>
                    <a:ea typeface="Inter"/>
                    <a:cs typeface="Inter"/>
                    <a:sym typeface="Inter"/>
                  </a:rPr>
                  <a:t>Enhanced real-time dashboard for comprehensive system health tracking.</a:t>
                </a:r>
                <a:endParaRPr sz="1018">
                  <a:solidFill>
                    <a:srgbClr val="64748B"/>
                  </a:solidFill>
                  <a:latin typeface="Inter"/>
                  <a:ea typeface="Inter"/>
                  <a:cs typeface="Inter"/>
                  <a:sym typeface="Inter"/>
                </a:endParaRPr>
              </a:p>
            </p:txBody>
          </p:sp>
        </p:grpSp>
      </p:gr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51" name="Shape 2751"/>
        <p:cNvGrpSpPr/>
        <p:nvPr/>
      </p:nvGrpSpPr>
      <p:grpSpPr>
        <a:xfrm>
          <a:off x="0" y="0"/>
          <a:ext cx="0" cy="0"/>
          <a:chOff x="0" y="0"/>
          <a:chExt cx="0" cy="0"/>
        </a:xfrm>
      </p:grpSpPr>
      <p:sp>
        <p:nvSpPr>
          <p:cNvPr id="2752" name="Google Shape;2752;p253"/>
          <p:cNvSpPr txBox="1"/>
          <p:nvPr>
            <p:ph type="title"/>
          </p:nvPr>
        </p:nvSpPr>
        <p:spPr>
          <a:xfrm>
            <a:off x="381000" y="381000"/>
            <a:ext cx="8593200" cy="9144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US" sz="3600">
                <a:solidFill>
                  <a:srgbClr val="006E74"/>
                </a:solidFill>
                <a:latin typeface="Inter"/>
                <a:ea typeface="Inter"/>
                <a:cs typeface="Inter"/>
                <a:sym typeface="Inter"/>
              </a:rPr>
              <a:t>Conclusion</a:t>
            </a:r>
            <a:endParaRPr b="1" sz="3600">
              <a:solidFill>
                <a:srgbClr val="006E74"/>
              </a:solidFill>
              <a:latin typeface="Inter"/>
              <a:ea typeface="Inter"/>
              <a:cs typeface="Inter"/>
              <a:sym typeface="Inter"/>
            </a:endParaRPr>
          </a:p>
        </p:txBody>
      </p:sp>
      <p:grpSp>
        <p:nvGrpSpPr>
          <p:cNvPr id="2753" name="Google Shape;2753;p253"/>
          <p:cNvGrpSpPr/>
          <p:nvPr/>
        </p:nvGrpSpPr>
        <p:grpSpPr>
          <a:xfrm>
            <a:off x="381000" y="1524000"/>
            <a:ext cx="8382000" cy="4572000"/>
            <a:chOff x="381000" y="1524000"/>
            <a:chExt cx="8382000" cy="4572000"/>
          </a:xfrm>
        </p:grpSpPr>
        <p:sp>
          <p:nvSpPr>
            <p:cNvPr id="2754" name="Google Shape;2754;p253"/>
            <p:cNvSpPr/>
            <p:nvPr/>
          </p:nvSpPr>
          <p:spPr>
            <a:xfrm>
              <a:off x="381000" y="1524000"/>
              <a:ext cx="8382000" cy="4572000"/>
            </a:xfrm>
            <a:prstGeom prst="roundRect">
              <a:avLst>
                <a:gd fmla="val 3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55" name="Google Shape;2755;p253"/>
            <p:cNvSpPr txBox="1"/>
            <p:nvPr/>
          </p:nvSpPr>
          <p:spPr>
            <a:xfrm>
              <a:off x="762000" y="1809750"/>
              <a:ext cx="7620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800">
                  <a:solidFill>
                    <a:srgbClr val="1E293B"/>
                  </a:solidFill>
                  <a:latin typeface="Inter SemiBold"/>
                  <a:ea typeface="Inter SemiBold"/>
                  <a:cs typeface="Inter SemiBold"/>
                  <a:sym typeface="Inter SemiBold"/>
                </a:rPr>
                <a:t>The project successfully demonstrates a scalable architecture for:</a:t>
              </a:r>
              <a:endParaRPr b="0" sz="1800">
                <a:solidFill>
                  <a:srgbClr val="1E293B"/>
                </a:solidFill>
                <a:latin typeface="Inter SemiBold"/>
                <a:ea typeface="Inter SemiBold"/>
                <a:cs typeface="Inter SemiBold"/>
                <a:sym typeface="Inter SemiBold"/>
              </a:endParaRPr>
            </a:p>
          </p:txBody>
        </p:sp>
        <p:grpSp>
          <p:nvGrpSpPr>
            <p:cNvPr id="2756" name="Google Shape;2756;p253"/>
            <p:cNvGrpSpPr/>
            <p:nvPr/>
          </p:nvGrpSpPr>
          <p:grpSpPr>
            <a:xfrm>
              <a:off x="762000" y="2476500"/>
              <a:ext cx="3619500" cy="952500"/>
              <a:chOff x="762000" y="2476500"/>
              <a:chExt cx="3619500" cy="952500"/>
            </a:xfrm>
          </p:grpSpPr>
          <p:sp>
            <p:nvSpPr>
              <p:cNvPr id="2757" name="Google Shape;2757;p253"/>
              <p:cNvSpPr/>
              <p:nvPr/>
            </p:nvSpPr>
            <p:spPr>
              <a:xfrm>
                <a:off x="762000" y="2476500"/>
                <a:ext cx="3619500" cy="952500"/>
              </a:xfrm>
              <a:prstGeom prst="roundRect">
                <a:avLst>
                  <a:gd fmla="val 80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58" name="Google Shape;2758;p253"/>
              <p:cNvSpPr txBox="1"/>
              <p:nvPr/>
            </p:nvSpPr>
            <p:spPr>
              <a:xfrm>
                <a:off x="904875" y="2476500"/>
                <a:ext cx="33339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0097AC"/>
                    </a:solidFill>
                    <a:latin typeface="Material Icons"/>
                    <a:ea typeface="Material Icons"/>
                    <a:cs typeface="Material Icons"/>
                    <a:sym typeface="Material Icons"/>
                  </a:rPr>
                  <a:t>hub</a:t>
                </a:r>
                <a:endParaRPr sz="2400">
                  <a:solidFill>
                    <a:srgbClr val="0097AC"/>
                  </a:solidFill>
                  <a:latin typeface="Material Icons"/>
                  <a:ea typeface="Material Icons"/>
                  <a:cs typeface="Material Icons"/>
                  <a:sym typeface="Material Icons"/>
                </a:endParaRPr>
              </a:p>
              <a:p>
                <a:pPr indent="0" lvl="0" marL="0" rtl="0" algn="l">
                  <a:spcBef>
                    <a:spcPts val="300"/>
                  </a:spcBef>
                  <a:spcAft>
                    <a:spcPts val="0"/>
                  </a:spcAft>
                  <a:buNone/>
                </a:pPr>
                <a:r>
                  <a:rPr b="1" lang="en-US" sz="1400">
                    <a:solidFill>
                      <a:srgbClr val="0F172A"/>
                    </a:solidFill>
                    <a:latin typeface="Inter"/>
                    <a:ea typeface="Inter"/>
                    <a:cs typeface="Inter"/>
                    <a:sym typeface="Inter"/>
                  </a:rPr>
                  <a:t>Multi-agent orchestration</a:t>
                </a:r>
                <a:endParaRPr b="1" sz="1400">
                  <a:solidFill>
                    <a:srgbClr val="0F172A"/>
                  </a:solidFill>
                  <a:latin typeface="Inter"/>
                  <a:ea typeface="Inter"/>
                  <a:cs typeface="Inter"/>
                  <a:sym typeface="Inter"/>
                </a:endParaRPr>
              </a:p>
            </p:txBody>
          </p:sp>
        </p:grpSp>
        <p:grpSp>
          <p:nvGrpSpPr>
            <p:cNvPr id="2759" name="Google Shape;2759;p253"/>
            <p:cNvGrpSpPr/>
            <p:nvPr/>
          </p:nvGrpSpPr>
          <p:grpSpPr>
            <a:xfrm>
              <a:off x="4762500" y="2476500"/>
              <a:ext cx="3619500" cy="952500"/>
              <a:chOff x="4762500" y="2476500"/>
              <a:chExt cx="3619500" cy="952500"/>
            </a:xfrm>
          </p:grpSpPr>
          <p:sp>
            <p:nvSpPr>
              <p:cNvPr id="2760" name="Google Shape;2760;p253"/>
              <p:cNvSpPr/>
              <p:nvPr/>
            </p:nvSpPr>
            <p:spPr>
              <a:xfrm>
                <a:off x="4762500" y="2476500"/>
                <a:ext cx="3619500" cy="952500"/>
              </a:xfrm>
              <a:prstGeom prst="roundRect">
                <a:avLst>
                  <a:gd fmla="val 80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61" name="Google Shape;2761;p253"/>
              <p:cNvSpPr txBox="1"/>
              <p:nvPr/>
            </p:nvSpPr>
            <p:spPr>
              <a:xfrm>
                <a:off x="4905375" y="2476500"/>
                <a:ext cx="33339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0097AC"/>
                    </a:solidFill>
                    <a:latin typeface="Material Icons"/>
                    <a:ea typeface="Material Icons"/>
                    <a:cs typeface="Material Icons"/>
                    <a:sym typeface="Material Icons"/>
                  </a:rPr>
                  <a:t>dataset</a:t>
                </a:r>
                <a:endParaRPr sz="2400">
                  <a:solidFill>
                    <a:srgbClr val="0097AC"/>
                  </a:solidFill>
                  <a:latin typeface="Material Icons"/>
                  <a:ea typeface="Material Icons"/>
                  <a:cs typeface="Material Icons"/>
                  <a:sym typeface="Material Icons"/>
                </a:endParaRPr>
              </a:p>
              <a:p>
                <a:pPr indent="0" lvl="0" marL="0" rtl="0" algn="l">
                  <a:spcBef>
                    <a:spcPts val="300"/>
                  </a:spcBef>
                  <a:spcAft>
                    <a:spcPts val="0"/>
                  </a:spcAft>
                  <a:buNone/>
                </a:pPr>
                <a:r>
                  <a:rPr b="1" lang="en-US" sz="1400">
                    <a:solidFill>
                      <a:srgbClr val="0F172A"/>
                    </a:solidFill>
                    <a:latin typeface="Inter"/>
                    <a:ea typeface="Inter"/>
                    <a:cs typeface="Inter"/>
                    <a:sym typeface="Inter"/>
                  </a:rPr>
                  <a:t>RAG pipelines</a:t>
                </a:r>
                <a:endParaRPr b="1" sz="1400">
                  <a:solidFill>
                    <a:srgbClr val="0F172A"/>
                  </a:solidFill>
                  <a:latin typeface="Inter"/>
                  <a:ea typeface="Inter"/>
                  <a:cs typeface="Inter"/>
                  <a:sym typeface="Inter"/>
                </a:endParaRPr>
              </a:p>
            </p:txBody>
          </p:sp>
        </p:grpSp>
        <p:grpSp>
          <p:nvGrpSpPr>
            <p:cNvPr id="2762" name="Google Shape;2762;p253"/>
            <p:cNvGrpSpPr/>
            <p:nvPr/>
          </p:nvGrpSpPr>
          <p:grpSpPr>
            <a:xfrm>
              <a:off x="762000" y="3619500"/>
              <a:ext cx="3619500" cy="952500"/>
              <a:chOff x="762000" y="3619500"/>
              <a:chExt cx="3619500" cy="952500"/>
            </a:xfrm>
          </p:grpSpPr>
          <p:sp>
            <p:nvSpPr>
              <p:cNvPr id="2763" name="Google Shape;2763;p253"/>
              <p:cNvSpPr/>
              <p:nvPr/>
            </p:nvSpPr>
            <p:spPr>
              <a:xfrm>
                <a:off x="762000" y="3619500"/>
                <a:ext cx="3619500" cy="952500"/>
              </a:xfrm>
              <a:prstGeom prst="roundRect">
                <a:avLst>
                  <a:gd fmla="val 80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64" name="Google Shape;2764;p253"/>
              <p:cNvSpPr txBox="1"/>
              <p:nvPr/>
            </p:nvSpPr>
            <p:spPr>
              <a:xfrm>
                <a:off x="904875" y="3619500"/>
                <a:ext cx="33339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0097AC"/>
                    </a:solidFill>
                    <a:latin typeface="Material Icons"/>
                    <a:ea typeface="Material Icons"/>
                    <a:cs typeface="Material Icons"/>
                    <a:sym typeface="Material Icons"/>
                  </a:rPr>
                  <a:t>alt_route</a:t>
                </a:r>
                <a:endParaRPr sz="2400">
                  <a:solidFill>
                    <a:srgbClr val="0097AC"/>
                  </a:solidFill>
                  <a:latin typeface="Material Icons"/>
                  <a:ea typeface="Material Icons"/>
                  <a:cs typeface="Material Icons"/>
                  <a:sym typeface="Material Icons"/>
                </a:endParaRPr>
              </a:p>
              <a:p>
                <a:pPr indent="0" lvl="0" marL="0" rtl="0" algn="l">
                  <a:spcBef>
                    <a:spcPts val="300"/>
                  </a:spcBef>
                  <a:spcAft>
                    <a:spcPts val="0"/>
                  </a:spcAft>
                  <a:buNone/>
                </a:pPr>
                <a:r>
                  <a:rPr b="1" lang="en-US" sz="1400">
                    <a:solidFill>
                      <a:srgbClr val="0F172A"/>
                    </a:solidFill>
                    <a:latin typeface="Inter"/>
                    <a:ea typeface="Inter"/>
                    <a:cs typeface="Inter"/>
                    <a:sym typeface="Inter"/>
                  </a:rPr>
                  <a:t>Router-based workflows</a:t>
                </a:r>
                <a:endParaRPr b="1" sz="1400">
                  <a:solidFill>
                    <a:srgbClr val="0F172A"/>
                  </a:solidFill>
                  <a:latin typeface="Inter"/>
                  <a:ea typeface="Inter"/>
                  <a:cs typeface="Inter"/>
                  <a:sym typeface="Inter"/>
                </a:endParaRPr>
              </a:p>
            </p:txBody>
          </p:sp>
        </p:grpSp>
        <p:grpSp>
          <p:nvGrpSpPr>
            <p:cNvPr id="2765" name="Google Shape;2765;p253"/>
            <p:cNvGrpSpPr/>
            <p:nvPr/>
          </p:nvGrpSpPr>
          <p:grpSpPr>
            <a:xfrm>
              <a:off x="4762500" y="3619500"/>
              <a:ext cx="3619500" cy="952500"/>
              <a:chOff x="4762500" y="3619500"/>
              <a:chExt cx="3619500" cy="952500"/>
            </a:xfrm>
          </p:grpSpPr>
          <p:sp>
            <p:nvSpPr>
              <p:cNvPr id="2766" name="Google Shape;2766;p253"/>
              <p:cNvSpPr/>
              <p:nvPr/>
            </p:nvSpPr>
            <p:spPr>
              <a:xfrm>
                <a:off x="4762500" y="3619500"/>
                <a:ext cx="3619500" cy="952500"/>
              </a:xfrm>
              <a:prstGeom prst="roundRect">
                <a:avLst>
                  <a:gd fmla="val 80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67" name="Google Shape;2767;p253"/>
              <p:cNvSpPr txBox="1"/>
              <p:nvPr/>
            </p:nvSpPr>
            <p:spPr>
              <a:xfrm>
                <a:off x="4905375" y="3619500"/>
                <a:ext cx="33339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0097AC"/>
                    </a:solidFill>
                    <a:latin typeface="Material Icons"/>
                    <a:ea typeface="Material Icons"/>
                    <a:cs typeface="Material Icons"/>
                    <a:sym typeface="Material Icons"/>
                  </a:rPr>
                  <a:t>psychology</a:t>
                </a:r>
                <a:endParaRPr sz="2400">
                  <a:solidFill>
                    <a:srgbClr val="0097AC"/>
                  </a:solidFill>
                  <a:latin typeface="Material Icons"/>
                  <a:ea typeface="Material Icons"/>
                  <a:cs typeface="Material Icons"/>
                  <a:sym typeface="Material Icons"/>
                </a:endParaRPr>
              </a:p>
              <a:p>
                <a:pPr indent="0" lvl="0" marL="0" rtl="0" algn="l">
                  <a:spcBef>
                    <a:spcPts val="300"/>
                  </a:spcBef>
                  <a:spcAft>
                    <a:spcPts val="0"/>
                  </a:spcAft>
                  <a:buNone/>
                </a:pPr>
                <a:r>
                  <a:rPr b="1" lang="en-US" sz="1400">
                    <a:solidFill>
                      <a:srgbClr val="0F172A"/>
                    </a:solidFill>
                    <a:latin typeface="Inter"/>
                    <a:ea typeface="Inter"/>
                    <a:cs typeface="Inter"/>
                    <a:sym typeface="Inter"/>
                  </a:rPr>
                  <a:t>AI-driven decision systems</a:t>
                </a:r>
                <a:endParaRPr b="1" sz="1400">
                  <a:solidFill>
                    <a:srgbClr val="0F172A"/>
                  </a:solidFill>
                  <a:latin typeface="Inter"/>
                  <a:ea typeface="Inter"/>
                  <a:cs typeface="Inter"/>
                  <a:sym typeface="Inter"/>
                </a:endParaRPr>
              </a:p>
            </p:txBody>
          </p:sp>
        </p:grpSp>
        <p:grpSp>
          <p:nvGrpSpPr>
            <p:cNvPr id="2768" name="Google Shape;2768;p253"/>
            <p:cNvGrpSpPr/>
            <p:nvPr/>
          </p:nvGrpSpPr>
          <p:grpSpPr>
            <a:xfrm>
              <a:off x="762000" y="4762500"/>
              <a:ext cx="7620000" cy="952500"/>
              <a:chOff x="762000" y="4762500"/>
              <a:chExt cx="7620000" cy="952500"/>
            </a:xfrm>
          </p:grpSpPr>
          <p:sp>
            <p:nvSpPr>
              <p:cNvPr id="2769" name="Google Shape;2769;p253"/>
              <p:cNvSpPr/>
              <p:nvPr/>
            </p:nvSpPr>
            <p:spPr>
              <a:xfrm>
                <a:off x="762000" y="4762500"/>
                <a:ext cx="7620000" cy="952500"/>
              </a:xfrm>
              <a:prstGeom prst="roundRect">
                <a:avLst>
                  <a:gd fmla="val 8000" name="adj"/>
                </a:avLst>
              </a:prstGeom>
              <a:solidFill>
                <a:srgbClr val="E0F2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0" name="Google Shape;2770;p253"/>
              <p:cNvSpPr txBox="1"/>
              <p:nvPr/>
            </p:nvSpPr>
            <p:spPr>
              <a:xfrm>
                <a:off x="904875" y="4762500"/>
                <a:ext cx="73344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00796B"/>
                    </a:solidFill>
                    <a:latin typeface="Material Icons"/>
                    <a:ea typeface="Material Icons"/>
                    <a:cs typeface="Material Icons"/>
                    <a:sym typeface="Material Icons"/>
                  </a:rPr>
                  <a:t>account_balance</a:t>
                </a:r>
                <a:endParaRPr sz="2400">
                  <a:solidFill>
                    <a:srgbClr val="00796B"/>
                  </a:solidFill>
                  <a:latin typeface="Material Icons"/>
                  <a:ea typeface="Material Icons"/>
                  <a:cs typeface="Material Icons"/>
                  <a:sym typeface="Material Icons"/>
                </a:endParaRPr>
              </a:p>
              <a:p>
                <a:pPr indent="0" lvl="0" marL="0" rtl="0" algn="l">
                  <a:spcBef>
                    <a:spcPts val="300"/>
                  </a:spcBef>
                  <a:spcAft>
                    <a:spcPts val="0"/>
                  </a:spcAft>
                  <a:buNone/>
                </a:pPr>
                <a:r>
                  <a:rPr b="1" lang="en-US" sz="1600">
                    <a:solidFill>
                      <a:srgbClr val="004D40"/>
                    </a:solidFill>
                    <a:latin typeface="Inter"/>
                    <a:ea typeface="Inter"/>
                    <a:cs typeface="Inter"/>
                    <a:sym typeface="Inter"/>
                  </a:rPr>
                  <a:t>Automated enterprise loan assessment</a:t>
                </a:r>
                <a:endParaRPr b="1" sz="1600">
                  <a:solidFill>
                    <a:srgbClr val="004D40"/>
                  </a:solidFill>
                  <a:latin typeface="Inter"/>
                  <a:ea typeface="Inter"/>
                  <a:cs typeface="Inter"/>
                  <a:sym typeface="Inter"/>
                </a:endParaRPr>
              </a:p>
            </p:txBody>
          </p:sp>
        </p:grpSp>
      </p:gr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74" name="Shape 2774"/>
        <p:cNvGrpSpPr/>
        <p:nvPr/>
      </p:nvGrpSpPr>
      <p:grpSpPr>
        <a:xfrm>
          <a:off x="0" y="0"/>
          <a:ext cx="0" cy="0"/>
          <a:chOff x="0" y="0"/>
          <a:chExt cx="0" cy="0"/>
        </a:xfrm>
      </p:grpSpPr>
      <p:sp>
        <p:nvSpPr>
          <p:cNvPr descr="UST" id="2775" name="Google Shape;2775;p254"/>
          <p:cNvSpPr/>
          <p:nvPr/>
        </p:nvSpPr>
        <p:spPr>
          <a:xfrm>
            <a:off x="274320" y="6238277"/>
            <a:ext cx="240030" cy="354094"/>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776" name="Google Shape;2776;p254"/>
          <p:cNvSpPr txBox="1"/>
          <p:nvPr>
            <p:ph type="title"/>
          </p:nvPr>
        </p:nvSpPr>
        <p:spPr>
          <a:xfrm>
            <a:off x="381000" y="381000"/>
            <a:ext cx="6153000" cy="9144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3600">
                <a:solidFill>
                  <a:srgbClr val="1E293B"/>
                </a:solidFill>
                <a:latin typeface="Arial"/>
                <a:ea typeface="Arial"/>
                <a:cs typeface="Arial"/>
                <a:sym typeface="Arial"/>
              </a:rPr>
              <a:t>Q&amp;A</a:t>
            </a:r>
            <a:endParaRPr b="1" sz="3600">
              <a:solidFill>
                <a:srgbClr val="1E293B"/>
              </a:solidFill>
              <a:latin typeface="Arial"/>
              <a:ea typeface="Arial"/>
              <a:cs typeface="Arial"/>
              <a:sym typeface="Arial"/>
            </a:endParaRPr>
          </a:p>
        </p:txBody>
      </p:sp>
      <p:grpSp>
        <p:nvGrpSpPr>
          <p:cNvPr id="2777" name="Google Shape;2777;p254"/>
          <p:cNvGrpSpPr/>
          <p:nvPr/>
        </p:nvGrpSpPr>
        <p:grpSpPr>
          <a:xfrm>
            <a:off x="381000" y="1524000"/>
            <a:ext cx="8382000" cy="3810000"/>
            <a:chOff x="381000" y="1524000"/>
            <a:chExt cx="8382000" cy="3810000"/>
          </a:xfrm>
        </p:grpSpPr>
        <p:sp>
          <p:nvSpPr>
            <p:cNvPr id="2778" name="Google Shape;2778;p254"/>
            <p:cNvSpPr/>
            <p:nvPr/>
          </p:nvSpPr>
          <p:spPr>
            <a:xfrm>
              <a:off x="381000" y="1524000"/>
              <a:ext cx="8382000" cy="3810000"/>
            </a:xfrm>
            <a:prstGeom prst="roundRect">
              <a:avLst>
                <a:gd fmla="val 5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9" name="Google Shape;2779;p254"/>
            <p:cNvSpPr txBox="1"/>
            <p:nvPr/>
          </p:nvSpPr>
          <p:spPr>
            <a:xfrm>
              <a:off x="381000" y="1524000"/>
              <a:ext cx="8382000" cy="3810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000">
                  <a:solidFill>
                    <a:srgbClr val="0097AC"/>
                  </a:solidFill>
                  <a:latin typeface="Material Icons"/>
                  <a:ea typeface="Material Icons"/>
                  <a:cs typeface="Material Icons"/>
                  <a:sym typeface="Material Icons"/>
                </a:rPr>
                <a:t>forum</a:t>
              </a:r>
              <a:endParaRPr sz="8000">
                <a:solidFill>
                  <a:srgbClr val="0097AC"/>
                </a:solidFill>
                <a:latin typeface="Material Icons"/>
                <a:ea typeface="Material Icons"/>
                <a:cs typeface="Material Icons"/>
                <a:sym typeface="Material Icons"/>
              </a:endParaRPr>
            </a:p>
            <a:p>
              <a:pPr indent="0" lvl="0" marL="0" rtl="0" algn="ctr">
                <a:spcBef>
                  <a:spcPts val="3000"/>
                </a:spcBef>
                <a:spcAft>
                  <a:spcPts val="0"/>
                </a:spcAft>
                <a:buNone/>
              </a:pPr>
              <a:r>
                <a:rPr b="1" lang="en-US" sz="2800">
                  <a:solidFill>
                    <a:srgbClr val="334155"/>
                  </a:solidFill>
                  <a:latin typeface="Arial"/>
                  <a:ea typeface="Arial"/>
                  <a:cs typeface="Arial"/>
                  <a:sym typeface="Arial"/>
                </a:rPr>
                <a:t>Questions &amp; Discussion</a:t>
              </a:r>
              <a:endParaRPr b="1" sz="2800">
                <a:solidFill>
                  <a:srgbClr val="334155"/>
                </a:solidFill>
                <a:latin typeface="Arial"/>
                <a:ea typeface="Arial"/>
                <a:cs typeface="Arial"/>
                <a:sym typeface="Arial"/>
              </a:endParaRPr>
            </a:p>
            <a:p>
              <a:pPr indent="0" lvl="0" marL="0" rtl="0" algn="ctr">
                <a:spcBef>
                  <a:spcPts val="1500"/>
                </a:spcBef>
                <a:spcAft>
                  <a:spcPts val="0"/>
                </a:spcAft>
                <a:buNone/>
              </a:pPr>
              <a:r>
                <a:rPr lang="en-US" sz="1800">
                  <a:solidFill>
                    <a:srgbClr val="64748B"/>
                  </a:solidFill>
                  <a:latin typeface="Arial"/>
                  <a:ea typeface="Arial"/>
                  <a:cs typeface="Arial"/>
                  <a:sym typeface="Arial"/>
                </a:rPr>
                <a:t>We'd love to hear your thoughts and inquiries.</a:t>
              </a:r>
              <a:endParaRPr sz="1800">
                <a:solidFill>
                  <a:srgbClr val="64748B"/>
                </a:solidFill>
                <a:latin typeface="Arial"/>
                <a:ea typeface="Arial"/>
                <a:cs typeface="Arial"/>
                <a:sym typeface="Arial"/>
              </a:endParaRPr>
            </a:p>
            <a:p>
              <a:pPr indent="0" lvl="0" marL="0" rtl="0" algn="ctr">
                <a:spcBef>
                  <a:spcPts val="3000"/>
                </a:spcBef>
                <a:spcAft>
                  <a:spcPts val="0"/>
                </a:spcAft>
                <a:buNone/>
              </a:pPr>
              <a:r>
                <a:rPr b="1" lang="en-US" sz="2400">
                  <a:solidFill>
                    <a:srgbClr val="0097AC"/>
                  </a:solidFill>
                  <a:latin typeface="Arial"/>
                  <a:ea typeface="Arial"/>
                  <a:cs typeface="Arial"/>
                  <a:sym typeface="Arial"/>
                </a:rPr>
                <a:t>Thank You</a:t>
              </a:r>
              <a:endParaRPr b="1" sz="2400">
                <a:solidFill>
                  <a:srgbClr val="0097AC"/>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UST 2025 Q4 Aptos">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UST 2025 Q4 Aptos">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UST 2025 Q4 Aptos">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