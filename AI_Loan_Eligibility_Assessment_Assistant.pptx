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theme/theme2.xml" ContentType="application/vnd.openxmlformats-officedocument.theme+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883" r:id="rId1"/>
    <p:sldMasterId id="2147483884" r:id="rId2"/>
    <p:sldMasterId id="2147483885" r:id="rId3"/>
  </p:sldMasterIdLst>
  <p:notesMasterIdLst>
    <p:notesMasterId r:id="rId20"/>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9144000" cy="6858000" type="screen4x3"/>
  <p:notesSz cx="6858000" cy="9144000"/>
  <p:embeddedFontLst>
    <p:embeddedFont>
      <p:font typeface="Inter Medium" panose="020B0604020202020204" charset="0"/>
      <p:regular r:id="rId21"/>
      <p:bold r:id="rId22"/>
      <p:italic r:id="rId23"/>
      <p:boldItalic r:id="rId24"/>
    </p:embeddedFont>
    <p:embeddedFont>
      <p:font typeface="Inter" panose="020B0604020202020204" charset="0"/>
      <p:bold r:id="rId25"/>
      <p:boldItalic r:id="rId26"/>
    </p:embeddedFont>
    <p:embeddedFont>
      <p:font typeface="Inter SemiBold" panose="020B0604020202020204"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1494559-91E3-4073-9C55-00DFF3457981}">
  <a:tblStyle styleId="{61494559-91E3-4073-9C55-00DFF3457981}" styleName="Table_0">
    <a:wholeTbl>
      <a:tcTxStyle b="off" i="off">
        <a:font>
          <a:latin typeface="Aptos Light"/>
          <a:ea typeface="Aptos Light"/>
          <a:cs typeface="Aptos Light"/>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6EFF1"/>
          </a:solidFill>
        </a:fill>
      </a:tcStyle>
    </a:wholeTbl>
    <a:band1H>
      <a:tcTxStyle/>
      <a:tcStyle>
        <a:tcBdr/>
        <a:fill>
          <a:solidFill>
            <a:srgbClr val="CADDE2"/>
          </a:solidFill>
        </a:fill>
      </a:tcStyle>
    </a:band1H>
    <a:band2H>
      <a:tcTxStyle/>
      <a:tcStyle>
        <a:tcBdr/>
      </a:tcStyle>
    </a:band2H>
    <a:band1V>
      <a:tcTxStyle/>
      <a:tcStyle>
        <a:tcBdr/>
        <a:fill>
          <a:solidFill>
            <a:srgbClr val="CADDE2"/>
          </a:solidFill>
        </a:fill>
      </a:tcStyle>
    </a:band1V>
    <a:band2V>
      <a:tcTxStyle/>
      <a:tcStyle>
        <a:tcBdr/>
      </a:tcStyle>
    </a:band2V>
    <a:lastCol>
      <a:tcTxStyle b="on" i="off">
        <a:font>
          <a:latin typeface="Aptos Light"/>
          <a:ea typeface="Aptos Light"/>
          <a:cs typeface="Aptos Light"/>
        </a:font>
        <a:schemeClr val="lt1"/>
      </a:tcTxStyle>
      <a:tcStyle>
        <a:tcBdr/>
        <a:fill>
          <a:solidFill>
            <a:schemeClr val="accent1"/>
          </a:solidFill>
        </a:fill>
      </a:tcStyle>
    </a:lastCol>
    <a:firstCol>
      <a:tcTxStyle b="on" i="off">
        <a:font>
          <a:latin typeface="Aptos Light"/>
          <a:ea typeface="Aptos Light"/>
          <a:cs typeface="Aptos Light"/>
        </a:font>
        <a:schemeClr val="lt1"/>
      </a:tcTxStyle>
      <a:tcStyle>
        <a:tcBdr/>
        <a:fill>
          <a:solidFill>
            <a:schemeClr val="accent1"/>
          </a:solidFill>
        </a:fill>
      </a:tcStyle>
    </a:firstCol>
    <a:lastRow>
      <a:tcTxStyle b="on" i="off">
        <a:font>
          <a:latin typeface="Aptos Light"/>
          <a:ea typeface="Aptos Light"/>
          <a:cs typeface="Aptos Light"/>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Aptos Light"/>
          <a:ea typeface="Aptos Light"/>
          <a:cs typeface="Aptos Light"/>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3" d="100"/>
          <a:sy n="83" d="100"/>
        </p:scale>
        <p:origin x="1426" y="53"/>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font" Target="fonts/font6.fntdata"/><Relationship Id="rId3" Type="http://schemas.openxmlformats.org/officeDocument/2006/relationships/slideMaster" Target="slideMasters/slideMaster3.xml"/><Relationship Id="rId21" Type="http://schemas.openxmlformats.org/officeDocument/2006/relationships/font" Target="fonts/font1.fntdata"/><Relationship Id="rId34" Type="http://schemas.openxmlformats.org/officeDocument/2006/relationships/tableStyles" Target="tableStyle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font" Target="fonts/font5.fntdata"/><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notesMaster" Target="notesMasters/notesMaster1.xml"/><Relationship Id="rId29"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font" Target="fonts/font4.fntdata"/><Relationship Id="rId32"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8"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2188240805"/>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9"/>
        <p:cNvGrpSpPr/>
        <p:nvPr/>
      </p:nvGrpSpPr>
      <p:grpSpPr>
        <a:xfrm>
          <a:off x="0" y="0"/>
          <a:ext cx="0" cy="0"/>
          <a:chOff x="0" y="0"/>
          <a:chExt cx="0" cy="0"/>
        </a:xfrm>
      </p:grpSpPr>
      <p:sp>
        <p:nvSpPr>
          <p:cNvPr id="2500" name="Google Shape;2500;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01" name="Google Shape;2501;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09661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6"/>
        <p:cNvGrpSpPr/>
        <p:nvPr/>
      </p:nvGrpSpPr>
      <p:grpSpPr>
        <a:xfrm>
          <a:off x="0" y="0"/>
          <a:ext cx="0" cy="0"/>
          <a:chOff x="0" y="0"/>
          <a:chExt cx="0" cy="0"/>
        </a:xfrm>
      </p:grpSpPr>
      <p:sp>
        <p:nvSpPr>
          <p:cNvPr id="2507" name="Google Shape;2507;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08" name="Google Shape;2508;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5250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3"/>
        <p:cNvGrpSpPr/>
        <p:nvPr/>
      </p:nvGrpSpPr>
      <p:grpSpPr>
        <a:xfrm>
          <a:off x="0" y="0"/>
          <a:ext cx="0" cy="0"/>
          <a:chOff x="0" y="0"/>
          <a:chExt cx="0" cy="0"/>
        </a:xfrm>
      </p:grpSpPr>
      <p:sp>
        <p:nvSpPr>
          <p:cNvPr id="2524" name="Google Shape;2524;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25" name="Google Shape;2525;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506582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6"/>
        <p:cNvGrpSpPr/>
        <p:nvPr/>
      </p:nvGrpSpPr>
      <p:grpSpPr>
        <a:xfrm>
          <a:off x="0" y="0"/>
          <a:ext cx="0" cy="0"/>
          <a:chOff x="0" y="0"/>
          <a:chExt cx="0" cy="0"/>
        </a:xfrm>
      </p:grpSpPr>
      <p:sp>
        <p:nvSpPr>
          <p:cNvPr id="2547" name="Google Shape;2547;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8" name="Google Shape;2548;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03125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3"/>
        <p:cNvGrpSpPr/>
        <p:nvPr/>
      </p:nvGrpSpPr>
      <p:grpSpPr>
        <a:xfrm>
          <a:off x="0" y="0"/>
          <a:ext cx="0" cy="0"/>
          <a:chOff x="0" y="0"/>
          <a:chExt cx="0" cy="0"/>
        </a:xfrm>
      </p:grpSpPr>
      <p:sp>
        <p:nvSpPr>
          <p:cNvPr id="2564" name="Google Shape;2564;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65" name="Google Shape;2565;p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265559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9"/>
        <p:cNvGrpSpPr/>
        <p:nvPr/>
      </p:nvGrpSpPr>
      <p:grpSpPr>
        <a:xfrm>
          <a:off x="0" y="0"/>
          <a:ext cx="0" cy="0"/>
          <a:chOff x="0" y="0"/>
          <a:chExt cx="0" cy="0"/>
        </a:xfrm>
      </p:grpSpPr>
      <p:sp>
        <p:nvSpPr>
          <p:cNvPr id="2570" name="Google Shape;2570;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71" name="Google Shape;2571;p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448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5"/>
        <p:cNvGrpSpPr/>
        <p:nvPr/>
      </p:nvGrpSpPr>
      <p:grpSpPr>
        <a:xfrm>
          <a:off x="0" y="0"/>
          <a:ext cx="0" cy="0"/>
          <a:chOff x="0" y="0"/>
          <a:chExt cx="0" cy="0"/>
        </a:xfrm>
      </p:grpSpPr>
      <p:sp>
        <p:nvSpPr>
          <p:cNvPr id="2576" name="Google Shape;2576;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77" name="Google Shape;2577;p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68706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1"/>
        <p:cNvGrpSpPr/>
        <p:nvPr/>
      </p:nvGrpSpPr>
      <p:grpSpPr>
        <a:xfrm>
          <a:off x="0" y="0"/>
          <a:ext cx="0" cy="0"/>
          <a:chOff x="0" y="0"/>
          <a:chExt cx="0" cy="0"/>
        </a:xfrm>
      </p:grpSpPr>
      <p:sp>
        <p:nvSpPr>
          <p:cNvPr id="2582" name="Google Shape;2582;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83" name="Google Shape;2583;p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76417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7"/>
        <p:cNvGrpSpPr/>
        <p:nvPr/>
      </p:nvGrpSpPr>
      <p:grpSpPr>
        <a:xfrm>
          <a:off x="0" y="0"/>
          <a:ext cx="0" cy="0"/>
          <a:chOff x="0" y="0"/>
          <a:chExt cx="0" cy="0"/>
        </a:xfrm>
      </p:grpSpPr>
      <p:sp>
        <p:nvSpPr>
          <p:cNvPr id="2618" name="Google Shape;2618;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19" name="Google Shape;2619;p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66626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5"/>
        <p:cNvGrpSpPr/>
        <p:nvPr/>
      </p:nvGrpSpPr>
      <p:grpSpPr>
        <a:xfrm>
          <a:off x="0" y="0"/>
          <a:ext cx="0" cy="0"/>
          <a:chOff x="0" y="0"/>
          <a:chExt cx="0" cy="0"/>
        </a:xfrm>
      </p:grpSpPr>
      <p:sp>
        <p:nvSpPr>
          <p:cNvPr id="2636" name="Google Shape;2636;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37" name="Google Shape;2637;p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66815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9"/>
        <p:cNvGrpSpPr/>
        <p:nvPr/>
      </p:nvGrpSpPr>
      <p:grpSpPr>
        <a:xfrm>
          <a:off x="0" y="0"/>
          <a:ext cx="0" cy="0"/>
          <a:chOff x="0" y="0"/>
          <a:chExt cx="0" cy="0"/>
        </a:xfrm>
      </p:grpSpPr>
      <p:sp>
        <p:nvSpPr>
          <p:cNvPr id="2670" name="Google Shape;2670;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71" name="Google Shape;2671;p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65195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3"/>
        <p:cNvGrpSpPr/>
        <p:nvPr/>
      </p:nvGrpSpPr>
      <p:grpSpPr>
        <a:xfrm>
          <a:off x="0" y="0"/>
          <a:ext cx="0" cy="0"/>
          <a:chOff x="0" y="0"/>
          <a:chExt cx="0" cy="0"/>
        </a:xfrm>
      </p:grpSpPr>
      <p:sp>
        <p:nvSpPr>
          <p:cNvPr id="2684" name="Google Shape;2684;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85" name="Google Shape;2685;p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8901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3"/>
        <p:cNvGrpSpPr/>
        <p:nvPr/>
      </p:nvGrpSpPr>
      <p:grpSpPr>
        <a:xfrm>
          <a:off x="0" y="0"/>
          <a:ext cx="0" cy="0"/>
          <a:chOff x="0" y="0"/>
          <a:chExt cx="0" cy="0"/>
        </a:xfrm>
      </p:grpSpPr>
      <p:sp>
        <p:nvSpPr>
          <p:cNvPr id="2704" name="Google Shape;2704;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5" name="Google Shape;2705;p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172189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2"/>
        <p:cNvGrpSpPr/>
        <p:nvPr/>
      </p:nvGrpSpPr>
      <p:grpSpPr>
        <a:xfrm>
          <a:off x="0" y="0"/>
          <a:ext cx="0" cy="0"/>
          <a:chOff x="0" y="0"/>
          <a:chExt cx="0" cy="0"/>
        </a:xfrm>
      </p:grpSpPr>
      <p:sp>
        <p:nvSpPr>
          <p:cNvPr id="2723" name="Google Shape;2723;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24" name="Google Shape;2724;p1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13546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8"/>
        <p:cNvGrpSpPr/>
        <p:nvPr/>
      </p:nvGrpSpPr>
      <p:grpSpPr>
        <a:xfrm>
          <a:off x="0" y="0"/>
          <a:ext cx="0" cy="0"/>
          <a:chOff x="0" y="0"/>
          <a:chExt cx="0" cy="0"/>
        </a:xfrm>
      </p:grpSpPr>
      <p:sp>
        <p:nvSpPr>
          <p:cNvPr id="2749" name="Google Shape;2749;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50" name="Google Shape;2750;p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567256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1"/>
        <p:cNvGrpSpPr/>
        <p:nvPr/>
      </p:nvGrpSpPr>
      <p:grpSpPr>
        <a:xfrm>
          <a:off x="0" y="0"/>
          <a:ext cx="0" cy="0"/>
          <a:chOff x="0" y="0"/>
          <a:chExt cx="0" cy="0"/>
        </a:xfrm>
      </p:grpSpPr>
      <p:sp>
        <p:nvSpPr>
          <p:cNvPr id="2772" name="Google Shape;2772;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73" name="Google Shape;2773;p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214522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hyperlink" Target="https://ust.com/"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hyperlink" Target="https://ust.com/"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5.xml.rels><?xml version="1.0" encoding="UTF-8" standalone="yes"?>
<Relationships xmlns="http://schemas.openxmlformats.org/package/2006/relationships"><Relationship Id="rId3" Type="http://schemas.openxmlformats.org/officeDocument/2006/relationships/hyperlink" Target="http://www.youtube.com/ustglobalweb" TargetMode="External"/><Relationship Id="rId7" Type="http://schemas.openxmlformats.org/officeDocument/2006/relationships/image" Target="../media/image10.png"/><Relationship Id="rId2" Type="http://schemas.openxmlformats.org/officeDocument/2006/relationships/hyperlink" Target="https://www.facebook.com/USTGlobal" TargetMode="External"/><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hyperlink" Target="https://twitter.com/USTGlobal" TargetMode="External"/><Relationship Id="rId4" Type="http://schemas.openxmlformats.org/officeDocument/2006/relationships/hyperlink" Target="http://www.linkedin.com/company/ust-global" TargetMode="Externa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2" Type="http://schemas.openxmlformats.org/officeDocument/2006/relationships/hyperlink" Target="https://ust.com/" TargetMode="External"/><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2" Type="http://schemas.openxmlformats.org/officeDocument/2006/relationships/hyperlink" Target="https://ust.com/" TargetMode="External"/><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2" Type="http://schemas.openxmlformats.org/officeDocument/2006/relationships/hyperlink" Target="https://ust.com/" TargetMode="External"/><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3.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3.xml.rels><?xml version="1.0" encoding="UTF-8" standalone="yes"?>
<Relationships xmlns="http://schemas.openxmlformats.org/package/2006/relationships"><Relationship Id="rId3" Type="http://schemas.openxmlformats.org/officeDocument/2006/relationships/hyperlink" Target="http://www.youtube.com/ustglobalweb" TargetMode="External"/><Relationship Id="rId7" Type="http://schemas.openxmlformats.org/officeDocument/2006/relationships/image" Target="../media/image10.png"/><Relationship Id="rId2" Type="http://schemas.openxmlformats.org/officeDocument/2006/relationships/hyperlink" Target="https://www.facebook.com/USTGlobal" TargetMode="External"/><Relationship Id="rId1" Type="http://schemas.openxmlformats.org/officeDocument/2006/relationships/slideMaster" Target="../slideMasters/slideMaster3.xml"/><Relationship Id="rId6" Type="http://schemas.openxmlformats.org/officeDocument/2006/relationships/image" Target="../media/image9.png"/><Relationship Id="rId5" Type="http://schemas.openxmlformats.org/officeDocument/2006/relationships/hyperlink" Target="https://twitter.com/USTGlobal" TargetMode="External"/><Relationship Id="rId4" Type="http://schemas.openxmlformats.org/officeDocument/2006/relationships/hyperlink" Target="http://www.linkedin.com/company/ust-global" TargetMode="Externa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body" idx="1"/>
          </p:nvPr>
        </p:nvSpPr>
        <p:spPr>
          <a:xfrm>
            <a:off x="274320" y="1828800"/>
            <a:ext cx="6377940" cy="42519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pos="5588">
          <p15:clr>
            <a:srgbClr val="FBAE40"/>
          </p15:clr>
        </p15:guide>
        <p15:guide id="4" orient="horz" pos="4148">
          <p15:clr>
            <a:srgbClr val="FBAE40"/>
          </p15:clr>
        </p15:guide>
        <p15:guide id="5" pos="57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 name="Google Shape;16;p3"/>
          <p:cNvSpPr txBox="1">
            <a:spLocks noGrp="1"/>
          </p:cNvSpPr>
          <p:nvPr>
            <p:ph type="body" idx="1"/>
          </p:nvPr>
        </p:nvSpPr>
        <p:spPr>
          <a:xfrm>
            <a:off x="274320" y="1828800"/>
            <a:ext cx="4183380" cy="42519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 name="Google Shape;17;p3"/>
          <p:cNvSpPr txBox="1">
            <a:spLocks noGrp="1"/>
          </p:cNvSpPr>
          <p:nvPr>
            <p:ph type="body" idx="2"/>
          </p:nvPr>
        </p:nvSpPr>
        <p:spPr>
          <a:xfrm>
            <a:off x="4684014" y="1828800"/>
            <a:ext cx="4183380" cy="42519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744">
          <p15:clr>
            <a:srgbClr val="FBAE40"/>
          </p15:clr>
        </p15:guide>
        <p15:guide id="2" pos="3934">
          <p15:clr>
            <a:srgbClr val="FBAE40"/>
          </p15:clr>
        </p15:guide>
        <p15:guide id="3" orient="horz" pos="3832">
          <p15:clr>
            <a:srgbClr val="FBAE40"/>
          </p15:clr>
        </p15:guide>
        <p15:guide id="4" orient="horz" pos="1152">
          <p15:clr>
            <a:srgbClr val="FBAE40"/>
          </p15:clr>
        </p15:guide>
        <p15:guide id="5" orient="horz" pos="414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idebar Left">
  <p:cSld name="Sidebar Left">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4"/>
          <p:cNvSpPr txBox="1">
            <a:spLocks noGrp="1"/>
          </p:cNvSpPr>
          <p:nvPr>
            <p:ph type="body" idx="1"/>
          </p:nvPr>
        </p:nvSpPr>
        <p:spPr>
          <a:xfrm>
            <a:off x="274320" y="1828800"/>
            <a:ext cx="2708910" cy="42519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 name="Google Shape;21;p4"/>
          <p:cNvSpPr txBox="1">
            <a:spLocks noGrp="1"/>
          </p:cNvSpPr>
          <p:nvPr>
            <p:ph type="body" idx="2"/>
          </p:nvPr>
        </p:nvSpPr>
        <p:spPr>
          <a:xfrm>
            <a:off x="3216402" y="1828800"/>
            <a:ext cx="5650992" cy="42519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hree Quarters Black">
  <p:cSld name="Three Quarters Black">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5" descr="UST"/>
          <p:cNvSpPr/>
          <p:nvPr/>
        </p:nvSpPr>
        <p:spPr>
          <a:xfrm>
            <a:off x="274320" y="6238277"/>
            <a:ext cx="240030" cy="354090"/>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lt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4" name="Google Shape;24;p5"/>
          <p:cNvSpPr txBox="1">
            <a:spLocks noGrp="1"/>
          </p:cNvSpPr>
          <p:nvPr>
            <p:ph type="title"/>
          </p:nvPr>
        </p:nvSpPr>
        <p:spPr>
          <a:xfrm>
            <a:off x="274321" y="365760"/>
            <a:ext cx="615286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5"/>
          <p:cNvSpPr txBox="1">
            <a:spLocks noGrp="1"/>
          </p:cNvSpPr>
          <p:nvPr>
            <p:ph type="body" idx="1"/>
          </p:nvPr>
        </p:nvSpPr>
        <p:spPr>
          <a:xfrm>
            <a:off x="274320" y="1828800"/>
            <a:ext cx="6152864" cy="42519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sz="1350">
                <a:solidFill>
                  <a:schemeClr val="lt1"/>
                </a:solidFill>
                <a:latin typeface="Arial"/>
                <a:ea typeface="Arial"/>
                <a:cs typeface="Arial"/>
                <a:sym typeface="Arial"/>
              </a:defRPr>
            </a:lvl1pPr>
            <a:lvl2pPr marL="914400" lvl="1" indent="-314325" algn="l">
              <a:lnSpc>
                <a:spcPct val="100000"/>
              </a:lnSpc>
              <a:spcBef>
                <a:spcPts val="225"/>
              </a:spcBef>
              <a:spcAft>
                <a:spcPts val="0"/>
              </a:spcAft>
              <a:buClr>
                <a:schemeClr val="lt1"/>
              </a:buClr>
              <a:buSzPts val="1350"/>
              <a:buChar char="–"/>
              <a:defRPr sz="1350">
                <a:solidFill>
                  <a:schemeClr val="lt1"/>
                </a:solidFill>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sz="1350">
                <a:solidFill>
                  <a:schemeClr val="lt1"/>
                </a:solidFill>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sz="1350">
                <a:solidFill>
                  <a:schemeClr val="lt1"/>
                </a:solidFill>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sz="1350">
                <a:solidFill>
                  <a:schemeClr val="lt1"/>
                </a:solidFill>
                <a:latin typeface="Arial"/>
                <a:ea typeface="Arial"/>
                <a:cs typeface="Arial"/>
                <a:sym typeface="Arial"/>
              </a:defRPr>
            </a:lvl5pPr>
            <a:lvl6pPr marL="2743200" lvl="5" indent="-314325" algn="l">
              <a:lnSpc>
                <a:spcPct val="100000"/>
              </a:lnSpc>
              <a:spcBef>
                <a:spcPts val="225"/>
              </a:spcBef>
              <a:spcAft>
                <a:spcPts val="0"/>
              </a:spcAft>
              <a:buClr>
                <a:schemeClr val="lt1"/>
              </a:buClr>
              <a:buSzPts val="1350"/>
              <a:buChar char="–"/>
              <a:defRPr sz="1350">
                <a:solidFill>
                  <a:schemeClr val="lt1"/>
                </a:solidFill>
              </a:defRPr>
            </a:lvl6pPr>
            <a:lvl7pPr marL="3200400" lvl="6" indent="-314325" algn="l">
              <a:lnSpc>
                <a:spcPct val="100000"/>
              </a:lnSpc>
              <a:spcBef>
                <a:spcPts val="225"/>
              </a:spcBef>
              <a:spcAft>
                <a:spcPts val="0"/>
              </a:spcAft>
              <a:buClr>
                <a:schemeClr val="lt1"/>
              </a:buClr>
              <a:buSzPts val="1350"/>
              <a:buChar char="–"/>
              <a:defRPr sz="1350">
                <a:solidFill>
                  <a:schemeClr val="lt1"/>
                </a:solidFill>
              </a:defRPr>
            </a:lvl7pPr>
            <a:lvl8pPr marL="3657600" lvl="7" indent="-314325" algn="l">
              <a:lnSpc>
                <a:spcPct val="100000"/>
              </a:lnSpc>
              <a:spcBef>
                <a:spcPts val="225"/>
              </a:spcBef>
              <a:spcAft>
                <a:spcPts val="0"/>
              </a:spcAft>
              <a:buClr>
                <a:schemeClr val="lt1"/>
              </a:buClr>
              <a:buSzPts val="1350"/>
              <a:buChar char="–"/>
              <a:defRPr sz="1350">
                <a:solidFill>
                  <a:schemeClr val="lt1"/>
                </a:solidFill>
              </a:defRPr>
            </a:lvl8pPr>
            <a:lvl9pPr marL="4114800" lvl="8" indent="-314325" algn="l">
              <a:lnSpc>
                <a:spcPct val="100000"/>
              </a:lnSpc>
              <a:spcBef>
                <a:spcPts val="225"/>
              </a:spcBef>
              <a:spcAft>
                <a:spcPts val="0"/>
              </a:spcAft>
              <a:buClr>
                <a:schemeClr val="lt1"/>
              </a:buClr>
              <a:buSzPts val="1350"/>
              <a:buChar char="–"/>
              <a:defRPr sz="1350">
                <a:solidFill>
                  <a:schemeClr val="lt1"/>
                </a:solidFill>
              </a:defRPr>
            </a:lvl9pPr>
          </a:lstStyle>
          <a:p>
            <a:endParaRPr/>
          </a:p>
        </p:txBody>
      </p:sp>
      <p:sp>
        <p:nvSpPr>
          <p:cNvPr id="26" name="Google Shape;26;p5"/>
          <p:cNvSpPr txBox="1">
            <a:spLocks noGrp="1"/>
          </p:cNvSpPr>
          <p:nvPr>
            <p:ph type="body" idx="2"/>
          </p:nvPr>
        </p:nvSpPr>
        <p:spPr>
          <a:xfrm>
            <a:off x="6891337" y="1828800"/>
            <a:ext cx="1976057" cy="425196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solidFill>
                  <a:schemeClr val="dk1"/>
                </a:solidFill>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solidFill>
                  <a:schemeClr val="dk1"/>
                </a:solidFill>
              </a:defRPr>
            </a:lvl6pPr>
            <a:lvl7pPr marL="3200400" lvl="6" indent="-304800" algn="l">
              <a:lnSpc>
                <a:spcPct val="100000"/>
              </a:lnSpc>
              <a:spcBef>
                <a:spcPts val="225"/>
              </a:spcBef>
              <a:spcAft>
                <a:spcPts val="0"/>
              </a:spcAft>
              <a:buClr>
                <a:schemeClr val="dk1"/>
              </a:buClr>
              <a:buSzPts val="1200"/>
              <a:buChar char="–"/>
              <a:defRPr sz="1200">
                <a:solidFill>
                  <a:schemeClr val="dk1"/>
                </a:solidFill>
              </a:defRPr>
            </a:lvl7pPr>
            <a:lvl8pPr marL="3657600" lvl="7" indent="-304800" algn="l">
              <a:lnSpc>
                <a:spcPct val="100000"/>
              </a:lnSpc>
              <a:spcBef>
                <a:spcPts val="225"/>
              </a:spcBef>
              <a:spcAft>
                <a:spcPts val="0"/>
              </a:spcAft>
              <a:buClr>
                <a:schemeClr val="dk1"/>
              </a:buClr>
              <a:buSzPts val="1200"/>
              <a:buChar char="–"/>
              <a:defRPr sz="1200">
                <a:solidFill>
                  <a:schemeClr val="dk1"/>
                </a:solidFill>
              </a:defRPr>
            </a:lvl8pPr>
            <a:lvl9pPr marL="4114800" lvl="8" indent="-304800" algn="l">
              <a:lnSpc>
                <a:spcPct val="100000"/>
              </a:lnSpc>
              <a:spcBef>
                <a:spcPts val="225"/>
              </a:spcBef>
              <a:spcAft>
                <a:spcPts val="0"/>
              </a:spcAft>
              <a:buClr>
                <a:schemeClr val="dk1"/>
              </a:buClr>
              <a:buSzPts val="1200"/>
              <a:buChar char="–"/>
              <a:defRPr sz="1200">
                <a:solidFill>
                  <a:schemeClr val="dk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788">
          <p15:clr>
            <a:srgbClr val="FBAE40"/>
          </p15:clr>
        </p15:guide>
        <p15:guide id="2" orient="horz" pos="1152">
          <p15:clr>
            <a:srgbClr val="FBAE40"/>
          </p15:clr>
        </p15:guide>
        <p15:guide id="3" orient="horz" pos="3832">
          <p15:clr>
            <a:srgbClr val="FBAE40"/>
          </p15:clr>
        </p15:guide>
        <p15:guide id="4" orient="horz" pos="4148">
          <p15:clr>
            <a:srgbClr val="FBAE40"/>
          </p15:clr>
        </p15:guide>
        <p15:guide id="5" pos="540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Cover slide option 3">
  <p:cSld name="Cover slide option 3">
    <p:bg>
      <p:bgPr>
        <a:solidFill>
          <a:schemeClr val="lt1"/>
        </a:solidFill>
        <a:effectLst/>
      </p:bgPr>
    </p:bg>
    <p:spTree>
      <p:nvGrpSpPr>
        <p:cNvPr id="1" name="Shape 27"/>
        <p:cNvGrpSpPr/>
        <p:nvPr/>
      </p:nvGrpSpPr>
      <p:grpSpPr>
        <a:xfrm>
          <a:off x="0" y="0"/>
          <a:ext cx="0" cy="0"/>
          <a:chOff x="0" y="0"/>
          <a:chExt cx="0" cy="0"/>
        </a:xfrm>
      </p:grpSpPr>
      <p:sp>
        <p:nvSpPr>
          <p:cNvPr id="28" name="Google Shape;28;p6" descr="UST"/>
          <p:cNvSpPr/>
          <p:nvPr/>
        </p:nvSpPr>
        <p:spPr>
          <a:xfrm>
            <a:off x="273844" y="358775"/>
            <a:ext cx="548640" cy="809172"/>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9" name="Google Shape;29;p6"/>
          <p:cNvSpPr txBox="1">
            <a:spLocks noGrp="1"/>
          </p:cNvSpPr>
          <p:nvPr>
            <p:ph type="ctrTitle"/>
          </p:nvPr>
        </p:nvSpPr>
        <p:spPr>
          <a:xfrm>
            <a:off x="4993005" y="365759"/>
            <a:ext cx="3874770" cy="3200400"/>
          </a:xfrm>
          <a:prstGeom prst="rect">
            <a:avLst/>
          </a:prstGeom>
          <a:solidFill>
            <a:srgbClr val="006E74"/>
          </a:solidFill>
          <a:ln>
            <a:noFill/>
          </a:ln>
        </p:spPr>
        <p:txBody>
          <a:bodyPr spcFirstLastPara="1" wrap="square" lIns="274300" tIns="274300" rIns="274300" bIns="274300" anchor="t" anchorCtr="0">
            <a:noAutofit/>
          </a:bodyPr>
          <a:lstStyle>
            <a:lvl1pPr lvl="0" algn="l">
              <a:lnSpc>
                <a:spcPct val="90000"/>
              </a:lnSpc>
              <a:spcBef>
                <a:spcPts val="0"/>
              </a:spcBef>
              <a:spcAft>
                <a:spcPts val="0"/>
              </a:spcAft>
              <a:buClr>
                <a:schemeClr val="lt1"/>
              </a:buClr>
              <a:buSzPts val="2400"/>
              <a:buFont typeface="Arial"/>
              <a:buNone/>
              <a:defRPr sz="24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6"/>
          <p:cNvSpPr txBox="1">
            <a:spLocks noGrp="1"/>
          </p:cNvSpPr>
          <p:nvPr>
            <p:ph type="subTitle" idx="1"/>
          </p:nvPr>
        </p:nvSpPr>
        <p:spPr>
          <a:xfrm>
            <a:off x="5198364" y="2651760"/>
            <a:ext cx="3463290" cy="6858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500"/>
              <a:buNone/>
              <a:defRPr sz="1500" b="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31" name="Google Shape;31;p6"/>
          <p:cNvSpPr txBox="1">
            <a:spLocks noGrp="1"/>
          </p:cNvSpPr>
          <p:nvPr>
            <p:ph type="body" idx="2"/>
          </p:nvPr>
        </p:nvSpPr>
        <p:spPr>
          <a:xfrm>
            <a:off x="4993005" y="5577840"/>
            <a:ext cx="3874770"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dk1"/>
              </a:buClr>
              <a:buSzPts val="1200"/>
              <a:buFont typeface="Arial"/>
              <a:buNone/>
              <a:defRPr sz="120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32" name="Google Shape;32;p6"/>
          <p:cNvSpPr>
            <a:spLocks noGrp="1"/>
          </p:cNvSpPr>
          <p:nvPr>
            <p:ph type="pic" idx="3"/>
          </p:nvPr>
        </p:nvSpPr>
        <p:spPr>
          <a:xfrm>
            <a:off x="891540" y="1234440"/>
            <a:ext cx="3874770" cy="525780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6_Worldwide office locations Updated">
  <p:cSld name="6_Worldwide office locations Updated">
    <p:bg>
      <p:bgPr>
        <a:solidFill>
          <a:srgbClr val="231F20"/>
        </a:solidFill>
        <a:effectLst/>
      </p:bgPr>
    </p:bg>
    <p:spTree>
      <p:nvGrpSpPr>
        <p:cNvPr id="1" name="Shape 33"/>
        <p:cNvGrpSpPr/>
        <p:nvPr/>
      </p:nvGrpSpPr>
      <p:grpSpPr>
        <a:xfrm>
          <a:off x="0" y="0"/>
          <a:ext cx="0" cy="0"/>
          <a:chOff x="0" y="0"/>
          <a:chExt cx="0" cy="0"/>
        </a:xfrm>
      </p:grpSpPr>
      <p:sp>
        <p:nvSpPr>
          <p:cNvPr id="34" name="Google Shape;34;p7"/>
          <p:cNvSpPr txBox="1"/>
          <p:nvPr/>
        </p:nvSpPr>
        <p:spPr>
          <a:xfrm>
            <a:off x="274320" y="365760"/>
            <a:ext cx="7479030" cy="9144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lt1"/>
              </a:buClr>
              <a:buSzPts val="2400"/>
              <a:buFont typeface="Arial"/>
              <a:buNone/>
            </a:pPr>
            <a:r>
              <a:rPr lang="en-US" sz="2400" b="0">
                <a:solidFill>
                  <a:schemeClr val="lt1"/>
                </a:solidFill>
                <a:latin typeface="Arial"/>
                <a:ea typeface="Arial"/>
                <a:cs typeface="Arial"/>
                <a:sym typeface="Arial"/>
              </a:rPr>
              <a:t>Engineering change </a:t>
            </a:r>
            <a:br>
              <a:rPr lang="en-US" sz="2400" b="0">
                <a:solidFill>
                  <a:schemeClr val="lt1"/>
                </a:solidFill>
                <a:latin typeface="Arial"/>
                <a:ea typeface="Arial"/>
                <a:cs typeface="Arial"/>
                <a:sym typeface="Arial"/>
              </a:rPr>
            </a:br>
            <a:r>
              <a:rPr lang="en-US" sz="2400" b="0">
                <a:solidFill>
                  <a:schemeClr val="lt1"/>
                </a:solidFill>
                <a:latin typeface="Arial"/>
                <a:ea typeface="Arial"/>
                <a:cs typeface="Arial"/>
                <a:sym typeface="Arial"/>
              </a:rPr>
              <a:t>all over the world</a:t>
            </a:r>
            <a:endParaRPr/>
          </a:p>
        </p:txBody>
      </p:sp>
      <p:sp>
        <p:nvSpPr>
          <p:cNvPr id="35" name="Google Shape;35;p7">
            <a:hlinkClick r:id="rId2"/>
          </p:cNvPr>
          <p:cNvSpPr txBox="1"/>
          <p:nvPr/>
        </p:nvSpPr>
        <p:spPr>
          <a:xfrm>
            <a:off x="273844" y="1385476"/>
            <a:ext cx="1859348" cy="332156"/>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788" i="0">
                <a:solidFill>
                  <a:schemeClr val="lt1"/>
                </a:solidFill>
                <a:latin typeface="Arial"/>
                <a:ea typeface="Arial"/>
                <a:cs typeface="Arial"/>
                <a:sym typeface="Arial"/>
              </a:rPr>
              <a:t>*To see a list of all offices, visit </a:t>
            </a:r>
            <a:r>
              <a:rPr lang="en-US" sz="788" b="1" i="0" u="sng">
                <a:solidFill>
                  <a:schemeClr val="lt1"/>
                </a:solidFill>
                <a:latin typeface="Arial"/>
                <a:ea typeface="Arial"/>
                <a:cs typeface="Arial"/>
                <a:sym typeface="Arial"/>
              </a:rPr>
              <a:t>ust.com</a:t>
            </a:r>
            <a:endParaRPr/>
          </a:p>
        </p:txBody>
      </p:sp>
      <p:grpSp>
        <p:nvGrpSpPr>
          <p:cNvPr id="36" name="Google Shape;36;p7"/>
          <p:cNvGrpSpPr/>
          <p:nvPr/>
        </p:nvGrpSpPr>
        <p:grpSpPr>
          <a:xfrm>
            <a:off x="273844" y="5468864"/>
            <a:ext cx="1429442" cy="387549"/>
            <a:chOff x="505022" y="1208296"/>
            <a:chExt cx="1905923" cy="387549"/>
          </a:xfrm>
        </p:grpSpPr>
        <p:sp>
          <p:nvSpPr>
            <p:cNvPr id="37" name="Google Shape;37;p7"/>
            <p:cNvSpPr txBox="1"/>
            <p:nvPr/>
          </p:nvSpPr>
          <p:spPr>
            <a:xfrm>
              <a:off x="775881" y="1456750"/>
              <a:ext cx="737383" cy="11541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50">
                  <a:solidFill>
                    <a:schemeClr val="lt1"/>
                  </a:solidFill>
                  <a:latin typeface="Arial"/>
                  <a:ea typeface="Arial"/>
                  <a:cs typeface="Arial"/>
                  <a:sym typeface="Arial"/>
                </a:rPr>
                <a:t>Other Centers</a:t>
              </a:r>
              <a:endParaRPr/>
            </a:p>
          </p:txBody>
        </p:sp>
        <p:sp>
          <p:nvSpPr>
            <p:cNvPr id="38" name="Google Shape;38;p7"/>
            <p:cNvSpPr/>
            <p:nvPr/>
          </p:nvSpPr>
          <p:spPr>
            <a:xfrm>
              <a:off x="505022" y="1236605"/>
              <a:ext cx="131596" cy="131432"/>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39" name="Google Shape;39;p7"/>
            <p:cNvSpPr/>
            <p:nvPr/>
          </p:nvSpPr>
          <p:spPr>
            <a:xfrm>
              <a:off x="505022" y="1464413"/>
              <a:ext cx="131596" cy="131432"/>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chemeClr val="dk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40" name="Google Shape;40;p7"/>
            <p:cNvSpPr txBox="1"/>
            <p:nvPr/>
          </p:nvSpPr>
          <p:spPr>
            <a:xfrm>
              <a:off x="775881" y="1208296"/>
              <a:ext cx="1635064" cy="11541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50">
                  <a:solidFill>
                    <a:schemeClr val="lt1"/>
                  </a:solidFill>
                  <a:latin typeface="Arial"/>
                  <a:ea typeface="Arial"/>
                  <a:cs typeface="Arial"/>
                  <a:sym typeface="Arial"/>
                </a:rPr>
                <a:t>Main Offices &amp; Innovation Labs</a:t>
              </a:r>
              <a:endParaRPr/>
            </a:p>
          </p:txBody>
        </p:sp>
      </p:grpSp>
      <p:sp>
        <p:nvSpPr>
          <p:cNvPr id="41" name="Google Shape;41;p7"/>
          <p:cNvSpPr/>
          <p:nvPr/>
        </p:nvSpPr>
        <p:spPr>
          <a:xfrm>
            <a:off x="273844" y="1966988"/>
            <a:ext cx="1505971" cy="1843012"/>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42" name="Google Shape;42;p7"/>
          <p:cNvSpPr/>
          <p:nvPr/>
        </p:nvSpPr>
        <p:spPr>
          <a:xfrm>
            <a:off x="394139" y="2233661"/>
            <a:ext cx="1323000" cy="774226"/>
          </a:xfrm>
          <a:prstGeom prst="rect">
            <a:avLst/>
          </a:prstGeom>
          <a:noFill/>
          <a:ln>
            <a:noFill/>
          </a:ln>
        </p:spPr>
        <p:txBody>
          <a:bodyPr spcFirstLastPara="1" wrap="square" lIns="91425" tIns="45700" rIns="91425" bIns="45700" anchor="ctr" anchorCtr="0">
            <a:noAutofit/>
          </a:bodyPr>
          <a:lstStyle/>
          <a:p>
            <a:pPr marL="0" marR="0" lvl="2" indent="0" algn="l" rtl="0">
              <a:lnSpc>
                <a:spcPct val="120000"/>
              </a:lnSpc>
              <a:spcBef>
                <a:spcPts val="0"/>
              </a:spcBef>
              <a:spcAft>
                <a:spcPts val="0"/>
              </a:spcAft>
              <a:buNone/>
            </a:pPr>
            <a:r>
              <a:rPr lang="en-US" sz="750" b="0" i="0" u="none" strike="noStrike" cap="none">
                <a:solidFill>
                  <a:schemeClr val="lt1"/>
                </a:solidFill>
                <a:latin typeface="Arial"/>
                <a:ea typeface="Arial"/>
                <a:cs typeface="Arial"/>
                <a:sym typeface="Arial"/>
              </a:rPr>
              <a:t>86% of our global footprint is ISO 14001:2015 (Environmental Management System)</a:t>
            </a:r>
            <a:endParaRPr sz="750" b="0" i="0" u="none" strike="noStrike" cap="none">
              <a:solidFill>
                <a:schemeClr val="lt1"/>
              </a:solidFill>
              <a:latin typeface="Arial"/>
              <a:ea typeface="Arial"/>
              <a:cs typeface="Arial"/>
              <a:sym typeface="Arial"/>
            </a:endParaRPr>
          </a:p>
        </p:txBody>
      </p:sp>
      <p:sp>
        <p:nvSpPr>
          <p:cNvPr id="43" name="Google Shape;43;p7"/>
          <p:cNvSpPr/>
          <p:nvPr/>
        </p:nvSpPr>
        <p:spPr>
          <a:xfrm>
            <a:off x="394139" y="3102454"/>
            <a:ext cx="1323000" cy="388065"/>
          </a:xfrm>
          <a:prstGeom prst="rect">
            <a:avLst/>
          </a:prstGeom>
          <a:noFill/>
          <a:ln>
            <a:noFill/>
          </a:ln>
        </p:spPr>
        <p:txBody>
          <a:bodyPr spcFirstLastPara="1" wrap="square" lIns="91425" tIns="45700" rIns="91425" bIns="45700" anchor="ctr" anchorCtr="0">
            <a:noAutofit/>
          </a:bodyPr>
          <a:lstStyle/>
          <a:p>
            <a:pPr marL="0" marR="0" lvl="2" indent="0" algn="l" rtl="0">
              <a:lnSpc>
                <a:spcPct val="120000"/>
              </a:lnSpc>
              <a:spcBef>
                <a:spcPts val="0"/>
              </a:spcBef>
              <a:spcAft>
                <a:spcPts val="0"/>
              </a:spcAft>
              <a:buNone/>
            </a:pPr>
            <a:r>
              <a:rPr lang="en-US" sz="750" b="0" i="0" u="none" strike="noStrike" cap="none">
                <a:solidFill>
                  <a:schemeClr val="lt1"/>
                </a:solidFill>
                <a:latin typeface="Arial"/>
                <a:ea typeface="Arial"/>
                <a:cs typeface="Arial"/>
                <a:sym typeface="Arial"/>
              </a:rPr>
              <a:t>43% of our global footprint is LEED Gold Certified</a:t>
            </a:r>
            <a:endParaRPr sz="750" b="0" i="0" u="none" strike="noStrike" cap="none">
              <a:solidFill>
                <a:schemeClr val="lt1"/>
              </a:solidFill>
              <a:latin typeface="Arial"/>
              <a:ea typeface="Arial"/>
              <a:cs typeface="Arial"/>
              <a:sym typeface="Arial"/>
            </a:endParaRPr>
          </a:p>
        </p:txBody>
      </p:sp>
      <p:grpSp>
        <p:nvGrpSpPr>
          <p:cNvPr id="44" name="Google Shape;44;p7"/>
          <p:cNvGrpSpPr/>
          <p:nvPr/>
        </p:nvGrpSpPr>
        <p:grpSpPr>
          <a:xfrm>
            <a:off x="2105887" y="1020802"/>
            <a:ext cx="6794865" cy="4727922"/>
            <a:chOff x="2845949" y="1020802"/>
            <a:chExt cx="9059820" cy="4727922"/>
          </a:xfrm>
        </p:grpSpPr>
        <p:sp>
          <p:nvSpPr>
            <p:cNvPr id="45" name="Google Shape;45;p7"/>
            <p:cNvSpPr txBox="1"/>
            <p:nvPr/>
          </p:nvSpPr>
          <p:spPr>
            <a:xfrm>
              <a:off x="2845949" y="2336626"/>
              <a:ext cx="1072943" cy="234429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lt1"/>
                  </a:solidFill>
                  <a:latin typeface="Arial"/>
                  <a:ea typeface="Arial"/>
                  <a:cs typeface="Arial"/>
                  <a:sym typeface="Arial"/>
                </a:rPr>
                <a:t>AMERICAS</a:t>
              </a:r>
              <a:endParaRPr/>
            </a:p>
            <a:p>
              <a:pPr marL="0" marR="0" lvl="0" indent="0" algn="l" rtl="0">
                <a:lnSpc>
                  <a:spcPct val="110000"/>
                </a:lnSpc>
                <a:spcBef>
                  <a:spcPts val="75"/>
                </a:spcBef>
                <a:spcAft>
                  <a:spcPts val="0"/>
                </a:spcAft>
                <a:buNone/>
              </a:pPr>
              <a:r>
                <a:rPr lang="en-US" sz="750">
                  <a:solidFill>
                    <a:schemeClr val="accent6"/>
                  </a:solidFill>
                  <a:latin typeface="Arial"/>
                  <a:ea typeface="Arial"/>
                  <a:cs typeface="Arial"/>
                  <a:sym typeface="Arial"/>
                </a:rPr>
                <a:t>Global HQ – Orange </a:t>
              </a:r>
              <a:br>
                <a:rPr lang="en-US" sz="750">
                  <a:solidFill>
                    <a:schemeClr val="accent6"/>
                  </a:solidFill>
                  <a:latin typeface="Arial"/>
                  <a:ea typeface="Arial"/>
                  <a:cs typeface="Arial"/>
                  <a:sym typeface="Arial"/>
                </a:rPr>
              </a:br>
              <a:r>
                <a:rPr lang="en-US" sz="750">
                  <a:solidFill>
                    <a:schemeClr val="accent6"/>
                  </a:solidFill>
                  <a:latin typeface="Arial"/>
                  <a:ea typeface="Arial"/>
                  <a:cs typeface="Arial"/>
                  <a:sym typeface="Arial"/>
                </a:rPr>
                <a:t>County, CA</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Bentonville, AR</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Chicago, IL </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Norfolk, VA</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Atlanta, GA</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Seattle, WA</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Toronto, CA</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Vancouver, CA</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Guadalajara, MX</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Leon, MX</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San Jose, CR</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Santiago, CL</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Lima, PE</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Sao Paulo, BR</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Bogota, CO</a:t>
              </a:r>
              <a:endParaRPr/>
            </a:p>
          </p:txBody>
        </p:sp>
        <p:sp>
          <p:nvSpPr>
            <p:cNvPr id="46" name="Google Shape;46;p7"/>
            <p:cNvSpPr txBox="1"/>
            <p:nvPr/>
          </p:nvSpPr>
          <p:spPr>
            <a:xfrm>
              <a:off x="8669029" y="3791605"/>
              <a:ext cx="1073228" cy="1390189"/>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lt1"/>
                  </a:solidFill>
                  <a:latin typeface="Arial"/>
                  <a:ea typeface="Arial"/>
                  <a:cs typeface="Arial"/>
                  <a:sym typeface="Arial"/>
                </a:rPr>
                <a:t>INDIA</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Trivandrum</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Bangalore</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Chennai</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Hyderabad</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Kochi</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Delhi</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Coimbatore </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Hosur </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Pune</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Kolkata</a:t>
              </a:r>
              <a:endParaRPr/>
            </a:p>
          </p:txBody>
        </p:sp>
        <p:sp>
          <p:nvSpPr>
            <p:cNvPr id="47" name="Google Shape;47;p7"/>
            <p:cNvSpPr txBox="1"/>
            <p:nvPr/>
          </p:nvSpPr>
          <p:spPr>
            <a:xfrm>
              <a:off x="5910808" y="2284867"/>
              <a:ext cx="837836" cy="113627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lt1"/>
                  </a:solidFill>
                  <a:latin typeface="Arial"/>
                  <a:ea typeface="Arial"/>
                  <a:cs typeface="Arial"/>
                  <a:sym typeface="Arial"/>
                </a:rPr>
                <a:t>EMEA</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London, UK</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Leeds, UK</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Nottingham, UK</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Dublin, IE</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Madrid, ES</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Tel Aviv, IS</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Cologne, DE</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Lisbon, PT</a:t>
              </a:r>
              <a:endParaRPr/>
            </a:p>
          </p:txBody>
        </p:sp>
        <p:sp>
          <p:nvSpPr>
            <p:cNvPr id="48" name="Google Shape;48;p7"/>
            <p:cNvSpPr txBox="1"/>
            <p:nvPr/>
          </p:nvSpPr>
          <p:spPr>
            <a:xfrm>
              <a:off x="6318430" y="3850704"/>
              <a:ext cx="867759" cy="189802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Paris, FR</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Gdansk, PL</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Bucharest, RO</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Sofia, BG</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Helmond, NL</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Barcelona, ES</a:t>
              </a:r>
              <a:endParaRPr/>
            </a:p>
            <a:p>
              <a:pPr marL="0" marR="0" lvl="0" indent="0" algn="l" rtl="0">
                <a:lnSpc>
                  <a:spcPct val="110000"/>
                </a:lnSpc>
                <a:spcBef>
                  <a:spcPts val="0"/>
                </a:spcBef>
                <a:spcAft>
                  <a:spcPts val="0"/>
                </a:spcAft>
                <a:buNone/>
              </a:pPr>
              <a:r>
                <a:rPr lang="en-US" sz="750" b="0">
                  <a:solidFill>
                    <a:schemeClr val="lt1"/>
                  </a:solidFill>
                  <a:latin typeface="Arial"/>
                  <a:ea typeface="Arial"/>
                  <a:cs typeface="Arial"/>
                  <a:sym typeface="Arial"/>
                </a:rPr>
                <a:t>Bilbao, ES</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Salamanca, ES</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Valencia, ES</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Zaragoza, ES</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Copenhagen, DK</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Zurich, CH</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Kyiv, UA</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Prague, CZ</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Cape Town, ZA</a:t>
              </a:r>
              <a:endParaRPr/>
            </a:p>
          </p:txBody>
        </p:sp>
        <p:sp>
          <p:nvSpPr>
            <p:cNvPr id="49" name="Google Shape;49;p7"/>
            <p:cNvSpPr/>
            <p:nvPr/>
          </p:nvSpPr>
          <p:spPr>
            <a:xfrm>
              <a:off x="3054484" y="1020802"/>
              <a:ext cx="8644084" cy="4481044"/>
            </a:xfrm>
            <a:custGeom>
              <a:avLst/>
              <a:gdLst/>
              <a:ahLst/>
              <a:cxnLst/>
              <a:rect l="l" t="t" r="r" b="b"/>
              <a:pathLst>
                <a:path w="8611" h="4463" extrusionOk="0">
                  <a:moveTo>
                    <a:pt x="7449" y="1700"/>
                  </a:moveTo>
                  <a:lnTo>
                    <a:pt x="7449" y="1700"/>
                  </a:lnTo>
                  <a:lnTo>
                    <a:pt x="7510" y="1700"/>
                  </a:lnTo>
                  <a:lnTo>
                    <a:pt x="7510" y="1277"/>
                  </a:lnTo>
                  <a:lnTo>
                    <a:pt x="7449" y="1277"/>
                  </a:lnTo>
                  <a:lnTo>
                    <a:pt x="7449" y="1700"/>
                  </a:lnTo>
                  <a:close/>
                  <a:moveTo>
                    <a:pt x="6916" y="2980"/>
                  </a:moveTo>
                  <a:lnTo>
                    <a:pt x="6916" y="2980"/>
                  </a:lnTo>
                  <a:lnTo>
                    <a:pt x="6996" y="2980"/>
                  </a:lnTo>
                  <a:lnTo>
                    <a:pt x="6996" y="2869"/>
                  </a:lnTo>
                  <a:lnTo>
                    <a:pt x="6916" y="2869"/>
                  </a:lnTo>
                  <a:lnTo>
                    <a:pt x="6916" y="2980"/>
                  </a:lnTo>
                  <a:close/>
                  <a:moveTo>
                    <a:pt x="7155" y="3150"/>
                  </a:moveTo>
                  <a:lnTo>
                    <a:pt x="7155" y="3150"/>
                  </a:lnTo>
                  <a:lnTo>
                    <a:pt x="6945" y="3360"/>
                  </a:lnTo>
                  <a:lnTo>
                    <a:pt x="6803" y="3360"/>
                  </a:lnTo>
                  <a:lnTo>
                    <a:pt x="6803" y="3741"/>
                  </a:lnTo>
                  <a:lnTo>
                    <a:pt x="7014" y="3741"/>
                  </a:lnTo>
                  <a:lnTo>
                    <a:pt x="7083" y="3672"/>
                  </a:lnTo>
                  <a:lnTo>
                    <a:pt x="7246" y="3672"/>
                  </a:lnTo>
                  <a:lnTo>
                    <a:pt x="7428" y="3854"/>
                  </a:lnTo>
                  <a:lnTo>
                    <a:pt x="7578" y="3854"/>
                  </a:lnTo>
                  <a:lnTo>
                    <a:pt x="7751" y="3682"/>
                  </a:lnTo>
                  <a:lnTo>
                    <a:pt x="7751" y="3453"/>
                  </a:lnTo>
                  <a:lnTo>
                    <a:pt x="7447" y="3150"/>
                  </a:lnTo>
                  <a:lnTo>
                    <a:pt x="7155" y="3150"/>
                  </a:lnTo>
                  <a:close/>
                  <a:moveTo>
                    <a:pt x="6938" y="2386"/>
                  </a:moveTo>
                  <a:lnTo>
                    <a:pt x="6938" y="2386"/>
                  </a:lnTo>
                  <a:lnTo>
                    <a:pt x="6938" y="2494"/>
                  </a:lnTo>
                  <a:lnTo>
                    <a:pt x="6989" y="2545"/>
                  </a:lnTo>
                  <a:lnTo>
                    <a:pt x="6989" y="2707"/>
                  </a:lnTo>
                  <a:lnTo>
                    <a:pt x="7091" y="2707"/>
                  </a:lnTo>
                  <a:lnTo>
                    <a:pt x="7091" y="2566"/>
                  </a:lnTo>
                  <a:lnTo>
                    <a:pt x="6997" y="2472"/>
                  </a:lnTo>
                  <a:lnTo>
                    <a:pt x="6997" y="2386"/>
                  </a:lnTo>
                  <a:lnTo>
                    <a:pt x="6938" y="2386"/>
                  </a:lnTo>
                  <a:close/>
                  <a:moveTo>
                    <a:pt x="8059" y="4075"/>
                  </a:moveTo>
                  <a:lnTo>
                    <a:pt x="8059" y="4075"/>
                  </a:lnTo>
                  <a:lnTo>
                    <a:pt x="8118" y="4134"/>
                  </a:lnTo>
                  <a:lnTo>
                    <a:pt x="8358" y="3894"/>
                  </a:lnTo>
                  <a:lnTo>
                    <a:pt x="8299" y="3835"/>
                  </a:lnTo>
                  <a:lnTo>
                    <a:pt x="8059" y="4075"/>
                  </a:lnTo>
                  <a:close/>
                  <a:moveTo>
                    <a:pt x="7322" y="2914"/>
                  </a:moveTo>
                  <a:lnTo>
                    <a:pt x="7322" y="2914"/>
                  </a:lnTo>
                  <a:lnTo>
                    <a:pt x="7529" y="3121"/>
                  </a:lnTo>
                  <a:lnTo>
                    <a:pt x="7598" y="3053"/>
                  </a:lnTo>
                  <a:lnTo>
                    <a:pt x="7390" y="2845"/>
                  </a:lnTo>
                  <a:lnTo>
                    <a:pt x="7322" y="2914"/>
                  </a:lnTo>
                  <a:close/>
                  <a:moveTo>
                    <a:pt x="7859" y="432"/>
                  </a:moveTo>
                  <a:lnTo>
                    <a:pt x="7859" y="432"/>
                  </a:lnTo>
                  <a:lnTo>
                    <a:pt x="7690" y="263"/>
                  </a:lnTo>
                  <a:lnTo>
                    <a:pt x="7189" y="263"/>
                  </a:lnTo>
                  <a:lnTo>
                    <a:pt x="7117" y="191"/>
                  </a:lnTo>
                  <a:lnTo>
                    <a:pt x="6732" y="191"/>
                  </a:lnTo>
                  <a:lnTo>
                    <a:pt x="6732" y="0"/>
                  </a:lnTo>
                  <a:lnTo>
                    <a:pt x="6062" y="0"/>
                  </a:lnTo>
                  <a:lnTo>
                    <a:pt x="5852" y="209"/>
                  </a:lnTo>
                  <a:lnTo>
                    <a:pt x="5697" y="209"/>
                  </a:lnTo>
                  <a:lnTo>
                    <a:pt x="5643" y="262"/>
                  </a:lnTo>
                  <a:lnTo>
                    <a:pt x="5643" y="489"/>
                  </a:lnTo>
                  <a:lnTo>
                    <a:pt x="5243" y="489"/>
                  </a:lnTo>
                  <a:lnTo>
                    <a:pt x="4953" y="779"/>
                  </a:lnTo>
                  <a:lnTo>
                    <a:pt x="4867" y="779"/>
                  </a:lnTo>
                  <a:lnTo>
                    <a:pt x="4865" y="675"/>
                  </a:lnTo>
                  <a:lnTo>
                    <a:pt x="4919" y="675"/>
                  </a:lnTo>
                  <a:lnTo>
                    <a:pt x="5004" y="590"/>
                  </a:lnTo>
                  <a:lnTo>
                    <a:pt x="4777" y="363"/>
                  </a:lnTo>
                  <a:lnTo>
                    <a:pt x="4578" y="363"/>
                  </a:lnTo>
                  <a:lnTo>
                    <a:pt x="4128" y="813"/>
                  </a:lnTo>
                  <a:lnTo>
                    <a:pt x="4128" y="1077"/>
                  </a:lnTo>
                  <a:lnTo>
                    <a:pt x="4216" y="1077"/>
                  </a:lnTo>
                  <a:lnTo>
                    <a:pt x="4341" y="1201"/>
                  </a:lnTo>
                  <a:lnTo>
                    <a:pt x="4434" y="1108"/>
                  </a:lnTo>
                  <a:lnTo>
                    <a:pt x="4434" y="848"/>
                  </a:lnTo>
                  <a:lnTo>
                    <a:pt x="4567" y="714"/>
                  </a:lnTo>
                  <a:lnTo>
                    <a:pt x="4599" y="745"/>
                  </a:lnTo>
                  <a:lnTo>
                    <a:pt x="4494" y="849"/>
                  </a:lnTo>
                  <a:lnTo>
                    <a:pt x="4494" y="1009"/>
                  </a:lnTo>
                  <a:lnTo>
                    <a:pt x="4695" y="1009"/>
                  </a:lnTo>
                  <a:lnTo>
                    <a:pt x="4468" y="1236"/>
                  </a:lnTo>
                  <a:lnTo>
                    <a:pt x="4208" y="1237"/>
                  </a:lnTo>
                  <a:lnTo>
                    <a:pt x="3961" y="1484"/>
                  </a:lnTo>
                  <a:lnTo>
                    <a:pt x="3961" y="1645"/>
                  </a:lnTo>
                  <a:lnTo>
                    <a:pt x="3784" y="1645"/>
                  </a:lnTo>
                  <a:lnTo>
                    <a:pt x="3784" y="1867"/>
                  </a:lnTo>
                  <a:lnTo>
                    <a:pt x="3946" y="1868"/>
                  </a:lnTo>
                  <a:lnTo>
                    <a:pt x="4188" y="1625"/>
                  </a:lnTo>
                  <a:lnTo>
                    <a:pt x="4377" y="1813"/>
                  </a:lnTo>
                  <a:lnTo>
                    <a:pt x="4424" y="1767"/>
                  </a:lnTo>
                  <a:lnTo>
                    <a:pt x="4307" y="1650"/>
                  </a:lnTo>
                  <a:lnTo>
                    <a:pt x="4307" y="1580"/>
                  </a:lnTo>
                  <a:lnTo>
                    <a:pt x="4476" y="1749"/>
                  </a:lnTo>
                  <a:lnTo>
                    <a:pt x="4476" y="1788"/>
                  </a:lnTo>
                  <a:lnTo>
                    <a:pt x="4532" y="1844"/>
                  </a:lnTo>
                  <a:lnTo>
                    <a:pt x="4649" y="1844"/>
                  </a:lnTo>
                  <a:lnTo>
                    <a:pt x="4727" y="1922"/>
                  </a:lnTo>
                  <a:lnTo>
                    <a:pt x="4864" y="1922"/>
                  </a:lnTo>
                  <a:lnTo>
                    <a:pt x="4864" y="2062"/>
                  </a:lnTo>
                  <a:lnTo>
                    <a:pt x="4425" y="2062"/>
                  </a:lnTo>
                  <a:lnTo>
                    <a:pt x="4283" y="1920"/>
                  </a:lnTo>
                  <a:lnTo>
                    <a:pt x="3886" y="1920"/>
                  </a:lnTo>
                  <a:lnTo>
                    <a:pt x="3577" y="2229"/>
                  </a:lnTo>
                  <a:lnTo>
                    <a:pt x="3577" y="2540"/>
                  </a:lnTo>
                  <a:lnTo>
                    <a:pt x="3732" y="2695"/>
                  </a:lnTo>
                  <a:lnTo>
                    <a:pt x="4212" y="2695"/>
                  </a:lnTo>
                  <a:lnTo>
                    <a:pt x="4212" y="2859"/>
                  </a:lnTo>
                  <a:lnTo>
                    <a:pt x="4315" y="2961"/>
                  </a:lnTo>
                  <a:lnTo>
                    <a:pt x="4315" y="3459"/>
                  </a:lnTo>
                  <a:lnTo>
                    <a:pt x="4439" y="3583"/>
                  </a:lnTo>
                  <a:lnTo>
                    <a:pt x="4439" y="3737"/>
                  </a:lnTo>
                  <a:lnTo>
                    <a:pt x="4552" y="3737"/>
                  </a:lnTo>
                  <a:lnTo>
                    <a:pt x="4795" y="3494"/>
                  </a:lnTo>
                  <a:lnTo>
                    <a:pt x="4795" y="3425"/>
                  </a:lnTo>
                  <a:lnTo>
                    <a:pt x="4992" y="3228"/>
                  </a:lnTo>
                  <a:lnTo>
                    <a:pt x="4992" y="2911"/>
                  </a:lnTo>
                  <a:lnTo>
                    <a:pt x="5215" y="2687"/>
                  </a:lnTo>
                  <a:lnTo>
                    <a:pt x="5215" y="2591"/>
                  </a:lnTo>
                  <a:lnTo>
                    <a:pt x="5101" y="2591"/>
                  </a:lnTo>
                  <a:lnTo>
                    <a:pt x="4831" y="2321"/>
                  </a:lnTo>
                  <a:lnTo>
                    <a:pt x="4875" y="2277"/>
                  </a:lnTo>
                  <a:lnTo>
                    <a:pt x="5112" y="2514"/>
                  </a:lnTo>
                  <a:lnTo>
                    <a:pt x="5267" y="2514"/>
                  </a:lnTo>
                  <a:lnTo>
                    <a:pt x="5461" y="2320"/>
                  </a:lnTo>
                  <a:lnTo>
                    <a:pt x="5237" y="2094"/>
                  </a:lnTo>
                  <a:lnTo>
                    <a:pt x="5263" y="2068"/>
                  </a:lnTo>
                  <a:lnTo>
                    <a:pt x="5395" y="2200"/>
                  </a:lnTo>
                  <a:lnTo>
                    <a:pt x="5600" y="2200"/>
                  </a:lnTo>
                  <a:lnTo>
                    <a:pt x="5715" y="2314"/>
                  </a:lnTo>
                  <a:lnTo>
                    <a:pt x="5779" y="2314"/>
                  </a:lnTo>
                  <a:lnTo>
                    <a:pt x="5779" y="2505"/>
                  </a:lnTo>
                  <a:lnTo>
                    <a:pt x="5907" y="2632"/>
                  </a:lnTo>
                  <a:lnTo>
                    <a:pt x="5963" y="2575"/>
                  </a:lnTo>
                  <a:lnTo>
                    <a:pt x="5963" y="2445"/>
                  </a:lnTo>
                  <a:lnTo>
                    <a:pt x="6162" y="2289"/>
                  </a:lnTo>
                  <a:lnTo>
                    <a:pt x="6218" y="2289"/>
                  </a:lnTo>
                  <a:lnTo>
                    <a:pt x="6307" y="2378"/>
                  </a:lnTo>
                  <a:cubicBezTo>
                    <a:pt x="6307" y="2378"/>
                    <a:pt x="6300" y="2447"/>
                    <a:pt x="6307" y="2447"/>
                  </a:cubicBezTo>
                  <a:lnTo>
                    <a:pt x="6379" y="2447"/>
                  </a:lnTo>
                  <a:lnTo>
                    <a:pt x="6579" y="2647"/>
                  </a:lnTo>
                  <a:lnTo>
                    <a:pt x="6583" y="2651"/>
                  </a:lnTo>
                  <a:lnTo>
                    <a:pt x="6669" y="2564"/>
                  </a:lnTo>
                  <a:lnTo>
                    <a:pt x="6669" y="2478"/>
                  </a:lnTo>
                  <a:lnTo>
                    <a:pt x="6567" y="2376"/>
                  </a:lnTo>
                  <a:lnTo>
                    <a:pt x="6628" y="2316"/>
                  </a:lnTo>
                  <a:lnTo>
                    <a:pt x="6749" y="2316"/>
                  </a:lnTo>
                  <a:lnTo>
                    <a:pt x="6965" y="2099"/>
                  </a:lnTo>
                  <a:lnTo>
                    <a:pt x="6965" y="1959"/>
                  </a:lnTo>
                  <a:lnTo>
                    <a:pt x="6863" y="1857"/>
                  </a:lnTo>
                  <a:lnTo>
                    <a:pt x="6947" y="1774"/>
                  </a:lnTo>
                  <a:lnTo>
                    <a:pt x="7091" y="1918"/>
                  </a:lnTo>
                  <a:lnTo>
                    <a:pt x="7153" y="1918"/>
                  </a:lnTo>
                  <a:lnTo>
                    <a:pt x="7153" y="1799"/>
                  </a:lnTo>
                  <a:lnTo>
                    <a:pt x="7371" y="1582"/>
                  </a:lnTo>
                  <a:lnTo>
                    <a:pt x="7371" y="1100"/>
                  </a:lnTo>
                  <a:lnTo>
                    <a:pt x="7450" y="1021"/>
                  </a:lnTo>
                  <a:lnTo>
                    <a:pt x="7770" y="1021"/>
                  </a:lnTo>
                  <a:lnTo>
                    <a:pt x="7883" y="908"/>
                  </a:lnTo>
                  <a:lnTo>
                    <a:pt x="8002" y="908"/>
                  </a:lnTo>
                  <a:lnTo>
                    <a:pt x="8002" y="958"/>
                  </a:lnTo>
                  <a:lnTo>
                    <a:pt x="7799" y="1162"/>
                  </a:lnTo>
                  <a:lnTo>
                    <a:pt x="7799" y="1388"/>
                  </a:lnTo>
                  <a:lnTo>
                    <a:pt x="7842" y="1388"/>
                  </a:lnTo>
                  <a:lnTo>
                    <a:pt x="7985" y="1244"/>
                  </a:lnTo>
                  <a:lnTo>
                    <a:pt x="7985" y="1119"/>
                  </a:lnTo>
                  <a:cubicBezTo>
                    <a:pt x="7985" y="1119"/>
                    <a:pt x="8427" y="699"/>
                    <a:pt x="8431" y="699"/>
                  </a:cubicBezTo>
                  <a:lnTo>
                    <a:pt x="8526" y="794"/>
                  </a:lnTo>
                  <a:lnTo>
                    <a:pt x="8611" y="709"/>
                  </a:lnTo>
                  <a:lnTo>
                    <a:pt x="8334" y="432"/>
                  </a:lnTo>
                  <a:lnTo>
                    <a:pt x="7859" y="432"/>
                  </a:lnTo>
                  <a:close/>
                  <a:moveTo>
                    <a:pt x="7254" y="1916"/>
                  </a:moveTo>
                  <a:lnTo>
                    <a:pt x="7254" y="1916"/>
                  </a:lnTo>
                  <a:lnTo>
                    <a:pt x="7311" y="1974"/>
                  </a:lnTo>
                  <a:lnTo>
                    <a:pt x="7498" y="1787"/>
                  </a:lnTo>
                  <a:lnTo>
                    <a:pt x="7441" y="1729"/>
                  </a:lnTo>
                  <a:lnTo>
                    <a:pt x="7254" y="1916"/>
                  </a:lnTo>
                  <a:close/>
                  <a:moveTo>
                    <a:pt x="7541" y="4030"/>
                  </a:moveTo>
                  <a:lnTo>
                    <a:pt x="7541" y="4030"/>
                  </a:lnTo>
                  <a:lnTo>
                    <a:pt x="7639" y="4030"/>
                  </a:lnTo>
                  <a:lnTo>
                    <a:pt x="7639" y="3946"/>
                  </a:lnTo>
                  <a:lnTo>
                    <a:pt x="7541" y="3946"/>
                  </a:lnTo>
                  <a:lnTo>
                    <a:pt x="7541" y="4030"/>
                  </a:lnTo>
                  <a:close/>
                  <a:moveTo>
                    <a:pt x="5088" y="3476"/>
                  </a:moveTo>
                  <a:lnTo>
                    <a:pt x="5088" y="3476"/>
                  </a:lnTo>
                  <a:lnTo>
                    <a:pt x="5208" y="3476"/>
                  </a:lnTo>
                  <a:lnTo>
                    <a:pt x="5208" y="3193"/>
                  </a:lnTo>
                  <a:lnTo>
                    <a:pt x="5088" y="3193"/>
                  </a:lnTo>
                  <a:lnTo>
                    <a:pt x="5088" y="3476"/>
                  </a:lnTo>
                  <a:close/>
                  <a:moveTo>
                    <a:pt x="2594" y="2576"/>
                  </a:moveTo>
                  <a:lnTo>
                    <a:pt x="2594" y="2576"/>
                  </a:lnTo>
                  <a:lnTo>
                    <a:pt x="2242" y="2576"/>
                  </a:lnTo>
                  <a:lnTo>
                    <a:pt x="2071" y="2747"/>
                  </a:lnTo>
                  <a:lnTo>
                    <a:pt x="2071" y="2999"/>
                  </a:lnTo>
                  <a:lnTo>
                    <a:pt x="2265" y="3193"/>
                  </a:lnTo>
                  <a:lnTo>
                    <a:pt x="2265" y="4354"/>
                  </a:lnTo>
                  <a:lnTo>
                    <a:pt x="2373" y="4463"/>
                  </a:lnTo>
                  <a:lnTo>
                    <a:pt x="2429" y="4463"/>
                  </a:lnTo>
                  <a:lnTo>
                    <a:pt x="2429" y="4071"/>
                  </a:lnTo>
                  <a:lnTo>
                    <a:pt x="3166" y="3334"/>
                  </a:lnTo>
                  <a:lnTo>
                    <a:pt x="3166" y="2956"/>
                  </a:lnTo>
                  <a:lnTo>
                    <a:pt x="2975" y="2956"/>
                  </a:lnTo>
                  <a:lnTo>
                    <a:pt x="2594" y="2576"/>
                  </a:lnTo>
                  <a:close/>
                  <a:moveTo>
                    <a:pt x="1937" y="787"/>
                  </a:moveTo>
                  <a:lnTo>
                    <a:pt x="1937" y="787"/>
                  </a:lnTo>
                  <a:lnTo>
                    <a:pt x="2037" y="887"/>
                  </a:lnTo>
                  <a:lnTo>
                    <a:pt x="2114" y="811"/>
                  </a:lnTo>
                  <a:lnTo>
                    <a:pt x="2013" y="710"/>
                  </a:lnTo>
                  <a:lnTo>
                    <a:pt x="1937" y="787"/>
                  </a:lnTo>
                  <a:close/>
                  <a:moveTo>
                    <a:pt x="3552" y="128"/>
                  </a:moveTo>
                  <a:lnTo>
                    <a:pt x="3552" y="128"/>
                  </a:lnTo>
                  <a:lnTo>
                    <a:pt x="2633" y="128"/>
                  </a:lnTo>
                  <a:lnTo>
                    <a:pt x="2633" y="262"/>
                  </a:lnTo>
                  <a:lnTo>
                    <a:pt x="2784" y="262"/>
                  </a:lnTo>
                  <a:cubicBezTo>
                    <a:pt x="2784" y="262"/>
                    <a:pt x="2787" y="688"/>
                    <a:pt x="2784" y="685"/>
                  </a:cubicBezTo>
                  <a:lnTo>
                    <a:pt x="2896" y="685"/>
                  </a:lnTo>
                  <a:lnTo>
                    <a:pt x="3050" y="531"/>
                  </a:lnTo>
                  <a:lnTo>
                    <a:pt x="3270" y="531"/>
                  </a:lnTo>
                  <a:lnTo>
                    <a:pt x="3552" y="249"/>
                  </a:lnTo>
                  <a:lnTo>
                    <a:pt x="3552" y="128"/>
                  </a:lnTo>
                  <a:close/>
                  <a:moveTo>
                    <a:pt x="3901" y="1399"/>
                  </a:moveTo>
                  <a:lnTo>
                    <a:pt x="3901" y="1399"/>
                  </a:lnTo>
                  <a:lnTo>
                    <a:pt x="4001" y="1399"/>
                  </a:lnTo>
                  <a:lnTo>
                    <a:pt x="4001" y="1208"/>
                  </a:lnTo>
                  <a:lnTo>
                    <a:pt x="3873" y="1080"/>
                  </a:lnTo>
                  <a:lnTo>
                    <a:pt x="3855" y="1080"/>
                  </a:lnTo>
                  <a:lnTo>
                    <a:pt x="3761" y="1173"/>
                  </a:lnTo>
                  <a:lnTo>
                    <a:pt x="3761" y="1342"/>
                  </a:lnTo>
                  <a:lnTo>
                    <a:pt x="3843" y="1342"/>
                  </a:lnTo>
                  <a:lnTo>
                    <a:pt x="3901" y="1399"/>
                  </a:lnTo>
                  <a:close/>
                  <a:moveTo>
                    <a:pt x="6870" y="2711"/>
                  </a:moveTo>
                  <a:lnTo>
                    <a:pt x="6870" y="2711"/>
                  </a:lnTo>
                  <a:lnTo>
                    <a:pt x="6830" y="2672"/>
                  </a:lnTo>
                  <a:lnTo>
                    <a:pt x="6671" y="2831"/>
                  </a:lnTo>
                  <a:lnTo>
                    <a:pt x="6671" y="2876"/>
                  </a:lnTo>
                  <a:lnTo>
                    <a:pt x="6727" y="2932"/>
                  </a:lnTo>
                  <a:lnTo>
                    <a:pt x="6870" y="2932"/>
                  </a:lnTo>
                  <a:lnTo>
                    <a:pt x="6870" y="2711"/>
                  </a:lnTo>
                  <a:close/>
                  <a:moveTo>
                    <a:pt x="1815" y="2319"/>
                  </a:moveTo>
                  <a:lnTo>
                    <a:pt x="1815" y="2319"/>
                  </a:lnTo>
                  <a:lnTo>
                    <a:pt x="1713" y="2319"/>
                  </a:lnTo>
                  <a:lnTo>
                    <a:pt x="1714" y="2085"/>
                  </a:lnTo>
                  <a:lnTo>
                    <a:pt x="2032" y="2085"/>
                  </a:lnTo>
                  <a:lnTo>
                    <a:pt x="2034" y="2177"/>
                  </a:lnTo>
                  <a:lnTo>
                    <a:pt x="2115" y="2177"/>
                  </a:lnTo>
                  <a:lnTo>
                    <a:pt x="2115" y="1900"/>
                  </a:lnTo>
                  <a:lnTo>
                    <a:pt x="2611" y="1404"/>
                  </a:lnTo>
                  <a:lnTo>
                    <a:pt x="2696" y="1404"/>
                  </a:lnTo>
                  <a:lnTo>
                    <a:pt x="2697" y="1282"/>
                  </a:lnTo>
                  <a:lnTo>
                    <a:pt x="2691" y="1277"/>
                  </a:lnTo>
                  <a:lnTo>
                    <a:pt x="2297" y="883"/>
                  </a:lnTo>
                  <a:lnTo>
                    <a:pt x="2171" y="883"/>
                  </a:lnTo>
                  <a:lnTo>
                    <a:pt x="2171" y="1188"/>
                  </a:lnTo>
                  <a:lnTo>
                    <a:pt x="1812" y="1188"/>
                  </a:lnTo>
                  <a:lnTo>
                    <a:pt x="1812" y="864"/>
                  </a:lnTo>
                  <a:lnTo>
                    <a:pt x="2099" y="578"/>
                  </a:lnTo>
                  <a:lnTo>
                    <a:pt x="2362" y="841"/>
                  </a:lnTo>
                  <a:lnTo>
                    <a:pt x="2432" y="841"/>
                  </a:lnTo>
                  <a:cubicBezTo>
                    <a:pt x="2432" y="841"/>
                    <a:pt x="2594" y="676"/>
                    <a:pt x="2594" y="676"/>
                  </a:cubicBezTo>
                  <a:lnTo>
                    <a:pt x="2182" y="265"/>
                  </a:lnTo>
                  <a:lnTo>
                    <a:pt x="1181" y="265"/>
                  </a:lnTo>
                  <a:lnTo>
                    <a:pt x="1050" y="396"/>
                  </a:lnTo>
                  <a:lnTo>
                    <a:pt x="163" y="396"/>
                  </a:lnTo>
                  <a:lnTo>
                    <a:pt x="0" y="560"/>
                  </a:lnTo>
                  <a:lnTo>
                    <a:pt x="0" y="953"/>
                  </a:lnTo>
                  <a:lnTo>
                    <a:pt x="159" y="1112"/>
                  </a:lnTo>
                  <a:lnTo>
                    <a:pt x="380" y="1112"/>
                  </a:lnTo>
                  <a:lnTo>
                    <a:pt x="380" y="978"/>
                  </a:lnTo>
                  <a:lnTo>
                    <a:pt x="577" y="978"/>
                  </a:lnTo>
                  <a:lnTo>
                    <a:pt x="1000" y="1401"/>
                  </a:lnTo>
                  <a:lnTo>
                    <a:pt x="1000" y="1829"/>
                  </a:lnTo>
                  <a:lnTo>
                    <a:pt x="1651" y="2481"/>
                  </a:lnTo>
                  <a:lnTo>
                    <a:pt x="1808" y="2481"/>
                  </a:lnTo>
                  <a:lnTo>
                    <a:pt x="1999" y="2671"/>
                  </a:lnTo>
                  <a:lnTo>
                    <a:pt x="2083" y="2587"/>
                  </a:lnTo>
                  <a:lnTo>
                    <a:pt x="1815" y="2319"/>
                  </a:lnTo>
                  <a:close/>
                  <a:moveTo>
                    <a:pt x="6560" y="2743"/>
                  </a:moveTo>
                  <a:lnTo>
                    <a:pt x="6560" y="2743"/>
                  </a:lnTo>
                  <a:lnTo>
                    <a:pt x="6539" y="2722"/>
                  </a:lnTo>
                  <a:lnTo>
                    <a:pt x="6406" y="2589"/>
                  </a:lnTo>
                  <a:cubicBezTo>
                    <a:pt x="6407" y="2588"/>
                    <a:pt x="6369" y="2625"/>
                    <a:pt x="6369" y="2625"/>
                  </a:cubicBezTo>
                  <a:lnTo>
                    <a:pt x="6523" y="2780"/>
                  </a:lnTo>
                  <a:lnTo>
                    <a:pt x="6560" y="2743"/>
                  </a:lnTo>
                  <a:close/>
                  <a:moveTo>
                    <a:pt x="6393" y="2695"/>
                  </a:moveTo>
                  <a:lnTo>
                    <a:pt x="6393" y="2695"/>
                  </a:lnTo>
                  <a:cubicBezTo>
                    <a:pt x="6395" y="2693"/>
                    <a:pt x="6346" y="2743"/>
                    <a:pt x="6346" y="2743"/>
                  </a:cubicBezTo>
                  <a:lnTo>
                    <a:pt x="6579" y="2979"/>
                  </a:lnTo>
                  <a:lnTo>
                    <a:pt x="6628" y="2930"/>
                  </a:lnTo>
                  <a:lnTo>
                    <a:pt x="6595" y="2896"/>
                  </a:lnTo>
                  <a:lnTo>
                    <a:pt x="6393" y="2695"/>
                  </a:lnTo>
                  <a:close/>
                  <a:moveTo>
                    <a:pt x="5948" y="2706"/>
                  </a:moveTo>
                  <a:lnTo>
                    <a:pt x="5948" y="2706"/>
                  </a:lnTo>
                  <a:lnTo>
                    <a:pt x="6008" y="2706"/>
                  </a:lnTo>
                  <a:lnTo>
                    <a:pt x="6008" y="2622"/>
                  </a:lnTo>
                  <a:lnTo>
                    <a:pt x="5948" y="2622"/>
                  </a:lnTo>
                  <a:lnTo>
                    <a:pt x="5948" y="2706"/>
                  </a:lnTo>
                  <a:close/>
                  <a:moveTo>
                    <a:pt x="3654" y="811"/>
                  </a:moveTo>
                  <a:lnTo>
                    <a:pt x="3654" y="811"/>
                  </a:lnTo>
                  <a:lnTo>
                    <a:pt x="3436" y="811"/>
                  </a:lnTo>
                  <a:lnTo>
                    <a:pt x="3436" y="660"/>
                  </a:lnTo>
                  <a:lnTo>
                    <a:pt x="3654" y="660"/>
                  </a:lnTo>
                  <a:lnTo>
                    <a:pt x="3654" y="811"/>
                  </a:lnTo>
                  <a:close/>
                </a:path>
              </a:pathLst>
            </a:custGeom>
            <a:solidFill>
              <a:srgbClr val="ECECE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50" name="Google Shape;50;p7"/>
            <p:cNvSpPr/>
            <p:nvPr/>
          </p:nvSpPr>
          <p:spPr>
            <a:xfrm>
              <a:off x="4051148" y="2799766"/>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51" name="Google Shape;51;p7"/>
            <p:cNvSpPr/>
            <p:nvPr/>
          </p:nvSpPr>
          <p:spPr>
            <a:xfrm>
              <a:off x="4931739" y="240462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52" name="Google Shape;52;p7"/>
            <p:cNvSpPr/>
            <p:nvPr/>
          </p:nvSpPr>
          <p:spPr>
            <a:xfrm>
              <a:off x="5151701" y="27807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53" name="Google Shape;53;p7"/>
            <p:cNvSpPr/>
            <p:nvPr/>
          </p:nvSpPr>
          <p:spPr>
            <a:xfrm>
              <a:off x="4839521" y="27807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54" name="Google Shape;54;p7"/>
            <p:cNvSpPr/>
            <p:nvPr/>
          </p:nvSpPr>
          <p:spPr>
            <a:xfrm>
              <a:off x="5117220" y="255754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55" name="Google Shape;55;p7"/>
            <p:cNvSpPr/>
            <p:nvPr/>
          </p:nvSpPr>
          <p:spPr>
            <a:xfrm>
              <a:off x="4990497" y="28991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56" name="Google Shape;56;p7"/>
            <p:cNvSpPr/>
            <p:nvPr/>
          </p:nvSpPr>
          <p:spPr>
            <a:xfrm>
              <a:off x="4760996" y="294269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57" name="Google Shape;57;p7"/>
            <p:cNvSpPr/>
            <p:nvPr/>
          </p:nvSpPr>
          <p:spPr>
            <a:xfrm>
              <a:off x="4586118" y="243190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58" name="Google Shape;58;p7"/>
            <p:cNvSpPr/>
            <p:nvPr/>
          </p:nvSpPr>
          <p:spPr>
            <a:xfrm>
              <a:off x="5297034" y="2298468"/>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59" name="Google Shape;59;p7"/>
            <p:cNvSpPr/>
            <p:nvPr/>
          </p:nvSpPr>
          <p:spPr>
            <a:xfrm>
              <a:off x="4799123" y="340378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60" name="Google Shape;60;p7"/>
            <p:cNvSpPr/>
            <p:nvPr/>
          </p:nvSpPr>
          <p:spPr>
            <a:xfrm>
              <a:off x="4645418" y="332607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61" name="Google Shape;61;p7"/>
            <p:cNvSpPr/>
            <p:nvPr/>
          </p:nvSpPr>
          <p:spPr>
            <a:xfrm>
              <a:off x="4936641" y="348866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62" name="Google Shape;62;p7"/>
            <p:cNvSpPr/>
            <p:nvPr/>
          </p:nvSpPr>
          <p:spPr>
            <a:xfrm>
              <a:off x="5319945" y="464194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63" name="Google Shape;63;p7"/>
            <p:cNvSpPr/>
            <p:nvPr/>
          </p:nvSpPr>
          <p:spPr>
            <a:xfrm>
              <a:off x="5220779" y="407906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64" name="Google Shape;64;p7"/>
            <p:cNvSpPr/>
            <p:nvPr/>
          </p:nvSpPr>
          <p:spPr>
            <a:xfrm>
              <a:off x="5872653" y="458348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65" name="Google Shape;65;p7"/>
            <p:cNvSpPr/>
            <p:nvPr/>
          </p:nvSpPr>
          <p:spPr>
            <a:xfrm>
              <a:off x="6966396" y="232903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66" name="Google Shape;66;p7"/>
            <p:cNvSpPr/>
            <p:nvPr/>
          </p:nvSpPr>
          <p:spPr>
            <a:xfrm>
              <a:off x="8861447" y="3594187"/>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67" name="Google Shape;67;p7"/>
            <p:cNvSpPr/>
            <p:nvPr/>
          </p:nvSpPr>
          <p:spPr>
            <a:xfrm>
              <a:off x="9490780" y="361931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68" name="Google Shape;68;p7"/>
            <p:cNvSpPr/>
            <p:nvPr/>
          </p:nvSpPr>
          <p:spPr>
            <a:xfrm>
              <a:off x="6947333" y="222080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69" name="Google Shape;69;p7"/>
            <p:cNvSpPr/>
            <p:nvPr/>
          </p:nvSpPr>
          <p:spPr>
            <a:xfrm>
              <a:off x="10072856" y="355767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70" name="Google Shape;70;p7"/>
            <p:cNvSpPr/>
            <p:nvPr/>
          </p:nvSpPr>
          <p:spPr>
            <a:xfrm>
              <a:off x="10761695" y="462157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71" name="Google Shape;71;p7"/>
            <p:cNvSpPr/>
            <p:nvPr/>
          </p:nvSpPr>
          <p:spPr>
            <a:xfrm>
              <a:off x="10761695" y="446699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72" name="Google Shape;72;p7"/>
            <p:cNvSpPr/>
            <p:nvPr/>
          </p:nvSpPr>
          <p:spPr>
            <a:xfrm>
              <a:off x="9565034" y="373273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73" name="Google Shape;73;p7"/>
            <p:cNvSpPr/>
            <p:nvPr/>
          </p:nvSpPr>
          <p:spPr>
            <a:xfrm>
              <a:off x="9946198" y="310791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74" name="Google Shape;74;p7"/>
            <p:cNvSpPr/>
            <p:nvPr/>
          </p:nvSpPr>
          <p:spPr>
            <a:xfrm>
              <a:off x="9783772" y="327162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75" name="Google Shape;75;p7"/>
            <p:cNvSpPr/>
            <p:nvPr/>
          </p:nvSpPr>
          <p:spPr>
            <a:xfrm>
              <a:off x="7168798" y="239784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76" name="Google Shape;76;p7"/>
            <p:cNvSpPr/>
            <p:nvPr/>
          </p:nvSpPr>
          <p:spPr>
            <a:xfrm>
              <a:off x="6854597" y="275201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77" name="Google Shape;77;p7"/>
            <p:cNvSpPr/>
            <p:nvPr/>
          </p:nvSpPr>
          <p:spPr>
            <a:xfrm>
              <a:off x="7114847" y="250248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78" name="Google Shape;78;p7"/>
            <p:cNvSpPr/>
            <p:nvPr/>
          </p:nvSpPr>
          <p:spPr>
            <a:xfrm>
              <a:off x="7425211" y="226799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79" name="Google Shape;79;p7"/>
            <p:cNvSpPr/>
            <p:nvPr/>
          </p:nvSpPr>
          <p:spPr>
            <a:xfrm>
              <a:off x="8116379" y="262820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80" name="Google Shape;80;p7"/>
            <p:cNvSpPr/>
            <p:nvPr/>
          </p:nvSpPr>
          <p:spPr>
            <a:xfrm>
              <a:off x="8024873" y="271789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81" name="Google Shape;81;p7"/>
            <p:cNvSpPr/>
            <p:nvPr/>
          </p:nvSpPr>
          <p:spPr>
            <a:xfrm>
              <a:off x="8833524" y="349284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82" name="Google Shape;82;p7"/>
            <p:cNvSpPr/>
            <p:nvPr/>
          </p:nvSpPr>
          <p:spPr>
            <a:xfrm>
              <a:off x="8931926" y="335076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83" name="Google Shape;83;p7"/>
            <p:cNvSpPr/>
            <p:nvPr/>
          </p:nvSpPr>
          <p:spPr>
            <a:xfrm>
              <a:off x="8785192" y="3121953"/>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84" name="Google Shape;84;p7"/>
            <p:cNvSpPr/>
            <p:nvPr/>
          </p:nvSpPr>
          <p:spPr>
            <a:xfrm>
              <a:off x="6801823" y="229846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85" name="Google Shape;85;p7"/>
            <p:cNvSpPr/>
            <p:nvPr/>
          </p:nvSpPr>
          <p:spPr>
            <a:xfrm>
              <a:off x="7904611" y="308387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86" name="Google Shape;86;p7"/>
            <p:cNvSpPr/>
            <p:nvPr/>
          </p:nvSpPr>
          <p:spPr>
            <a:xfrm>
              <a:off x="10543292" y="476231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87" name="Google Shape;87;p7"/>
            <p:cNvSpPr txBox="1"/>
            <p:nvPr/>
          </p:nvSpPr>
          <p:spPr>
            <a:xfrm>
              <a:off x="10883229" y="2428150"/>
              <a:ext cx="1022540" cy="1644104"/>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lt1"/>
                  </a:solidFill>
                  <a:latin typeface="Arial"/>
                  <a:ea typeface="Arial"/>
                  <a:cs typeface="Arial"/>
                  <a:sym typeface="Arial"/>
                </a:rPr>
                <a:t>APAC</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Singapore, SG</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Manila, PH</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Sydney, AU</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Melbourne, AU</a:t>
              </a:r>
              <a:endParaRPr/>
            </a:p>
            <a:p>
              <a:pPr marL="0" marR="0" lvl="0" indent="0" algn="l" rtl="0">
                <a:lnSpc>
                  <a:spcPct val="110000"/>
                </a:lnSpc>
                <a:spcBef>
                  <a:spcPts val="0"/>
                </a:spcBef>
                <a:spcAft>
                  <a:spcPts val="0"/>
                </a:spcAft>
                <a:buClr>
                  <a:schemeClr val="lt1"/>
                </a:buClr>
                <a:buSzPts val="750"/>
                <a:buFont typeface="Arial"/>
                <a:buNone/>
              </a:pPr>
              <a:r>
                <a:rPr lang="en-US" sz="750">
                  <a:solidFill>
                    <a:schemeClr val="lt1"/>
                  </a:solidFill>
                  <a:latin typeface="Arial"/>
                  <a:ea typeface="Arial"/>
                  <a:cs typeface="Arial"/>
                  <a:sym typeface="Arial"/>
                </a:rPr>
                <a:t>Brisbane, AU</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Penang, MY</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Kuala Lumpur, MY</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Shanghai, CN</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Taipei, TW</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Hong Kong, HK</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Tokyo, JP</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Ho chin min, VN</a:t>
              </a:r>
              <a:endParaRPr/>
            </a:p>
          </p:txBody>
        </p:sp>
        <p:sp>
          <p:nvSpPr>
            <p:cNvPr id="88" name="Google Shape;88;p7"/>
            <p:cNvSpPr/>
            <p:nvPr/>
          </p:nvSpPr>
          <p:spPr>
            <a:xfrm>
              <a:off x="10479645" y="273915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89" name="Google Shape;89;p7"/>
            <p:cNvSpPr/>
            <p:nvPr/>
          </p:nvSpPr>
          <p:spPr>
            <a:xfrm>
              <a:off x="4019380" y="2398563"/>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90" name="Google Shape;90;p7"/>
            <p:cNvSpPr/>
            <p:nvPr/>
          </p:nvSpPr>
          <p:spPr>
            <a:xfrm>
              <a:off x="5150929" y="376474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91" name="Google Shape;91;p7"/>
            <p:cNvSpPr/>
            <p:nvPr/>
          </p:nvSpPr>
          <p:spPr>
            <a:xfrm>
              <a:off x="9616458" y="350719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494">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7_Worldwide office locations Updated">
  <p:cSld name="7_Worldwide office locations Updated">
    <p:bg>
      <p:bgPr>
        <a:solidFill>
          <a:schemeClr val="lt1"/>
        </a:solidFill>
        <a:effectLst/>
      </p:bgPr>
    </p:bg>
    <p:spTree>
      <p:nvGrpSpPr>
        <p:cNvPr id="1" name="Shape 92"/>
        <p:cNvGrpSpPr/>
        <p:nvPr/>
      </p:nvGrpSpPr>
      <p:grpSpPr>
        <a:xfrm>
          <a:off x="0" y="0"/>
          <a:ext cx="0" cy="0"/>
          <a:chOff x="0" y="0"/>
          <a:chExt cx="0" cy="0"/>
        </a:xfrm>
      </p:grpSpPr>
      <p:sp>
        <p:nvSpPr>
          <p:cNvPr id="93" name="Google Shape;93;p8"/>
          <p:cNvSpPr txBox="1"/>
          <p:nvPr/>
        </p:nvSpPr>
        <p:spPr>
          <a:xfrm>
            <a:off x="274320" y="365760"/>
            <a:ext cx="7479030" cy="9144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dk1"/>
              </a:buClr>
              <a:buSzPts val="2400"/>
              <a:buFont typeface="Arial"/>
              <a:buNone/>
            </a:pPr>
            <a:r>
              <a:rPr lang="en-US" sz="2400" b="0">
                <a:solidFill>
                  <a:schemeClr val="dk1"/>
                </a:solidFill>
                <a:latin typeface="Arial"/>
                <a:ea typeface="Arial"/>
                <a:cs typeface="Arial"/>
                <a:sym typeface="Arial"/>
              </a:rPr>
              <a:t>Engineering change </a:t>
            </a:r>
            <a:br>
              <a:rPr lang="en-US" sz="2400" b="0">
                <a:solidFill>
                  <a:schemeClr val="dk1"/>
                </a:solidFill>
                <a:latin typeface="Arial"/>
                <a:ea typeface="Arial"/>
                <a:cs typeface="Arial"/>
                <a:sym typeface="Arial"/>
              </a:rPr>
            </a:br>
            <a:r>
              <a:rPr lang="en-US" sz="2400" b="0">
                <a:solidFill>
                  <a:schemeClr val="dk1"/>
                </a:solidFill>
                <a:latin typeface="Arial"/>
                <a:ea typeface="Arial"/>
                <a:cs typeface="Arial"/>
                <a:sym typeface="Arial"/>
              </a:rPr>
              <a:t>all over the world</a:t>
            </a:r>
            <a:endParaRPr/>
          </a:p>
        </p:txBody>
      </p:sp>
      <p:sp>
        <p:nvSpPr>
          <p:cNvPr id="94" name="Google Shape;94;p8">
            <a:hlinkClick r:id="rId2"/>
          </p:cNvPr>
          <p:cNvSpPr txBox="1"/>
          <p:nvPr/>
        </p:nvSpPr>
        <p:spPr>
          <a:xfrm>
            <a:off x="273844" y="1385476"/>
            <a:ext cx="1859348" cy="332156"/>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788" i="0">
                <a:solidFill>
                  <a:schemeClr val="dk1"/>
                </a:solidFill>
                <a:latin typeface="Arial"/>
                <a:ea typeface="Arial"/>
                <a:cs typeface="Arial"/>
                <a:sym typeface="Arial"/>
              </a:rPr>
              <a:t>*To see a list of all offices, visit </a:t>
            </a:r>
            <a:r>
              <a:rPr lang="en-US" sz="788" b="1" i="0" u="sng">
                <a:solidFill>
                  <a:schemeClr val="dk1"/>
                </a:solidFill>
                <a:latin typeface="Arial"/>
                <a:ea typeface="Arial"/>
                <a:cs typeface="Arial"/>
                <a:sym typeface="Arial"/>
              </a:rPr>
              <a:t>ust.com</a:t>
            </a:r>
            <a:endParaRPr/>
          </a:p>
        </p:txBody>
      </p:sp>
      <p:grpSp>
        <p:nvGrpSpPr>
          <p:cNvPr id="95" name="Google Shape;95;p8"/>
          <p:cNvGrpSpPr/>
          <p:nvPr/>
        </p:nvGrpSpPr>
        <p:grpSpPr>
          <a:xfrm>
            <a:off x="273844" y="5468864"/>
            <a:ext cx="1429442" cy="387549"/>
            <a:chOff x="505022" y="1208296"/>
            <a:chExt cx="1905923" cy="387549"/>
          </a:xfrm>
        </p:grpSpPr>
        <p:sp>
          <p:nvSpPr>
            <p:cNvPr id="96" name="Google Shape;96;p8"/>
            <p:cNvSpPr txBox="1"/>
            <p:nvPr/>
          </p:nvSpPr>
          <p:spPr>
            <a:xfrm>
              <a:off x="775881" y="1456750"/>
              <a:ext cx="737383" cy="11541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50">
                  <a:solidFill>
                    <a:schemeClr val="dk1"/>
                  </a:solidFill>
                  <a:latin typeface="Arial"/>
                  <a:ea typeface="Arial"/>
                  <a:cs typeface="Arial"/>
                  <a:sym typeface="Arial"/>
                </a:rPr>
                <a:t>Other Centers</a:t>
              </a:r>
              <a:endParaRPr/>
            </a:p>
          </p:txBody>
        </p:sp>
        <p:sp>
          <p:nvSpPr>
            <p:cNvPr id="97" name="Google Shape;97;p8"/>
            <p:cNvSpPr/>
            <p:nvPr/>
          </p:nvSpPr>
          <p:spPr>
            <a:xfrm>
              <a:off x="505022" y="1236605"/>
              <a:ext cx="131596" cy="131432"/>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98" name="Google Shape;98;p8"/>
            <p:cNvSpPr/>
            <p:nvPr/>
          </p:nvSpPr>
          <p:spPr>
            <a:xfrm>
              <a:off x="505022" y="1464413"/>
              <a:ext cx="131596" cy="131432"/>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chemeClr val="dk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99" name="Google Shape;99;p8"/>
            <p:cNvSpPr txBox="1"/>
            <p:nvPr/>
          </p:nvSpPr>
          <p:spPr>
            <a:xfrm>
              <a:off x="775881" y="1208296"/>
              <a:ext cx="1635064" cy="11541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50">
                  <a:solidFill>
                    <a:schemeClr val="dk1"/>
                  </a:solidFill>
                  <a:latin typeface="Arial"/>
                  <a:ea typeface="Arial"/>
                  <a:cs typeface="Arial"/>
                  <a:sym typeface="Arial"/>
                </a:rPr>
                <a:t>Main Offices &amp; Innovation Labs</a:t>
              </a:r>
              <a:endParaRPr/>
            </a:p>
          </p:txBody>
        </p:sp>
      </p:grpSp>
      <p:sp>
        <p:nvSpPr>
          <p:cNvPr id="100" name="Google Shape;100;p8"/>
          <p:cNvSpPr/>
          <p:nvPr/>
        </p:nvSpPr>
        <p:spPr>
          <a:xfrm>
            <a:off x="273844" y="1966988"/>
            <a:ext cx="1505971" cy="1843012"/>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101" name="Google Shape;101;p8"/>
          <p:cNvSpPr/>
          <p:nvPr/>
        </p:nvSpPr>
        <p:spPr>
          <a:xfrm>
            <a:off x="394139" y="2233661"/>
            <a:ext cx="1323000" cy="774226"/>
          </a:xfrm>
          <a:prstGeom prst="rect">
            <a:avLst/>
          </a:prstGeom>
          <a:noFill/>
          <a:ln>
            <a:noFill/>
          </a:ln>
        </p:spPr>
        <p:txBody>
          <a:bodyPr spcFirstLastPara="1" wrap="square" lIns="91425" tIns="45700" rIns="91425" bIns="45700" anchor="ctr" anchorCtr="0">
            <a:noAutofit/>
          </a:bodyPr>
          <a:lstStyle/>
          <a:p>
            <a:pPr marL="0" marR="0" lvl="2" indent="0" algn="l" rtl="0">
              <a:lnSpc>
                <a:spcPct val="120000"/>
              </a:lnSpc>
              <a:spcBef>
                <a:spcPts val="0"/>
              </a:spcBef>
              <a:spcAft>
                <a:spcPts val="0"/>
              </a:spcAft>
              <a:buNone/>
            </a:pPr>
            <a:r>
              <a:rPr lang="en-US" sz="750" b="0" i="0" u="none" strike="noStrike" cap="none">
                <a:solidFill>
                  <a:schemeClr val="lt1"/>
                </a:solidFill>
                <a:latin typeface="Arial"/>
                <a:ea typeface="Arial"/>
                <a:cs typeface="Arial"/>
                <a:sym typeface="Arial"/>
              </a:rPr>
              <a:t>86% of our global footprint is ISO 14001:2015 (Environmental Management System)</a:t>
            </a:r>
            <a:endParaRPr sz="750" b="0" i="0" u="none" strike="noStrike" cap="none">
              <a:solidFill>
                <a:schemeClr val="lt1"/>
              </a:solidFill>
              <a:latin typeface="Arial"/>
              <a:ea typeface="Arial"/>
              <a:cs typeface="Arial"/>
              <a:sym typeface="Arial"/>
            </a:endParaRPr>
          </a:p>
        </p:txBody>
      </p:sp>
      <p:sp>
        <p:nvSpPr>
          <p:cNvPr id="102" name="Google Shape;102;p8"/>
          <p:cNvSpPr/>
          <p:nvPr/>
        </p:nvSpPr>
        <p:spPr>
          <a:xfrm>
            <a:off x="394139" y="3102454"/>
            <a:ext cx="1323000" cy="388065"/>
          </a:xfrm>
          <a:prstGeom prst="rect">
            <a:avLst/>
          </a:prstGeom>
          <a:noFill/>
          <a:ln>
            <a:noFill/>
          </a:ln>
        </p:spPr>
        <p:txBody>
          <a:bodyPr spcFirstLastPara="1" wrap="square" lIns="91425" tIns="45700" rIns="91425" bIns="45700" anchor="ctr" anchorCtr="0">
            <a:noAutofit/>
          </a:bodyPr>
          <a:lstStyle/>
          <a:p>
            <a:pPr marL="0" marR="0" lvl="2" indent="0" algn="l" rtl="0">
              <a:lnSpc>
                <a:spcPct val="120000"/>
              </a:lnSpc>
              <a:spcBef>
                <a:spcPts val="0"/>
              </a:spcBef>
              <a:spcAft>
                <a:spcPts val="0"/>
              </a:spcAft>
              <a:buNone/>
            </a:pPr>
            <a:r>
              <a:rPr lang="en-US" sz="750" b="0" i="0" u="none" strike="noStrike" cap="none">
                <a:solidFill>
                  <a:schemeClr val="lt1"/>
                </a:solidFill>
                <a:latin typeface="Arial"/>
                <a:ea typeface="Arial"/>
                <a:cs typeface="Arial"/>
                <a:sym typeface="Arial"/>
              </a:rPr>
              <a:t>43% of our global footprint is LEED Gold Certified</a:t>
            </a:r>
            <a:endParaRPr sz="750" b="0" i="0" u="none" strike="noStrike" cap="none">
              <a:solidFill>
                <a:schemeClr val="lt1"/>
              </a:solidFill>
              <a:latin typeface="Arial"/>
              <a:ea typeface="Arial"/>
              <a:cs typeface="Arial"/>
              <a:sym typeface="Arial"/>
            </a:endParaRPr>
          </a:p>
        </p:txBody>
      </p:sp>
      <p:sp>
        <p:nvSpPr>
          <p:cNvPr id="103" name="Google Shape;103;p8" descr="UST"/>
          <p:cNvSpPr/>
          <p:nvPr/>
        </p:nvSpPr>
        <p:spPr>
          <a:xfrm>
            <a:off x="274320" y="6238277"/>
            <a:ext cx="240030" cy="354090"/>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chemeClr val="lt1"/>
              </a:buClr>
              <a:buSzPts val="1350"/>
              <a:buFont typeface="Arial"/>
              <a:buNone/>
            </a:pPr>
            <a:endParaRPr sz="1350" b="0" i="0" u="none" strike="noStrike" cap="none">
              <a:solidFill>
                <a:srgbClr val="231F20"/>
              </a:solidFill>
              <a:latin typeface="Arial"/>
              <a:ea typeface="Arial"/>
              <a:cs typeface="Arial"/>
              <a:sym typeface="Arial"/>
            </a:endParaRPr>
          </a:p>
        </p:txBody>
      </p:sp>
      <p:sp>
        <p:nvSpPr>
          <p:cNvPr id="104" name="Google Shape;104;p8"/>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105" name="Google Shape;105;p8"/>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grpSp>
        <p:nvGrpSpPr>
          <p:cNvPr id="106" name="Google Shape;106;p8"/>
          <p:cNvGrpSpPr/>
          <p:nvPr/>
        </p:nvGrpSpPr>
        <p:grpSpPr>
          <a:xfrm>
            <a:off x="2105887" y="1020802"/>
            <a:ext cx="6794865" cy="4727922"/>
            <a:chOff x="2807849" y="1020802"/>
            <a:chExt cx="9059820" cy="4727922"/>
          </a:xfrm>
        </p:grpSpPr>
        <p:grpSp>
          <p:nvGrpSpPr>
            <p:cNvPr id="107" name="Google Shape;107;p8"/>
            <p:cNvGrpSpPr/>
            <p:nvPr/>
          </p:nvGrpSpPr>
          <p:grpSpPr>
            <a:xfrm>
              <a:off x="2807849" y="1020802"/>
              <a:ext cx="8852619" cy="4727922"/>
              <a:chOff x="2845949" y="1020802"/>
              <a:chExt cx="8852619" cy="4727922"/>
            </a:xfrm>
          </p:grpSpPr>
          <p:sp>
            <p:nvSpPr>
              <p:cNvPr id="108" name="Google Shape;108;p8"/>
              <p:cNvSpPr txBox="1"/>
              <p:nvPr/>
            </p:nvSpPr>
            <p:spPr>
              <a:xfrm>
                <a:off x="2845949" y="2336626"/>
                <a:ext cx="1072943" cy="234429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dk1"/>
                    </a:solidFill>
                    <a:latin typeface="Arial"/>
                    <a:ea typeface="Arial"/>
                    <a:cs typeface="Arial"/>
                    <a:sym typeface="Arial"/>
                  </a:rPr>
                  <a:t>AMERICAS</a:t>
                </a:r>
                <a:endParaRPr/>
              </a:p>
              <a:p>
                <a:pPr marL="0" marR="0" lvl="0" indent="0" algn="l" rtl="0">
                  <a:lnSpc>
                    <a:spcPct val="110000"/>
                  </a:lnSpc>
                  <a:spcBef>
                    <a:spcPts val="75"/>
                  </a:spcBef>
                  <a:spcAft>
                    <a:spcPts val="0"/>
                  </a:spcAft>
                  <a:buNone/>
                </a:pPr>
                <a:r>
                  <a:rPr lang="en-US" sz="750">
                    <a:solidFill>
                      <a:schemeClr val="accent6"/>
                    </a:solidFill>
                    <a:latin typeface="Arial"/>
                    <a:ea typeface="Arial"/>
                    <a:cs typeface="Arial"/>
                    <a:sym typeface="Arial"/>
                  </a:rPr>
                  <a:t>Global HQ – Orange </a:t>
                </a:r>
                <a:br>
                  <a:rPr lang="en-US" sz="750">
                    <a:solidFill>
                      <a:schemeClr val="accent6"/>
                    </a:solidFill>
                    <a:latin typeface="Arial"/>
                    <a:ea typeface="Arial"/>
                    <a:cs typeface="Arial"/>
                    <a:sym typeface="Arial"/>
                  </a:rPr>
                </a:br>
                <a:r>
                  <a:rPr lang="en-US" sz="750">
                    <a:solidFill>
                      <a:schemeClr val="accent6"/>
                    </a:solidFill>
                    <a:latin typeface="Arial"/>
                    <a:ea typeface="Arial"/>
                    <a:cs typeface="Arial"/>
                    <a:sym typeface="Arial"/>
                  </a:rPr>
                  <a:t>County, CA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Bentonville, AR</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Chicago, IL </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Norfolk, VA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Atlanta, GA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Seattle, WA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Toronto, CA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Vancouver, CA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Guadalajara, MX</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Leon, MX</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San Jose, CR</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Santiago, CL</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Lima, PE</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Sao Paulo, BR</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Bogota, CO</a:t>
                </a:r>
                <a:endParaRPr/>
              </a:p>
            </p:txBody>
          </p:sp>
          <p:sp>
            <p:nvSpPr>
              <p:cNvPr id="109" name="Google Shape;109;p8"/>
              <p:cNvSpPr txBox="1"/>
              <p:nvPr/>
            </p:nvSpPr>
            <p:spPr>
              <a:xfrm>
                <a:off x="8669029" y="3791605"/>
                <a:ext cx="1073228" cy="1390189"/>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dk1"/>
                    </a:solidFill>
                    <a:latin typeface="Arial"/>
                    <a:ea typeface="Arial"/>
                    <a:cs typeface="Arial"/>
                    <a:sym typeface="Arial"/>
                  </a:rPr>
                  <a:t>INDIA</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Trivandrum</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Bangalore</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Chennai</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Hyderabad</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Kochi</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Delhi</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Coimbatore </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Hosur </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Pune</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Kolkata</a:t>
                </a:r>
                <a:endParaRPr/>
              </a:p>
            </p:txBody>
          </p:sp>
          <p:sp>
            <p:nvSpPr>
              <p:cNvPr id="110" name="Google Shape;110;p8"/>
              <p:cNvSpPr txBox="1"/>
              <p:nvPr/>
            </p:nvSpPr>
            <p:spPr>
              <a:xfrm>
                <a:off x="5910806" y="2284867"/>
                <a:ext cx="837836" cy="113627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dk1"/>
                    </a:solidFill>
                    <a:latin typeface="Arial"/>
                    <a:ea typeface="Arial"/>
                    <a:cs typeface="Arial"/>
                    <a:sym typeface="Arial"/>
                  </a:rPr>
                  <a:t>EMEA</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London, UK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Leeds, UK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Nottingham, UK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Dublin, IE</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Madrid,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Tel Aviv, IS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Cologne, DE</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Lisbon, PT</a:t>
                </a:r>
                <a:endParaRPr/>
              </a:p>
            </p:txBody>
          </p:sp>
          <p:sp>
            <p:nvSpPr>
              <p:cNvPr id="111" name="Google Shape;111;p8"/>
              <p:cNvSpPr txBox="1"/>
              <p:nvPr/>
            </p:nvSpPr>
            <p:spPr>
              <a:xfrm>
                <a:off x="6318430" y="3850704"/>
                <a:ext cx="867759" cy="189802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Paris, FR</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Gdansk, PL</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Bucharest, RO</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Sofia, BG</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Helmond, NL</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Barcelona, ES</a:t>
                </a:r>
                <a:endParaRPr/>
              </a:p>
              <a:p>
                <a:pPr marL="0" marR="0" lvl="0" indent="0" algn="l" rtl="0">
                  <a:lnSpc>
                    <a:spcPct val="110000"/>
                  </a:lnSpc>
                  <a:spcBef>
                    <a:spcPts val="0"/>
                  </a:spcBef>
                  <a:spcAft>
                    <a:spcPts val="0"/>
                  </a:spcAft>
                  <a:buNone/>
                </a:pPr>
                <a:r>
                  <a:rPr lang="en-US" sz="750" b="0">
                    <a:solidFill>
                      <a:schemeClr val="dk1"/>
                    </a:solidFill>
                    <a:latin typeface="Arial"/>
                    <a:ea typeface="Arial"/>
                    <a:cs typeface="Arial"/>
                    <a:sym typeface="Arial"/>
                  </a:rPr>
                  <a:t>Bilbao,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Salamanca,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Valencia,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Zaragoza,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Copenhagen, DK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Zurich, CH</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Kyiv, UA</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Prague, CZ</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Cape Town, ZA</a:t>
                </a:r>
                <a:endParaRPr/>
              </a:p>
            </p:txBody>
          </p:sp>
          <p:sp>
            <p:nvSpPr>
              <p:cNvPr id="112" name="Google Shape;112;p8"/>
              <p:cNvSpPr/>
              <p:nvPr/>
            </p:nvSpPr>
            <p:spPr>
              <a:xfrm>
                <a:off x="3054484" y="1020802"/>
                <a:ext cx="8644084" cy="4481044"/>
              </a:xfrm>
              <a:custGeom>
                <a:avLst/>
                <a:gdLst/>
                <a:ahLst/>
                <a:cxnLst/>
                <a:rect l="l" t="t" r="r" b="b"/>
                <a:pathLst>
                  <a:path w="8611" h="4463" extrusionOk="0">
                    <a:moveTo>
                      <a:pt x="7449" y="1700"/>
                    </a:moveTo>
                    <a:lnTo>
                      <a:pt x="7449" y="1700"/>
                    </a:lnTo>
                    <a:lnTo>
                      <a:pt x="7510" y="1700"/>
                    </a:lnTo>
                    <a:lnTo>
                      <a:pt x="7510" y="1277"/>
                    </a:lnTo>
                    <a:lnTo>
                      <a:pt x="7449" y="1277"/>
                    </a:lnTo>
                    <a:lnTo>
                      <a:pt x="7449" y="1700"/>
                    </a:lnTo>
                    <a:close/>
                    <a:moveTo>
                      <a:pt x="6916" y="2980"/>
                    </a:moveTo>
                    <a:lnTo>
                      <a:pt x="6916" y="2980"/>
                    </a:lnTo>
                    <a:lnTo>
                      <a:pt x="6996" y="2980"/>
                    </a:lnTo>
                    <a:lnTo>
                      <a:pt x="6996" y="2869"/>
                    </a:lnTo>
                    <a:lnTo>
                      <a:pt x="6916" y="2869"/>
                    </a:lnTo>
                    <a:lnTo>
                      <a:pt x="6916" y="2980"/>
                    </a:lnTo>
                    <a:close/>
                    <a:moveTo>
                      <a:pt x="7155" y="3150"/>
                    </a:moveTo>
                    <a:lnTo>
                      <a:pt x="7155" y="3150"/>
                    </a:lnTo>
                    <a:lnTo>
                      <a:pt x="6945" y="3360"/>
                    </a:lnTo>
                    <a:lnTo>
                      <a:pt x="6803" y="3360"/>
                    </a:lnTo>
                    <a:lnTo>
                      <a:pt x="6803" y="3741"/>
                    </a:lnTo>
                    <a:lnTo>
                      <a:pt x="7014" y="3741"/>
                    </a:lnTo>
                    <a:lnTo>
                      <a:pt x="7083" y="3672"/>
                    </a:lnTo>
                    <a:lnTo>
                      <a:pt x="7246" y="3672"/>
                    </a:lnTo>
                    <a:lnTo>
                      <a:pt x="7428" y="3854"/>
                    </a:lnTo>
                    <a:lnTo>
                      <a:pt x="7578" y="3854"/>
                    </a:lnTo>
                    <a:lnTo>
                      <a:pt x="7751" y="3682"/>
                    </a:lnTo>
                    <a:lnTo>
                      <a:pt x="7751" y="3453"/>
                    </a:lnTo>
                    <a:lnTo>
                      <a:pt x="7447" y="3150"/>
                    </a:lnTo>
                    <a:lnTo>
                      <a:pt x="7155" y="3150"/>
                    </a:lnTo>
                    <a:close/>
                    <a:moveTo>
                      <a:pt x="6938" y="2386"/>
                    </a:moveTo>
                    <a:lnTo>
                      <a:pt x="6938" y="2386"/>
                    </a:lnTo>
                    <a:lnTo>
                      <a:pt x="6938" y="2494"/>
                    </a:lnTo>
                    <a:lnTo>
                      <a:pt x="6989" y="2545"/>
                    </a:lnTo>
                    <a:lnTo>
                      <a:pt x="6989" y="2707"/>
                    </a:lnTo>
                    <a:lnTo>
                      <a:pt x="7091" y="2707"/>
                    </a:lnTo>
                    <a:lnTo>
                      <a:pt x="7091" y="2566"/>
                    </a:lnTo>
                    <a:lnTo>
                      <a:pt x="6997" y="2472"/>
                    </a:lnTo>
                    <a:lnTo>
                      <a:pt x="6997" y="2386"/>
                    </a:lnTo>
                    <a:lnTo>
                      <a:pt x="6938" y="2386"/>
                    </a:lnTo>
                    <a:close/>
                    <a:moveTo>
                      <a:pt x="8059" y="4075"/>
                    </a:moveTo>
                    <a:lnTo>
                      <a:pt x="8059" y="4075"/>
                    </a:lnTo>
                    <a:lnTo>
                      <a:pt x="8118" y="4134"/>
                    </a:lnTo>
                    <a:lnTo>
                      <a:pt x="8358" y="3894"/>
                    </a:lnTo>
                    <a:lnTo>
                      <a:pt x="8299" y="3835"/>
                    </a:lnTo>
                    <a:lnTo>
                      <a:pt x="8059" y="4075"/>
                    </a:lnTo>
                    <a:close/>
                    <a:moveTo>
                      <a:pt x="7322" y="2914"/>
                    </a:moveTo>
                    <a:lnTo>
                      <a:pt x="7322" y="2914"/>
                    </a:lnTo>
                    <a:lnTo>
                      <a:pt x="7529" y="3121"/>
                    </a:lnTo>
                    <a:lnTo>
                      <a:pt x="7598" y="3053"/>
                    </a:lnTo>
                    <a:lnTo>
                      <a:pt x="7390" y="2845"/>
                    </a:lnTo>
                    <a:lnTo>
                      <a:pt x="7322" y="2914"/>
                    </a:lnTo>
                    <a:close/>
                    <a:moveTo>
                      <a:pt x="7859" y="432"/>
                    </a:moveTo>
                    <a:lnTo>
                      <a:pt x="7859" y="432"/>
                    </a:lnTo>
                    <a:lnTo>
                      <a:pt x="7690" y="263"/>
                    </a:lnTo>
                    <a:lnTo>
                      <a:pt x="7189" y="263"/>
                    </a:lnTo>
                    <a:lnTo>
                      <a:pt x="7117" y="191"/>
                    </a:lnTo>
                    <a:lnTo>
                      <a:pt x="6732" y="191"/>
                    </a:lnTo>
                    <a:lnTo>
                      <a:pt x="6732" y="0"/>
                    </a:lnTo>
                    <a:lnTo>
                      <a:pt x="6062" y="0"/>
                    </a:lnTo>
                    <a:lnTo>
                      <a:pt x="5852" y="209"/>
                    </a:lnTo>
                    <a:lnTo>
                      <a:pt x="5697" y="209"/>
                    </a:lnTo>
                    <a:lnTo>
                      <a:pt x="5643" y="262"/>
                    </a:lnTo>
                    <a:lnTo>
                      <a:pt x="5643" y="489"/>
                    </a:lnTo>
                    <a:lnTo>
                      <a:pt x="5243" y="489"/>
                    </a:lnTo>
                    <a:lnTo>
                      <a:pt x="4953" y="779"/>
                    </a:lnTo>
                    <a:lnTo>
                      <a:pt x="4867" y="779"/>
                    </a:lnTo>
                    <a:lnTo>
                      <a:pt x="4865" y="675"/>
                    </a:lnTo>
                    <a:lnTo>
                      <a:pt x="4919" y="675"/>
                    </a:lnTo>
                    <a:lnTo>
                      <a:pt x="5004" y="590"/>
                    </a:lnTo>
                    <a:lnTo>
                      <a:pt x="4777" y="363"/>
                    </a:lnTo>
                    <a:lnTo>
                      <a:pt x="4578" y="363"/>
                    </a:lnTo>
                    <a:lnTo>
                      <a:pt x="4128" y="813"/>
                    </a:lnTo>
                    <a:lnTo>
                      <a:pt x="4128" y="1077"/>
                    </a:lnTo>
                    <a:lnTo>
                      <a:pt x="4216" y="1077"/>
                    </a:lnTo>
                    <a:lnTo>
                      <a:pt x="4341" y="1201"/>
                    </a:lnTo>
                    <a:lnTo>
                      <a:pt x="4434" y="1108"/>
                    </a:lnTo>
                    <a:lnTo>
                      <a:pt x="4434" y="848"/>
                    </a:lnTo>
                    <a:lnTo>
                      <a:pt x="4567" y="714"/>
                    </a:lnTo>
                    <a:lnTo>
                      <a:pt x="4599" y="745"/>
                    </a:lnTo>
                    <a:lnTo>
                      <a:pt x="4494" y="849"/>
                    </a:lnTo>
                    <a:lnTo>
                      <a:pt x="4494" y="1009"/>
                    </a:lnTo>
                    <a:lnTo>
                      <a:pt x="4695" y="1009"/>
                    </a:lnTo>
                    <a:lnTo>
                      <a:pt x="4468" y="1236"/>
                    </a:lnTo>
                    <a:lnTo>
                      <a:pt x="4208" y="1237"/>
                    </a:lnTo>
                    <a:lnTo>
                      <a:pt x="3961" y="1484"/>
                    </a:lnTo>
                    <a:lnTo>
                      <a:pt x="3961" y="1645"/>
                    </a:lnTo>
                    <a:lnTo>
                      <a:pt x="3784" y="1645"/>
                    </a:lnTo>
                    <a:lnTo>
                      <a:pt x="3784" y="1867"/>
                    </a:lnTo>
                    <a:lnTo>
                      <a:pt x="3946" y="1868"/>
                    </a:lnTo>
                    <a:lnTo>
                      <a:pt x="4188" y="1625"/>
                    </a:lnTo>
                    <a:lnTo>
                      <a:pt x="4377" y="1813"/>
                    </a:lnTo>
                    <a:lnTo>
                      <a:pt x="4424" y="1767"/>
                    </a:lnTo>
                    <a:lnTo>
                      <a:pt x="4307" y="1650"/>
                    </a:lnTo>
                    <a:lnTo>
                      <a:pt x="4307" y="1580"/>
                    </a:lnTo>
                    <a:lnTo>
                      <a:pt x="4476" y="1749"/>
                    </a:lnTo>
                    <a:lnTo>
                      <a:pt x="4476" y="1788"/>
                    </a:lnTo>
                    <a:lnTo>
                      <a:pt x="4532" y="1844"/>
                    </a:lnTo>
                    <a:lnTo>
                      <a:pt x="4649" y="1844"/>
                    </a:lnTo>
                    <a:lnTo>
                      <a:pt x="4727" y="1922"/>
                    </a:lnTo>
                    <a:lnTo>
                      <a:pt x="4864" y="1922"/>
                    </a:lnTo>
                    <a:lnTo>
                      <a:pt x="4864" y="2062"/>
                    </a:lnTo>
                    <a:lnTo>
                      <a:pt x="4425" y="2062"/>
                    </a:lnTo>
                    <a:lnTo>
                      <a:pt x="4283" y="1920"/>
                    </a:lnTo>
                    <a:lnTo>
                      <a:pt x="3886" y="1920"/>
                    </a:lnTo>
                    <a:lnTo>
                      <a:pt x="3577" y="2229"/>
                    </a:lnTo>
                    <a:lnTo>
                      <a:pt x="3577" y="2540"/>
                    </a:lnTo>
                    <a:lnTo>
                      <a:pt x="3732" y="2695"/>
                    </a:lnTo>
                    <a:lnTo>
                      <a:pt x="4212" y="2695"/>
                    </a:lnTo>
                    <a:lnTo>
                      <a:pt x="4212" y="2859"/>
                    </a:lnTo>
                    <a:lnTo>
                      <a:pt x="4315" y="2961"/>
                    </a:lnTo>
                    <a:lnTo>
                      <a:pt x="4315" y="3459"/>
                    </a:lnTo>
                    <a:lnTo>
                      <a:pt x="4439" y="3583"/>
                    </a:lnTo>
                    <a:lnTo>
                      <a:pt x="4439" y="3737"/>
                    </a:lnTo>
                    <a:lnTo>
                      <a:pt x="4552" y="3737"/>
                    </a:lnTo>
                    <a:lnTo>
                      <a:pt x="4795" y="3494"/>
                    </a:lnTo>
                    <a:lnTo>
                      <a:pt x="4795" y="3425"/>
                    </a:lnTo>
                    <a:lnTo>
                      <a:pt x="4992" y="3228"/>
                    </a:lnTo>
                    <a:lnTo>
                      <a:pt x="4992" y="2911"/>
                    </a:lnTo>
                    <a:lnTo>
                      <a:pt x="5215" y="2687"/>
                    </a:lnTo>
                    <a:lnTo>
                      <a:pt x="5215" y="2591"/>
                    </a:lnTo>
                    <a:lnTo>
                      <a:pt x="5101" y="2591"/>
                    </a:lnTo>
                    <a:lnTo>
                      <a:pt x="4831" y="2321"/>
                    </a:lnTo>
                    <a:lnTo>
                      <a:pt x="4875" y="2277"/>
                    </a:lnTo>
                    <a:lnTo>
                      <a:pt x="5112" y="2514"/>
                    </a:lnTo>
                    <a:lnTo>
                      <a:pt x="5267" y="2514"/>
                    </a:lnTo>
                    <a:lnTo>
                      <a:pt x="5461" y="2320"/>
                    </a:lnTo>
                    <a:lnTo>
                      <a:pt x="5237" y="2094"/>
                    </a:lnTo>
                    <a:lnTo>
                      <a:pt x="5263" y="2068"/>
                    </a:lnTo>
                    <a:lnTo>
                      <a:pt x="5395" y="2200"/>
                    </a:lnTo>
                    <a:lnTo>
                      <a:pt x="5600" y="2200"/>
                    </a:lnTo>
                    <a:lnTo>
                      <a:pt x="5715" y="2314"/>
                    </a:lnTo>
                    <a:lnTo>
                      <a:pt x="5779" y="2314"/>
                    </a:lnTo>
                    <a:lnTo>
                      <a:pt x="5779" y="2505"/>
                    </a:lnTo>
                    <a:lnTo>
                      <a:pt x="5907" y="2632"/>
                    </a:lnTo>
                    <a:lnTo>
                      <a:pt x="5963" y="2575"/>
                    </a:lnTo>
                    <a:lnTo>
                      <a:pt x="5963" y="2445"/>
                    </a:lnTo>
                    <a:lnTo>
                      <a:pt x="6162" y="2289"/>
                    </a:lnTo>
                    <a:lnTo>
                      <a:pt x="6218" y="2289"/>
                    </a:lnTo>
                    <a:lnTo>
                      <a:pt x="6307" y="2378"/>
                    </a:lnTo>
                    <a:cubicBezTo>
                      <a:pt x="6307" y="2378"/>
                      <a:pt x="6300" y="2447"/>
                      <a:pt x="6307" y="2447"/>
                    </a:cubicBezTo>
                    <a:lnTo>
                      <a:pt x="6379" y="2447"/>
                    </a:lnTo>
                    <a:lnTo>
                      <a:pt x="6579" y="2647"/>
                    </a:lnTo>
                    <a:lnTo>
                      <a:pt x="6583" y="2651"/>
                    </a:lnTo>
                    <a:lnTo>
                      <a:pt x="6669" y="2564"/>
                    </a:lnTo>
                    <a:lnTo>
                      <a:pt x="6669" y="2478"/>
                    </a:lnTo>
                    <a:lnTo>
                      <a:pt x="6567" y="2376"/>
                    </a:lnTo>
                    <a:lnTo>
                      <a:pt x="6628" y="2316"/>
                    </a:lnTo>
                    <a:lnTo>
                      <a:pt x="6749" y="2316"/>
                    </a:lnTo>
                    <a:lnTo>
                      <a:pt x="6965" y="2099"/>
                    </a:lnTo>
                    <a:lnTo>
                      <a:pt x="6965" y="1959"/>
                    </a:lnTo>
                    <a:lnTo>
                      <a:pt x="6863" y="1857"/>
                    </a:lnTo>
                    <a:lnTo>
                      <a:pt x="6947" y="1774"/>
                    </a:lnTo>
                    <a:lnTo>
                      <a:pt x="7091" y="1918"/>
                    </a:lnTo>
                    <a:lnTo>
                      <a:pt x="7153" y="1918"/>
                    </a:lnTo>
                    <a:lnTo>
                      <a:pt x="7153" y="1799"/>
                    </a:lnTo>
                    <a:lnTo>
                      <a:pt x="7371" y="1582"/>
                    </a:lnTo>
                    <a:lnTo>
                      <a:pt x="7371" y="1100"/>
                    </a:lnTo>
                    <a:lnTo>
                      <a:pt x="7450" y="1021"/>
                    </a:lnTo>
                    <a:lnTo>
                      <a:pt x="7770" y="1021"/>
                    </a:lnTo>
                    <a:lnTo>
                      <a:pt x="7883" y="908"/>
                    </a:lnTo>
                    <a:lnTo>
                      <a:pt x="8002" y="908"/>
                    </a:lnTo>
                    <a:lnTo>
                      <a:pt x="8002" y="958"/>
                    </a:lnTo>
                    <a:lnTo>
                      <a:pt x="7799" y="1162"/>
                    </a:lnTo>
                    <a:lnTo>
                      <a:pt x="7799" y="1388"/>
                    </a:lnTo>
                    <a:lnTo>
                      <a:pt x="7842" y="1388"/>
                    </a:lnTo>
                    <a:lnTo>
                      <a:pt x="7985" y="1244"/>
                    </a:lnTo>
                    <a:lnTo>
                      <a:pt x="7985" y="1119"/>
                    </a:lnTo>
                    <a:cubicBezTo>
                      <a:pt x="7985" y="1119"/>
                      <a:pt x="8427" y="699"/>
                      <a:pt x="8431" y="699"/>
                    </a:cubicBezTo>
                    <a:lnTo>
                      <a:pt x="8526" y="794"/>
                    </a:lnTo>
                    <a:lnTo>
                      <a:pt x="8611" y="709"/>
                    </a:lnTo>
                    <a:lnTo>
                      <a:pt x="8334" y="432"/>
                    </a:lnTo>
                    <a:lnTo>
                      <a:pt x="7859" y="432"/>
                    </a:lnTo>
                    <a:close/>
                    <a:moveTo>
                      <a:pt x="7254" y="1916"/>
                    </a:moveTo>
                    <a:lnTo>
                      <a:pt x="7254" y="1916"/>
                    </a:lnTo>
                    <a:lnTo>
                      <a:pt x="7311" y="1974"/>
                    </a:lnTo>
                    <a:lnTo>
                      <a:pt x="7498" y="1787"/>
                    </a:lnTo>
                    <a:lnTo>
                      <a:pt x="7441" y="1729"/>
                    </a:lnTo>
                    <a:lnTo>
                      <a:pt x="7254" y="1916"/>
                    </a:lnTo>
                    <a:close/>
                    <a:moveTo>
                      <a:pt x="7541" y="4030"/>
                    </a:moveTo>
                    <a:lnTo>
                      <a:pt x="7541" y="4030"/>
                    </a:lnTo>
                    <a:lnTo>
                      <a:pt x="7639" y="4030"/>
                    </a:lnTo>
                    <a:lnTo>
                      <a:pt x="7639" y="3946"/>
                    </a:lnTo>
                    <a:lnTo>
                      <a:pt x="7541" y="3946"/>
                    </a:lnTo>
                    <a:lnTo>
                      <a:pt x="7541" y="4030"/>
                    </a:lnTo>
                    <a:close/>
                    <a:moveTo>
                      <a:pt x="5088" y="3476"/>
                    </a:moveTo>
                    <a:lnTo>
                      <a:pt x="5088" y="3476"/>
                    </a:lnTo>
                    <a:lnTo>
                      <a:pt x="5208" y="3476"/>
                    </a:lnTo>
                    <a:lnTo>
                      <a:pt x="5208" y="3193"/>
                    </a:lnTo>
                    <a:lnTo>
                      <a:pt x="5088" y="3193"/>
                    </a:lnTo>
                    <a:lnTo>
                      <a:pt x="5088" y="3476"/>
                    </a:lnTo>
                    <a:close/>
                    <a:moveTo>
                      <a:pt x="2594" y="2576"/>
                    </a:moveTo>
                    <a:lnTo>
                      <a:pt x="2594" y="2576"/>
                    </a:lnTo>
                    <a:lnTo>
                      <a:pt x="2242" y="2576"/>
                    </a:lnTo>
                    <a:lnTo>
                      <a:pt x="2071" y="2747"/>
                    </a:lnTo>
                    <a:lnTo>
                      <a:pt x="2071" y="2999"/>
                    </a:lnTo>
                    <a:lnTo>
                      <a:pt x="2265" y="3193"/>
                    </a:lnTo>
                    <a:lnTo>
                      <a:pt x="2265" y="4354"/>
                    </a:lnTo>
                    <a:lnTo>
                      <a:pt x="2373" y="4463"/>
                    </a:lnTo>
                    <a:lnTo>
                      <a:pt x="2429" y="4463"/>
                    </a:lnTo>
                    <a:lnTo>
                      <a:pt x="2429" y="4071"/>
                    </a:lnTo>
                    <a:lnTo>
                      <a:pt x="3166" y="3334"/>
                    </a:lnTo>
                    <a:lnTo>
                      <a:pt x="3166" y="2956"/>
                    </a:lnTo>
                    <a:lnTo>
                      <a:pt x="2975" y="2956"/>
                    </a:lnTo>
                    <a:lnTo>
                      <a:pt x="2594" y="2576"/>
                    </a:lnTo>
                    <a:close/>
                    <a:moveTo>
                      <a:pt x="1937" y="787"/>
                    </a:moveTo>
                    <a:lnTo>
                      <a:pt x="1937" y="787"/>
                    </a:lnTo>
                    <a:lnTo>
                      <a:pt x="2037" y="887"/>
                    </a:lnTo>
                    <a:lnTo>
                      <a:pt x="2114" y="811"/>
                    </a:lnTo>
                    <a:lnTo>
                      <a:pt x="2013" y="710"/>
                    </a:lnTo>
                    <a:lnTo>
                      <a:pt x="1937" y="787"/>
                    </a:lnTo>
                    <a:close/>
                    <a:moveTo>
                      <a:pt x="3552" y="128"/>
                    </a:moveTo>
                    <a:lnTo>
                      <a:pt x="3552" y="128"/>
                    </a:lnTo>
                    <a:lnTo>
                      <a:pt x="2633" y="128"/>
                    </a:lnTo>
                    <a:lnTo>
                      <a:pt x="2633" y="262"/>
                    </a:lnTo>
                    <a:lnTo>
                      <a:pt x="2784" y="262"/>
                    </a:lnTo>
                    <a:cubicBezTo>
                      <a:pt x="2784" y="262"/>
                      <a:pt x="2787" y="688"/>
                      <a:pt x="2784" y="685"/>
                    </a:cubicBezTo>
                    <a:lnTo>
                      <a:pt x="2896" y="685"/>
                    </a:lnTo>
                    <a:lnTo>
                      <a:pt x="3050" y="531"/>
                    </a:lnTo>
                    <a:lnTo>
                      <a:pt x="3270" y="531"/>
                    </a:lnTo>
                    <a:lnTo>
                      <a:pt x="3552" y="249"/>
                    </a:lnTo>
                    <a:lnTo>
                      <a:pt x="3552" y="128"/>
                    </a:lnTo>
                    <a:close/>
                    <a:moveTo>
                      <a:pt x="3901" y="1399"/>
                    </a:moveTo>
                    <a:lnTo>
                      <a:pt x="3901" y="1399"/>
                    </a:lnTo>
                    <a:lnTo>
                      <a:pt x="4001" y="1399"/>
                    </a:lnTo>
                    <a:lnTo>
                      <a:pt x="4001" y="1208"/>
                    </a:lnTo>
                    <a:lnTo>
                      <a:pt x="3873" y="1080"/>
                    </a:lnTo>
                    <a:lnTo>
                      <a:pt x="3855" y="1080"/>
                    </a:lnTo>
                    <a:lnTo>
                      <a:pt x="3761" y="1173"/>
                    </a:lnTo>
                    <a:lnTo>
                      <a:pt x="3761" y="1342"/>
                    </a:lnTo>
                    <a:lnTo>
                      <a:pt x="3843" y="1342"/>
                    </a:lnTo>
                    <a:lnTo>
                      <a:pt x="3901" y="1399"/>
                    </a:lnTo>
                    <a:close/>
                    <a:moveTo>
                      <a:pt x="6870" y="2711"/>
                    </a:moveTo>
                    <a:lnTo>
                      <a:pt x="6870" y="2711"/>
                    </a:lnTo>
                    <a:lnTo>
                      <a:pt x="6830" y="2672"/>
                    </a:lnTo>
                    <a:lnTo>
                      <a:pt x="6671" y="2831"/>
                    </a:lnTo>
                    <a:lnTo>
                      <a:pt x="6671" y="2876"/>
                    </a:lnTo>
                    <a:lnTo>
                      <a:pt x="6727" y="2932"/>
                    </a:lnTo>
                    <a:lnTo>
                      <a:pt x="6870" y="2932"/>
                    </a:lnTo>
                    <a:lnTo>
                      <a:pt x="6870" y="2711"/>
                    </a:lnTo>
                    <a:close/>
                    <a:moveTo>
                      <a:pt x="1815" y="2319"/>
                    </a:moveTo>
                    <a:lnTo>
                      <a:pt x="1815" y="2319"/>
                    </a:lnTo>
                    <a:lnTo>
                      <a:pt x="1713" y="2319"/>
                    </a:lnTo>
                    <a:lnTo>
                      <a:pt x="1714" y="2085"/>
                    </a:lnTo>
                    <a:lnTo>
                      <a:pt x="2032" y="2085"/>
                    </a:lnTo>
                    <a:lnTo>
                      <a:pt x="2034" y="2177"/>
                    </a:lnTo>
                    <a:lnTo>
                      <a:pt x="2115" y="2177"/>
                    </a:lnTo>
                    <a:lnTo>
                      <a:pt x="2115" y="1900"/>
                    </a:lnTo>
                    <a:lnTo>
                      <a:pt x="2611" y="1404"/>
                    </a:lnTo>
                    <a:lnTo>
                      <a:pt x="2696" y="1404"/>
                    </a:lnTo>
                    <a:lnTo>
                      <a:pt x="2697" y="1282"/>
                    </a:lnTo>
                    <a:lnTo>
                      <a:pt x="2691" y="1277"/>
                    </a:lnTo>
                    <a:lnTo>
                      <a:pt x="2297" y="883"/>
                    </a:lnTo>
                    <a:lnTo>
                      <a:pt x="2171" y="883"/>
                    </a:lnTo>
                    <a:lnTo>
                      <a:pt x="2171" y="1188"/>
                    </a:lnTo>
                    <a:lnTo>
                      <a:pt x="1812" y="1188"/>
                    </a:lnTo>
                    <a:lnTo>
                      <a:pt x="1812" y="864"/>
                    </a:lnTo>
                    <a:lnTo>
                      <a:pt x="2099" y="578"/>
                    </a:lnTo>
                    <a:lnTo>
                      <a:pt x="2362" y="841"/>
                    </a:lnTo>
                    <a:lnTo>
                      <a:pt x="2432" y="841"/>
                    </a:lnTo>
                    <a:cubicBezTo>
                      <a:pt x="2432" y="841"/>
                      <a:pt x="2594" y="676"/>
                      <a:pt x="2594" y="676"/>
                    </a:cubicBezTo>
                    <a:lnTo>
                      <a:pt x="2182" y="265"/>
                    </a:lnTo>
                    <a:lnTo>
                      <a:pt x="1181" y="265"/>
                    </a:lnTo>
                    <a:lnTo>
                      <a:pt x="1050" y="396"/>
                    </a:lnTo>
                    <a:lnTo>
                      <a:pt x="163" y="396"/>
                    </a:lnTo>
                    <a:lnTo>
                      <a:pt x="0" y="560"/>
                    </a:lnTo>
                    <a:lnTo>
                      <a:pt x="0" y="953"/>
                    </a:lnTo>
                    <a:lnTo>
                      <a:pt x="159" y="1112"/>
                    </a:lnTo>
                    <a:lnTo>
                      <a:pt x="380" y="1112"/>
                    </a:lnTo>
                    <a:lnTo>
                      <a:pt x="380" y="978"/>
                    </a:lnTo>
                    <a:lnTo>
                      <a:pt x="577" y="978"/>
                    </a:lnTo>
                    <a:lnTo>
                      <a:pt x="1000" y="1401"/>
                    </a:lnTo>
                    <a:lnTo>
                      <a:pt x="1000" y="1829"/>
                    </a:lnTo>
                    <a:lnTo>
                      <a:pt x="1651" y="2481"/>
                    </a:lnTo>
                    <a:lnTo>
                      <a:pt x="1808" y="2481"/>
                    </a:lnTo>
                    <a:lnTo>
                      <a:pt x="1999" y="2671"/>
                    </a:lnTo>
                    <a:lnTo>
                      <a:pt x="2083" y="2587"/>
                    </a:lnTo>
                    <a:lnTo>
                      <a:pt x="1815" y="2319"/>
                    </a:lnTo>
                    <a:close/>
                    <a:moveTo>
                      <a:pt x="6560" y="2743"/>
                    </a:moveTo>
                    <a:lnTo>
                      <a:pt x="6560" y="2743"/>
                    </a:lnTo>
                    <a:lnTo>
                      <a:pt x="6539" y="2722"/>
                    </a:lnTo>
                    <a:lnTo>
                      <a:pt x="6406" y="2589"/>
                    </a:lnTo>
                    <a:cubicBezTo>
                      <a:pt x="6407" y="2588"/>
                      <a:pt x="6369" y="2625"/>
                      <a:pt x="6369" y="2625"/>
                    </a:cubicBezTo>
                    <a:lnTo>
                      <a:pt x="6523" y="2780"/>
                    </a:lnTo>
                    <a:lnTo>
                      <a:pt x="6560" y="2743"/>
                    </a:lnTo>
                    <a:close/>
                    <a:moveTo>
                      <a:pt x="6393" y="2695"/>
                    </a:moveTo>
                    <a:lnTo>
                      <a:pt x="6393" y="2695"/>
                    </a:lnTo>
                    <a:cubicBezTo>
                      <a:pt x="6395" y="2693"/>
                      <a:pt x="6346" y="2743"/>
                      <a:pt x="6346" y="2743"/>
                    </a:cubicBezTo>
                    <a:lnTo>
                      <a:pt x="6579" y="2979"/>
                    </a:lnTo>
                    <a:lnTo>
                      <a:pt x="6628" y="2930"/>
                    </a:lnTo>
                    <a:lnTo>
                      <a:pt x="6595" y="2896"/>
                    </a:lnTo>
                    <a:lnTo>
                      <a:pt x="6393" y="2695"/>
                    </a:lnTo>
                    <a:close/>
                    <a:moveTo>
                      <a:pt x="5948" y="2706"/>
                    </a:moveTo>
                    <a:lnTo>
                      <a:pt x="5948" y="2706"/>
                    </a:lnTo>
                    <a:lnTo>
                      <a:pt x="6008" y="2706"/>
                    </a:lnTo>
                    <a:lnTo>
                      <a:pt x="6008" y="2622"/>
                    </a:lnTo>
                    <a:lnTo>
                      <a:pt x="5948" y="2622"/>
                    </a:lnTo>
                    <a:lnTo>
                      <a:pt x="5948" y="2706"/>
                    </a:lnTo>
                    <a:close/>
                    <a:moveTo>
                      <a:pt x="3654" y="811"/>
                    </a:moveTo>
                    <a:lnTo>
                      <a:pt x="3654" y="811"/>
                    </a:lnTo>
                    <a:lnTo>
                      <a:pt x="3436" y="811"/>
                    </a:lnTo>
                    <a:lnTo>
                      <a:pt x="3436" y="660"/>
                    </a:lnTo>
                    <a:lnTo>
                      <a:pt x="3654" y="660"/>
                    </a:lnTo>
                    <a:lnTo>
                      <a:pt x="3654" y="811"/>
                    </a:lnTo>
                    <a:close/>
                  </a:path>
                </a:pathLst>
              </a:custGeom>
              <a:solidFill>
                <a:srgbClr val="ECECE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13" name="Google Shape;113;p8"/>
              <p:cNvSpPr/>
              <p:nvPr/>
            </p:nvSpPr>
            <p:spPr>
              <a:xfrm>
                <a:off x="4051148" y="2799766"/>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14" name="Google Shape;114;p8"/>
              <p:cNvSpPr/>
              <p:nvPr/>
            </p:nvSpPr>
            <p:spPr>
              <a:xfrm>
                <a:off x="4931739" y="240462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15" name="Google Shape;115;p8"/>
              <p:cNvSpPr/>
              <p:nvPr/>
            </p:nvSpPr>
            <p:spPr>
              <a:xfrm>
                <a:off x="5151701" y="27807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16" name="Google Shape;116;p8"/>
              <p:cNvSpPr/>
              <p:nvPr/>
            </p:nvSpPr>
            <p:spPr>
              <a:xfrm>
                <a:off x="4839521" y="27807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17" name="Google Shape;117;p8"/>
              <p:cNvSpPr/>
              <p:nvPr/>
            </p:nvSpPr>
            <p:spPr>
              <a:xfrm>
                <a:off x="5117220" y="255754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18" name="Google Shape;118;p8"/>
              <p:cNvSpPr/>
              <p:nvPr/>
            </p:nvSpPr>
            <p:spPr>
              <a:xfrm>
                <a:off x="4990497" y="28991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19" name="Google Shape;119;p8"/>
              <p:cNvSpPr/>
              <p:nvPr/>
            </p:nvSpPr>
            <p:spPr>
              <a:xfrm>
                <a:off x="4760996" y="294269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0" name="Google Shape;120;p8"/>
              <p:cNvSpPr/>
              <p:nvPr/>
            </p:nvSpPr>
            <p:spPr>
              <a:xfrm>
                <a:off x="4586118" y="243190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1" name="Google Shape;121;p8"/>
              <p:cNvSpPr/>
              <p:nvPr/>
            </p:nvSpPr>
            <p:spPr>
              <a:xfrm>
                <a:off x="5297034" y="2298468"/>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2" name="Google Shape;122;p8"/>
              <p:cNvSpPr/>
              <p:nvPr/>
            </p:nvSpPr>
            <p:spPr>
              <a:xfrm>
                <a:off x="4799123" y="340378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3" name="Google Shape;123;p8"/>
              <p:cNvSpPr/>
              <p:nvPr/>
            </p:nvSpPr>
            <p:spPr>
              <a:xfrm>
                <a:off x="4645418" y="332607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4" name="Google Shape;124;p8"/>
              <p:cNvSpPr/>
              <p:nvPr/>
            </p:nvSpPr>
            <p:spPr>
              <a:xfrm>
                <a:off x="4936641" y="348866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5" name="Google Shape;125;p8"/>
              <p:cNvSpPr/>
              <p:nvPr/>
            </p:nvSpPr>
            <p:spPr>
              <a:xfrm>
                <a:off x="5319945" y="464194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6" name="Google Shape;126;p8"/>
              <p:cNvSpPr/>
              <p:nvPr/>
            </p:nvSpPr>
            <p:spPr>
              <a:xfrm>
                <a:off x="5220779" y="407906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7" name="Google Shape;127;p8"/>
              <p:cNvSpPr/>
              <p:nvPr/>
            </p:nvSpPr>
            <p:spPr>
              <a:xfrm>
                <a:off x="5872653" y="458348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8" name="Google Shape;128;p8"/>
              <p:cNvSpPr/>
              <p:nvPr/>
            </p:nvSpPr>
            <p:spPr>
              <a:xfrm>
                <a:off x="6966396" y="232903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9" name="Google Shape;129;p8"/>
              <p:cNvSpPr/>
              <p:nvPr/>
            </p:nvSpPr>
            <p:spPr>
              <a:xfrm>
                <a:off x="8861447" y="3594187"/>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0" name="Google Shape;130;p8"/>
              <p:cNvSpPr/>
              <p:nvPr/>
            </p:nvSpPr>
            <p:spPr>
              <a:xfrm>
                <a:off x="9490780" y="361931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1" name="Google Shape;131;p8"/>
              <p:cNvSpPr/>
              <p:nvPr/>
            </p:nvSpPr>
            <p:spPr>
              <a:xfrm>
                <a:off x="6947333" y="222080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2" name="Google Shape;132;p8"/>
              <p:cNvSpPr/>
              <p:nvPr/>
            </p:nvSpPr>
            <p:spPr>
              <a:xfrm>
                <a:off x="10072856" y="355767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3" name="Google Shape;133;p8"/>
              <p:cNvSpPr/>
              <p:nvPr/>
            </p:nvSpPr>
            <p:spPr>
              <a:xfrm>
                <a:off x="10761695" y="462157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4" name="Google Shape;134;p8"/>
              <p:cNvSpPr/>
              <p:nvPr/>
            </p:nvSpPr>
            <p:spPr>
              <a:xfrm>
                <a:off x="10761695" y="446699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5" name="Google Shape;135;p8"/>
              <p:cNvSpPr/>
              <p:nvPr/>
            </p:nvSpPr>
            <p:spPr>
              <a:xfrm>
                <a:off x="9565034" y="373273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6" name="Google Shape;136;p8"/>
              <p:cNvSpPr/>
              <p:nvPr/>
            </p:nvSpPr>
            <p:spPr>
              <a:xfrm>
                <a:off x="9946198" y="310791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7" name="Google Shape;137;p8"/>
              <p:cNvSpPr/>
              <p:nvPr/>
            </p:nvSpPr>
            <p:spPr>
              <a:xfrm>
                <a:off x="9783772" y="327162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8" name="Google Shape;138;p8"/>
              <p:cNvSpPr/>
              <p:nvPr/>
            </p:nvSpPr>
            <p:spPr>
              <a:xfrm>
                <a:off x="7168798" y="239784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9" name="Google Shape;139;p8"/>
              <p:cNvSpPr/>
              <p:nvPr/>
            </p:nvSpPr>
            <p:spPr>
              <a:xfrm>
                <a:off x="6854597" y="275201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0" name="Google Shape;140;p8"/>
              <p:cNvSpPr/>
              <p:nvPr/>
            </p:nvSpPr>
            <p:spPr>
              <a:xfrm>
                <a:off x="7114847" y="250248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1" name="Google Shape;141;p8"/>
              <p:cNvSpPr/>
              <p:nvPr/>
            </p:nvSpPr>
            <p:spPr>
              <a:xfrm>
                <a:off x="7425211" y="226799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2" name="Google Shape;142;p8"/>
              <p:cNvSpPr/>
              <p:nvPr/>
            </p:nvSpPr>
            <p:spPr>
              <a:xfrm>
                <a:off x="8116379" y="262820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3" name="Google Shape;143;p8"/>
              <p:cNvSpPr/>
              <p:nvPr/>
            </p:nvSpPr>
            <p:spPr>
              <a:xfrm>
                <a:off x="8024873" y="271789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4" name="Google Shape;144;p8"/>
              <p:cNvSpPr/>
              <p:nvPr/>
            </p:nvSpPr>
            <p:spPr>
              <a:xfrm>
                <a:off x="8833524" y="349284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5" name="Google Shape;145;p8"/>
              <p:cNvSpPr/>
              <p:nvPr/>
            </p:nvSpPr>
            <p:spPr>
              <a:xfrm>
                <a:off x="8931926" y="335076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6" name="Google Shape;146;p8"/>
              <p:cNvSpPr/>
              <p:nvPr/>
            </p:nvSpPr>
            <p:spPr>
              <a:xfrm>
                <a:off x="8785192" y="3121953"/>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7" name="Google Shape;147;p8"/>
              <p:cNvSpPr/>
              <p:nvPr/>
            </p:nvSpPr>
            <p:spPr>
              <a:xfrm>
                <a:off x="6801823" y="229846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8" name="Google Shape;148;p8"/>
              <p:cNvSpPr/>
              <p:nvPr/>
            </p:nvSpPr>
            <p:spPr>
              <a:xfrm>
                <a:off x="7904611" y="308387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9" name="Google Shape;149;p8"/>
              <p:cNvSpPr/>
              <p:nvPr/>
            </p:nvSpPr>
            <p:spPr>
              <a:xfrm>
                <a:off x="10543292" y="476231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50" name="Google Shape;150;p8"/>
              <p:cNvSpPr/>
              <p:nvPr/>
            </p:nvSpPr>
            <p:spPr>
              <a:xfrm>
                <a:off x="10479645" y="273915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51" name="Google Shape;151;p8"/>
              <p:cNvSpPr/>
              <p:nvPr/>
            </p:nvSpPr>
            <p:spPr>
              <a:xfrm>
                <a:off x="4019380" y="2398563"/>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52" name="Google Shape;152;p8"/>
              <p:cNvSpPr/>
              <p:nvPr/>
            </p:nvSpPr>
            <p:spPr>
              <a:xfrm>
                <a:off x="5150929" y="376474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53" name="Google Shape;153;p8"/>
              <p:cNvSpPr/>
              <p:nvPr/>
            </p:nvSpPr>
            <p:spPr>
              <a:xfrm>
                <a:off x="9616458" y="350719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grpSp>
        <p:sp>
          <p:nvSpPr>
            <p:cNvPr id="154" name="Google Shape;154;p8"/>
            <p:cNvSpPr txBox="1"/>
            <p:nvPr/>
          </p:nvSpPr>
          <p:spPr>
            <a:xfrm>
              <a:off x="10845129" y="2428150"/>
              <a:ext cx="1022540" cy="1644104"/>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dk1"/>
                  </a:solidFill>
                  <a:latin typeface="Arial"/>
                  <a:ea typeface="Arial"/>
                  <a:cs typeface="Arial"/>
                  <a:sym typeface="Arial"/>
                </a:rPr>
                <a:t>APAC</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Singapore, SG</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Manila, PH</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Sydney, AU</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Melbourne, AU</a:t>
              </a:r>
              <a:endParaRPr/>
            </a:p>
            <a:p>
              <a:pPr marL="0" marR="0" lvl="0" indent="0" algn="l" rtl="0">
                <a:lnSpc>
                  <a:spcPct val="110000"/>
                </a:lnSpc>
                <a:spcBef>
                  <a:spcPts val="0"/>
                </a:spcBef>
                <a:spcAft>
                  <a:spcPts val="0"/>
                </a:spcAft>
                <a:buClr>
                  <a:schemeClr val="dk1"/>
                </a:buClr>
                <a:buSzPts val="750"/>
                <a:buFont typeface="Arial"/>
                <a:buNone/>
              </a:pPr>
              <a:r>
                <a:rPr lang="en-US" sz="750">
                  <a:solidFill>
                    <a:schemeClr val="dk1"/>
                  </a:solidFill>
                  <a:latin typeface="Arial"/>
                  <a:ea typeface="Arial"/>
                  <a:cs typeface="Arial"/>
                  <a:sym typeface="Arial"/>
                </a:rPr>
                <a:t>Brisbane, AU</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Penang, MY</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Kuala Lumpur, MY</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Shanghai, CN</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Taipei, TW</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Hong Kong, HK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Tokyo, JP</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Ho chin min, VN</a:t>
              </a:r>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49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oundless Impact">
  <p:cSld name="Boundless Impact">
    <p:bg>
      <p:bgPr>
        <a:solidFill>
          <a:schemeClr val="lt2"/>
        </a:solidFill>
        <a:effectLst/>
      </p:bgPr>
    </p:bg>
    <p:spTree>
      <p:nvGrpSpPr>
        <p:cNvPr id="1" name="Shape 155"/>
        <p:cNvGrpSpPr/>
        <p:nvPr/>
      </p:nvGrpSpPr>
      <p:grpSpPr>
        <a:xfrm>
          <a:off x="0" y="0"/>
          <a:ext cx="0" cy="0"/>
          <a:chOff x="0" y="0"/>
          <a:chExt cx="0" cy="0"/>
        </a:xfrm>
      </p:grpSpPr>
      <p:sp>
        <p:nvSpPr>
          <p:cNvPr id="156" name="Google Shape;156;p9"/>
          <p:cNvSpPr/>
          <p:nvPr/>
        </p:nvSpPr>
        <p:spPr>
          <a:xfrm>
            <a:off x="0" y="1280160"/>
            <a:ext cx="5392103" cy="3488788"/>
          </a:xfrm>
          <a:prstGeom prst="roundRect">
            <a:avLst>
              <a:gd name="adj" fmla="val 0"/>
            </a:avLst>
          </a:prstGeom>
          <a:solidFill>
            <a:schemeClr val="dk1"/>
          </a:solidFill>
          <a:ln>
            <a:noFill/>
          </a:ln>
        </p:spPr>
        <p:txBody>
          <a:bodyPr spcFirstLastPara="1" wrap="square" lIns="411475" tIns="137150" rIns="91425" bIns="45700" anchor="ctr" anchorCtr="0">
            <a:noAutofit/>
          </a:bodyPr>
          <a:lstStyle/>
          <a:p>
            <a:pPr marL="0" marR="0" lvl="0" indent="0" algn="l" rtl="0">
              <a:spcBef>
                <a:spcPts val="0"/>
              </a:spcBef>
              <a:spcAft>
                <a:spcPts val="0"/>
              </a:spcAft>
              <a:buNone/>
            </a:pPr>
            <a:r>
              <a:rPr lang="en-US" sz="1500" b="1">
                <a:solidFill>
                  <a:schemeClr val="lt1"/>
                </a:solidFill>
                <a:latin typeface="Arial"/>
                <a:ea typeface="Arial"/>
                <a:cs typeface="Arial"/>
                <a:sym typeface="Arial"/>
              </a:rPr>
              <a:t>We transform lives through the power of technology. </a:t>
            </a:r>
            <a:endParaRPr/>
          </a:p>
          <a:p>
            <a:pPr marL="0" marR="0" lvl="0" indent="0" algn="l" rtl="0">
              <a:spcBef>
                <a:spcPts val="0"/>
              </a:spcBef>
              <a:spcAft>
                <a:spcPts val="0"/>
              </a:spcAft>
              <a:buNone/>
            </a:pPr>
            <a:endParaRPr sz="1500" b="1">
              <a:solidFill>
                <a:schemeClr val="lt1"/>
              </a:solidFill>
              <a:latin typeface="Arial"/>
              <a:ea typeface="Arial"/>
              <a:cs typeface="Arial"/>
              <a:sym typeface="Arial"/>
            </a:endParaRPr>
          </a:p>
          <a:p>
            <a:pPr marL="0" marR="0" lvl="0" indent="0" algn="l" rtl="0">
              <a:spcBef>
                <a:spcPts val="0"/>
              </a:spcBef>
              <a:spcAft>
                <a:spcPts val="0"/>
              </a:spcAft>
              <a:buNone/>
            </a:pPr>
            <a:r>
              <a:rPr lang="en-US" sz="1500" b="1">
                <a:solidFill>
                  <a:schemeClr val="lt1"/>
                </a:solidFill>
                <a:latin typeface="Arial"/>
                <a:ea typeface="Arial"/>
                <a:cs typeface="Arial"/>
                <a:sym typeface="Arial"/>
              </a:rPr>
              <a:t>We do it collaboratively, in partnership with our clients and communities. </a:t>
            </a:r>
            <a:endParaRPr/>
          </a:p>
          <a:p>
            <a:pPr marL="0" marR="0" lvl="0" indent="0" algn="l" rtl="0">
              <a:spcBef>
                <a:spcPts val="0"/>
              </a:spcBef>
              <a:spcAft>
                <a:spcPts val="0"/>
              </a:spcAft>
              <a:buNone/>
            </a:pPr>
            <a:endParaRPr sz="1500" b="1">
              <a:solidFill>
                <a:schemeClr val="lt1"/>
              </a:solidFill>
              <a:latin typeface="Arial"/>
              <a:ea typeface="Arial"/>
              <a:cs typeface="Arial"/>
              <a:sym typeface="Arial"/>
            </a:endParaRPr>
          </a:p>
          <a:p>
            <a:pPr marL="0" marR="0" lvl="0" indent="0" algn="l" rtl="0">
              <a:spcBef>
                <a:spcPts val="0"/>
              </a:spcBef>
              <a:spcAft>
                <a:spcPts val="0"/>
              </a:spcAft>
              <a:buNone/>
            </a:pPr>
            <a:r>
              <a:rPr lang="en-US" sz="1500" b="1">
                <a:solidFill>
                  <a:schemeClr val="lt1"/>
                </a:solidFill>
                <a:latin typeface="Arial"/>
                <a:ea typeface="Arial"/>
                <a:cs typeface="Arial"/>
                <a:sym typeface="Arial"/>
              </a:rPr>
              <a:t>And we do it sustainably, building enduring, boundless impact.</a:t>
            </a:r>
            <a:endParaRPr/>
          </a:p>
          <a:p>
            <a:pPr marL="0" marR="0" lvl="0" indent="0" algn="l" rtl="0">
              <a:lnSpc>
                <a:spcPct val="100000"/>
              </a:lnSpc>
              <a:spcBef>
                <a:spcPts val="0"/>
              </a:spcBef>
              <a:spcAft>
                <a:spcPts val="0"/>
              </a:spcAft>
              <a:buClr>
                <a:schemeClr val="lt1"/>
              </a:buClr>
              <a:buSzPts val="1200"/>
              <a:buFont typeface="Arial"/>
              <a:buNone/>
            </a:pPr>
            <a:endParaRPr sz="1200" b="1"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200"/>
              <a:buFont typeface="Arial"/>
              <a:buNone/>
            </a:pPr>
            <a:endParaRPr sz="1200" b="1"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200"/>
              <a:buFont typeface="Arial"/>
              <a:buNone/>
            </a:pPr>
            <a:endParaRPr sz="1200" b="0" i="0" u="none" strike="noStrike" cap="none">
              <a:solidFill>
                <a:srgbClr val="FFFFFF"/>
              </a:solidFill>
              <a:latin typeface="Arial"/>
              <a:ea typeface="Arial"/>
              <a:cs typeface="Arial"/>
              <a:sym typeface="Arial"/>
            </a:endParaRPr>
          </a:p>
        </p:txBody>
      </p:sp>
      <p:grpSp>
        <p:nvGrpSpPr>
          <p:cNvPr id="157" name="Google Shape;157;p9"/>
          <p:cNvGrpSpPr/>
          <p:nvPr/>
        </p:nvGrpSpPr>
        <p:grpSpPr>
          <a:xfrm>
            <a:off x="175995" y="4004751"/>
            <a:ext cx="4782925" cy="389951"/>
            <a:chOff x="234660" y="3540516"/>
            <a:chExt cx="6377233" cy="389951"/>
          </a:xfrm>
        </p:grpSpPr>
        <p:sp>
          <p:nvSpPr>
            <p:cNvPr id="158" name="Google Shape;158;p9"/>
            <p:cNvSpPr/>
            <p:nvPr/>
          </p:nvSpPr>
          <p:spPr>
            <a:xfrm>
              <a:off x="234660" y="3540516"/>
              <a:ext cx="1497281" cy="361765"/>
            </a:xfrm>
            <a:prstGeom prst="roundRect">
              <a:avLst>
                <a:gd name="adj" fmla="val 50000"/>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050"/>
                <a:buFont typeface="Arial"/>
                <a:buNone/>
              </a:pPr>
              <a:r>
                <a:rPr lang="en-US" sz="1050" b="0" i="0" u="none" strike="noStrike" cap="none">
                  <a:solidFill>
                    <a:srgbClr val="FFFFFF"/>
                  </a:solidFill>
                  <a:latin typeface="Arial"/>
                  <a:ea typeface="Arial"/>
                  <a:cs typeface="Arial"/>
                  <a:sym typeface="Arial"/>
                </a:rPr>
                <a:t>Customers</a:t>
              </a:r>
              <a:endParaRPr sz="1050" b="0" i="0" u="none" strike="noStrike" cap="none">
                <a:solidFill>
                  <a:srgbClr val="FFFFFF"/>
                </a:solidFill>
                <a:latin typeface="Arial"/>
                <a:ea typeface="Arial"/>
                <a:cs typeface="Arial"/>
                <a:sym typeface="Arial"/>
              </a:endParaRPr>
            </a:p>
          </p:txBody>
        </p:sp>
        <p:sp>
          <p:nvSpPr>
            <p:cNvPr id="159" name="Google Shape;159;p9"/>
            <p:cNvSpPr/>
            <p:nvPr/>
          </p:nvSpPr>
          <p:spPr>
            <a:xfrm>
              <a:off x="1833890" y="3568702"/>
              <a:ext cx="1497280" cy="361765"/>
            </a:xfrm>
            <a:prstGeom prst="roundRect">
              <a:avLst>
                <a:gd name="adj" fmla="val 50000"/>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050"/>
                <a:buFont typeface="Arial"/>
                <a:buNone/>
              </a:pPr>
              <a:r>
                <a:rPr lang="en-US" sz="1050" b="0" i="0" u="none" strike="noStrike" cap="none">
                  <a:solidFill>
                    <a:srgbClr val="FFFFFF"/>
                  </a:solidFill>
                  <a:latin typeface="Arial"/>
                  <a:ea typeface="Arial"/>
                  <a:cs typeface="Arial"/>
                  <a:sym typeface="Arial"/>
                </a:rPr>
                <a:t>Consumers</a:t>
              </a:r>
              <a:endParaRPr sz="1050" b="0" i="0" u="none" strike="noStrike" cap="none">
                <a:solidFill>
                  <a:srgbClr val="FFFFFF"/>
                </a:solidFill>
                <a:latin typeface="Arial"/>
                <a:ea typeface="Arial"/>
                <a:cs typeface="Arial"/>
                <a:sym typeface="Arial"/>
              </a:endParaRPr>
            </a:p>
          </p:txBody>
        </p:sp>
        <p:sp>
          <p:nvSpPr>
            <p:cNvPr id="160" name="Google Shape;160;p9"/>
            <p:cNvSpPr/>
            <p:nvPr/>
          </p:nvSpPr>
          <p:spPr>
            <a:xfrm>
              <a:off x="3370635" y="3568701"/>
              <a:ext cx="1497279" cy="361765"/>
            </a:xfrm>
            <a:prstGeom prst="roundRect">
              <a:avLst>
                <a:gd name="adj" fmla="val 50000"/>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050"/>
                <a:buFont typeface="Arial"/>
                <a:buNone/>
              </a:pPr>
              <a:r>
                <a:rPr lang="en-US" sz="1050" b="0" i="0" u="none" strike="noStrike" cap="none">
                  <a:solidFill>
                    <a:srgbClr val="FFFFFF"/>
                  </a:solidFill>
                  <a:latin typeface="Arial"/>
                  <a:ea typeface="Arial"/>
                  <a:cs typeface="Arial"/>
                  <a:sym typeface="Arial"/>
                </a:rPr>
                <a:t>Employees</a:t>
              </a:r>
              <a:endParaRPr sz="1050" b="0" i="0" u="none" strike="noStrike" cap="none">
                <a:solidFill>
                  <a:srgbClr val="FFFFFF"/>
                </a:solidFill>
                <a:latin typeface="Arial"/>
                <a:ea typeface="Arial"/>
                <a:cs typeface="Arial"/>
                <a:sym typeface="Arial"/>
              </a:endParaRPr>
            </a:p>
          </p:txBody>
        </p:sp>
        <p:sp>
          <p:nvSpPr>
            <p:cNvPr id="161" name="Google Shape;161;p9"/>
            <p:cNvSpPr/>
            <p:nvPr/>
          </p:nvSpPr>
          <p:spPr>
            <a:xfrm>
              <a:off x="4907380" y="3568700"/>
              <a:ext cx="1704513" cy="361765"/>
            </a:xfrm>
            <a:prstGeom prst="roundRect">
              <a:avLst>
                <a:gd name="adj" fmla="val 50000"/>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050"/>
                <a:buFont typeface="Arial"/>
                <a:buNone/>
              </a:pPr>
              <a:r>
                <a:rPr lang="en-US" sz="1050" b="0" i="0" u="none" strike="noStrike" cap="none">
                  <a:solidFill>
                    <a:srgbClr val="FFFFFF"/>
                  </a:solidFill>
                  <a:latin typeface="Arial"/>
                  <a:ea typeface="Arial"/>
                  <a:cs typeface="Arial"/>
                  <a:sym typeface="Arial"/>
                </a:rPr>
                <a:t>Communities</a:t>
              </a:r>
              <a:endParaRPr sz="1050" b="0" i="0" u="none" strike="noStrike" cap="none">
                <a:solidFill>
                  <a:srgbClr val="FFFFFF"/>
                </a:solidFill>
                <a:latin typeface="Arial"/>
                <a:ea typeface="Arial"/>
                <a:cs typeface="Arial"/>
                <a:sym typeface="Arial"/>
              </a:endParaRPr>
            </a:p>
          </p:txBody>
        </p:sp>
        <p:cxnSp>
          <p:nvCxnSpPr>
            <p:cNvPr id="162" name="Google Shape;162;p9"/>
            <p:cNvCxnSpPr/>
            <p:nvPr/>
          </p:nvCxnSpPr>
          <p:spPr>
            <a:xfrm>
              <a:off x="1598337" y="3749582"/>
              <a:ext cx="407963" cy="0"/>
            </a:xfrm>
            <a:prstGeom prst="straightConnector1">
              <a:avLst/>
            </a:prstGeom>
            <a:noFill/>
            <a:ln w="12700" cap="sq" cmpd="sng">
              <a:solidFill>
                <a:schemeClr val="lt1"/>
              </a:solidFill>
              <a:prstDash val="solid"/>
              <a:round/>
              <a:headEnd type="none" w="sm" len="sm"/>
              <a:tailEnd type="none" w="sm" len="sm"/>
            </a:ln>
          </p:spPr>
        </p:cxnSp>
        <p:cxnSp>
          <p:nvCxnSpPr>
            <p:cNvPr id="163" name="Google Shape;163;p9"/>
            <p:cNvCxnSpPr/>
            <p:nvPr/>
          </p:nvCxnSpPr>
          <p:spPr>
            <a:xfrm>
              <a:off x="3145783" y="3749582"/>
              <a:ext cx="407963" cy="0"/>
            </a:xfrm>
            <a:prstGeom prst="straightConnector1">
              <a:avLst/>
            </a:prstGeom>
            <a:noFill/>
            <a:ln w="12700" cap="sq" cmpd="sng">
              <a:solidFill>
                <a:schemeClr val="lt1"/>
              </a:solidFill>
              <a:prstDash val="solid"/>
              <a:round/>
              <a:headEnd type="none" w="sm" len="sm"/>
              <a:tailEnd type="none" w="sm" len="sm"/>
            </a:ln>
          </p:spPr>
        </p:cxnSp>
        <p:cxnSp>
          <p:nvCxnSpPr>
            <p:cNvPr id="164" name="Google Shape;164;p9"/>
            <p:cNvCxnSpPr/>
            <p:nvPr/>
          </p:nvCxnSpPr>
          <p:spPr>
            <a:xfrm>
              <a:off x="4693229" y="3749582"/>
              <a:ext cx="407963" cy="0"/>
            </a:xfrm>
            <a:prstGeom prst="straightConnector1">
              <a:avLst/>
            </a:prstGeom>
            <a:noFill/>
            <a:ln w="12700" cap="sq" cmpd="sng">
              <a:solidFill>
                <a:schemeClr val="lt1"/>
              </a:solidFill>
              <a:prstDash val="solid"/>
              <a:round/>
              <a:headEnd type="none" w="sm" len="sm"/>
              <a:tailEnd type="none" w="sm" len="sm"/>
            </a:ln>
          </p:spPr>
        </p:cxnSp>
      </p:grpSp>
      <p:pic>
        <p:nvPicPr>
          <p:cNvPr id="165" name="Google Shape;165;p9" descr="Qr code&#10;&#10;Description automatically generated"/>
          <p:cNvPicPr preferRelativeResize="0"/>
          <p:nvPr/>
        </p:nvPicPr>
        <p:blipFill rotWithShape="1">
          <a:blip r:embed="rId2">
            <a:alphaModFix/>
          </a:blip>
          <a:srcRect/>
          <a:stretch/>
        </p:blipFill>
        <p:spPr>
          <a:xfrm>
            <a:off x="5887329" y="2789897"/>
            <a:ext cx="2335096" cy="3113461"/>
          </a:xfrm>
          <a:prstGeom prst="rect">
            <a:avLst/>
          </a:prstGeom>
          <a:noFill/>
          <a:ln>
            <a:noFill/>
          </a:ln>
        </p:spPr>
      </p:pic>
      <p:sp>
        <p:nvSpPr>
          <p:cNvPr id="166" name="Google Shape;166;p9"/>
          <p:cNvSpPr txBox="1"/>
          <p:nvPr/>
        </p:nvSpPr>
        <p:spPr>
          <a:xfrm>
            <a:off x="274320" y="365760"/>
            <a:ext cx="7479030" cy="9144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1"/>
              </a:buClr>
              <a:buSzPts val="2400"/>
              <a:buFont typeface="Arial"/>
              <a:buNone/>
            </a:pPr>
            <a:r>
              <a:rPr lang="en-US" sz="2400" b="0">
                <a:solidFill>
                  <a:schemeClr val="dk1"/>
                </a:solidFill>
                <a:latin typeface="Arial"/>
                <a:ea typeface="Arial"/>
                <a:cs typeface="Arial"/>
                <a:sym typeface="Arial"/>
              </a:rPr>
              <a:t>Together, we build for boundless impact</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orient="horz" pos="4148">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_Timeline history">
  <p:cSld name="1_Timeline history">
    <p:spTree>
      <p:nvGrpSpPr>
        <p:cNvPr id="1" name="Shape 167"/>
        <p:cNvGrpSpPr/>
        <p:nvPr/>
      </p:nvGrpSpPr>
      <p:grpSpPr>
        <a:xfrm>
          <a:off x="0" y="0"/>
          <a:ext cx="0" cy="0"/>
          <a:chOff x="0" y="0"/>
          <a:chExt cx="0" cy="0"/>
        </a:xfrm>
      </p:grpSpPr>
      <p:sp>
        <p:nvSpPr>
          <p:cNvPr id="168" name="Google Shape;168;p10"/>
          <p:cNvSpPr txBox="1"/>
          <p:nvPr/>
        </p:nvSpPr>
        <p:spPr>
          <a:xfrm>
            <a:off x="274320" y="365760"/>
            <a:ext cx="3052837" cy="9144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dk1"/>
              </a:buClr>
              <a:buSzPts val="2400"/>
              <a:buFont typeface="Arial"/>
              <a:buNone/>
            </a:pPr>
            <a:r>
              <a:rPr lang="en-US" sz="2400" b="0">
                <a:solidFill>
                  <a:schemeClr val="dk1"/>
                </a:solidFill>
                <a:latin typeface="Arial"/>
                <a:ea typeface="Arial"/>
                <a:cs typeface="Arial"/>
                <a:sym typeface="Arial"/>
              </a:rPr>
              <a:t>UST’s evolution</a:t>
            </a:r>
            <a:endParaRPr/>
          </a:p>
          <a:p>
            <a:pPr marL="0" marR="0" lvl="0" indent="0" algn="l" rtl="0">
              <a:lnSpc>
                <a:spcPct val="90000"/>
              </a:lnSpc>
              <a:spcBef>
                <a:spcPts val="0"/>
              </a:spcBef>
              <a:spcAft>
                <a:spcPts val="0"/>
              </a:spcAft>
              <a:buClr>
                <a:schemeClr val="dk1"/>
              </a:buClr>
              <a:buSzPts val="1800"/>
              <a:buFont typeface="Arial"/>
              <a:buNone/>
            </a:pPr>
            <a:r>
              <a:rPr lang="en-US" sz="1800" b="0">
                <a:solidFill>
                  <a:schemeClr val="dk1"/>
                </a:solidFill>
                <a:latin typeface="Arial"/>
                <a:ea typeface="Arial"/>
                <a:cs typeface="Arial"/>
                <a:sym typeface="Arial"/>
              </a:rPr>
              <a:t>Digital from day one</a:t>
            </a:r>
            <a:endParaRPr/>
          </a:p>
        </p:txBody>
      </p:sp>
      <p:grpSp>
        <p:nvGrpSpPr>
          <p:cNvPr id="169" name="Google Shape;169;p10"/>
          <p:cNvGrpSpPr/>
          <p:nvPr/>
        </p:nvGrpSpPr>
        <p:grpSpPr>
          <a:xfrm>
            <a:off x="1" y="0"/>
            <a:ext cx="9143999" cy="6172314"/>
            <a:chOff x="1" y="0"/>
            <a:chExt cx="12191998" cy="6172314"/>
          </a:xfrm>
        </p:grpSpPr>
        <p:sp>
          <p:nvSpPr>
            <p:cNvPr id="170" name="Google Shape;170;p10"/>
            <p:cNvSpPr/>
            <p:nvPr/>
          </p:nvSpPr>
          <p:spPr>
            <a:xfrm>
              <a:off x="5258260" y="0"/>
              <a:ext cx="6933739" cy="6172314"/>
            </a:xfrm>
            <a:prstGeom prst="rect">
              <a:avLst/>
            </a:prstGeom>
            <a:solidFill>
              <a:srgbClr val="C2BCBE"/>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71" name="Google Shape;171;p10"/>
            <p:cNvSpPr/>
            <p:nvPr/>
          </p:nvSpPr>
          <p:spPr>
            <a:xfrm>
              <a:off x="2183622" y="1764129"/>
              <a:ext cx="3077784" cy="4408185"/>
            </a:xfrm>
            <a:prstGeom prst="rect">
              <a:avLst/>
            </a:prstGeom>
            <a:solidFill>
              <a:srgbClr val="D7E0E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72" name="Google Shape;172;p10"/>
            <p:cNvSpPr/>
            <p:nvPr/>
          </p:nvSpPr>
          <p:spPr>
            <a:xfrm>
              <a:off x="1" y="2734540"/>
              <a:ext cx="2187188" cy="3437774"/>
            </a:xfrm>
            <a:prstGeom prst="rect">
              <a:avLst/>
            </a:prstGeom>
            <a:solidFill>
              <a:srgbClr val="F2F7F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73" name="Google Shape;173;p10"/>
            <p:cNvSpPr txBox="1"/>
            <p:nvPr/>
          </p:nvSpPr>
          <p:spPr>
            <a:xfrm>
              <a:off x="328336" y="3068582"/>
              <a:ext cx="1176306" cy="281523"/>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350" b="1">
                  <a:solidFill>
                    <a:schemeClr val="dk1"/>
                  </a:solidFill>
                  <a:latin typeface="Arial"/>
                  <a:ea typeface="Arial"/>
                  <a:cs typeface="Arial"/>
                  <a:sym typeface="Arial"/>
                </a:rPr>
                <a:t>1999 – 2005</a:t>
              </a:r>
              <a:endParaRPr/>
            </a:p>
          </p:txBody>
        </p:sp>
        <p:sp>
          <p:nvSpPr>
            <p:cNvPr id="174" name="Google Shape;174;p10"/>
            <p:cNvSpPr txBox="1"/>
            <p:nvPr/>
          </p:nvSpPr>
          <p:spPr>
            <a:xfrm>
              <a:off x="2416036" y="2043150"/>
              <a:ext cx="1176306" cy="281523"/>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350" b="1">
                  <a:solidFill>
                    <a:schemeClr val="dk1"/>
                  </a:solidFill>
                  <a:latin typeface="Arial"/>
                  <a:ea typeface="Arial"/>
                  <a:cs typeface="Arial"/>
                  <a:sym typeface="Arial"/>
                </a:rPr>
                <a:t>2006 – 2016 </a:t>
              </a:r>
              <a:endParaRPr/>
            </a:p>
          </p:txBody>
        </p:sp>
        <p:sp>
          <p:nvSpPr>
            <p:cNvPr id="175" name="Google Shape;175;p10"/>
            <p:cNvSpPr txBox="1"/>
            <p:nvPr/>
          </p:nvSpPr>
          <p:spPr>
            <a:xfrm>
              <a:off x="5511911" y="340426"/>
              <a:ext cx="1176306" cy="281523"/>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350" b="1">
                  <a:solidFill>
                    <a:schemeClr val="dk1"/>
                  </a:solidFill>
                  <a:latin typeface="Arial"/>
                  <a:ea typeface="Arial"/>
                  <a:cs typeface="Arial"/>
                  <a:sym typeface="Arial"/>
                </a:rPr>
                <a:t>2017 – 2025</a:t>
              </a:r>
              <a:endParaRPr/>
            </a:p>
          </p:txBody>
        </p:sp>
        <p:cxnSp>
          <p:nvCxnSpPr>
            <p:cNvPr id="176" name="Google Shape;176;p10"/>
            <p:cNvCxnSpPr/>
            <p:nvPr/>
          </p:nvCxnSpPr>
          <p:spPr>
            <a:xfrm rot="10800000">
              <a:off x="6426804" y="2788084"/>
              <a:ext cx="0" cy="593940"/>
            </a:xfrm>
            <a:prstGeom prst="straightConnector1">
              <a:avLst/>
            </a:prstGeom>
            <a:noFill/>
            <a:ln w="12700" cap="sq" cmpd="sng">
              <a:solidFill>
                <a:srgbClr val="231F20"/>
              </a:solidFill>
              <a:prstDash val="solid"/>
              <a:round/>
              <a:headEnd type="none" w="sm" len="sm"/>
              <a:tailEnd type="none" w="sm" len="sm"/>
            </a:ln>
          </p:spPr>
        </p:cxnSp>
        <p:cxnSp>
          <p:nvCxnSpPr>
            <p:cNvPr id="177" name="Google Shape;177;p10"/>
            <p:cNvCxnSpPr/>
            <p:nvPr/>
          </p:nvCxnSpPr>
          <p:spPr>
            <a:xfrm rot="10800000">
              <a:off x="6118713" y="2338739"/>
              <a:ext cx="0" cy="404141"/>
            </a:xfrm>
            <a:prstGeom prst="straightConnector1">
              <a:avLst/>
            </a:prstGeom>
            <a:noFill/>
            <a:ln w="12700" cap="sq" cmpd="sng">
              <a:solidFill>
                <a:srgbClr val="231F20"/>
              </a:solidFill>
              <a:prstDash val="solid"/>
              <a:round/>
              <a:headEnd type="none" w="sm" len="sm"/>
              <a:tailEnd type="none" w="sm" len="sm"/>
            </a:ln>
          </p:spPr>
        </p:cxnSp>
        <p:sp>
          <p:nvSpPr>
            <p:cNvPr id="178" name="Google Shape;178;p10"/>
            <p:cNvSpPr txBox="1"/>
            <p:nvPr/>
          </p:nvSpPr>
          <p:spPr>
            <a:xfrm>
              <a:off x="2731139" y="3301316"/>
              <a:ext cx="828420" cy="38343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2009</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Expanded into Latin America</a:t>
              </a:r>
              <a:endParaRPr/>
            </a:p>
          </p:txBody>
        </p:sp>
        <p:cxnSp>
          <p:nvCxnSpPr>
            <p:cNvPr id="179" name="Google Shape;179;p10"/>
            <p:cNvCxnSpPr/>
            <p:nvPr/>
          </p:nvCxnSpPr>
          <p:spPr>
            <a:xfrm rot="10800000">
              <a:off x="2795527" y="3848942"/>
              <a:ext cx="0" cy="532511"/>
            </a:xfrm>
            <a:prstGeom prst="straightConnector1">
              <a:avLst/>
            </a:prstGeom>
            <a:noFill/>
            <a:ln w="12700" cap="sq" cmpd="sng">
              <a:solidFill>
                <a:srgbClr val="231F20"/>
              </a:solidFill>
              <a:prstDash val="solid"/>
              <a:round/>
              <a:headEnd type="none" w="sm" len="sm"/>
              <a:tailEnd type="none" w="sm" len="sm"/>
            </a:ln>
          </p:spPr>
        </p:cxnSp>
        <p:cxnSp>
          <p:nvCxnSpPr>
            <p:cNvPr id="180" name="Google Shape;180;p10"/>
            <p:cNvCxnSpPr/>
            <p:nvPr/>
          </p:nvCxnSpPr>
          <p:spPr>
            <a:xfrm rot="10800000">
              <a:off x="2472420" y="4522438"/>
              <a:ext cx="0" cy="780473"/>
            </a:xfrm>
            <a:prstGeom prst="straightConnector1">
              <a:avLst/>
            </a:prstGeom>
            <a:noFill/>
            <a:ln w="12700" cap="sq" cmpd="sng">
              <a:solidFill>
                <a:srgbClr val="231F20"/>
              </a:solidFill>
              <a:prstDash val="solid"/>
              <a:round/>
              <a:headEnd type="none" w="sm" len="sm"/>
              <a:tailEnd type="none" w="sm" len="sm"/>
            </a:ln>
          </p:spPr>
        </p:cxnSp>
        <p:cxnSp>
          <p:nvCxnSpPr>
            <p:cNvPr id="181" name="Google Shape;181;p10"/>
            <p:cNvCxnSpPr/>
            <p:nvPr/>
          </p:nvCxnSpPr>
          <p:spPr>
            <a:xfrm rot="10800000">
              <a:off x="1139979" y="4743865"/>
              <a:ext cx="0" cy="102558"/>
            </a:xfrm>
            <a:prstGeom prst="straightConnector1">
              <a:avLst/>
            </a:prstGeom>
            <a:noFill/>
            <a:ln w="12700" cap="sq" cmpd="sng">
              <a:solidFill>
                <a:srgbClr val="231F20"/>
              </a:solidFill>
              <a:prstDash val="solid"/>
              <a:round/>
              <a:headEnd type="none" w="sm" len="sm"/>
              <a:tailEnd type="none" w="sm" len="sm"/>
            </a:ln>
          </p:spPr>
        </p:cxnSp>
        <p:sp>
          <p:nvSpPr>
            <p:cNvPr id="182" name="Google Shape;182;p10"/>
            <p:cNvSpPr txBox="1"/>
            <p:nvPr/>
          </p:nvSpPr>
          <p:spPr>
            <a:xfrm>
              <a:off x="2416818" y="5363583"/>
              <a:ext cx="1608295" cy="38343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2006</a:t>
              </a:r>
              <a:endParaRPr sz="825" b="1" i="0" u="none" strike="noStrike" cap="none">
                <a:solidFill>
                  <a:srgbClr val="231F20"/>
                </a:solidFill>
                <a:latin typeface="Arial"/>
                <a:ea typeface="Arial"/>
                <a:cs typeface="Arial"/>
                <a:sym typeface="Arial"/>
              </a:endParaRPr>
            </a:p>
            <a:p>
              <a:pPr marL="0" marR="0" lvl="0" indent="0" algn="l" rtl="0">
                <a:spcBef>
                  <a:spcPts val="150"/>
                </a:spcBef>
                <a:spcAft>
                  <a:spcPts val="0"/>
                </a:spcAft>
                <a:buNone/>
              </a:pPr>
              <a:r>
                <a:rPr lang="en-US" sz="750">
                  <a:solidFill>
                    <a:schemeClr val="dk1"/>
                  </a:solidFill>
                  <a:latin typeface="Arial"/>
                  <a:ea typeface="Arial"/>
                  <a:cs typeface="Arial"/>
                  <a:sym typeface="Arial"/>
                </a:rPr>
                <a:t>Opened operations in the UK, expanding its EU footprint</a:t>
              </a:r>
              <a:endParaRPr/>
            </a:p>
          </p:txBody>
        </p:sp>
        <p:sp>
          <p:nvSpPr>
            <p:cNvPr id="183" name="Google Shape;183;p10"/>
            <p:cNvSpPr txBox="1"/>
            <p:nvPr/>
          </p:nvSpPr>
          <p:spPr>
            <a:xfrm>
              <a:off x="3105258" y="4932445"/>
              <a:ext cx="989101" cy="26802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2013</a:t>
              </a:r>
              <a:endParaRPr/>
            </a:p>
            <a:p>
              <a:pPr marL="0" marR="0" lvl="0" indent="0" algn="l" rtl="0">
                <a:lnSpc>
                  <a:spcPct val="100000"/>
                </a:lnSpc>
                <a:spcBef>
                  <a:spcPts val="150"/>
                </a:spcBef>
                <a:spcAft>
                  <a:spcPts val="0"/>
                </a:spcAft>
                <a:buClr>
                  <a:schemeClr val="dk1"/>
                </a:buClr>
                <a:buSzPts val="750"/>
                <a:buFont typeface="Arial"/>
                <a:buNone/>
              </a:pPr>
              <a:r>
                <a:rPr lang="en-US" sz="750">
                  <a:solidFill>
                    <a:schemeClr val="dk1"/>
                  </a:solidFill>
                  <a:latin typeface="Arial"/>
                  <a:ea typeface="Arial"/>
                  <a:cs typeface="Arial"/>
                  <a:sym typeface="Arial"/>
                </a:rPr>
                <a:t>10,000 employees</a:t>
              </a:r>
              <a:endParaRPr/>
            </a:p>
          </p:txBody>
        </p:sp>
        <p:sp>
          <p:nvSpPr>
            <p:cNvPr id="184" name="Google Shape;184;p10"/>
            <p:cNvSpPr txBox="1"/>
            <p:nvPr/>
          </p:nvSpPr>
          <p:spPr>
            <a:xfrm>
              <a:off x="6053240" y="1809997"/>
              <a:ext cx="915860" cy="38343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2018</a:t>
              </a:r>
              <a:endParaRPr/>
            </a:p>
            <a:p>
              <a:pPr marL="0" marR="0" lvl="0" indent="0" algn="l" rtl="0">
                <a:spcBef>
                  <a:spcPts val="150"/>
                </a:spcBef>
                <a:spcAft>
                  <a:spcPts val="0"/>
                </a:spcAft>
                <a:buNone/>
              </a:pPr>
              <a:r>
                <a:rPr lang="en-US" sz="750" b="0">
                  <a:solidFill>
                    <a:srgbClr val="231F20"/>
                  </a:solidFill>
                  <a:latin typeface="Arial"/>
                  <a:ea typeface="Arial"/>
                  <a:cs typeface="Arial"/>
                  <a:sym typeface="Arial"/>
                </a:rPr>
                <a:t>Temasek invested $250M</a:t>
              </a:r>
              <a:endParaRPr/>
            </a:p>
          </p:txBody>
        </p:sp>
        <p:sp>
          <p:nvSpPr>
            <p:cNvPr id="185" name="Google Shape;185;p10"/>
            <p:cNvSpPr txBox="1"/>
            <p:nvPr/>
          </p:nvSpPr>
          <p:spPr>
            <a:xfrm>
              <a:off x="6361657" y="3427651"/>
              <a:ext cx="904308" cy="38343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2018</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Reached 20,000 employees</a:t>
              </a:r>
              <a:endParaRPr/>
            </a:p>
          </p:txBody>
        </p:sp>
        <p:sp>
          <p:nvSpPr>
            <p:cNvPr id="186" name="Google Shape;186;p10"/>
            <p:cNvSpPr txBox="1"/>
            <p:nvPr/>
          </p:nvSpPr>
          <p:spPr>
            <a:xfrm>
              <a:off x="3573406" y="2859614"/>
              <a:ext cx="854262" cy="38343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2013</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Launched Step IT Up America</a:t>
              </a:r>
              <a:endParaRPr/>
            </a:p>
          </p:txBody>
        </p:sp>
        <p:sp>
          <p:nvSpPr>
            <p:cNvPr id="187" name="Google Shape;187;p10"/>
            <p:cNvSpPr/>
            <p:nvPr/>
          </p:nvSpPr>
          <p:spPr>
            <a:xfrm>
              <a:off x="343694" y="221010"/>
              <a:ext cx="11185664" cy="4735396"/>
            </a:xfrm>
            <a:custGeom>
              <a:avLst/>
              <a:gdLst/>
              <a:ahLst/>
              <a:cxnLst/>
              <a:rect l="l" t="t" r="r" b="b"/>
              <a:pathLst>
                <a:path w="9472572" h="5637297" extrusionOk="0">
                  <a:moveTo>
                    <a:pt x="0" y="5637297"/>
                  </a:moveTo>
                  <a:lnTo>
                    <a:pt x="1070776" y="5171083"/>
                  </a:lnTo>
                  <a:lnTo>
                    <a:pt x="2105921" y="5032851"/>
                  </a:lnTo>
                  <a:lnTo>
                    <a:pt x="3075739" y="4219697"/>
                  </a:lnTo>
                  <a:lnTo>
                    <a:pt x="4199252" y="3907202"/>
                  </a:lnTo>
                  <a:lnTo>
                    <a:pt x="4886514" y="3019811"/>
                  </a:lnTo>
                  <a:lnTo>
                    <a:pt x="5817988" y="2847529"/>
                  </a:lnTo>
                  <a:lnTo>
                    <a:pt x="5827248" y="2846783"/>
                  </a:lnTo>
                  <a:lnTo>
                    <a:pt x="6652279" y="2532041"/>
                  </a:lnTo>
                  <a:cubicBezTo>
                    <a:pt x="6969070" y="2322677"/>
                    <a:pt x="7219885" y="2281251"/>
                    <a:pt x="7601696" y="1948337"/>
                  </a:cubicBezTo>
                  <a:lnTo>
                    <a:pt x="8181173" y="1416313"/>
                  </a:lnTo>
                  <a:cubicBezTo>
                    <a:pt x="8350966" y="1223294"/>
                    <a:pt x="9302779" y="193019"/>
                    <a:pt x="9472572" y="0"/>
                  </a:cubicBezTo>
                </a:path>
              </a:pathLst>
            </a:cu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050"/>
                <a:buFont typeface="Arial"/>
                <a:buNone/>
              </a:pPr>
              <a:endParaRPr sz="1050" b="0" i="0" u="none" strike="noStrike" cap="none">
                <a:solidFill>
                  <a:srgbClr val="525252"/>
                </a:solidFill>
                <a:latin typeface="Arial"/>
                <a:ea typeface="Arial"/>
                <a:cs typeface="Arial"/>
                <a:sym typeface="Arial"/>
              </a:endParaRPr>
            </a:p>
          </p:txBody>
        </p:sp>
        <p:sp>
          <p:nvSpPr>
            <p:cNvPr id="188" name="Google Shape;188;p10"/>
            <p:cNvSpPr txBox="1"/>
            <p:nvPr/>
          </p:nvSpPr>
          <p:spPr>
            <a:xfrm>
              <a:off x="8563121" y="905854"/>
              <a:ext cx="1196167" cy="49885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2021</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Certified “Top Employer of the year” in US, UK and Spain</a:t>
              </a:r>
              <a:endParaRPr sz="675" b="1" i="0" u="none" strike="noStrike" cap="none">
                <a:solidFill>
                  <a:schemeClr val="dk1"/>
                </a:solidFill>
                <a:latin typeface="Arial"/>
                <a:ea typeface="Arial"/>
                <a:cs typeface="Arial"/>
                <a:sym typeface="Arial"/>
              </a:endParaRPr>
            </a:p>
          </p:txBody>
        </p:sp>
        <p:sp>
          <p:nvSpPr>
            <p:cNvPr id="189" name="Google Shape;189;p10"/>
            <p:cNvSpPr/>
            <p:nvPr/>
          </p:nvSpPr>
          <p:spPr>
            <a:xfrm>
              <a:off x="1081049" y="4606900"/>
              <a:ext cx="130295" cy="13566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90" name="Google Shape;190;p10"/>
            <p:cNvSpPr/>
            <p:nvPr/>
          </p:nvSpPr>
          <p:spPr>
            <a:xfrm>
              <a:off x="2407273" y="4417303"/>
              <a:ext cx="130295" cy="13566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91" name="Google Shape;191;p10"/>
            <p:cNvSpPr/>
            <p:nvPr/>
          </p:nvSpPr>
          <p:spPr>
            <a:xfrm>
              <a:off x="2730380" y="4380198"/>
              <a:ext cx="130295" cy="13566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92" name="Google Shape;192;p10"/>
            <p:cNvSpPr/>
            <p:nvPr/>
          </p:nvSpPr>
          <p:spPr>
            <a:xfrm>
              <a:off x="6053240" y="2710692"/>
              <a:ext cx="130295" cy="13566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93" name="Google Shape;193;p10"/>
            <p:cNvSpPr/>
            <p:nvPr/>
          </p:nvSpPr>
          <p:spPr>
            <a:xfrm>
              <a:off x="6361657" y="2652424"/>
              <a:ext cx="130295" cy="13566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94" name="Google Shape;194;p10"/>
            <p:cNvSpPr txBox="1"/>
            <p:nvPr/>
          </p:nvSpPr>
          <p:spPr>
            <a:xfrm>
              <a:off x="1069317" y="4898729"/>
              <a:ext cx="950046" cy="38343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2002</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Launched UST’s Colors Program</a:t>
              </a:r>
              <a:endParaRPr/>
            </a:p>
          </p:txBody>
        </p:sp>
        <p:sp>
          <p:nvSpPr>
            <p:cNvPr id="195" name="Google Shape;195;p10"/>
            <p:cNvSpPr txBox="1"/>
            <p:nvPr/>
          </p:nvSpPr>
          <p:spPr>
            <a:xfrm>
              <a:off x="5523777" y="5474567"/>
              <a:ext cx="1356219" cy="38343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2017</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Launched CyberProof and UST SmartOps</a:t>
              </a:r>
              <a:endParaRPr/>
            </a:p>
          </p:txBody>
        </p:sp>
        <p:sp>
          <p:nvSpPr>
            <p:cNvPr id="196" name="Google Shape;196;p10"/>
            <p:cNvSpPr txBox="1"/>
            <p:nvPr/>
          </p:nvSpPr>
          <p:spPr>
            <a:xfrm>
              <a:off x="7545392" y="1609648"/>
              <a:ext cx="872942" cy="38343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2020</a:t>
              </a:r>
              <a:endParaRPr/>
            </a:p>
            <a:p>
              <a:pPr marL="0" marR="0" lvl="0" indent="0" algn="l" rtl="0">
                <a:lnSpc>
                  <a:spcPct val="100000"/>
                </a:lnSpc>
                <a:spcBef>
                  <a:spcPts val="150"/>
                </a:spcBef>
                <a:spcAft>
                  <a:spcPts val="0"/>
                </a:spcAft>
                <a:buClr>
                  <a:schemeClr val="dk1"/>
                </a:buClr>
                <a:buSzPts val="750"/>
                <a:buFont typeface="Arial"/>
                <a:buNone/>
              </a:pPr>
              <a:r>
                <a:rPr lang="en-US" sz="750" i="0" u="none" strike="noStrike" cap="none">
                  <a:solidFill>
                    <a:schemeClr val="dk1"/>
                  </a:solidFill>
                  <a:latin typeface="Arial"/>
                  <a:ea typeface="Arial"/>
                  <a:cs typeface="Arial"/>
                  <a:sym typeface="Arial"/>
                </a:rPr>
                <a:t>Glassdoor Best Places to Work</a:t>
              </a:r>
              <a:endParaRPr sz="675" i="0" u="none" strike="noStrike" cap="none">
                <a:solidFill>
                  <a:schemeClr val="dk1"/>
                </a:solidFill>
                <a:latin typeface="Arial"/>
                <a:ea typeface="Arial"/>
                <a:cs typeface="Arial"/>
                <a:sym typeface="Arial"/>
              </a:endParaRPr>
            </a:p>
          </p:txBody>
        </p:sp>
        <p:sp>
          <p:nvSpPr>
            <p:cNvPr id="197" name="Google Shape;197;p10"/>
            <p:cNvSpPr txBox="1"/>
            <p:nvPr/>
          </p:nvSpPr>
          <p:spPr>
            <a:xfrm>
              <a:off x="6895934" y="1009879"/>
              <a:ext cx="960953" cy="38343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2019</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Launched UST HealthProof</a:t>
              </a:r>
              <a:endParaRPr/>
            </a:p>
          </p:txBody>
        </p:sp>
        <p:cxnSp>
          <p:nvCxnSpPr>
            <p:cNvPr id="198" name="Google Shape;198;p10"/>
            <p:cNvCxnSpPr>
              <a:endCxn id="199" idx="0"/>
            </p:cNvCxnSpPr>
            <p:nvPr/>
          </p:nvCxnSpPr>
          <p:spPr>
            <a:xfrm>
              <a:off x="7610540" y="2139669"/>
              <a:ext cx="0" cy="278700"/>
            </a:xfrm>
            <a:prstGeom prst="straightConnector1">
              <a:avLst/>
            </a:prstGeom>
            <a:noFill/>
            <a:ln w="12700" cap="sq" cmpd="sng">
              <a:solidFill>
                <a:srgbClr val="231F20"/>
              </a:solidFill>
              <a:prstDash val="solid"/>
              <a:round/>
              <a:headEnd type="none" w="sm" len="sm"/>
              <a:tailEnd type="none" w="sm" len="sm"/>
            </a:ln>
          </p:spPr>
        </p:cxnSp>
        <p:sp>
          <p:nvSpPr>
            <p:cNvPr id="200" name="Google Shape;200;p10"/>
            <p:cNvSpPr txBox="1"/>
            <p:nvPr/>
          </p:nvSpPr>
          <p:spPr>
            <a:xfrm>
              <a:off x="7901885" y="5159246"/>
              <a:ext cx="1164459" cy="38343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2020</a:t>
              </a:r>
              <a:endParaRPr/>
            </a:p>
            <a:p>
              <a:pPr marL="0" marR="0" lvl="0" indent="0" algn="l" rtl="0">
                <a:spcBef>
                  <a:spcPts val="150"/>
                </a:spcBef>
                <a:spcAft>
                  <a:spcPts val="0"/>
                </a:spcAft>
                <a:buNone/>
              </a:pPr>
              <a:r>
                <a:rPr lang="en-US" sz="750" b="0">
                  <a:solidFill>
                    <a:srgbClr val="231F20"/>
                  </a:solidFill>
                  <a:latin typeface="Arial"/>
                  <a:ea typeface="Arial"/>
                  <a:cs typeface="Arial"/>
                  <a:sym typeface="Arial"/>
                </a:rPr>
                <a:t>Temasek follow on investment of $120M</a:t>
              </a:r>
              <a:endParaRPr/>
            </a:p>
          </p:txBody>
        </p:sp>
        <p:cxnSp>
          <p:nvCxnSpPr>
            <p:cNvPr id="201" name="Google Shape;201;p10"/>
            <p:cNvCxnSpPr/>
            <p:nvPr/>
          </p:nvCxnSpPr>
          <p:spPr>
            <a:xfrm rot="10800000">
              <a:off x="7308226" y="2585213"/>
              <a:ext cx="0" cy="3021652"/>
            </a:xfrm>
            <a:prstGeom prst="straightConnector1">
              <a:avLst/>
            </a:prstGeom>
            <a:noFill/>
            <a:ln w="12700" cap="sq" cmpd="sng">
              <a:solidFill>
                <a:srgbClr val="231F20"/>
              </a:solidFill>
              <a:prstDash val="solid"/>
              <a:round/>
              <a:headEnd type="none" w="sm" len="sm"/>
              <a:tailEnd type="none" w="sm" len="sm"/>
            </a:ln>
          </p:spPr>
        </p:cxnSp>
        <p:sp>
          <p:nvSpPr>
            <p:cNvPr id="202" name="Google Shape;202;p10"/>
            <p:cNvSpPr/>
            <p:nvPr/>
          </p:nvSpPr>
          <p:spPr>
            <a:xfrm>
              <a:off x="7243078" y="2518935"/>
              <a:ext cx="130295" cy="13566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203" name="Google Shape;203;p10"/>
            <p:cNvSpPr txBox="1"/>
            <p:nvPr/>
          </p:nvSpPr>
          <p:spPr>
            <a:xfrm>
              <a:off x="7243078" y="5628456"/>
              <a:ext cx="1823265" cy="26802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2020</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Acquired Advalent healthcare</a:t>
              </a:r>
              <a:endParaRPr/>
            </a:p>
          </p:txBody>
        </p:sp>
        <p:sp>
          <p:nvSpPr>
            <p:cNvPr id="204" name="Google Shape;204;p10"/>
            <p:cNvSpPr txBox="1"/>
            <p:nvPr/>
          </p:nvSpPr>
          <p:spPr>
            <a:xfrm>
              <a:off x="8896975" y="4387027"/>
              <a:ext cx="1115380" cy="26802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2022</a:t>
              </a:r>
              <a:endParaRPr/>
            </a:p>
            <a:p>
              <a:pPr marL="0" marR="0" lvl="0" indent="0" algn="l" rtl="0">
                <a:spcBef>
                  <a:spcPts val="150"/>
                </a:spcBef>
                <a:spcAft>
                  <a:spcPts val="0"/>
                </a:spcAft>
                <a:buNone/>
              </a:pPr>
              <a:r>
                <a:rPr lang="en-US" sz="750" b="0">
                  <a:solidFill>
                    <a:srgbClr val="231F20"/>
                  </a:solidFill>
                  <a:latin typeface="Arial"/>
                  <a:ea typeface="Arial"/>
                  <a:cs typeface="Arial"/>
                  <a:sym typeface="Arial"/>
                </a:rPr>
                <a:t>30,000+ employees</a:t>
              </a:r>
              <a:endParaRPr sz="675" b="0" i="0" u="none" strike="noStrike" cap="none">
                <a:solidFill>
                  <a:srgbClr val="231F20"/>
                </a:solidFill>
                <a:latin typeface="Arial"/>
                <a:ea typeface="Arial"/>
                <a:cs typeface="Arial"/>
                <a:sym typeface="Arial"/>
              </a:endParaRPr>
            </a:p>
          </p:txBody>
        </p:sp>
        <p:cxnSp>
          <p:nvCxnSpPr>
            <p:cNvPr id="205" name="Google Shape;205;p10"/>
            <p:cNvCxnSpPr/>
            <p:nvPr/>
          </p:nvCxnSpPr>
          <p:spPr>
            <a:xfrm rot="10800000">
              <a:off x="347365" y="5022809"/>
              <a:ext cx="0" cy="242218"/>
            </a:xfrm>
            <a:prstGeom prst="straightConnector1">
              <a:avLst/>
            </a:prstGeom>
            <a:noFill/>
            <a:ln w="12700" cap="sq" cmpd="sng">
              <a:solidFill>
                <a:srgbClr val="231F20"/>
              </a:solidFill>
              <a:prstDash val="solid"/>
              <a:round/>
              <a:headEnd type="none" w="sm" len="sm"/>
              <a:tailEnd type="none" w="sm" len="sm"/>
            </a:ln>
          </p:spPr>
        </p:cxnSp>
        <p:sp>
          <p:nvSpPr>
            <p:cNvPr id="206" name="Google Shape;206;p10"/>
            <p:cNvSpPr txBox="1"/>
            <p:nvPr/>
          </p:nvSpPr>
          <p:spPr>
            <a:xfrm>
              <a:off x="558737" y="3824376"/>
              <a:ext cx="1121503" cy="38343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1999</a:t>
              </a:r>
              <a:endParaRPr/>
            </a:p>
            <a:p>
              <a:pPr marL="0" marR="0" lvl="0" indent="0" algn="l" rtl="0">
                <a:spcBef>
                  <a:spcPts val="150"/>
                </a:spcBef>
                <a:spcAft>
                  <a:spcPts val="0"/>
                </a:spcAft>
                <a:buNone/>
              </a:pPr>
              <a:r>
                <a:rPr lang="en-US" sz="750" b="0">
                  <a:solidFill>
                    <a:srgbClr val="231F20"/>
                  </a:solidFill>
                  <a:latin typeface="Arial"/>
                  <a:ea typeface="Arial"/>
                  <a:cs typeface="Arial"/>
                  <a:sym typeface="Arial"/>
                </a:rPr>
                <a:t>Born digital with 14 employees</a:t>
              </a:r>
              <a:endParaRPr/>
            </a:p>
          </p:txBody>
        </p:sp>
        <p:sp>
          <p:nvSpPr>
            <p:cNvPr id="207" name="Google Shape;207;p10"/>
            <p:cNvSpPr/>
            <p:nvPr/>
          </p:nvSpPr>
          <p:spPr>
            <a:xfrm>
              <a:off x="282218" y="4905711"/>
              <a:ext cx="130295" cy="13566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208" name="Google Shape;208;p10"/>
            <p:cNvSpPr txBox="1"/>
            <p:nvPr/>
          </p:nvSpPr>
          <p:spPr>
            <a:xfrm>
              <a:off x="4456146" y="2168372"/>
              <a:ext cx="694546" cy="38343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2016</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Acquired BlueConch</a:t>
              </a:r>
              <a:endParaRPr/>
            </a:p>
          </p:txBody>
        </p:sp>
        <p:cxnSp>
          <p:nvCxnSpPr>
            <p:cNvPr id="209" name="Google Shape;209;p10"/>
            <p:cNvCxnSpPr/>
            <p:nvPr/>
          </p:nvCxnSpPr>
          <p:spPr>
            <a:xfrm rot="10800000">
              <a:off x="4518594" y="2722733"/>
              <a:ext cx="0" cy="877968"/>
            </a:xfrm>
            <a:prstGeom prst="straightConnector1">
              <a:avLst/>
            </a:prstGeom>
            <a:noFill/>
            <a:ln w="12700" cap="sq" cmpd="sng">
              <a:solidFill>
                <a:srgbClr val="231F20"/>
              </a:solidFill>
              <a:prstDash val="solid"/>
              <a:round/>
              <a:headEnd type="none" w="sm" len="sm"/>
              <a:tailEnd type="none" w="sm" len="sm"/>
            </a:ln>
          </p:spPr>
        </p:cxnSp>
        <p:sp>
          <p:nvSpPr>
            <p:cNvPr id="210" name="Google Shape;210;p10"/>
            <p:cNvSpPr/>
            <p:nvPr/>
          </p:nvSpPr>
          <p:spPr>
            <a:xfrm>
              <a:off x="4456146" y="3565148"/>
              <a:ext cx="130295" cy="13566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211" name="Google Shape;211;p10"/>
            <p:cNvSpPr txBox="1"/>
            <p:nvPr/>
          </p:nvSpPr>
          <p:spPr>
            <a:xfrm>
              <a:off x="3913242" y="4141727"/>
              <a:ext cx="1042705" cy="26802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2014</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Acquired Moonraft</a:t>
              </a:r>
              <a:endParaRPr/>
            </a:p>
          </p:txBody>
        </p:sp>
        <p:cxnSp>
          <p:nvCxnSpPr>
            <p:cNvPr id="212" name="Google Shape;212;p10"/>
            <p:cNvCxnSpPr/>
            <p:nvPr/>
          </p:nvCxnSpPr>
          <p:spPr>
            <a:xfrm rot="10800000">
              <a:off x="3978390" y="3774999"/>
              <a:ext cx="0" cy="316633"/>
            </a:xfrm>
            <a:prstGeom prst="straightConnector1">
              <a:avLst/>
            </a:prstGeom>
            <a:noFill/>
            <a:ln w="12700" cap="sq" cmpd="sng">
              <a:solidFill>
                <a:srgbClr val="231F20"/>
              </a:solidFill>
              <a:prstDash val="solid"/>
              <a:round/>
              <a:headEnd type="none" w="sm" len="sm"/>
              <a:tailEnd type="none" w="sm" len="sm"/>
            </a:ln>
          </p:spPr>
        </p:cxnSp>
        <p:sp>
          <p:nvSpPr>
            <p:cNvPr id="213" name="Google Shape;213;p10"/>
            <p:cNvSpPr/>
            <p:nvPr/>
          </p:nvSpPr>
          <p:spPr>
            <a:xfrm>
              <a:off x="3913242" y="3682467"/>
              <a:ext cx="130295" cy="13566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214" name="Google Shape;214;p10"/>
            <p:cNvSpPr txBox="1"/>
            <p:nvPr/>
          </p:nvSpPr>
          <p:spPr>
            <a:xfrm>
              <a:off x="9355047" y="3612689"/>
              <a:ext cx="2069808" cy="41287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2023</a:t>
              </a:r>
              <a:endParaRPr/>
            </a:p>
            <a:p>
              <a:pPr marL="0" marR="0" lvl="0" indent="0" algn="l" rtl="0">
                <a:lnSpc>
                  <a:spcPct val="110000"/>
                </a:lnSpc>
                <a:spcBef>
                  <a:spcPts val="150"/>
                </a:spcBef>
                <a:spcAft>
                  <a:spcPts val="0"/>
                </a:spcAft>
                <a:buClr>
                  <a:srgbClr val="231F20"/>
                </a:buClr>
                <a:buSzPts val="750"/>
                <a:buFont typeface="Arial"/>
                <a:buNone/>
              </a:pPr>
              <a:r>
                <a:rPr lang="en-US" sz="750" b="0" i="0" u="none" strike="noStrike" cap="none">
                  <a:solidFill>
                    <a:srgbClr val="231F20"/>
                  </a:solidFill>
                  <a:latin typeface="Arial"/>
                  <a:ea typeface="Arial"/>
                  <a:cs typeface="Arial"/>
                  <a:sym typeface="Arial"/>
                </a:rPr>
                <a:t>Acquired </a:t>
              </a:r>
              <a:r>
                <a:rPr lang="en-US" sz="750" b="0">
                  <a:solidFill>
                    <a:srgbClr val="231F20"/>
                  </a:solidFill>
                  <a:latin typeface="Arial"/>
                  <a:ea typeface="Arial"/>
                  <a:cs typeface="Arial"/>
                  <a:sym typeface="Arial"/>
                </a:rPr>
                <a:t>Prodigy Labs, Advantasure and MobileComm</a:t>
              </a:r>
              <a:endParaRPr/>
            </a:p>
          </p:txBody>
        </p:sp>
        <p:cxnSp>
          <p:nvCxnSpPr>
            <p:cNvPr id="215" name="Google Shape;215;p10"/>
            <p:cNvCxnSpPr/>
            <p:nvPr/>
          </p:nvCxnSpPr>
          <p:spPr>
            <a:xfrm rot="10800000">
              <a:off x="9392524" y="1813490"/>
              <a:ext cx="0" cy="1751658"/>
            </a:xfrm>
            <a:prstGeom prst="straightConnector1">
              <a:avLst/>
            </a:prstGeom>
            <a:noFill/>
            <a:ln w="12700" cap="sq" cmpd="sng">
              <a:solidFill>
                <a:srgbClr val="231F20"/>
              </a:solidFill>
              <a:prstDash val="solid"/>
              <a:round/>
              <a:headEnd type="none" w="sm" len="sm"/>
              <a:tailEnd type="none" w="sm" len="sm"/>
            </a:ln>
          </p:spPr>
        </p:cxnSp>
        <p:sp>
          <p:nvSpPr>
            <p:cNvPr id="216" name="Google Shape;216;p10"/>
            <p:cNvSpPr/>
            <p:nvPr/>
          </p:nvSpPr>
          <p:spPr>
            <a:xfrm>
              <a:off x="9327376" y="1720958"/>
              <a:ext cx="130295" cy="13566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217" name="Google Shape;217;p10"/>
            <p:cNvSpPr txBox="1"/>
            <p:nvPr/>
          </p:nvSpPr>
          <p:spPr>
            <a:xfrm>
              <a:off x="311003" y="5343842"/>
              <a:ext cx="1454994" cy="52450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1999</a:t>
              </a:r>
              <a:endParaRPr/>
            </a:p>
            <a:p>
              <a:pPr marL="0" marR="0" lvl="0" indent="0" algn="l" rtl="0">
                <a:spcBef>
                  <a:spcPts val="150"/>
                </a:spcBef>
                <a:spcAft>
                  <a:spcPts val="0"/>
                </a:spcAft>
                <a:buNone/>
              </a:pPr>
              <a:r>
                <a:rPr lang="en-US" sz="750" b="0">
                  <a:solidFill>
                    <a:srgbClr val="231F20"/>
                  </a:solidFill>
                  <a:latin typeface="Arial"/>
                  <a:ea typeface="Arial"/>
                  <a:cs typeface="Arial"/>
                  <a:sym typeface="Arial"/>
                </a:rPr>
                <a:t>Founded in Aliso Viejo, CA and Trivandrum, India</a:t>
              </a:r>
              <a:endParaRPr/>
            </a:p>
            <a:p>
              <a:pPr marL="0" marR="0" lvl="0" indent="0" algn="l" rtl="0">
                <a:spcBef>
                  <a:spcPts val="225"/>
                </a:spcBef>
                <a:spcAft>
                  <a:spcPts val="0"/>
                </a:spcAft>
                <a:buNone/>
              </a:pPr>
              <a:r>
                <a:rPr lang="en-US" sz="750" b="0">
                  <a:solidFill>
                    <a:srgbClr val="231F20"/>
                  </a:solidFill>
                  <a:latin typeface="Arial"/>
                  <a:ea typeface="Arial"/>
                  <a:cs typeface="Arial"/>
                  <a:sym typeface="Arial"/>
                </a:rPr>
                <a:t>Majority-owned by family </a:t>
              </a:r>
              <a:endParaRPr/>
            </a:p>
          </p:txBody>
        </p:sp>
        <p:cxnSp>
          <p:nvCxnSpPr>
            <p:cNvPr id="218" name="Google Shape;218;p10"/>
            <p:cNvCxnSpPr/>
            <p:nvPr/>
          </p:nvCxnSpPr>
          <p:spPr>
            <a:xfrm rot="10800000">
              <a:off x="612773" y="4364780"/>
              <a:ext cx="0" cy="427325"/>
            </a:xfrm>
            <a:prstGeom prst="straightConnector1">
              <a:avLst/>
            </a:prstGeom>
            <a:noFill/>
            <a:ln w="12700" cap="sq" cmpd="sng">
              <a:solidFill>
                <a:srgbClr val="231F20"/>
              </a:solidFill>
              <a:prstDash val="solid"/>
              <a:round/>
              <a:headEnd type="none" w="sm" len="sm"/>
              <a:tailEnd type="none" w="sm" len="sm"/>
            </a:ln>
          </p:spPr>
        </p:cxnSp>
        <p:sp>
          <p:nvSpPr>
            <p:cNvPr id="219" name="Google Shape;219;p10"/>
            <p:cNvSpPr txBox="1"/>
            <p:nvPr/>
          </p:nvSpPr>
          <p:spPr>
            <a:xfrm>
              <a:off x="5791041" y="4337050"/>
              <a:ext cx="823265" cy="40908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2017</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Acquired </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Round Feather </a:t>
              </a:r>
              <a:endParaRPr/>
            </a:p>
          </p:txBody>
        </p:sp>
        <p:cxnSp>
          <p:nvCxnSpPr>
            <p:cNvPr id="220" name="Google Shape;220;p10"/>
            <p:cNvCxnSpPr/>
            <p:nvPr/>
          </p:nvCxnSpPr>
          <p:spPr>
            <a:xfrm rot="10800000">
              <a:off x="8318059" y="2372703"/>
              <a:ext cx="0" cy="2302027"/>
            </a:xfrm>
            <a:prstGeom prst="straightConnector1">
              <a:avLst/>
            </a:prstGeom>
            <a:noFill/>
            <a:ln w="12700" cap="sq" cmpd="sng">
              <a:solidFill>
                <a:srgbClr val="231F20"/>
              </a:solidFill>
              <a:prstDash val="solid"/>
              <a:round/>
              <a:headEnd type="none" w="sm" len="sm"/>
              <a:tailEnd type="none" w="sm" len="sm"/>
            </a:ln>
          </p:spPr>
        </p:cxnSp>
        <p:sp>
          <p:nvSpPr>
            <p:cNvPr id="221" name="Google Shape;221;p10"/>
            <p:cNvSpPr txBox="1"/>
            <p:nvPr/>
          </p:nvSpPr>
          <p:spPr>
            <a:xfrm>
              <a:off x="8252912" y="4718698"/>
              <a:ext cx="898710" cy="26802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2020</a:t>
              </a:r>
              <a:endParaRPr/>
            </a:p>
            <a:p>
              <a:pPr marL="0" marR="0" lvl="0" indent="0" algn="l" rtl="0">
                <a:spcBef>
                  <a:spcPts val="150"/>
                </a:spcBef>
                <a:spcAft>
                  <a:spcPts val="0"/>
                </a:spcAft>
                <a:buNone/>
              </a:pPr>
              <a:r>
                <a:rPr lang="en-US" sz="750" b="0">
                  <a:solidFill>
                    <a:srgbClr val="231F20"/>
                  </a:solidFill>
                  <a:latin typeface="Arial"/>
                  <a:ea typeface="Arial"/>
                  <a:cs typeface="Arial"/>
                  <a:sym typeface="Arial"/>
                </a:rPr>
                <a:t>Revenue of $1B</a:t>
              </a:r>
              <a:endParaRPr/>
            </a:p>
          </p:txBody>
        </p:sp>
        <p:sp>
          <p:nvSpPr>
            <p:cNvPr id="222" name="Google Shape;222;p10"/>
            <p:cNvSpPr/>
            <p:nvPr/>
          </p:nvSpPr>
          <p:spPr>
            <a:xfrm>
              <a:off x="547626" y="4794910"/>
              <a:ext cx="130295" cy="13566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223" name="Google Shape;223;p10"/>
            <p:cNvCxnSpPr/>
            <p:nvPr/>
          </p:nvCxnSpPr>
          <p:spPr>
            <a:xfrm rot="10800000">
              <a:off x="3192402" y="4268929"/>
              <a:ext cx="0" cy="598255"/>
            </a:xfrm>
            <a:prstGeom prst="straightConnector1">
              <a:avLst/>
            </a:prstGeom>
            <a:noFill/>
            <a:ln w="12700" cap="sq" cmpd="sng">
              <a:solidFill>
                <a:srgbClr val="231F20"/>
              </a:solidFill>
              <a:prstDash val="solid"/>
              <a:round/>
              <a:headEnd type="none" w="sm" len="sm"/>
              <a:tailEnd type="none" w="sm" len="sm"/>
            </a:ln>
          </p:spPr>
        </p:cxnSp>
        <p:sp>
          <p:nvSpPr>
            <p:cNvPr id="224" name="Google Shape;224;p10"/>
            <p:cNvSpPr/>
            <p:nvPr/>
          </p:nvSpPr>
          <p:spPr>
            <a:xfrm>
              <a:off x="3136080" y="4137767"/>
              <a:ext cx="130295" cy="13566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225" name="Google Shape;225;p10"/>
            <p:cNvCxnSpPr/>
            <p:nvPr/>
          </p:nvCxnSpPr>
          <p:spPr>
            <a:xfrm rot="10800000">
              <a:off x="3607017" y="3356422"/>
              <a:ext cx="1567" cy="541702"/>
            </a:xfrm>
            <a:prstGeom prst="straightConnector1">
              <a:avLst/>
            </a:prstGeom>
            <a:noFill/>
            <a:ln w="12700" cap="sq" cmpd="sng">
              <a:solidFill>
                <a:srgbClr val="231F20"/>
              </a:solidFill>
              <a:prstDash val="solid"/>
              <a:round/>
              <a:headEnd type="none" w="sm" len="sm"/>
              <a:tailEnd type="none" w="sm" len="sm"/>
            </a:ln>
          </p:spPr>
        </p:cxnSp>
        <p:sp>
          <p:nvSpPr>
            <p:cNvPr id="226" name="Google Shape;226;p10"/>
            <p:cNvSpPr/>
            <p:nvPr/>
          </p:nvSpPr>
          <p:spPr>
            <a:xfrm>
              <a:off x="3543437" y="3893155"/>
              <a:ext cx="130295" cy="13566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1500">
                  <a:solidFill>
                    <a:schemeClr val="lt1"/>
                  </a:solidFill>
                  <a:latin typeface="Arial"/>
                  <a:ea typeface="Arial"/>
                  <a:cs typeface="Arial"/>
                  <a:sym typeface="Arial"/>
                </a:rPr>
                <a:t> </a:t>
              </a:r>
              <a:endParaRPr sz="1500">
                <a:solidFill>
                  <a:schemeClr val="lt1"/>
                </a:solidFill>
                <a:latin typeface="Arial"/>
                <a:ea typeface="Arial"/>
                <a:cs typeface="Arial"/>
                <a:sym typeface="Arial"/>
              </a:endParaRPr>
            </a:p>
          </p:txBody>
        </p:sp>
        <p:cxnSp>
          <p:nvCxnSpPr>
            <p:cNvPr id="227" name="Google Shape;227;p10"/>
            <p:cNvCxnSpPr/>
            <p:nvPr/>
          </p:nvCxnSpPr>
          <p:spPr>
            <a:xfrm rot="10800000">
              <a:off x="5588924" y="3301316"/>
              <a:ext cx="0" cy="2146984"/>
            </a:xfrm>
            <a:prstGeom prst="straightConnector1">
              <a:avLst/>
            </a:prstGeom>
            <a:noFill/>
            <a:ln w="12700" cap="sq" cmpd="sng">
              <a:solidFill>
                <a:srgbClr val="231F20"/>
              </a:solidFill>
              <a:prstDash val="solid"/>
              <a:round/>
              <a:headEnd type="none" w="sm" len="sm"/>
              <a:tailEnd type="none" w="sm" len="sm"/>
            </a:ln>
          </p:spPr>
        </p:cxnSp>
        <p:sp>
          <p:nvSpPr>
            <p:cNvPr id="228" name="Google Shape;228;p10"/>
            <p:cNvSpPr/>
            <p:nvPr/>
          </p:nvSpPr>
          <p:spPr>
            <a:xfrm>
              <a:off x="5523777" y="3165657"/>
              <a:ext cx="130295" cy="13566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229" name="Google Shape;229;p10"/>
            <p:cNvCxnSpPr/>
            <p:nvPr/>
          </p:nvCxnSpPr>
          <p:spPr>
            <a:xfrm rot="10800000" flipH="1">
              <a:off x="5852338" y="3038721"/>
              <a:ext cx="3851" cy="1257275"/>
            </a:xfrm>
            <a:prstGeom prst="straightConnector1">
              <a:avLst/>
            </a:prstGeom>
            <a:noFill/>
            <a:ln w="12700" cap="sq" cmpd="sng">
              <a:solidFill>
                <a:srgbClr val="231F20"/>
              </a:solidFill>
              <a:prstDash val="solid"/>
              <a:round/>
              <a:headEnd type="none" w="sm" len="sm"/>
              <a:tailEnd type="none" w="sm" len="sm"/>
            </a:ln>
          </p:spPr>
        </p:cxnSp>
        <p:sp>
          <p:nvSpPr>
            <p:cNvPr id="230" name="Google Shape;230;p10"/>
            <p:cNvSpPr/>
            <p:nvPr/>
          </p:nvSpPr>
          <p:spPr>
            <a:xfrm>
              <a:off x="5791041" y="2903061"/>
              <a:ext cx="130295" cy="13566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231" name="Google Shape;231;p10"/>
            <p:cNvCxnSpPr/>
            <p:nvPr/>
          </p:nvCxnSpPr>
          <p:spPr>
            <a:xfrm rot="10800000">
              <a:off x="6961081" y="1527412"/>
              <a:ext cx="0" cy="1054085"/>
            </a:xfrm>
            <a:prstGeom prst="straightConnector1">
              <a:avLst/>
            </a:prstGeom>
            <a:noFill/>
            <a:ln w="12700" cap="sq" cmpd="sng">
              <a:solidFill>
                <a:srgbClr val="231F20"/>
              </a:solidFill>
              <a:prstDash val="solid"/>
              <a:round/>
              <a:headEnd type="none" w="sm" len="sm"/>
              <a:tailEnd type="none" w="sm" len="sm"/>
            </a:ln>
          </p:spPr>
        </p:cxnSp>
        <p:sp>
          <p:nvSpPr>
            <p:cNvPr id="232" name="Google Shape;232;p10"/>
            <p:cNvSpPr/>
            <p:nvPr/>
          </p:nvSpPr>
          <p:spPr>
            <a:xfrm>
              <a:off x="6895934" y="2554029"/>
              <a:ext cx="130295" cy="13566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99" name="Google Shape;199;p10"/>
            <p:cNvSpPr/>
            <p:nvPr/>
          </p:nvSpPr>
          <p:spPr>
            <a:xfrm>
              <a:off x="7545392" y="2418369"/>
              <a:ext cx="130295" cy="13566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233" name="Google Shape;233;p10"/>
            <p:cNvCxnSpPr/>
            <p:nvPr/>
          </p:nvCxnSpPr>
          <p:spPr>
            <a:xfrm rot="10800000">
              <a:off x="7957488" y="2473537"/>
              <a:ext cx="0" cy="2660119"/>
            </a:xfrm>
            <a:prstGeom prst="straightConnector1">
              <a:avLst/>
            </a:prstGeom>
            <a:noFill/>
            <a:ln w="12700" cap="sq" cmpd="sng">
              <a:solidFill>
                <a:srgbClr val="231F20"/>
              </a:solidFill>
              <a:prstDash val="solid"/>
              <a:round/>
              <a:headEnd type="none" w="sm" len="sm"/>
              <a:tailEnd type="none" w="sm" len="sm"/>
            </a:ln>
          </p:spPr>
        </p:cxnSp>
        <p:sp>
          <p:nvSpPr>
            <p:cNvPr id="234" name="Google Shape;234;p10"/>
            <p:cNvSpPr/>
            <p:nvPr/>
          </p:nvSpPr>
          <p:spPr>
            <a:xfrm>
              <a:off x="7901885" y="2337877"/>
              <a:ext cx="130295" cy="13566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235" name="Google Shape;235;p10"/>
            <p:cNvSpPr/>
            <p:nvPr/>
          </p:nvSpPr>
          <p:spPr>
            <a:xfrm>
              <a:off x="8252912" y="2232233"/>
              <a:ext cx="130295" cy="135660"/>
            </a:xfrm>
            <a:prstGeom prst="rect">
              <a:avLst/>
            </a:prstGeom>
            <a:solidFill>
              <a:srgbClr val="01B2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236" name="Google Shape;236;p10"/>
            <p:cNvCxnSpPr/>
            <p:nvPr/>
          </p:nvCxnSpPr>
          <p:spPr>
            <a:xfrm rot="10800000">
              <a:off x="8628269" y="1599829"/>
              <a:ext cx="0" cy="498329"/>
            </a:xfrm>
            <a:prstGeom prst="straightConnector1">
              <a:avLst/>
            </a:prstGeom>
            <a:noFill/>
            <a:ln w="12700" cap="sq" cmpd="sng">
              <a:solidFill>
                <a:srgbClr val="231F20"/>
              </a:solidFill>
              <a:prstDash val="solid"/>
              <a:round/>
              <a:headEnd type="none" w="sm" len="sm"/>
              <a:tailEnd type="none" w="sm" len="sm"/>
            </a:ln>
          </p:spPr>
        </p:cxnSp>
        <p:sp>
          <p:nvSpPr>
            <p:cNvPr id="237" name="Google Shape;237;p10"/>
            <p:cNvSpPr/>
            <p:nvPr/>
          </p:nvSpPr>
          <p:spPr>
            <a:xfrm>
              <a:off x="8563122" y="2098158"/>
              <a:ext cx="130295" cy="13566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238" name="Google Shape;238;p10"/>
            <p:cNvCxnSpPr/>
            <p:nvPr/>
          </p:nvCxnSpPr>
          <p:spPr>
            <a:xfrm>
              <a:off x="8962123" y="2107314"/>
              <a:ext cx="0" cy="2240430"/>
            </a:xfrm>
            <a:prstGeom prst="straightConnector1">
              <a:avLst/>
            </a:prstGeom>
            <a:noFill/>
            <a:ln w="12700" cap="sq" cmpd="sng">
              <a:solidFill>
                <a:srgbClr val="231F20"/>
              </a:solidFill>
              <a:prstDash val="solid"/>
              <a:round/>
              <a:headEnd type="none" w="sm" len="sm"/>
              <a:tailEnd type="none" w="sm" len="sm"/>
            </a:ln>
          </p:spPr>
        </p:cxnSp>
        <p:sp>
          <p:nvSpPr>
            <p:cNvPr id="239" name="Google Shape;239;p10"/>
            <p:cNvSpPr/>
            <p:nvPr/>
          </p:nvSpPr>
          <p:spPr>
            <a:xfrm>
              <a:off x="8896975" y="1971654"/>
              <a:ext cx="130295" cy="13566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240" name="Google Shape;240;p10"/>
            <p:cNvSpPr txBox="1"/>
            <p:nvPr/>
          </p:nvSpPr>
          <p:spPr>
            <a:xfrm>
              <a:off x="9873206" y="2853795"/>
              <a:ext cx="1908887" cy="539828"/>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2024</a:t>
              </a:r>
              <a:endParaRPr/>
            </a:p>
            <a:p>
              <a:pPr marL="0" marR="0" lvl="0" indent="0" algn="l" rtl="0">
                <a:lnSpc>
                  <a:spcPct val="110000"/>
                </a:lnSpc>
                <a:spcBef>
                  <a:spcPts val="150"/>
                </a:spcBef>
                <a:spcAft>
                  <a:spcPts val="0"/>
                </a:spcAft>
                <a:buClr>
                  <a:srgbClr val="231F20"/>
                </a:buClr>
                <a:buSzPts val="750"/>
                <a:buFont typeface="Arial"/>
                <a:buNone/>
              </a:pPr>
              <a:r>
                <a:rPr lang="en-US" sz="750" i="0" u="none" strike="noStrike" cap="none">
                  <a:solidFill>
                    <a:srgbClr val="231F20"/>
                  </a:solidFill>
                  <a:latin typeface="Arial"/>
                  <a:ea typeface="Arial"/>
                  <a:cs typeface="Arial"/>
                  <a:sym typeface="Arial"/>
                </a:rPr>
                <a:t>Acquired </a:t>
              </a:r>
              <a:r>
                <a:rPr lang="en-US" sz="750">
                  <a:solidFill>
                    <a:srgbClr val="231F20"/>
                  </a:solidFill>
                  <a:latin typeface="Arial"/>
                  <a:ea typeface="Arial"/>
                  <a:cs typeface="Arial"/>
                  <a:sym typeface="Arial"/>
                </a:rPr>
                <a:t>Leonardo, Strativity Group, Endeavor, Consulting Group and Interpres Security</a:t>
              </a:r>
              <a:endParaRPr/>
            </a:p>
          </p:txBody>
        </p:sp>
        <p:cxnSp>
          <p:nvCxnSpPr>
            <p:cNvPr id="241" name="Google Shape;241;p10"/>
            <p:cNvCxnSpPr/>
            <p:nvPr/>
          </p:nvCxnSpPr>
          <p:spPr>
            <a:xfrm rot="10800000">
              <a:off x="9933844" y="1475780"/>
              <a:ext cx="0" cy="1343609"/>
            </a:xfrm>
            <a:prstGeom prst="straightConnector1">
              <a:avLst/>
            </a:prstGeom>
            <a:noFill/>
            <a:ln w="12700" cap="sq" cmpd="sng">
              <a:solidFill>
                <a:srgbClr val="231F20"/>
              </a:solidFill>
              <a:prstDash val="solid"/>
              <a:round/>
              <a:headEnd type="none" w="sm" len="sm"/>
              <a:tailEnd type="none" w="sm" len="sm"/>
            </a:ln>
          </p:spPr>
        </p:cxnSp>
        <p:sp>
          <p:nvSpPr>
            <p:cNvPr id="242" name="Google Shape;242;p10"/>
            <p:cNvSpPr/>
            <p:nvPr/>
          </p:nvSpPr>
          <p:spPr>
            <a:xfrm>
              <a:off x="9868697" y="1383248"/>
              <a:ext cx="130295" cy="13566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243" name="Google Shape;243;p10"/>
            <p:cNvCxnSpPr/>
            <p:nvPr/>
          </p:nvCxnSpPr>
          <p:spPr>
            <a:xfrm rot="10800000">
              <a:off x="10319618" y="1232240"/>
              <a:ext cx="0" cy="488718"/>
            </a:xfrm>
            <a:prstGeom prst="straightConnector1">
              <a:avLst/>
            </a:prstGeom>
            <a:noFill/>
            <a:ln w="12700" cap="sq" cmpd="sng">
              <a:solidFill>
                <a:srgbClr val="231F20"/>
              </a:solidFill>
              <a:prstDash val="solid"/>
              <a:round/>
              <a:headEnd type="none" w="sm" len="sm"/>
              <a:tailEnd type="none" w="sm" len="sm"/>
            </a:ln>
          </p:spPr>
        </p:cxnSp>
        <p:sp>
          <p:nvSpPr>
            <p:cNvPr id="244" name="Google Shape;244;p10"/>
            <p:cNvSpPr/>
            <p:nvPr/>
          </p:nvSpPr>
          <p:spPr>
            <a:xfrm>
              <a:off x="10254471" y="1096580"/>
              <a:ext cx="130295" cy="13566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245" name="Google Shape;245;p10"/>
            <p:cNvSpPr txBox="1"/>
            <p:nvPr/>
          </p:nvSpPr>
          <p:spPr>
            <a:xfrm>
              <a:off x="10277563" y="1744611"/>
              <a:ext cx="1640366" cy="692434"/>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2025</a:t>
              </a:r>
              <a:endParaRPr/>
            </a:p>
            <a:p>
              <a:pPr marL="89154" marR="0" lvl="0" indent="-89154" algn="l" rtl="0">
                <a:lnSpc>
                  <a:spcPct val="110000"/>
                </a:lnSpc>
                <a:spcBef>
                  <a:spcPts val="150"/>
                </a:spcBef>
                <a:spcAft>
                  <a:spcPts val="0"/>
                </a:spcAft>
                <a:buClr>
                  <a:srgbClr val="231F20"/>
                </a:buClr>
                <a:buSzPts val="750"/>
                <a:buFont typeface="Arial"/>
                <a:buChar char="•"/>
              </a:pPr>
              <a:r>
                <a:rPr lang="en-US" sz="750" b="1">
                  <a:solidFill>
                    <a:srgbClr val="231F20"/>
                  </a:solidFill>
                  <a:latin typeface="Arial"/>
                  <a:ea typeface="Arial"/>
                  <a:cs typeface="Arial"/>
                  <a:sym typeface="Arial"/>
                </a:rPr>
                <a:t>Majority stake in Italdesign</a:t>
              </a:r>
              <a:endParaRPr/>
            </a:p>
            <a:p>
              <a:pPr marL="89154" marR="0" lvl="0" indent="-89154" algn="l" rtl="0">
                <a:lnSpc>
                  <a:spcPct val="110000"/>
                </a:lnSpc>
                <a:spcBef>
                  <a:spcPts val="75"/>
                </a:spcBef>
                <a:spcAft>
                  <a:spcPts val="0"/>
                </a:spcAft>
                <a:buClr>
                  <a:srgbClr val="231F20"/>
                </a:buClr>
                <a:buSzPts val="750"/>
                <a:buFont typeface="Arial"/>
                <a:buChar char="•"/>
              </a:pPr>
              <a:r>
                <a:rPr lang="en-US" sz="750" b="1">
                  <a:solidFill>
                    <a:srgbClr val="231F20"/>
                  </a:solidFill>
                  <a:latin typeface="Arial"/>
                  <a:ea typeface="Arial"/>
                  <a:cs typeface="Arial"/>
                  <a:sym typeface="Arial"/>
                </a:rPr>
                <a:t>Acquired Modus </a:t>
              </a:r>
              <a:endParaRPr/>
            </a:p>
            <a:p>
              <a:pPr marL="89154" marR="0" lvl="0" indent="-89154" algn="l" rtl="0">
                <a:lnSpc>
                  <a:spcPct val="110000"/>
                </a:lnSpc>
                <a:spcBef>
                  <a:spcPts val="75"/>
                </a:spcBef>
                <a:spcAft>
                  <a:spcPts val="0"/>
                </a:spcAft>
                <a:buClr>
                  <a:srgbClr val="231F20"/>
                </a:buClr>
                <a:buSzPts val="750"/>
                <a:buFont typeface="Arial"/>
                <a:buChar char="•"/>
              </a:pPr>
              <a:r>
                <a:rPr lang="en-US" sz="750" b="1">
                  <a:solidFill>
                    <a:srgbClr val="231F20"/>
                  </a:solidFill>
                  <a:latin typeface="Arial"/>
                  <a:ea typeface="Arial"/>
                  <a:cs typeface="Arial"/>
                  <a:sym typeface="Arial"/>
                </a:rPr>
                <a:t>Semicon manufacturing </a:t>
              </a:r>
              <a:br>
                <a:rPr lang="en-US" sz="750" b="1">
                  <a:solidFill>
                    <a:srgbClr val="231F20"/>
                  </a:solidFill>
                  <a:latin typeface="Arial"/>
                  <a:ea typeface="Arial"/>
                  <a:cs typeface="Arial"/>
                  <a:sym typeface="Arial"/>
                </a:rPr>
              </a:br>
              <a:r>
                <a:rPr lang="en-US" sz="750" b="1">
                  <a:solidFill>
                    <a:srgbClr val="231F20"/>
                  </a:solidFill>
                  <a:latin typeface="Arial"/>
                  <a:ea typeface="Arial"/>
                  <a:cs typeface="Arial"/>
                  <a:sym typeface="Arial"/>
                </a:rPr>
                <a:t>JV with Kaynes Semicon</a:t>
              </a:r>
              <a:endParaRPr/>
            </a:p>
          </p:txBody>
        </p:sp>
        <p:grpSp>
          <p:nvGrpSpPr>
            <p:cNvPr id="246" name="Google Shape;246;p10"/>
            <p:cNvGrpSpPr/>
            <p:nvPr/>
          </p:nvGrpSpPr>
          <p:grpSpPr>
            <a:xfrm>
              <a:off x="10027616" y="4864524"/>
              <a:ext cx="1801302" cy="1141537"/>
              <a:chOff x="10086044" y="4843757"/>
              <a:chExt cx="1801302" cy="1141537"/>
            </a:xfrm>
          </p:grpSpPr>
          <p:sp>
            <p:nvSpPr>
              <p:cNvPr id="247" name="Google Shape;247;p10"/>
              <p:cNvSpPr/>
              <p:nvPr/>
            </p:nvSpPr>
            <p:spPr>
              <a:xfrm>
                <a:off x="10086044" y="4843757"/>
                <a:ext cx="1801302" cy="1141537"/>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grpSp>
            <p:nvGrpSpPr>
              <p:cNvPr id="248" name="Google Shape;248;p10"/>
              <p:cNvGrpSpPr/>
              <p:nvPr/>
            </p:nvGrpSpPr>
            <p:grpSpPr>
              <a:xfrm>
                <a:off x="10299557" y="5015198"/>
                <a:ext cx="1294120" cy="152349"/>
                <a:chOff x="10377348" y="4992493"/>
                <a:chExt cx="1294120" cy="152349"/>
              </a:xfrm>
            </p:grpSpPr>
            <p:sp>
              <p:nvSpPr>
                <p:cNvPr id="249" name="Google Shape;249;p10"/>
                <p:cNvSpPr txBox="1"/>
                <p:nvPr/>
              </p:nvSpPr>
              <p:spPr>
                <a:xfrm>
                  <a:off x="10540817" y="4992493"/>
                  <a:ext cx="1130651" cy="152349"/>
                </a:xfrm>
                <a:prstGeom prst="rect">
                  <a:avLst/>
                </a:prstGeom>
                <a:noFill/>
                <a:ln>
                  <a:noFill/>
                </a:ln>
              </p:spPr>
              <p:txBody>
                <a:bodyPr spcFirstLastPara="1" wrap="square" lIns="0" tIns="18275" rIns="0" bIns="18275" anchor="t" anchorCtr="0">
                  <a:spAutoFit/>
                </a:bodyPr>
                <a:lstStyle/>
                <a:p>
                  <a:pPr marL="0" marR="0" lvl="0" indent="0" algn="l" rtl="0">
                    <a:lnSpc>
                      <a:spcPct val="100000"/>
                    </a:lnSpc>
                    <a:spcBef>
                      <a:spcPts val="0"/>
                    </a:spcBef>
                    <a:spcAft>
                      <a:spcPts val="0"/>
                    </a:spcAft>
                    <a:buClr>
                      <a:srgbClr val="171616"/>
                    </a:buClr>
                    <a:buSzPts val="750"/>
                    <a:buFont typeface="Arial"/>
                    <a:buNone/>
                  </a:pPr>
                  <a:r>
                    <a:rPr lang="en-US" sz="750" b="0" i="0" u="none" strike="noStrike" cap="none">
                      <a:solidFill>
                        <a:srgbClr val="171616"/>
                      </a:solidFill>
                      <a:latin typeface="Arial"/>
                      <a:ea typeface="Arial"/>
                      <a:cs typeface="Arial"/>
                      <a:sym typeface="Arial"/>
                    </a:rPr>
                    <a:t>Corporate milestones</a:t>
                  </a:r>
                  <a:endParaRPr sz="750" b="0" i="0" u="none" strike="noStrike" cap="none">
                    <a:solidFill>
                      <a:srgbClr val="171616"/>
                    </a:solidFill>
                    <a:latin typeface="Arial"/>
                    <a:ea typeface="Arial"/>
                    <a:cs typeface="Arial"/>
                    <a:sym typeface="Arial"/>
                  </a:endParaRPr>
                </a:p>
              </p:txBody>
            </p:sp>
            <p:sp>
              <p:nvSpPr>
                <p:cNvPr id="250" name="Google Shape;250;p10"/>
                <p:cNvSpPr/>
                <p:nvPr/>
              </p:nvSpPr>
              <p:spPr>
                <a:xfrm>
                  <a:off x="10377348" y="5037611"/>
                  <a:ext cx="100584" cy="100584"/>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a:solidFill>
                      <a:schemeClr val="lt1"/>
                    </a:solidFill>
                    <a:latin typeface="Arial"/>
                    <a:ea typeface="Arial"/>
                    <a:cs typeface="Arial"/>
                    <a:sym typeface="Arial"/>
                  </a:endParaRPr>
                </a:p>
              </p:txBody>
            </p:sp>
          </p:grpSp>
          <p:grpSp>
            <p:nvGrpSpPr>
              <p:cNvPr id="251" name="Google Shape;251;p10"/>
              <p:cNvGrpSpPr/>
              <p:nvPr/>
            </p:nvGrpSpPr>
            <p:grpSpPr>
              <a:xfrm>
                <a:off x="10299557" y="5223595"/>
                <a:ext cx="642232" cy="152349"/>
                <a:chOff x="10377348" y="5265668"/>
                <a:chExt cx="642232" cy="152349"/>
              </a:xfrm>
            </p:grpSpPr>
            <p:sp>
              <p:nvSpPr>
                <p:cNvPr id="252" name="Google Shape;252;p10"/>
                <p:cNvSpPr txBox="1"/>
                <p:nvPr/>
              </p:nvSpPr>
              <p:spPr>
                <a:xfrm>
                  <a:off x="10540817" y="5265668"/>
                  <a:ext cx="478763" cy="152349"/>
                </a:xfrm>
                <a:prstGeom prst="rect">
                  <a:avLst/>
                </a:prstGeom>
                <a:noFill/>
                <a:ln>
                  <a:noFill/>
                </a:ln>
              </p:spPr>
              <p:txBody>
                <a:bodyPr spcFirstLastPara="1" wrap="square" lIns="0" tIns="18275" rIns="0" bIns="18275" anchor="t" anchorCtr="0">
                  <a:spAutoFit/>
                </a:bodyPr>
                <a:lstStyle/>
                <a:p>
                  <a:pPr marL="0" marR="0" lvl="0" indent="0" algn="l" rtl="0">
                    <a:lnSpc>
                      <a:spcPct val="100000"/>
                    </a:lnSpc>
                    <a:spcBef>
                      <a:spcPts val="0"/>
                    </a:spcBef>
                    <a:spcAft>
                      <a:spcPts val="0"/>
                    </a:spcAft>
                    <a:buClr>
                      <a:srgbClr val="171616"/>
                    </a:buClr>
                    <a:buSzPts val="750"/>
                    <a:buFont typeface="Arial"/>
                    <a:buNone/>
                  </a:pPr>
                  <a:r>
                    <a:rPr lang="en-US" sz="750" b="0" i="0" u="none" strike="noStrike" cap="none">
                      <a:solidFill>
                        <a:srgbClr val="171616"/>
                      </a:solidFill>
                      <a:latin typeface="Arial"/>
                      <a:ea typeface="Arial"/>
                      <a:cs typeface="Arial"/>
                      <a:sym typeface="Arial"/>
                    </a:rPr>
                    <a:t>Offerings</a:t>
                  </a:r>
                  <a:endParaRPr sz="750" b="0" i="0" u="none" strike="noStrike" cap="none">
                    <a:solidFill>
                      <a:srgbClr val="171616"/>
                    </a:solidFill>
                    <a:latin typeface="Arial"/>
                    <a:ea typeface="Arial"/>
                    <a:cs typeface="Arial"/>
                    <a:sym typeface="Arial"/>
                  </a:endParaRPr>
                </a:p>
              </p:txBody>
            </p:sp>
            <p:sp>
              <p:nvSpPr>
                <p:cNvPr id="253" name="Google Shape;253;p10"/>
                <p:cNvSpPr/>
                <p:nvPr/>
              </p:nvSpPr>
              <p:spPr>
                <a:xfrm>
                  <a:off x="10377348" y="5310786"/>
                  <a:ext cx="100584" cy="100584"/>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a:solidFill>
                      <a:schemeClr val="lt1"/>
                    </a:solidFill>
                    <a:latin typeface="Arial"/>
                    <a:ea typeface="Arial"/>
                    <a:cs typeface="Arial"/>
                    <a:sym typeface="Arial"/>
                  </a:endParaRPr>
                </a:p>
              </p:txBody>
            </p:sp>
          </p:grpSp>
          <p:grpSp>
            <p:nvGrpSpPr>
              <p:cNvPr id="254" name="Google Shape;254;p10"/>
              <p:cNvGrpSpPr/>
              <p:nvPr/>
            </p:nvGrpSpPr>
            <p:grpSpPr>
              <a:xfrm>
                <a:off x="10299557" y="5431992"/>
                <a:ext cx="729863" cy="152349"/>
                <a:chOff x="10377348" y="5538843"/>
                <a:chExt cx="729863" cy="152349"/>
              </a:xfrm>
            </p:grpSpPr>
            <p:sp>
              <p:nvSpPr>
                <p:cNvPr id="255" name="Google Shape;255;p10"/>
                <p:cNvSpPr txBox="1"/>
                <p:nvPr/>
              </p:nvSpPr>
              <p:spPr>
                <a:xfrm>
                  <a:off x="10540817" y="5538843"/>
                  <a:ext cx="566394" cy="152349"/>
                </a:xfrm>
                <a:prstGeom prst="rect">
                  <a:avLst/>
                </a:prstGeom>
                <a:noFill/>
                <a:ln>
                  <a:noFill/>
                </a:ln>
              </p:spPr>
              <p:txBody>
                <a:bodyPr spcFirstLastPara="1" wrap="square" lIns="0" tIns="18275" rIns="0" bIns="18275" anchor="t" anchorCtr="0">
                  <a:spAutoFit/>
                </a:bodyPr>
                <a:lstStyle/>
                <a:p>
                  <a:pPr marL="0" marR="0" lvl="0" indent="0" algn="l" rtl="0">
                    <a:lnSpc>
                      <a:spcPct val="100000"/>
                    </a:lnSpc>
                    <a:spcBef>
                      <a:spcPts val="0"/>
                    </a:spcBef>
                    <a:spcAft>
                      <a:spcPts val="0"/>
                    </a:spcAft>
                    <a:buClr>
                      <a:srgbClr val="171616"/>
                    </a:buClr>
                    <a:buSzPts val="750"/>
                    <a:buFont typeface="Arial"/>
                    <a:buNone/>
                  </a:pPr>
                  <a:r>
                    <a:rPr lang="en-US" sz="750" b="0" i="0" u="none" strike="noStrike" cap="none">
                      <a:solidFill>
                        <a:srgbClr val="171616"/>
                      </a:solidFill>
                      <a:latin typeface="Arial"/>
                      <a:ea typeface="Arial"/>
                      <a:cs typeface="Arial"/>
                      <a:sym typeface="Arial"/>
                    </a:rPr>
                    <a:t>Employees</a:t>
                  </a:r>
                  <a:endParaRPr sz="750" b="0" i="0" u="none" strike="noStrike" cap="none">
                    <a:solidFill>
                      <a:srgbClr val="171616"/>
                    </a:solidFill>
                    <a:latin typeface="Arial"/>
                    <a:ea typeface="Arial"/>
                    <a:cs typeface="Arial"/>
                    <a:sym typeface="Arial"/>
                  </a:endParaRPr>
                </a:p>
              </p:txBody>
            </p:sp>
            <p:sp>
              <p:nvSpPr>
                <p:cNvPr id="256" name="Google Shape;256;p10"/>
                <p:cNvSpPr/>
                <p:nvPr/>
              </p:nvSpPr>
              <p:spPr>
                <a:xfrm>
                  <a:off x="10377348" y="5583961"/>
                  <a:ext cx="100584" cy="100584"/>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a:solidFill>
                      <a:schemeClr val="lt1"/>
                    </a:solidFill>
                    <a:latin typeface="Arial"/>
                    <a:ea typeface="Arial"/>
                    <a:cs typeface="Arial"/>
                    <a:sym typeface="Arial"/>
                  </a:endParaRPr>
                </a:p>
              </p:txBody>
            </p:sp>
          </p:grpSp>
          <p:grpSp>
            <p:nvGrpSpPr>
              <p:cNvPr id="257" name="Google Shape;257;p10"/>
              <p:cNvGrpSpPr/>
              <p:nvPr/>
            </p:nvGrpSpPr>
            <p:grpSpPr>
              <a:xfrm>
                <a:off x="10299557" y="5640390"/>
                <a:ext cx="1022678" cy="152349"/>
                <a:chOff x="10377348" y="5819712"/>
                <a:chExt cx="1022678" cy="152349"/>
              </a:xfrm>
            </p:grpSpPr>
            <p:sp>
              <p:nvSpPr>
                <p:cNvPr id="258" name="Google Shape;258;p10"/>
                <p:cNvSpPr txBox="1"/>
                <p:nvPr/>
              </p:nvSpPr>
              <p:spPr>
                <a:xfrm>
                  <a:off x="10540817" y="5819712"/>
                  <a:ext cx="859209" cy="152349"/>
                </a:xfrm>
                <a:prstGeom prst="rect">
                  <a:avLst/>
                </a:prstGeom>
                <a:noFill/>
                <a:ln>
                  <a:noFill/>
                </a:ln>
              </p:spPr>
              <p:txBody>
                <a:bodyPr spcFirstLastPara="1" wrap="square" lIns="0" tIns="18275" rIns="0" bIns="18275" anchor="t" anchorCtr="0">
                  <a:spAutoFit/>
                </a:bodyPr>
                <a:lstStyle/>
                <a:p>
                  <a:pPr marL="0" marR="0" lvl="0" indent="0" algn="l" rtl="0">
                    <a:lnSpc>
                      <a:spcPct val="100000"/>
                    </a:lnSpc>
                    <a:spcBef>
                      <a:spcPts val="0"/>
                    </a:spcBef>
                    <a:spcAft>
                      <a:spcPts val="0"/>
                    </a:spcAft>
                    <a:buClr>
                      <a:srgbClr val="171616"/>
                    </a:buClr>
                    <a:buSzPts val="750"/>
                    <a:buFont typeface="Arial"/>
                    <a:buNone/>
                  </a:pPr>
                  <a:r>
                    <a:rPr lang="en-US" sz="750" b="0" i="0" u="none" strike="noStrike" cap="none">
                      <a:solidFill>
                        <a:srgbClr val="171616"/>
                      </a:solidFill>
                      <a:latin typeface="Arial"/>
                      <a:ea typeface="Arial"/>
                      <a:cs typeface="Arial"/>
                      <a:sym typeface="Arial"/>
                    </a:rPr>
                    <a:t>Annual Revenue</a:t>
                  </a:r>
                  <a:endParaRPr sz="750" b="0" i="0" u="none" strike="noStrike" cap="none">
                    <a:solidFill>
                      <a:srgbClr val="171616"/>
                    </a:solidFill>
                    <a:latin typeface="Arial"/>
                    <a:ea typeface="Arial"/>
                    <a:cs typeface="Arial"/>
                    <a:sym typeface="Arial"/>
                  </a:endParaRPr>
                </a:p>
              </p:txBody>
            </p:sp>
            <p:sp>
              <p:nvSpPr>
                <p:cNvPr id="259" name="Google Shape;259;p10"/>
                <p:cNvSpPr/>
                <p:nvPr/>
              </p:nvSpPr>
              <p:spPr>
                <a:xfrm>
                  <a:off x="10377348" y="5864830"/>
                  <a:ext cx="100584" cy="100584"/>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a:solidFill>
                      <a:schemeClr val="lt1"/>
                    </a:solidFill>
                    <a:latin typeface="Arial"/>
                    <a:ea typeface="Arial"/>
                    <a:cs typeface="Arial"/>
                    <a:sym typeface="Arial"/>
                  </a:endParaRPr>
                </a:p>
              </p:txBody>
            </p:sp>
          </p:grpSp>
        </p:grpSp>
        <p:sp>
          <p:nvSpPr>
            <p:cNvPr id="260" name="Google Shape;260;p10"/>
            <p:cNvSpPr txBox="1"/>
            <p:nvPr/>
          </p:nvSpPr>
          <p:spPr>
            <a:xfrm>
              <a:off x="10620155" y="1068657"/>
              <a:ext cx="1211516" cy="41287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2025</a:t>
              </a:r>
              <a:endParaRPr/>
            </a:p>
            <a:p>
              <a:pPr marL="0" marR="0" lvl="0" indent="0" algn="l" rtl="0">
                <a:lnSpc>
                  <a:spcPct val="110000"/>
                </a:lnSpc>
                <a:spcBef>
                  <a:spcPts val="150"/>
                </a:spcBef>
                <a:spcAft>
                  <a:spcPts val="0"/>
                </a:spcAft>
                <a:buNone/>
              </a:pPr>
              <a:r>
                <a:rPr lang="en-US" sz="750" b="1">
                  <a:solidFill>
                    <a:schemeClr val="dk1"/>
                  </a:solidFill>
                  <a:latin typeface="Arial"/>
                  <a:ea typeface="Arial"/>
                  <a:cs typeface="Arial"/>
                  <a:sym typeface="Arial"/>
                </a:rPr>
                <a:t>Trained 25,000+ </a:t>
              </a:r>
              <a:br>
                <a:rPr lang="en-US" sz="750" b="1">
                  <a:solidFill>
                    <a:schemeClr val="dk1"/>
                  </a:solidFill>
                  <a:latin typeface="Arial"/>
                  <a:ea typeface="Arial"/>
                  <a:cs typeface="Arial"/>
                  <a:sym typeface="Arial"/>
                </a:rPr>
              </a:br>
              <a:r>
                <a:rPr lang="en-US" sz="750" b="1">
                  <a:solidFill>
                    <a:schemeClr val="dk1"/>
                  </a:solidFill>
                  <a:latin typeface="Arial"/>
                  <a:ea typeface="Arial"/>
                  <a:cs typeface="Arial"/>
                  <a:sym typeface="Arial"/>
                </a:rPr>
                <a:t>employees in Gen AI</a:t>
              </a:r>
              <a:endParaRPr/>
            </a:p>
          </p:txBody>
        </p:sp>
        <p:cxnSp>
          <p:nvCxnSpPr>
            <p:cNvPr id="261" name="Google Shape;261;p10"/>
            <p:cNvCxnSpPr/>
            <p:nvPr/>
          </p:nvCxnSpPr>
          <p:spPr>
            <a:xfrm rot="10800000">
              <a:off x="10657755" y="941727"/>
              <a:ext cx="0" cy="106023"/>
            </a:xfrm>
            <a:prstGeom prst="straightConnector1">
              <a:avLst/>
            </a:prstGeom>
            <a:noFill/>
            <a:ln w="12700" cap="sq" cmpd="sng">
              <a:solidFill>
                <a:srgbClr val="231F20"/>
              </a:solidFill>
              <a:prstDash val="solid"/>
              <a:round/>
              <a:headEnd type="none" w="sm" len="sm"/>
              <a:tailEnd type="none" w="sm" len="sm"/>
            </a:ln>
          </p:spPr>
        </p:cxnSp>
        <p:sp>
          <p:nvSpPr>
            <p:cNvPr id="262" name="Google Shape;262;p10"/>
            <p:cNvSpPr/>
            <p:nvPr/>
          </p:nvSpPr>
          <p:spPr>
            <a:xfrm>
              <a:off x="10593031" y="816784"/>
              <a:ext cx="130295" cy="13566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Cover slide option 1">
  <p:cSld name="Cover slide option 1">
    <p:spTree>
      <p:nvGrpSpPr>
        <p:cNvPr id="1" name="Shape 263"/>
        <p:cNvGrpSpPr/>
        <p:nvPr/>
      </p:nvGrpSpPr>
      <p:grpSpPr>
        <a:xfrm>
          <a:off x="0" y="0"/>
          <a:ext cx="0" cy="0"/>
          <a:chOff x="0" y="0"/>
          <a:chExt cx="0" cy="0"/>
        </a:xfrm>
      </p:grpSpPr>
      <p:sp>
        <p:nvSpPr>
          <p:cNvPr id="264" name="Google Shape;264;p11"/>
          <p:cNvSpPr/>
          <p:nvPr/>
        </p:nvSpPr>
        <p:spPr>
          <a:xfrm>
            <a:off x="891541" y="1234441"/>
            <a:ext cx="8252459" cy="5623559"/>
          </a:xfrm>
          <a:prstGeom prst="rect">
            <a:avLst/>
          </a:prstGeom>
          <a:solidFill>
            <a:srgbClr val="006E7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265" name="Google Shape;265;p11" descr="UST"/>
          <p:cNvSpPr/>
          <p:nvPr/>
        </p:nvSpPr>
        <p:spPr>
          <a:xfrm>
            <a:off x="273844" y="358775"/>
            <a:ext cx="548640" cy="809172"/>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66" name="Google Shape;266;p11"/>
          <p:cNvSpPr txBox="1">
            <a:spLocks noGrp="1"/>
          </p:cNvSpPr>
          <p:nvPr>
            <p:ph type="ctrTitle"/>
          </p:nvPr>
        </p:nvSpPr>
        <p:spPr>
          <a:xfrm>
            <a:off x="1276540" y="1585468"/>
            <a:ext cx="6515100" cy="2105012"/>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7" name="Google Shape;267;p11"/>
          <p:cNvSpPr txBox="1">
            <a:spLocks noGrp="1"/>
          </p:cNvSpPr>
          <p:nvPr>
            <p:ph type="subTitle" idx="1"/>
          </p:nvPr>
        </p:nvSpPr>
        <p:spPr>
          <a:xfrm>
            <a:off x="1276540" y="3931920"/>
            <a:ext cx="6515100" cy="9144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800"/>
              <a:buNone/>
              <a:defRPr sz="180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800"/>
              <a:buNone/>
              <a:defRPr sz="1800">
                <a:solidFill>
                  <a:schemeClr val="lt1"/>
                </a:solidFill>
              </a:defRPr>
            </a:lvl2pPr>
            <a:lvl3pPr lvl="2" algn="l">
              <a:lnSpc>
                <a:spcPct val="100000"/>
              </a:lnSpc>
              <a:spcBef>
                <a:spcPts val="0"/>
              </a:spcBef>
              <a:spcAft>
                <a:spcPts val="0"/>
              </a:spcAft>
              <a:buClr>
                <a:schemeClr val="lt1"/>
              </a:buClr>
              <a:buSzPts val="1800"/>
              <a:buNone/>
              <a:defRPr sz="1800">
                <a:solidFill>
                  <a:schemeClr val="lt1"/>
                </a:solidFill>
              </a:defRPr>
            </a:lvl3pPr>
            <a:lvl4pPr lvl="3" algn="l">
              <a:lnSpc>
                <a:spcPct val="100000"/>
              </a:lnSpc>
              <a:spcBef>
                <a:spcPts val="0"/>
              </a:spcBef>
              <a:spcAft>
                <a:spcPts val="0"/>
              </a:spcAft>
              <a:buClr>
                <a:schemeClr val="lt1"/>
              </a:buClr>
              <a:buSzPts val="1800"/>
              <a:buNone/>
              <a:defRPr sz="1800">
                <a:solidFill>
                  <a:schemeClr val="lt1"/>
                </a:solidFill>
              </a:defRPr>
            </a:lvl4pPr>
            <a:lvl5pPr lvl="4" algn="l">
              <a:lnSpc>
                <a:spcPct val="100000"/>
              </a:lnSpc>
              <a:spcBef>
                <a:spcPts val="0"/>
              </a:spcBef>
              <a:spcAft>
                <a:spcPts val="0"/>
              </a:spcAft>
              <a:buClr>
                <a:schemeClr val="lt1"/>
              </a:buClr>
              <a:buSzPts val="1800"/>
              <a:buNone/>
              <a:defRPr sz="1800">
                <a:solidFill>
                  <a:schemeClr val="lt1"/>
                </a:solidFill>
              </a:defRPr>
            </a:lvl5pPr>
            <a:lvl6pPr lvl="5" algn="l">
              <a:lnSpc>
                <a:spcPct val="100000"/>
              </a:lnSpc>
              <a:spcBef>
                <a:spcPts val="0"/>
              </a:spcBef>
              <a:spcAft>
                <a:spcPts val="0"/>
              </a:spcAft>
              <a:buClr>
                <a:schemeClr val="lt1"/>
              </a:buClr>
              <a:buSzPts val="1800"/>
              <a:buNone/>
              <a:defRPr sz="1800">
                <a:solidFill>
                  <a:schemeClr val="lt1"/>
                </a:solidFill>
              </a:defRPr>
            </a:lvl6pPr>
            <a:lvl7pPr lvl="6" algn="l">
              <a:lnSpc>
                <a:spcPct val="100000"/>
              </a:lnSpc>
              <a:spcBef>
                <a:spcPts val="0"/>
              </a:spcBef>
              <a:spcAft>
                <a:spcPts val="0"/>
              </a:spcAft>
              <a:buClr>
                <a:schemeClr val="lt1"/>
              </a:buClr>
              <a:buSzPts val="1800"/>
              <a:buNone/>
              <a:defRPr sz="1800">
                <a:solidFill>
                  <a:schemeClr val="lt1"/>
                </a:solidFill>
              </a:defRPr>
            </a:lvl7pPr>
            <a:lvl8pPr lvl="7" algn="l">
              <a:lnSpc>
                <a:spcPct val="100000"/>
              </a:lnSpc>
              <a:spcBef>
                <a:spcPts val="0"/>
              </a:spcBef>
              <a:spcAft>
                <a:spcPts val="0"/>
              </a:spcAft>
              <a:buClr>
                <a:schemeClr val="lt1"/>
              </a:buClr>
              <a:buSzPts val="1800"/>
              <a:buNone/>
              <a:defRPr sz="1800">
                <a:solidFill>
                  <a:schemeClr val="lt1"/>
                </a:solidFill>
              </a:defRPr>
            </a:lvl8pPr>
            <a:lvl9pPr lvl="8" algn="l">
              <a:lnSpc>
                <a:spcPct val="100000"/>
              </a:lnSpc>
              <a:spcBef>
                <a:spcPts val="0"/>
              </a:spcBef>
              <a:spcAft>
                <a:spcPts val="0"/>
              </a:spcAft>
              <a:buClr>
                <a:schemeClr val="lt1"/>
              </a:buClr>
              <a:buSzPts val="1800"/>
              <a:buNone/>
              <a:defRPr sz="1800">
                <a:solidFill>
                  <a:schemeClr val="lt1"/>
                </a:solidFill>
              </a:defRPr>
            </a:lvl9pPr>
          </a:lstStyle>
          <a:p>
            <a:endParaRPr/>
          </a:p>
        </p:txBody>
      </p:sp>
      <p:sp>
        <p:nvSpPr>
          <p:cNvPr id="268" name="Google Shape;268;p11"/>
          <p:cNvSpPr txBox="1">
            <a:spLocks noGrp="1"/>
          </p:cNvSpPr>
          <p:nvPr>
            <p:ph type="body" idx="2"/>
          </p:nvPr>
        </p:nvSpPr>
        <p:spPr>
          <a:xfrm>
            <a:off x="1276539" y="5577840"/>
            <a:ext cx="6515100"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lt1"/>
              </a:buClr>
              <a:buSzPts val="1200"/>
              <a:buFont typeface="Arial"/>
              <a:buNone/>
              <a:defRPr sz="1200">
                <a:solidFill>
                  <a:schemeClr val="lt1"/>
                </a:solidFill>
              </a:defRPr>
            </a:lvl2pPr>
            <a:lvl3pPr marL="1371600" lvl="2" indent="-228600" algn="l">
              <a:lnSpc>
                <a:spcPct val="100000"/>
              </a:lnSpc>
              <a:spcBef>
                <a:spcPts val="0"/>
              </a:spcBef>
              <a:spcAft>
                <a:spcPts val="0"/>
              </a:spcAft>
              <a:buClr>
                <a:schemeClr val="lt1"/>
              </a:buClr>
              <a:buSzPts val="1200"/>
              <a:buFont typeface="Arial"/>
              <a:buNone/>
              <a:defRPr sz="1200">
                <a:solidFill>
                  <a:schemeClr val="lt1"/>
                </a:solidFill>
              </a:defRPr>
            </a:lvl3pPr>
            <a:lvl4pPr marL="1828800" lvl="3" indent="-228600" algn="l">
              <a:lnSpc>
                <a:spcPct val="100000"/>
              </a:lnSpc>
              <a:spcBef>
                <a:spcPts val="0"/>
              </a:spcBef>
              <a:spcAft>
                <a:spcPts val="0"/>
              </a:spcAft>
              <a:buClr>
                <a:schemeClr val="lt1"/>
              </a:buClr>
              <a:buSzPts val="1200"/>
              <a:buFont typeface="Arial"/>
              <a:buNone/>
              <a:defRPr sz="1200">
                <a:solidFill>
                  <a:schemeClr val="lt1"/>
                </a:solidFill>
              </a:defRPr>
            </a:lvl4pPr>
            <a:lvl5pPr marL="2286000" lvl="4" indent="-228600" algn="l">
              <a:lnSpc>
                <a:spcPct val="100000"/>
              </a:lnSpc>
              <a:spcBef>
                <a:spcPts val="0"/>
              </a:spcBef>
              <a:spcAft>
                <a:spcPts val="0"/>
              </a:spcAft>
              <a:buClr>
                <a:schemeClr val="lt1"/>
              </a:buClr>
              <a:buSzPts val="1200"/>
              <a:buFont typeface="Arial"/>
              <a:buNone/>
              <a:defRPr sz="1200">
                <a:solidFill>
                  <a:schemeClr val="lt1"/>
                </a:solidFill>
              </a:defRPr>
            </a:lvl5pPr>
            <a:lvl6pPr marL="2743200" lvl="5" indent="-228600" algn="l">
              <a:lnSpc>
                <a:spcPct val="100000"/>
              </a:lnSpc>
              <a:spcBef>
                <a:spcPts val="0"/>
              </a:spcBef>
              <a:spcAft>
                <a:spcPts val="0"/>
              </a:spcAft>
              <a:buClr>
                <a:schemeClr val="lt1"/>
              </a:buClr>
              <a:buSzPts val="1200"/>
              <a:buFont typeface="Arial"/>
              <a:buNone/>
              <a:defRPr sz="1200">
                <a:solidFill>
                  <a:schemeClr val="lt1"/>
                </a:solidFill>
              </a:defRPr>
            </a:lvl6pPr>
            <a:lvl7pPr marL="3200400" lvl="6" indent="-228600" algn="l">
              <a:lnSpc>
                <a:spcPct val="100000"/>
              </a:lnSpc>
              <a:spcBef>
                <a:spcPts val="0"/>
              </a:spcBef>
              <a:spcAft>
                <a:spcPts val="0"/>
              </a:spcAft>
              <a:buClr>
                <a:schemeClr val="lt1"/>
              </a:buClr>
              <a:buSzPts val="1200"/>
              <a:buFont typeface="Arial"/>
              <a:buNone/>
              <a:defRPr sz="1200">
                <a:solidFill>
                  <a:schemeClr val="lt1"/>
                </a:solidFill>
              </a:defRPr>
            </a:lvl7pPr>
            <a:lvl8pPr marL="3657600" lvl="7" indent="-228600" algn="l">
              <a:lnSpc>
                <a:spcPct val="100000"/>
              </a:lnSpc>
              <a:spcBef>
                <a:spcPts val="0"/>
              </a:spcBef>
              <a:spcAft>
                <a:spcPts val="0"/>
              </a:spcAft>
              <a:buClr>
                <a:schemeClr val="lt1"/>
              </a:buClr>
              <a:buSzPts val="1200"/>
              <a:buFont typeface="Arial"/>
              <a:buNone/>
              <a:defRPr sz="1200">
                <a:solidFill>
                  <a:schemeClr val="lt1"/>
                </a:solidFill>
              </a:defRPr>
            </a:lvl8pPr>
            <a:lvl9pPr marL="4114800" lvl="8" indent="-228600" algn="l">
              <a:lnSpc>
                <a:spcPct val="100000"/>
              </a:lnSpc>
              <a:spcBef>
                <a:spcPts val="0"/>
              </a:spcBef>
              <a:spcAft>
                <a:spcPts val="0"/>
              </a:spcAft>
              <a:buClr>
                <a:schemeClr val="lt1"/>
              </a:buClr>
              <a:buSzPts val="1200"/>
              <a:buFont typeface="Arial"/>
              <a:buNone/>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6546">
          <p15:clr>
            <a:srgbClr val="FBAE40"/>
          </p15:clr>
        </p15:guide>
        <p15:guide id="3" orient="horz" pos="776">
          <p15:clr>
            <a:srgbClr val="FBAE40"/>
          </p15:clr>
        </p15:guide>
        <p15:guide id="4" pos="748">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Cover slide option 2">
  <p:cSld name="Cover slide option 2">
    <p:bg>
      <p:bgPr>
        <a:solidFill>
          <a:schemeClr val="lt1"/>
        </a:solidFill>
        <a:effectLst/>
      </p:bgPr>
    </p:bg>
    <p:spTree>
      <p:nvGrpSpPr>
        <p:cNvPr id="1" name="Shape 269"/>
        <p:cNvGrpSpPr/>
        <p:nvPr/>
      </p:nvGrpSpPr>
      <p:grpSpPr>
        <a:xfrm>
          <a:off x="0" y="0"/>
          <a:ext cx="0" cy="0"/>
          <a:chOff x="0" y="0"/>
          <a:chExt cx="0" cy="0"/>
        </a:xfrm>
      </p:grpSpPr>
      <p:sp>
        <p:nvSpPr>
          <p:cNvPr id="270" name="Google Shape;270;p12"/>
          <p:cNvSpPr/>
          <p:nvPr/>
        </p:nvSpPr>
        <p:spPr>
          <a:xfrm>
            <a:off x="0" y="3840480"/>
            <a:ext cx="9144000" cy="3017520"/>
          </a:xfrm>
          <a:prstGeom prst="rect">
            <a:avLst/>
          </a:prstGeom>
          <a:solidFill>
            <a:srgbClr val="ECECE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271" name="Google Shape;271;p12" descr="UST"/>
          <p:cNvSpPr/>
          <p:nvPr/>
        </p:nvSpPr>
        <p:spPr>
          <a:xfrm>
            <a:off x="273844" y="358775"/>
            <a:ext cx="548640" cy="809172"/>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72" name="Google Shape;272;p12"/>
          <p:cNvSpPr txBox="1">
            <a:spLocks noGrp="1"/>
          </p:cNvSpPr>
          <p:nvPr>
            <p:ph type="ctrTitle"/>
          </p:nvPr>
        </p:nvSpPr>
        <p:spPr>
          <a:xfrm>
            <a:off x="891540" y="1234440"/>
            <a:ext cx="3874770" cy="2304288"/>
          </a:xfrm>
          <a:prstGeom prst="rect">
            <a:avLst/>
          </a:prstGeom>
          <a:solidFill>
            <a:srgbClr val="006E74"/>
          </a:solidFill>
          <a:ln>
            <a:noFill/>
          </a:ln>
        </p:spPr>
        <p:txBody>
          <a:bodyPr spcFirstLastPara="1" wrap="square" lIns="274300" tIns="274300" rIns="274300" bIns="274300" anchor="t" anchorCtr="0">
            <a:noAutofit/>
          </a:bodyPr>
          <a:lstStyle>
            <a:lvl1pPr lvl="0" algn="l">
              <a:lnSpc>
                <a:spcPct val="90000"/>
              </a:lnSpc>
              <a:spcBef>
                <a:spcPts val="0"/>
              </a:spcBef>
              <a:spcAft>
                <a:spcPts val="0"/>
              </a:spcAft>
              <a:buClr>
                <a:schemeClr val="lt1"/>
              </a:buClr>
              <a:buSzPts val="2400"/>
              <a:buFont typeface="Arial"/>
              <a:buNone/>
              <a:defRPr sz="24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3" name="Google Shape;273;p12"/>
          <p:cNvSpPr txBox="1">
            <a:spLocks noGrp="1"/>
          </p:cNvSpPr>
          <p:nvPr>
            <p:ph type="subTitle" idx="1"/>
          </p:nvPr>
        </p:nvSpPr>
        <p:spPr>
          <a:xfrm>
            <a:off x="891540" y="4114799"/>
            <a:ext cx="3874770" cy="6858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dk1"/>
              </a:buClr>
              <a:buSzPts val="1500"/>
              <a:buNone/>
              <a:defRPr sz="1500" b="0">
                <a:solidFill>
                  <a:schemeClr val="dk1"/>
                </a:solidFill>
                <a:latin typeface="Arial"/>
                <a:ea typeface="Arial"/>
                <a:cs typeface="Arial"/>
                <a:sym typeface="Arial"/>
              </a:defRPr>
            </a:lvl1pPr>
            <a:lvl2pPr lvl="1" algn="l">
              <a:lnSpc>
                <a:spcPct val="100000"/>
              </a:lnSpc>
              <a:spcBef>
                <a:spcPts val="0"/>
              </a:spcBef>
              <a:spcAft>
                <a:spcPts val="0"/>
              </a:spcAft>
              <a:buClr>
                <a:schemeClr val="dk1"/>
              </a:buClr>
              <a:buSzPts val="1500"/>
              <a:buNone/>
              <a:defRPr sz="1500">
                <a:solidFill>
                  <a:schemeClr val="dk1"/>
                </a:solidFill>
              </a:defRPr>
            </a:lvl2pPr>
            <a:lvl3pPr lvl="2" algn="l">
              <a:lnSpc>
                <a:spcPct val="100000"/>
              </a:lnSpc>
              <a:spcBef>
                <a:spcPts val="0"/>
              </a:spcBef>
              <a:spcAft>
                <a:spcPts val="0"/>
              </a:spcAft>
              <a:buClr>
                <a:schemeClr val="dk1"/>
              </a:buClr>
              <a:buSzPts val="1500"/>
              <a:buNone/>
              <a:defRPr sz="1500">
                <a:solidFill>
                  <a:schemeClr val="dk1"/>
                </a:solidFill>
              </a:defRPr>
            </a:lvl3pPr>
            <a:lvl4pPr lvl="3" algn="l">
              <a:lnSpc>
                <a:spcPct val="100000"/>
              </a:lnSpc>
              <a:spcBef>
                <a:spcPts val="0"/>
              </a:spcBef>
              <a:spcAft>
                <a:spcPts val="0"/>
              </a:spcAft>
              <a:buClr>
                <a:schemeClr val="dk1"/>
              </a:buClr>
              <a:buSzPts val="1500"/>
              <a:buNone/>
              <a:defRPr sz="1500">
                <a:solidFill>
                  <a:schemeClr val="dk1"/>
                </a:solidFill>
              </a:defRPr>
            </a:lvl4pPr>
            <a:lvl5pPr lvl="4" algn="l">
              <a:lnSpc>
                <a:spcPct val="100000"/>
              </a:lnSpc>
              <a:spcBef>
                <a:spcPts val="0"/>
              </a:spcBef>
              <a:spcAft>
                <a:spcPts val="0"/>
              </a:spcAft>
              <a:buClr>
                <a:schemeClr val="dk1"/>
              </a:buClr>
              <a:buSzPts val="1500"/>
              <a:buNone/>
              <a:defRPr sz="1500">
                <a:solidFill>
                  <a:schemeClr val="dk1"/>
                </a:solidFill>
              </a:defRPr>
            </a:lvl5pPr>
            <a:lvl6pPr lvl="5" algn="l">
              <a:lnSpc>
                <a:spcPct val="100000"/>
              </a:lnSpc>
              <a:spcBef>
                <a:spcPts val="0"/>
              </a:spcBef>
              <a:spcAft>
                <a:spcPts val="0"/>
              </a:spcAft>
              <a:buClr>
                <a:schemeClr val="dk1"/>
              </a:buClr>
              <a:buSzPts val="1500"/>
              <a:buNone/>
              <a:defRPr sz="1500">
                <a:solidFill>
                  <a:schemeClr val="dk1"/>
                </a:solidFill>
              </a:defRPr>
            </a:lvl6pPr>
            <a:lvl7pPr lvl="6" algn="l">
              <a:lnSpc>
                <a:spcPct val="100000"/>
              </a:lnSpc>
              <a:spcBef>
                <a:spcPts val="0"/>
              </a:spcBef>
              <a:spcAft>
                <a:spcPts val="0"/>
              </a:spcAft>
              <a:buClr>
                <a:schemeClr val="dk1"/>
              </a:buClr>
              <a:buSzPts val="1500"/>
              <a:buNone/>
              <a:defRPr sz="1500">
                <a:solidFill>
                  <a:schemeClr val="dk1"/>
                </a:solidFill>
              </a:defRPr>
            </a:lvl7pPr>
            <a:lvl8pPr lvl="7" algn="l">
              <a:lnSpc>
                <a:spcPct val="100000"/>
              </a:lnSpc>
              <a:spcBef>
                <a:spcPts val="0"/>
              </a:spcBef>
              <a:spcAft>
                <a:spcPts val="0"/>
              </a:spcAft>
              <a:buClr>
                <a:schemeClr val="dk1"/>
              </a:buClr>
              <a:buSzPts val="1500"/>
              <a:buNone/>
              <a:defRPr sz="1500">
                <a:solidFill>
                  <a:schemeClr val="dk1"/>
                </a:solidFill>
              </a:defRPr>
            </a:lvl8pPr>
            <a:lvl9pPr lvl="8" algn="l">
              <a:lnSpc>
                <a:spcPct val="100000"/>
              </a:lnSpc>
              <a:spcBef>
                <a:spcPts val="0"/>
              </a:spcBef>
              <a:spcAft>
                <a:spcPts val="0"/>
              </a:spcAft>
              <a:buClr>
                <a:schemeClr val="dk1"/>
              </a:buClr>
              <a:buSzPts val="1500"/>
              <a:buNone/>
              <a:defRPr sz="1500">
                <a:solidFill>
                  <a:schemeClr val="dk1"/>
                </a:solidFill>
              </a:defRPr>
            </a:lvl9pPr>
          </a:lstStyle>
          <a:p>
            <a:endParaRPr/>
          </a:p>
        </p:txBody>
      </p:sp>
      <p:sp>
        <p:nvSpPr>
          <p:cNvPr id="274" name="Google Shape;274;p12"/>
          <p:cNvSpPr txBox="1">
            <a:spLocks noGrp="1"/>
          </p:cNvSpPr>
          <p:nvPr>
            <p:ph type="body" idx="2"/>
          </p:nvPr>
        </p:nvSpPr>
        <p:spPr>
          <a:xfrm>
            <a:off x="891540" y="5577840"/>
            <a:ext cx="3874770"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dk1"/>
              </a:buClr>
              <a:buSzPts val="1200"/>
              <a:buFont typeface="Arial"/>
              <a:buNone/>
              <a:defRPr sz="120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275" name="Google Shape;275;p12"/>
          <p:cNvSpPr>
            <a:spLocks noGrp="1"/>
          </p:cNvSpPr>
          <p:nvPr>
            <p:ph type="pic" idx="3"/>
          </p:nvPr>
        </p:nvSpPr>
        <p:spPr>
          <a:xfrm>
            <a:off x="4993005" y="2148840"/>
            <a:ext cx="3874770" cy="434340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748">
          <p15:clr>
            <a:srgbClr val="FBAE40"/>
          </p15:clr>
        </p15:guide>
        <p15:guide id="3" pos="4192">
          <p15:clr>
            <a:srgbClr val="FBAE40"/>
          </p15:clr>
        </p15:guide>
        <p15:guide id="4" pos="4004">
          <p15:clr>
            <a:srgbClr val="FBAE40"/>
          </p15:clr>
        </p15:guide>
        <p15:guide id="5" orient="horz" pos="77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Cover slide option 4">
  <p:cSld name="Cover slide option 4">
    <p:bg>
      <p:bgPr>
        <a:solidFill>
          <a:schemeClr val="lt1"/>
        </a:solidFill>
        <a:effectLst/>
      </p:bgPr>
    </p:bg>
    <p:spTree>
      <p:nvGrpSpPr>
        <p:cNvPr id="1" name="Shape 276"/>
        <p:cNvGrpSpPr/>
        <p:nvPr/>
      </p:nvGrpSpPr>
      <p:grpSpPr>
        <a:xfrm>
          <a:off x="0" y="0"/>
          <a:ext cx="0" cy="0"/>
          <a:chOff x="0" y="0"/>
          <a:chExt cx="0" cy="0"/>
        </a:xfrm>
      </p:grpSpPr>
      <p:sp>
        <p:nvSpPr>
          <p:cNvPr id="277" name="Google Shape;277;p13"/>
          <p:cNvSpPr>
            <a:spLocks noGrp="1"/>
          </p:cNvSpPr>
          <p:nvPr>
            <p:ph type="pic" idx="2"/>
          </p:nvPr>
        </p:nvSpPr>
        <p:spPr>
          <a:xfrm>
            <a:off x="3103245" y="-1"/>
            <a:ext cx="6040755" cy="6856615"/>
          </a:xfrm>
          <a:prstGeom prst="rect">
            <a:avLst/>
          </a:prstGeom>
          <a:solidFill>
            <a:srgbClr val="D7E0E3"/>
          </a:solidFill>
          <a:ln>
            <a:noFill/>
          </a:ln>
        </p:spPr>
      </p:sp>
      <p:sp>
        <p:nvSpPr>
          <p:cNvPr id="278" name="Google Shape;278;p13" descr="UST"/>
          <p:cNvSpPr/>
          <p:nvPr/>
        </p:nvSpPr>
        <p:spPr>
          <a:xfrm>
            <a:off x="273844" y="358775"/>
            <a:ext cx="548640" cy="809172"/>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79" name="Google Shape;279;p13"/>
          <p:cNvSpPr txBox="1">
            <a:spLocks noGrp="1"/>
          </p:cNvSpPr>
          <p:nvPr>
            <p:ph type="ctrTitle"/>
          </p:nvPr>
        </p:nvSpPr>
        <p:spPr>
          <a:xfrm>
            <a:off x="1003459" y="1623059"/>
            <a:ext cx="3399473" cy="3737611"/>
          </a:xfrm>
          <a:prstGeom prst="rect">
            <a:avLst/>
          </a:prstGeom>
          <a:solidFill>
            <a:srgbClr val="006E74"/>
          </a:solidFill>
          <a:ln>
            <a:noFill/>
          </a:ln>
        </p:spPr>
        <p:txBody>
          <a:bodyPr spcFirstLastPara="1" wrap="square" lIns="274300" tIns="274300" rIns="274300" bIns="274300" anchor="t" anchorCtr="0">
            <a:noAutofit/>
          </a:bodyPr>
          <a:lstStyle>
            <a:lvl1pPr lvl="0" algn="l">
              <a:lnSpc>
                <a:spcPct val="90000"/>
              </a:lnSpc>
              <a:spcBef>
                <a:spcPts val="0"/>
              </a:spcBef>
              <a:spcAft>
                <a:spcPts val="0"/>
              </a:spcAft>
              <a:buClr>
                <a:schemeClr val="lt1"/>
              </a:buClr>
              <a:buSzPts val="2400"/>
              <a:buFont typeface="Arial"/>
              <a:buNone/>
              <a:defRPr sz="24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0" name="Google Shape;280;p13"/>
          <p:cNvSpPr txBox="1">
            <a:spLocks noGrp="1"/>
          </p:cNvSpPr>
          <p:nvPr>
            <p:ph type="subTitle" idx="1"/>
          </p:nvPr>
        </p:nvSpPr>
        <p:spPr>
          <a:xfrm>
            <a:off x="1223010" y="2903219"/>
            <a:ext cx="2891789" cy="1291591"/>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500"/>
              <a:buNone/>
              <a:defRPr sz="1500" b="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281" name="Google Shape;281;p13"/>
          <p:cNvSpPr txBox="1">
            <a:spLocks noGrp="1"/>
          </p:cNvSpPr>
          <p:nvPr>
            <p:ph type="body" idx="3"/>
          </p:nvPr>
        </p:nvSpPr>
        <p:spPr>
          <a:xfrm>
            <a:off x="1223010" y="4194809"/>
            <a:ext cx="2891789"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1_Cover slide option 4">
  <p:cSld name="1_Cover slide option 4">
    <p:bg>
      <p:bgPr>
        <a:solidFill>
          <a:schemeClr val="lt1"/>
        </a:solidFill>
        <a:effectLst/>
      </p:bgPr>
    </p:bg>
    <p:spTree>
      <p:nvGrpSpPr>
        <p:cNvPr id="1" name="Shape 282"/>
        <p:cNvGrpSpPr/>
        <p:nvPr/>
      </p:nvGrpSpPr>
      <p:grpSpPr>
        <a:xfrm>
          <a:off x="0" y="0"/>
          <a:ext cx="0" cy="0"/>
          <a:chOff x="0" y="0"/>
          <a:chExt cx="0" cy="0"/>
        </a:xfrm>
      </p:grpSpPr>
      <p:sp>
        <p:nvSpPr>
          <p:cNvPr id="283" name="Google Shape;283;p14"/>
          <p:cNvSpPr>
            <a:spLocks noGrp="1"/>
          </p:cNvSpPr>
          <p:nvPr>
            <p:ph type="pic" idx="2"/>
          </p:nvPr>
        </p:nvSpPr>
        <p:spPr>
          <a:xfrm>
            <a:off x="3103245" y="-1"/>
            <a:ext cx="6040755" cy="6856615"/>
          </a:xfrm>
          <a:prstGeom prst="rect">
            <a:avLst/>
          </a:prstGeom>
          <a:solidFill>
            <a:srgbClr val="D7E0E3"/>
          </a:solidFill>
          <a:ln>
            <a:noFill/>
          </a:ln>
        </p:spPr>
      </p:sp>
      <p:sp>
        <p:nvSpPr>
          <p:cNvPr id="284" name="Google Shape;284;p14"/>
          <p:cNvSpPr txBox="1">
            <a:spLocks noGrp="1"/>
          </p:cNvSpPr>
          <p:nvPr>
            <p:ph type="ctrTitle"/>
          </p:nvPr>
        </p:nvSpPr>
        <p:spPr>
          <a:xfrm>
            <a:off x="1003459" y="1623059"/>
            <a:ext cx="3399473" cy="3737611"/>
          </a:xfrm>
          <a:prstGeom prst="rect">
            <a:avLst/>
          </a:prstGeom>
          <a:solidFill>
            <a:srgbClr val="006E74"/>
          </a:solidFill>
          <a:ln>
            <a:noFill/>
          </a:ln>
        </p:spPr>
        <p:txBody>
          <a:bodyPr spcFirstLastPara="1" wrap="square" lIns="274300" tIns="274300" rIns="274300" bIns="274300" anchor="t" anchorCtr="0">
            <a:noAutofit/>
          </a:bodyPr>
          <a:lstStyle>
            <a:lvl1pPr lvl="0" algn="l">
              <a:lnSpc>
                <a:spcPct val="90000"/>
              </a:lnSpc>
              <a:spcBef>
                <a:spcPts val="0"/>
              </a:spcBef>
              <a:spcAft>
                <a:spcPts val="0"/>
              </a:spcAft>
              <a:buClr>
                <a:schemeClr val="lt1"/>
              </a:buClr>
              <a:buSzPts val="2400"/>
              <a:buFont typeface="Arial"/>
              <a:buNone/>
              <a:defRPr sz="24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5" name="Google Shape;285;p14"/>
          <p:cNvSpPr txBox="1">
            <a:spLocks noGrp="1"/>
          </p:cNvSpPr>
          <p:nvPr>
            <p:ph type="subTitle" idx="1"/>
          </p:nvPr>
        </p:nvSpPr>
        <p:spPr>
          <a:xfrm>
            <a:off x="1223010" y="2903219"/>
            <a:ext cx="2891789" cy="1291591"/>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500"/>
              <a:buNone/>
              <a:defRPr sz="1500" b="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286" name="Google Shape;286;p14"/>
          <p:cNvSpPr txBox="1">
            <a:spLocks noGrp="1"/>
          </p:cNvSpPr>
          <p:nvPr>
            <p:ph type="body" idx="3"/>
          </p:nvPr>
        </p:nvSpPr>
        <p:spPr>
          <a:xfrm>
            <a:off x="1223010" y="4194809"/>
            <a:ext cx="2891789"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287" name="Google Shape;287;p14" descr="UST"/>
          <p:cNvSpPr/>
          <p:nvPr/>
        </p:nvSpPr>
        <p:spPr>
          <a:xfrm>
            <a:off x="273844" y="358775"/>
            <a:ext cx="549082" cy="810000"/>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cxnSp>
        <p:nvCxnSpPr>
          <p:cNvPr id="288" name="Google Shape;288;p14"/>
          <p:cNvCxnSpPr/>
          <p:nvPr/>
        </p:nvCxnSpPr>
        <p:spPr>
          <a:xfrm>
            <a:off x="1003460" y="371716"/>
            <a:ext cx="0" cy="792000"/>
          </a:xfrm>
          <a:prstGeom prst="straightConnector1">
            <a:avLst/>
          </a:prstGeom>
          <a:noFill/>
          <a:ln w="12700" cap="sq" cmpd="sng">
            <a:solidFill>
              <a:schemeClr val="dk1"/>
            </a:solidFill>
            <a:prstDash val="solid"/>
            <a:round/>
            <a:headEnd type="none" w="sm" len="sm"/>
            <a:tailEnd type="none" w="sm" len="sm"/>
          </a:ln>
        </p:spPr>
      </p:cxn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Cover slide option 5">
  <p:cSld name="Cover slide option 5">
    <p:bg>
      <p:bgPr>
        <a:solidFill>
          <a:schemeClr val="lt1"/>
        </a:solidFill>
        <a:effectLst/>
      </p:bgPr>
    </p:bg>
    <p:spTree>
      <p:nvGrpSpPr>
        <p:cNvPr id="1" name="Shape 289"/>
        <p:cNvGrpSpPr/>
        <p:nvPr/>
      </p:nvGrpSpPr>
      <p:grpSpPr>
        <a:xfrm>
          <a:off x="0" y="0"/>
          <a:ext cx="0" cy="0"/>
          <a:chOff x="0" y="0"/>
          <a:chExt cx="0" cy="0"/>
        </a:xfrm>
      </p:grpSpPr>
      <p:pic>
        <p:nvPicPr>
          <p:cNvPr id="290" name="Google Shape;290;p15" descr="A picture containing sky, water, outdoor&#10;&#10;Description automatically generated"/>
          <p:cNvPicPr preferRelativeResize="0"/>
          <p:nvPr/>
        </p:nvPicPr>
        <p:blipFill rotWithShape="1">
          <a:blip r:embed="rId2">
            <a:alphaModFix/>
          </a:blip>
          <a:srcRect l="74" r="3839" b="3765"/>
          <a:stretch/>
        </p:blipFill>
        <p:spPr>
          <a:xfrm>
            <a:off x="0" y="1"/>
            <a:ext cx="9144000" cy="6856413"/>
          </a:xfrm>
          <a:prstGeom prst="rect">
            <a:avLst/>
          </a:prstGeom>
          <a:noFill/>
          <a:ln>
            <a:noFill/>
          </a:ln>
        </p:spPr>
      </p:pic>
      <p:sp>
        <p:nvSpPr>
          <p:cNvPr id="291" name="Google Shape;291;p15"/>
          <p:cNvSpPr txBox="1">
            <a:spLocks noGrp="1"/>
          </p:cNvSpPr>
          <p:nvPr>
            <p:ph type="ctrTitle"/>
          </p:nvPr>
        </p:nvSpPr>
        <p:spPr>
          <a:xfrm>
            <a:off x="1003459" y="1623059"/>
            <a:ext cx="3399473" cy="3737611"/>
          </a:xfrm>
          <a:prstGeom prst="rect">
            <a:avLst/>
          </a:prstGeom>
          <a:solidFill>
            <a:srgbClr val="006E74"/>
          </a:solidFill>
          <a:ln>
            <a:noFill/>
          </a:ln>
        </p:spPr>
        <p:txBody>
          <a:bodyPr spcFirstLastPara="1" wrap="square" lIns="274300" tIns="274300" rIns="274300" bIns="274300" anchor="t" anchorCtr="0">
            <a:noAutofit/>
          </a:bodyPr>
          <a:lstStyle>
            <a:lvl1pPr lvl="0" algn="l">
              <a:lnSpc>
                <a:spcPct val="90000"/>
              </a:lnSpc>
              <a:spcBef>
                <a:spcPts val="0"/>
              </a:spcBef>
              <a:spcAft>
                <a:spcPts val="0"/>
              </a:spcAft>
              <a:buClr>
                <a:schemeClr val="lt1"/>
              </a:buClr>
              <a:buSzPts val="2400"/>
              <a:buFont typeface="Arial"/>
              <a:buNone/>
              <a:defRPr sz="24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2" name="Google Shape;292;p15"/>
          <p:cNvSpPr txBox="1">
            <a:spLocks noGrp="1"/>
          </p:cNvSpPr>
          <p:nvPr>
            <p:ph type="subTitle" idx="1"/>
          </p:nvPr>
        </p:nvSpPr>
        <p:spPr>
          <a:xfrm>
            <a:off x="1223010" y="2903219"/>
            <a:ext cx="2891789" cy="1291591"/>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500"/>
              <a:buNone/>
              <a:defRPr sz="1500" b="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293" name="Google Shape;293;p15"/>
          <p:cNvSpPr txBox="1">
            <a:spLocks noGrp="1"/>
          </p:cNvSpPr>
          <p:nvPr>
            <p:ph type="body" idx="2"/>
          </p:nvPr>
        </p:nvSpPr>
        <p:spPr>
          <a:xfrm>
            <a:off x="1223010" y="4194809"/>
            <a:ext cx="2891789"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294" name="Google Shape;294;p15" descr="UST"/>
          <p:cNvSpPr/>
          <p:nvPr/>
        </p:nvSpPr>
        <p:spPr>
          <a:xfrm>
            <a:off x="273844" y="358775"/>
            <a:ext cx="548640" cy="809172"/>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chemeClr val="lt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lt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1_Cover slide option 5">
  <p:cSld name="1_Cover slide option 5">
    <p:bg>
      <p:bgPr>
        <a:solidFill>
          <a:schemeClr val="lt1"/>
        </a:solidFill>
        <a:effectLst/>
      </p:bgPr>
    </p:bg>
    <p:spTree>
      <p:nvGrpSpPr>
        <p:cNvPr id="1" name="Shape 295"/>
        <p:cNvGrpSpPr/>
        <p:nvPr/>
      </p:nvGrpSpPr>
      <p:grpSpPr>
        <a:xfrm>
          <a:off x="0" y="0"/>
          <a:ext cx="0" cy="0"/>
          <a:chOff x="0" y="0"/>
          <a:chExt cx="0" cy="0"/>
        </a:xfrm>
      </p:grpSpPr>
      <p:pic>
        <p:nvPicPr>
          <p:cNvPr id="296" name="Google Shape;296;p16" descr="A person and person looking at a tablet&#10;&#10;Description automatically generated"/>
          <p:cNvPicPr preferRelativeResize="0"/>
          <p:nvPr/>
        </p:nvPicPr>
        <p:blipFill rotWithShape="1">
          <a:blip r:embed="rId2">
            <a:alphaModFix/>
          </a:blip>
          <a:srcRect t="2041" r="2041"/>
          <a:stretch/>
        </p:blipFill>
        <p:spPr>
          <a:xfrm>
            <a:off x="0" y="0"/>
            <a:ext cx="9144000" cy="6858000"/>
          </a:xfrm>
          <a:prstGeom prst="rect">
            <a:avLst/>
          </a:prstGeom>
          <a:noFill/>
          <a:ln>
            <a:noFill/>
          </a:ln>
        </p:spPr>
      </p:pic>
      <p:sp>
        <p:nvSpPr>
          <p:cNvPr id="297" name="Google Shape;297;p16"/>
          <p:cNvSpPr txBox="1">
            <a:spLocks noGrp="1"/>
          </p:cNvSpPr>
          <p:nvPr>
            <p:ph type="ctrTitle"/>
          </p:nvPr>
        </p:nvSpPr>
        <p:spPr>
          <a:xfrm>
            <a:off x="1003459" y="1623059"/>
            <a:ext cx="3399473" cy="3737611"/>
          </a:xfrm>
          <a:prstGeom prst="rect">
            <a:avLst/>
          </a:prstGeom>
          <a:solidFill>
            <a:srgbClr val="006E74"/>
          </a:solidFill>
          <a:ln>
            <a:noFill/>
          </a:ln>
        </p:spPr>
        <p:txBody>
          <a:bodyPr spcFirstLastPara="1" wrap="square" lIns="274300" tIns="274300" rIns="274300" bIns="274300" anchor="t" anchorCtr="0">
            <a:noAutofit/>
          </a:bodyPr>
          <a:lstStyle>
            <a:lvl1pPr lvl="0" algn="l">
              <a:lnSpc>
                <a:spcPct val="90000"/>
              </a:lnSpc>
              <a:spcBef>
                <a:spcPts val="0"/>
              </a:spcBef>
              <a:spcAft>
                <a:spcPts val="0"/>
              </a:spcAft>
              <a:buClr>
                <a:schemeClr val="lt1"/>
              </a:buClr>
              <a:buSzPts val="2400"/>
              <a:buFont typeface="Arial"/>
              <a:buNone/>
              <a:defRPr sz="24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8" name="Google Shape;298;p16"/>
          <p:cNvSpPr txBox="1">
            <a:spLocks noGrp="1"/>
          </p:cNvSpPr>
          <p:nvPr>
            <p:ph type="subTitle" idx="1"/>
          </p:nvPr>
        </p:nvSpPr>
        <p:spPr>
          <a:xfrm>
            <a:off x="1223010" y="2903219"/>
            <a:ext cx="2891789" cy="1291591"/>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500"/>
              <a:buNone/>
              <a:defRPr sz="1500" b="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299" name="Google Shape;299;p16"/>
          <p:cNvSpPr txBox="1">
            <a:spLocks noGrp="1"/>
          </p:cNvSpPr>
          <p:nvPr>
            <p:ph type="body" idx="2"/>
          </p:nvPr>
        </p:nvSpPr>
        <p:spPr>
          <a:xfrm>
            <a:off x="1223010" y="4194809"/>
            <a:ext cx="2891789"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300" name="Google Shape;300;p16" descr="UST"/>
          <p:cNvSpPr/>
          <p:nvPr/>
        </p:nvSpPr>
        <p:spPr>
          <a:xfrm>
            <a:off x="273844" y="358775"/>
            <a:ext cx="548640" cy="809172"/>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chemeClr val="lt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lt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Cover slide option 7">
  <p:cSld name="Cover slide option 7">
    <p:bg>
      <p:bgPr>
        <a:solidFill>
          <a:schemeClr val="lt1"/>
        </a:solidFill>
        <a:effectLst/>
      </p:bgPr>
    </p:bg>
    <p:spTree>
      <p:nvGrpSpPr>
        <p:cNvPr id="1" name="Shape 301"/>
        <p:cNvGrpSpPr/>
        <p:nvPr/>
      </p:nvGrpSpPr>
      <p:grpSpPr>
        <a:xfrm>
          <a:off x="0" y="0"/>
          <a:ext cx="0" cy="0"/>
          <a:chOff x="0" y="0"/>
          <a:chExt cx="0" cy="0"/>
        </a:xfrm>
      </p:grpSpPr>
      <p:sp>
        <p:nvSpPr>
          <p:cNvPr id="302" name="Google Shape;302;p17"/>
          <p:cNvSpPr>
            <a:spLocks noGrp="1"/>
          </p:cNvSpPr>
          <p:nvPr>
            <p:ph type="pic" idx="2"/>
          </p:nvPr>
        </p:nvSpPr>
        <p:spPr>
          <a:xfrm>
            <a:off x="0" y="-1"/>
            <a:ext cx="9144000" cy="6856615"/>
          </a:xfrm>
          <a:prstGeom prst="rect">
            <a:avLst/>
          </a:prstGeom>
          <a:solidFill>
            <a:srgbClr val="D7E0E3"/>
          </a:solidFill>
          <a:ln>
            <a:noFill/>
          </a:ln>
        </p:spPr>
      </p:sp>
      <p:sp>
        <p:nvSpPr>
          <p:cNvPr id="303" name="Google Shape;303;p17"/>
          <p:cNvSpPr txBox="1">
            <a:spLocks noGrp="1"/>
          </p:cNvSpPr>
          <p:nvPr>
            <p:ph type="subTitle" idx="1"/>
          </p:nvPr>
        </p:nvSpPr>
        <p:spPr>
          <a:xfrm>
            <a:off x="360046" y="2270758"/>
            <a:ext cx="4263389" cy="1372328"/>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dk1"/>
              </a:buClr>
              <a:buSzPts val="2400"/>
              <a:buNone/>
              <a:defRPr sz="2400" b="0">
                <a:solidFill>
                  <a:schemeClr val="dk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304" name="Google Shape;304;p17"/>
          <p:cNvSpPr txBox="1">
            <a:spLocks noGrp="1"/>
          </p:cNvSpPr>
          <p:nvPr>
            <p:ph type="body" idx="3"/>
          </p:nvPr>
        </p:nvSpPr>
        <p:spPr>
          <a:xfrm>
            <a:off x="360046" y="3875315"/>
            <a:ext cx="4263389" cy="8705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500"/>
              <a:buFont typeface="Arial"/>
              <a:buNone/>
              <a:defRPr sz="150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305" name="Google Shape;305;p17"/>
          <p:cNvSpPr txBox="1">
            <a:spLocks noGrp="1"/>
          </p:cNvSpPr>
          <p:nvPr>
            <p:ph type="body" idx="4"/>
          </p:nvPr>
        </p:nvSpPr>
        <p:spPr>
          <a:xfrm>
            <a:off x="360046" y="4967152"/>
            <a:ext cx="4263389" cy="874124"/>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dk1"/>
              </a:buClr>
              <a:buSzPts val="1350"/>
              <a:buFont typeface="Arial"/>
              <a:buNone/>
              <a:defRPr sz="135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306" name="Google Shape;306;p17" descr="UST"/>
          <p:cNvSpPr/>
          <p:nvPr/>
        </p:nvSpPr>
        <p:spPr>
          <a:xfrm>
            <a:off x="273844" y="358775"/>
            <a:ext cx="548640" cy="809172"/>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Cover slide option 8">
  <p:cSld name="Cover slide option 8">
    <p:bg>
      <p:bgPr>
        <a:solidFill>
          <a:schemeClr val="lt1"/>
        </a:solidFill>
        <a:effectLst/>
      </p:bgPr>
    </p:bg>
    <p:spTree>
      <p:nvGrpSpPr>
        <p:cNvPr id="1" name="Shape 307"/>
        <p:cNvGrpSpPr/>
        <p:nvPr/>
      </p:nvGrpSpPr>
      <p:grpSpPr>
        <a:xfrm>
          <a:off x="0" y="0"/>
          <a:ext cx="0" cy="0"/>
          <a:chOff x="0" y="0"/>
          <a:chExt cx="0" cy="0"/>
        </a:xfrm>
      </p:grpSpPr>
      <p:sp>
        <p:nvSpPr>
          <p:cNvPr id="308" name="Google Shape;308;p18"/>
          <p:cNvSpPr>
            <a:spLocks noGrp="1"/>
          </p:cNvSpPr>
          <p:nvPr>
            <p:ph type="pic" idx="2"/>
          </p:nvPr>
        </p:nvSpPr>
        <p:spPr>
          <a:xfrm>
            <a:off x="0" y="-1"/>
            <a:ext cx="9144000" cy="6856615"/>
          </a:xfrm>
          <a:prstGeom prst="rect">
            <a:avLst/>
          </a:prstGeom>
          <a:solidFill>
            <a:srgbClr val="D7E0E3"/>
          </a:solidFill>
          <a:ln>
            <a:noFill/>
          </a:ln>
        </p:spPr>
      </p:sp>
      <p:sp>
        <p:nvSpPr>
          <p:cNvPr id="309" name="Google Shape;309;p18" descr="UST"/>
          <p:cNvSpPr/>
          <p:nvPr/>
        </p:nvSpPr>
        <p:spPr>
          <a:xfrm>
            <a:off x="273844" y="358775"/>
            <a:ext cx="548640" cy="809172"/>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chemeClr val="lt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310" name="Google Shape;310;p18"/>
          <p:cNvSpPr txBox="1">
            <a:spLocks noGrp="1"/>
          </p:cNvSpPr>
          <p:nvPr>
            <p:ph type="subTitle" idx="1"/>
          </p:nvPr>
        </p:nvSpPr>
        <p:spPr>
          <a:xfrm>
            <a:off x="360046" y="2270758"/>
            <a:ext cx="4263389" cy="1372328"/>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2400"/>
              <a:buNone/>
              <a:defRPr sz="2400" b="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311" name="Google Shape;311;p18"/>
          <p:cNvSpPr txBox="1">
            <a:spLocks noGrp="1"/>
          </p:cNvSpPr>
          <p:nvPr>
            <p:ph type="body" idx="3"/>
          </p:nvPr>
        </p:nvSpPr>
        <p:spPr>
          <a:xfrm>
            <a:off x="360046" y="3875315"/>
            <a:ext cx="4263389" cy="8705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lt1"/>
              </a:buClr>
              <a:buSzPts val="1500"/>
              <a:buFont typeface="Arial"/>
              <a:buNone/>
              <a:defRPr sz="150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312" name="Google Shape;312;p18"/>
          <p:cNvSpPr txBox="1">
            <a:spLocks noGrp="1"/>
          </p:cNvSpPr>
          <p:nvPr>
            <p:ph type="body" idx="4"/>
          </p:nvPr>
        </p:nvSpPr>
        <p:spPr>
          <a:xfrm>
            <a:off x="360046" y="4967152"/>
            <a:ext cx="4263389" cy="874124"/>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350"/>
              <a:buFont typeface="Arial"/>
              <a:buNone/>
              <a:defRPr sz="135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over slide option 9">
  <p:cSld name="Cover slide option 9">
    <p:bg>
      <p:bgPr>
        <a:solidFill>
          <a:schemeClr val="lt1"/>
        </a:solidFill>
        <a:effectLst/>
      </p:bgPr>
    </p:bg>
    <p:spTree>
      <p:nvGrpSpPr>
        <p:cNvPr id="1" name="Shape 313"/>
        <p:cNvGrpSpPr/>
        <p:nvPr/>
      </p:nvGrpSpPr>
      <p:grpSpPr>
        <a:xfrm>
          <a:off x="0" y="0"/>
          <a:ext cx="0" cy="0"/>
          <a:chOff x="0" y="0"/>
          <a:chExt cx="0" cy="0"/>
        </a:xfrm>
      </p:grpSpPr>
      <p:sp>
        <p:nvSpPr>
          <p:cNvPr id="314" name="Google Shape;314;p19"/>
          <p:cNvSpPr>
            <a:spLocks noGrp="1"/>
          </p:cNvSpPr>
          <p:nvPr>
            <p:ph type="pic" idx="2"/>
          </p:nvPr>
        </p:nvSpPr>
        <p:spPr>
          <a:xfrm>
            <a:off x="5343525" y="-1"/>
            <a:ext cx="3800475" cy="6856615"/>
          </a:xfrm>
          <a:prstGeom prst="rect">
            <a:avLst/>
          </a:prstGeom>
          <a:solidFill>
            <a:srgbClr val="D7E0E3"/>
          </a:solidFill>
          <a:ln>
            <a:noFill/>
          </a:ln>
        </p:spPr>
      </p:sp>
      <p:sp>
        <p:nvSpPr>
          <p:cNvPr id="315" name="Google Shape;315;p19" descr="UST"/>
          <p:cNvSpPr/>
          <p:nvPr/>
        </p:nvSpPr>
        <p:spPr>
          <a:xfrm>
            <a:off x="273844" y="358775"/>
            <a:ext cx="548640" cy="809172"/>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316" name="Google Shape;316;p19"/>
          <p:cNvSpPr txBox="1">
            <a:spLocks noGrp="1"/>
          </p:cNvSpPr>
          <p:nvPr>
            <p:ph type="subTitle" idx="1"/>
          </p:nvPr>
        </p:nvSpPr>
        <p:spPr>
          <a:xfrm>
            <a:off x="360046" y="2270758"/>
            <a:ext cx="4263389" cy="1372328"/>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dk1"/>
              </a:buClr>
              <a:buSzPts val="2400"/>
              <a:buNone/>
              <a:defRPr sz="2400" b="0">
                <a:solidFill>
                  <a:schemeClr val="dk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317" name="Google Shape;317;p19"/>
          <p:cNvSpPr txBox="1">
            <a:spLocks noGrp="1"/>
          </p:cNvSpPr>
          <p:nvPr>
            <p:ph type="body" idx="3"/>
          </p:nvPr>
        </p:nvSpPr>
        <p:spPr>
          <a:xfrm>
            <a:off x="360046" y="3875315"/>
            <a:ext cx="4263389" cy="8705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500"/>
              <a:buFont typeface="Arial"/>
              <a:buNone/>
              <a:defRPr sz="150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318" name="Google Shape;318;p19"/>
          <p:cNvSpPr txBox="1">
            <a:spLocks noGrp="1"/>
          </p:cNvSpPr>
          <p:nvPr>
            <p:ph type="body" idx="4"/>
          </p:nvPr>
        </p:nvSpPr>
        <p:spPr>
          <a:xfrm>
            <a:off x="360046" y="4967152"/>
            <a:ext cx="4263389" cy="874124"/>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dk1"/>
              </a:buClr>
              <a:buSzPts val="1350"/>
              <a:buFont typeface="Arial"/>
              <a:buNone/>
              <a:defRPr sz="135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1_Cover slide option 9">
  <p:cSld name="1_Cover slide option 9">
    <p:bg>
      <p:bgPr>
        <a:solidFill>
          <a:schemeClr val="lt1"/>
        </a:solidFill>
        <a:effectLst/>
      </p:bgPr>
    </p:bg>
    <p:spTree>
      <p:nvGrpSpPr>
        <p:cNvPr id="1" name="Shape 319"/>
        <p:cNvGrpSpPr/>
        <p:nvPr/>
      </p:nvGrpSpPr>
      <p:grpSpPr>
        <a:xfrm>
          <a:off x="0" y="0"/>
          <a:ext cx="0" cy="0"/>
          <a:chOff x="0" y="0"/>
          <a:chExt cx="0" cy="0"/>
        </a:xfrm>
      </p:grpSpPr>
      <p:sp>
        <p:nvSpPr>
          <p:cNvPr id="320" name="Google Shape;320;p20"/>
          <p:cNvSpPr>
            <a:spLocks noGrp="1"/>
          </p:cNvSpPr>
          <p:nvPr>
            <p:ph type="pic" idx="2"/>
          </p:nvPr>
        </p:nvSpPr>
        <p:spPr>
          <a:xfrm>
            <a:off x="5343525" y="-1"/>
            <a:ext cx="3800475" cy="6856615"/>
          </a:xfrm>
          <a:prstGeom prst="rect">
            <a:avLst/>
          </a:prstGeom>
          <a:solidFill>
            <a:srgbClr val="D7E0E3"/>
          </a:solidFill>
          <a:ln>
            <a:noFill/>
          </a:ln>
        </p:spPr>
      </p:sp>
      <p:sp>
        <p:nvSpPr>
          <p:cNvPr id="321" name="Google Shape;321;p20"/>
          <p:cNvSpPr txBox="1">
            <a:spLocks noGrp="1"/>
          </p:cNvSpPr>
          <p:nvPr>
            <p:ph type="subTitle" idx="1"/>
          </p:nvPr>
        </p:nvSpPr>
        <p:spPr>
          <a:xfrm>
            <a:off x="360046" y="2270758"/>
            <a:ext cx="4263389" cy="1372328"/>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dk1"/>
              </a:buClr>
              <a:buSzPts val="2400"/>
              <a:buNone/>
              <a:defRPr sz="2400" b="0">
                <a:solidFill>
                  <a:schemeClr val="dk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322" name="Google Shape;322;p20"/>
          <p:cNvSpPr txBox="1">
            <a:spLocks noGrp="1"/>
          </p:cNvSpPr>
          <p:nvPr>
            <p:ph type="body" idx="3"/>
          </p:nvPr>
        </p:nvSpPr>
        <p:spPr>
          <a:xfrm>
            <a:off x="360046" y="3875315"/>
            <a:ext cx="4263389" cy="8705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500"/>
              <a:buFont typeface="Arial"/>
              <a:buNone/>
              <a:defRPr sz="150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323" name="Google Shape;323;p20"/>
          <p:cNvSpPr txBox="1">
            <a:spLocks noGrp="1"/>
          </p:cNvSpPr>
          <p:nvPr>
            <p:ph type="body" idx="4"/>
          </p:nvPr>
        </p:nvSpPr>
        <p:spPr>
          <a:xfrm>
            <a:off x="360046" y="4967152"/>
            <a:ext cx="4263389" cy="874124"/>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dk1"/>
              </a:buClr>
              <a:buSzPts val="1350"/>
              <a:buFont typeface="Arial"/>
              <a:buNone/>
              <a:defRPr sz="135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324" name="Google Shape;324;p20" descr="UST"/>
          <p:cNvSpPr/>
          <p:nvPr/>
        </p:nvSpPr>
        <p:spPr>
          <a:xfrm>
            <a:off x="273844" y="358775"/>
            <a:ext cx="549082" cy="810000"/>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cxnSp>
        <p:nvCxnSpPr>
          <p:cNvPr id="325" name="Google Shape;325;p20"/>
          <p:cNvCxnSpPr/>
          <p:nvPr/>
        </p:nvCxnSpPr>
        <p:spPr>
          <a:xfrm>
            <a:off x="1003460" y="371716"/>
            <a:ext cx="0" cy="792000"/>
          </a:xfrm>
          <a:prstGeom prst="straightConnector1">
            <a:avLst/>
          </a:prstGeom>
          <a:noFill/>
          <a:ln w="12700" cap="sq" cmpd="sng">
            <a:solidFill>
              <a:schemeClr val="dk1"/>
            </a:solidFill>
            <a:prstDash val="solid"/>
            <a:round/>
            <a:headEnd type="none" w="sm" len="sm"/>
            <a:tailEnd type="none" w="sm" len="sm"/>
          </a:ln>
        </p:spPr>
      </p:cxn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Agenda with Photo 1">
  <p:cSld name="Agenda with Photo 1">
    <p:spTree>
      <p:nvGrpSpPr>
        <p:cNvPr id="1" name="Shape 326"/>
        <p:cNvGrpSpPr/>
        <p:nvPr/>
      </p:nvGrpSpPr>
      <p:grpSpPr>
        <a:xfrm>
          <a:off x="0" y="0"/>
          <a:ext cx="0" cy="0"/>
          <a:chOff x="0" y="0"/>
          <a:chExt cx="0" cy="0"/>
        </a:xfrm>
      </p:grpSpPr>
      <p:sp>
        <p:nvSpPr>
          <p:cNvPr id="327" name="Google Shape;327;p21"/>
          <p:cNvSpPr txBox="1">
            <a:spLocks noGrp="1"/>
          </p:cNvSpPr>
          <p:nvPr>
            <p:ph type="title"/>
          </p:nvPr>
        </p:nvSpPr>
        <p:spPr>
          <a:xfrm>
            <a:off x="274320" y="365760"/>
            <a:ext cx="3682825"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21"/>
          <p:cNvSpPr>
            <a:spLocks noGrp="1"/>
          </p:cNvSpPr>
          <p:nvPr>
            <p:ph type="pic" idx="2"/>
          </p:nvPr>
        </p:nvSpPr>
        <p:spPr>
          <a:xfrm>
            <a:off x="4096264" y="0"/>
            <a:ext cx="5047736" cy="5288692"/>
          </a:xfrm>
          <a:prstGeom prst="rect">
            <a:avLst/>
          </a:prstGeom>
          <a:solidFill>
            <a:srgbClr val="D7E0E3"/>
          </a:solidFill>
          <a:ln>
            <a:noFill/>
          </a:ln>
        </p:spPr>
      </p:sp>
      <p:sp>
        <p:nvSpPr>
          <p:cNvPr id="329" name="Google Shape;329;p21"/>
          <p:cNvSpPr txBox="1">
            <a:spLocks noGrp="1"/>
          </p:cNvSpPr>
          <p:nvPr>
            <p:ph type="body" idx="1"/>
          </p:nvPr>
        </p:nvSpPr>
        <p:spPr>
          <a:xfrm>
            <a:off x="274320" y="1828801"/>
            <a:ext cx="3139679" cy="4119563"/>
          </a:xfrm>
          <a:prstGeom prst="rect">
            <a:avLst/>
          </a:prstGeom>
          <a:noFill/>
          <a:ln>
            <a:noFill/>
          </a:ln>
        </p:spPr>
        <p:txBody>
          <a:bodyPr spcFirstLastPara="1" wrap="square" lIns="0" tIns="0" rIns="0" bIns="0" anchor="t" anchorCtr="0">
            <a:normAutofit/>
          </a:bodyPr>
          <a:lstStyle>
            <a:lvl1pPr marL="457200" marR="0" lvl="0" indent="-228600" algn="l">
              <a:lnSpc>
                <a:spcPct val="100000"/>
              </a:lnSpc>
              <a:spcBef>
                <a:spcPts val="900"/>
              </a:spcBef>
              <a:spcAft>
                <a:spcPts val="0"/>
              </a:spcAft>
              <a:buClr>
                <a:schemeClr val="dk1"/>
              </a:buClr>
              <a:buSzPts val="1350"/>
              <a:buFont typeface="Arial"/>
              <a:buNone/>
              <a:defRPr>
                <a:latin typeface="Arial"/>
                <a:ea typeface="Arial"/>
                <a:cs typeface="Arial"/>
                <a:sym typeface="Arial"/>
              </a:defRPr>
            </a:lvl1pPr>
            <a:lvl2pPr marL="914400" lvl="1" indent="-228600" algn="l">
              <a:lnSpc>
                <a:spcPct val="100000"/>
              </a:lnSpc>
              <a:spcBef>
                <a:spcPts val="225"/>
              </a:spcBef>
              <a:spcAft>
                <a:spcPts val="0"/>
              </a:spcAft>
              <a:buClr>
                <a:schemeClr val="dk1"/>
              </a:buClr>
              <a:buSzPts val="1350"/>
              <a:buNone/>
              <a:defRPr>
                <a:latin typeface="Arial"/>
                <a:ea typeface="Arial"/>
                <a:cs typeface="Arial"/>
                <a:sym typeface="Arial"/>
              </a:defRPr>
            </a:lvl2pPr>
            <a:lvl3pPr marL="1371600" lvl="2" indent="-228600" algn="l">
              <a:lnSpc>
                <a:spcPct val="100000"/>
              </a:lnSpc>
              <a:spcBef>
                <a:spcPts val="225"/>
              </a:spcBef>
              <a:spcAft>
                <a:spcPts val="0"/>
              </a:spcAft>
              <a:buClr>
                <a:schemeClr val="dk1"/>
              </a:buClr>
              <a:buSzPts val="1350"/>
              <a:buNone/>
              <a:defRPr/>
            </a:lvl3pPr>
            <a:lvl4pPr marL="1828800" lvl="3" indent="-228600" algn="l">
              <a:lnSpc>
                <a:spcPct val="100000"/>
              </a:lnSpc>
              <a:spcBef>
                <a:spcPts val="225"/>
              </a:spcBef>
              <a:spcAft>
                <a:spcPts val="0"/>
              </a:spcAft>
              <a:buClr>
                <a:schemeClr val="dk1"/>
              </a:buClr>
              <a:buSzPts val="1350"/>
              <a:buNone/>
              <a:defRPr/>
            </a:lvl4pPr>
            <a:lvl5pPr marL="2286000" lvl="4" indent="-228600" algn="l">
              <a:lnSpc>
                <a:spcPct val="100000"/>
              </a:lnSpc>
              <a:spcBef>
                <a:spcPts val="225"/>
              </a:spcBef>
              <a:spcAft>
                <a:spcPts val="0"/>
              </a:spcAft>
              <a:buClr>
                <a:schemeClr val="dk1"/>
              </a:buClr>
              <a:buSzPts val="1350"/>
              <a:buNone/>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542">
          <p15:clr>
            <a:srgbClr val="FBAE40"/>
          </p15:clr>
        </p15:guide>
        <p15:guide id="2" pos="4138">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Agenda with Photo 2">
  <p:cSld name="Agenda with Photo 2">
    <p:spTree>
      <p:nvGrpSpPr>
        <p:cNvPr id="1" name="Shape 330"/>
        <p:cNvGrpSpPr/>
        <p:nvPr/>
      </p:nvGrpSpPr>
      <p:grpSpPr>
        <a:xfrm>
          <a:off x="0" y="0"/>
          <a:ext cx="0" cy="0"/>
          <a:chOff x="0" y="0"/>
          <a:chExt cx="0" cy="0"/>
        </a:xfrm>
      </p:grpSpPr>
      <p:sp>
        <p:nvSpPr>
          <p:cNvPr id="331" name="Google Shape;331;p22"/>
          <p:cNvSpPr txBox="1">
            <a:spLocks noGrp="1"/>
          </p:cNvSpPr>
          <p:nvPr>
            <p:ph type="body" idx="1"/>
          </p:nvPr>
        </p:nvSpPr>
        <p:spPr>
          <a:xfrm>
            <a:off x="5241846" y="3192780"/>
            <a:ext cx="3292039" cy="2845003"/>
          </a:xfrm>
          <a:prstGeom prst="rect">
            <a:avLst/>
          </a:prstGeom>
          <a:noFill/>
          <a:ln>
            <a:noFill/>
          </a:ln>
        </p:spPr>
        <p:txBody>
          <a:bodyPr spcFirstLastPara="1" wrap="square" lIns="0" tIns="0" rIns="0" bIns="0" anchor="t" anchorCtr="0">
            <a:noAutofit/>
          </a:bodyPr>
          <a:lstStyle>
            <a:lvl1pPr marL="457200" marR="0" lvl="0" indent="-228600" algn="l">
              <a:lnSpc>
                <a:spcPct val="100000"/>
              </a:lnSpc>
              <a:spcBef>
                <a:spcPts val="0"/>
              </a:spcBef>
              <a:spcAft>
                <a:spcPts val="0"/>
              </a:spcAft>
              <a:buClr>
                <a:schemeClr val="dk1"/>
              </a:buClr>
              <a:buSzPts val="1200"/>
              <a:buFont typeface="Arial"/>
              <a:buNone/>
              <a:defRPr sz="1200"/>
            </a:lvl1pPr>
            <a:lvl2pPr marL="914400" lvl="1" indent="-228600" algn="l">
              <a:lnSpc>
                <a:spcPct val="100000"/>
              </a:lnSpc>
              <a:spcBef>
                <a:spcPts val="450"/>
              </a:spcBef>
              <a:spcAft>
                <a:spcPts val="0"/>
              </a:spcAft>
              <a:buClr>
                <a:schemeClr val="dk1"/>
              </a:buClr>
              <a:buSzPts val="1200"/>
              <a:buNone/>
              <a:defRPr sz="1200"/>
            </a:lvl2pPr>
            <a:lvl3pPr marL="1371600" lvl="2" indent="-228600" algn="l">
              <a:lnSpc>
                <a:spcPct val="100000"/>
              </a:lnSpc>
              <a:spcBef>
                <a:spcPts val="450"/>
              </a:spcBef>
              <a:spcAft>
                <a:spcPts val="0"/>
              </a:spcAft>
              <a:buClr>
                <a:schemeClr val="dk1"/>
              </a:buClr>
              <a:buSzPts val="1350"/>
              <a:buNone/>
              <a:defRPr/>
            </a:lvl3pPr>
            <a:lvl4pPr marL="1828800" lvl="3" indent="-228600" algn="l">
              <a:lnSpc>
                <a:spcPct val="100000"/>
              </a:lnSpc>
              <a:spcBef>
                <a:spcPts val="225"/>
              </a:spcBef>
              <a:spcAft>
                <a:spcPts val="0"/>
              </a:spcAft>
              <a:buClr>
                <a:schemeClr val="dk1"/>
              </a:buClr>
              <a:buSzPts val="1350"/>
              <a:buNone/>
              <a:defRPr/>
            </a:lvl4pPr>
            <a:lvl5pPr marL="2286000" lvl="4" indent="-228600" algn="l">
              <a:lnSpc>
                <a:spcPct val="100000"/>
              </a:lnSpc>
              <a:spcBef>
                <a:spcPts val="225"/>
              </a:spcBef>
              <a:spcAft>
                <a:spcPts val="0"/>
              </a:spcAft>
              <a:buClr>
                <a:schemeClr val="dk1"/>
              </a:buClr>
              <a:buSzPts val="1350"/>
              <a:buNone/>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32" name="Google Shape;332;p22"/>
          <p:cNvSpPr/>
          <p:nvPr/>
        </p:nvSpPr>
        <p:spPr>
          <a:xfrm>
            <a:off x="2836069" y="0"/>
            <a:ext cx="2160000" cy="2880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333" name="Google Shape;333;p22"/>
          <p:cNvSpPr txBox="1">
            <a:spLocks noGrp="1"/>
          </p:cNvSpPr>
          <p:nvPr>
            <p:ph type="title"/>
          </p:nvPr>
        </p:nvSpPr>
        <p:spPr>
          <a:xfrm>
            <a:off x="3074704" y="571500"/>
            <a:ext cx="1682730" cy="70866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4" name="Google Shape;334;p22"/>
          <p:cNvSpPr>
            <a:spLocks noGrp="1"/>
          </p:cNvSpPr>
          <p:nvPr>
            <p:ph type="pic" idx="2"/>
          </p:nvPr>
        </p:nvSpPr>
        <p:spPr>
          <a:xfrm>
            <a:off x="610115" y="1521684"/>
            <a:ext cx="3490398" cy="4650517"/>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542">
          <p15:clr>
            <a:srgbClr val="FBAE40"/>
          </p15:clr>
        </p15:guide>
        <p15:guide id="2" pos="4138">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genda with Numbers">
  <p:cSld name="Agenda with Numbers">
    <p:bg>
      <p:bgPr>
        <a:blipFill>
          <a:blip r:embed="rId2">
            <a:alphaModFix/>
          </a:blip>
          <a:stretch>
            <a:fillRect/>
          </a:stretch>
        </a:blipFill>
        <a:effectLst/>
      </p:bgPr>
    </p:bg>
    <p:spTree>
      <p:nvGrpSpPr>
        <p:cNvPr id="1" name="Shape 335"/>
        <p:cNvGrpSpPr/>
        <p:nvPr/>
      </p:nvGrpSpPr>
      <p:grpSpPr>
        <a:xfrm>
          <a:off x="0" y="0"/>
          <a:ext cx="0" cy="0"/>
          <a:chOff x="0" y="0"/>
          <a:chExt cx="0" cy="0"/>
        </a:xfrm>
      </p:grpSpPr>
      <p:sp>
        <p:nvSpPr>
          <p:cNvPr id="336" name="Google Shape;336;p23"/>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7" name="Google Shape;337;p23"/>
          <p:cNvSpPr txBox="1">
            <a:spLocks noGrp="1"/>
          </p:cNvSpPr>
          <p:nvPr>
            <p:ph type="body" idx="1"/>
          </p:nvPr>
        </p:nvSpPr>
        <p:spPr>
          <a:xfrm>
            <a:off x="273842" y="2011680"/>
            <a:ext cx="61722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338" name="Google Shape;338;p23"/>
          <p:cNvSpPr txBox="1">
            <a:spLocks noGrp="1"/>
          </p:cNvSpPr>
          <p:nvPr>
            <p:ph type="body" idx="2"/>
          </p:nvPr>
        </p:nvSpPr>
        <p:spPr>
          <a:xfrm>
            <a:off x="994886" y="2011680"/>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339" name="Google Shape;339;p23"/>
          <p:cNvSpPr txBox="1">
            <a:spLocks noGrp="1"/>
          </p:cNvSpPr>
          <p:nvPr>
            <p:ph type="body" idx="3"/>
          </p:nvPr>
        </p:nvSpPr>
        <p:spPr>
          <a:xfrm>
            <a:off x="273842" y="3475990"/>
            <a:ext cx="61722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340" name="Google Shape;340;p23"/>
          <p:cNvSpPr txBox="1">
            <a:spLocks noGrp="1"/>
          </p:cNvSpPr>
          <p:nvPr>
            <p:ph type="body" idx="4"/>
          </p:nvPr>
        </p:nvSpPr>
        <p:spPr>
          <a:xfrm>
            <a:off x="994886" y="3475990"/>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341" name="Google Shape;341;p23"/>
          <p:cNvSpPr txBox="1">
            <a:spLocks noGrp="1"/>
          </p:cNvSpPr>
          <p:nvPr>
            <p:ph type="body" idx="5"/>
          </p:nvPr>
        </p:nvSpPr>
        <p:spPr>
          <a:xfrm>
            <a:off x="273842" y="4940300"/>
            <a:ext cx="61722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342" name="Google Shape;342;p23"/>
          <p:cNvSpPr txBox="1">
            <a:spLocks noGrp="1"/>
          </p:cNvSpPr>
          <p:nvPr>
            <p:ph type="body" idx="6"/>
          </p:nvPr>
        </p:nvSpPr>
        <p:spPr>
          <a:xfrm>
            <a:off x="994886" y="4940300"/>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343" name="Google Shape;343;p23"/>
          <p:cNvSpPr txBox="1">
            <a:spLocks noGrp="1"/>
          </p:cNvSpPr>
          <p:nvPr>
            <p:ph type="body" idx="7"/>
          </p:nvPr>
        </p:nvSpPr>
        <p:spPr>
          <a:xfrm>
            <a:off x="3215448" y="2011680"/>
            <a:ext cx="61722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344" name="Google Shape;344;p23"/>
          <p:cNvSpPr txBox="1">
            <a:spLocks noGrp="1"/>
          </p:cNvSpPr>
          <p:nvPr>
            <p:ph type="body" idx="8"/>
          </p:nvPr>
        </p:nvSpPr>
        <p:spPr>
          <a:xfrm>
            <a:off x="3936492" y="2011680"/>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345" name="Google Shape;345;p23"/>
          <p:cNvSpPr txBox="1">
            <a:spLocks noGrp="1"/>
          </p:cNvSpPr>
          <p:nvPr>
            <p:ph type="body" idx="9"/>
          </p:nvPr>
        </p:nvSpPr>
        <p:spPr>
          <a:xfrm>
            <a:off x="3215448" y="3475990"/>
            <a:ext cx="61722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346" name="Google Shape;346;p23"/>
          <p:cNvSpPr txBox="1">
            <a:spLocks noGrp="1"/>
          </p:cNvSpPr>
          <p:nvPr>
            <p:ph type="body" idx="13"/>
          </p:nvPr>
        </p:nvSpPr>
        <p:spPr>
          <a:xfrm>
            <a:off x="3936492" y="3475990"/>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347" name="Google Shape;347;p23"/>
          <p:cNvSpPr txBox="1">
            <a:spLocks noGrp="1"/>
          </p:cNvSpPr>
          <p:nvPr>
            <p:ph type="body" idx="14"/>
          </p:nvPr>
        </p:nvSpPr>
        <p:spPr>
          <a:xfrm>
            <a:off x="3215448" y="4940300"/>
            <a:ext cx="61722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348" name="Google Shape;348;p23"/>
          <p:cNvSpPr txBox="1">
            <a:spLocks noGrp="1"/>
          </p:cNvSpPr>
          <p:nvPr>
            <p:ph type="body" idx="15"/>
          </p:nvPr>
        </p:nvSpPr>
        <p:spPr>
          <a:xfrm>
            <a:off x="3936492" y="4940300"/>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349" name="Google Shape;349;p23"/>
          <p:cNvSpPr txBox="1">
            <a:spLocks noGrp="1"/>
          </p:cNvSpPr>
          <p:nvPr>
            <p:ph type="body" idx="16"/>
          </p:nvPr>
        </p:nvSpPr>
        <p:spPr>
          <a:xfrm>
            <a:off x="6157530" y="2011680"/>
            <a:ext cx="61722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350" name="Google Shape;350;p23"/>
          <p:cNvSpPr txBox="1">
            <a:spLocks noGrp="1"/>
          </p:cNvSpPr>
          <p:nvPr>
            <p:ph type="body" idx="17"/>
          </p:nvPr>
        </p:nvSpPr>
        <p:spPr>
          <a:xfrm>
            <a:off x="6878574" y="2011680"/>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351" name="Google Shape;351;p23"/>
          <p:cNvSpPr txBox="1">
            <a:spLocks noGrp="1"/>
          </p:cNvSpPr>
          <p:nvPr>
            <p:ph type="body" idx="18"/>
          </p:nvPr>
        </p:nvSpPr>
        <p:spPr>
          <a:xfrm>
            <a:off x="6157530" y="3475990"/>
            <a:ext cx="61722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352" name="Google Shape;352;p23"/>
          <p:cNvSpPr txBox="1">
            <a:spLocks noGrp="1"/>
          </p:cNvSpPr>
          <p:nvPr>
            <p:ph type="body" idx="19"/>
          </p:nvPr>
        </p:nvSpPr>
        <p:spPr>
          <a:xfrm>
            <a:off x="6878574" y="3475990"/>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353" name="Google Shape;353;p23"/>
          <p:cNvSpPr txBox="1">
            <a:spLocks noGrp="1"/>
          </p:cNvSpPr>
          <p:nvPr>
            <p:ph type="body" idx="20"/>
          </p:nvPr>
        </p:nvSpPr>
        <p:spPr>
          <a:xfrm>
            <a:off x="6157530" y="4940300"/>
            <a:ext cx="61722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354" name="Google Shape;354;p23"/>
          <p:cNvSpPr txBox="1">
            <a:spLocks noGrp="1"/>
          </p:cNvSpPr>
          <p:nvPr>
            <p:ph type="body" idx="21"/>
          </p:nvPr>
        </p:nvSpPr>
        <p:spPr>
          <a:xfrm>
            <a:off x="6878574" y="4940300"/>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506">
          <p15:clr>
            <a:srgbClr val="FBAE40"/>
          </p15:clr>
        </p15:guide>
        <p15:guide id="2" pos="2700">
          <p15:clr>
            <a:srgbClr val="FBAE40"/>
          </p15:clr>
        </p15:guide>
        <p15:guide id="3" orient="horz" pos="1266">
          <p15:clr>
            <a:srgbClr val="FBAE40"/>
          </p15:clr>
        </p15:guide>
        <p15:guide id="4" orient="horz" pos="4148">
          <p15:clr>
            <a:srgbClr val="FBAE40"/>
          </p15:clr>
        </p15:guide>
        <p15:guide id="5" pos="4978">
          <p15:clr>
            <a:srgbClr val="FBAE40"/>
          </p15:clr>
        </p15:guide>
        <p15:guide id="6" pos="5172">
          <p15:clr>
            <a:srgbClr val="FBAE40"/>
          </p15:clr>
        </p15:guide>
        <p15:guide id="7" orient="horz" pos="3688">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hree Content">
  <p:cSld name="Three Content">
    <p:spTree>
      <p:nvGrpSpPr>
        <p:cNvPr id="1" name="Shape 355"/>
        <p:cNvGrpSpPr/>
        <p:nvPr/>
      </p:nvGrpSpPr>
      <p:grpSpPr>
        <a:xfrm>
          <a:off x="0" y="0"/>
          <a:ext cx="0" cy="0"/>
          <a:chOff x="0" y="0"/>
          <a:chExt cx="0" cy="0"/>
        </a:xfrm>
      </p:grpSpPr>
      <p:sp>
        <p:nvSpPr>
          <p:cNvPr id="356" name="Google Shape;356;p24"/>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7" name="Google Shape;357;p24"/>
          <p:cNvSpPr txBox="1">
            <a:spLocks noGrp="1"/>
          </p:cNvSpPr>
          <p:nvPr>
            <p:ph type="body" idx="1"/>
          </p:nvPr>
        </p:nvSpPr>
        <p:spPr>
          <a:xfrm>
            <a:off x="274320" y="1828800"/>
            <a:ext cx="2708910" cy="42519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58" name="Google Shape;358;p24"/>
          <p:cNvSpPr txBox="1">
            <a:spLocks noGrp="1"/>
          </p:cNvSpPr>
          <p:nvPr>
            <p:ph type="body" idx="2"/>
          </p:nvPr>
        </p:nvSpPr>
        <p:spPr>
          <a:xfrm>
            <a:off x="3216402" y="1828800"/>
            <a:ext cx="2708910" cy="42519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59" name="Google Shape;359;p24"/>
          <p:cNvSpPr txBox="1">
            <a:spLocks noGrp="1"/>
          </p:cNvSpPr>
          <p:nvPr>
            <p:ph type="body" idx="3"/>
          </p:nvPr>
        </p:nvSpPr>
        <p:spPr>
          <a:xfrm>
            <a:off x="6158484" y="1828800"/>
            <a:ext cx="2708910" cy="42519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Four Content">
  <p:cSld name="Four Content">
    <p:spTree>
      <p:nvGrpSpPr>
        <p:cNvPr id="1" name="Shape 360"/>
        <p:cNvGrpSpPr/>
        <p:nvPr/>
      </p:nvGrpSpPr>
      <p:grpSpPr>
        <a:xfrm>
          <a:off x="0" y="0"/>
          <a:ext cx="0" cy="0"/>
          <a:chOff x="0" y="0"/>
          <a:chExt cx="0" cy="0"/>
        </a:xfrm>
      </p:grpSpPr>
      <p:sp>
        <p:nvSpPr>
          <p:cNvPr id="361" name="Google Shape;361;p25"/>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2" name="Google Shape;362;p25"/>
          <p:cNvSpPr txBox="1">
            <a:spLocks noGrp="1"/>
          </p:cNvSpPr>
          <p:nvPr>
            <p:ph type="body" idx="1"/>
          </p:nvPr>
        </p:nvSpPr>
        <p:spPr>
          <a:xfrm>
            <a:off x="274320" y="1828800"/>
            <a:ext cx="1975104" cy="425196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
        <p:nvSpPr>
          <p:cNvPr id="363" name="Google Shape;363;p25"/>
          <p:cNvSpPr txBox="1">
            <a:spLocks noGrp="1"/>
          </p:cNvSpPr>
          <p:nvPr>
            <p:ph type="body" idx="2"/>
          </p:nvPr>
        </p:nvSpPr>
        <p:spPr>
          <a:xfrm>
            <a:off x="2482596" y="1828800"/>
            <a:ext cx="1975104" cy="425196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
        <p:nvSpPr>
          <p:cNvPr id="364" name="Google Shape;364;p25"/>
          <p:cNvSpPr txBox="1">
            <a:spLocks noGrp="1"/>
          </p:cNvSpPr>
          <p:nvPr>
            <p:ph type="body" idx="3"/>
          </p:nvPr>
        </p:nvSpPr>
        <p:spPr>
          <a:xfrm>
            <a:off x="4684014" y="1828800"/>
            <a:ext cx="1975104" cy="425196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
        <p:nvSpPr>
          <p:cNvPr id="365" name="Google Shape;365;p25"/>
          <p:cNvSpPr txBox="1">
            <a:spLocks noGrp="1"/>
          </p:cNvSpPr>
          <p:nvPr>
            <p:ph type="body" idx="4"/>
          </p:nvPr>
        </p:nvSpPr>
        <p:spPr>
          <a:xfrm>
            <a:off x="6892290" y="1828800"/>
            <a:ext cx="1975104" cy="425196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084">
          <p15:clr>
            <a:srgbClr val="FBAE40"/>
          </p15:clr>
        </p15:guide>
        <p15:guide id="2" pos="1890">
          <p15:clr>
            <a:srgbClr val="FBAE40"/>
          </p15:clr>
        </p15:guide>
        <p15:guide id="3" pos="5594">
          <p15:clr>
            <a:srgbClr val="FBAE40"/>
          </p15:clr>
        </p15:guide>
        <p15:guide id="4" pos="5788">
          <p15:clr>
            <a:srgbClr val="FBAE40"/>
          </p15:clr>
        </p15:guide>
        <p15:guide id="5" pos="3744">
          <p15:clr>
            <a:srgbClr val="FBAE40"/>
          </p15:clr>
        </p15:guide>
        <p15:guide id="6" pos="3934">
          <p15:clr>
            <a:srgbClr val="FBAE40"/>
          </p15:clr>
        </p15:guide>
        <p15:guide id="7" orient="horz" pos="1152">
          <p15:clr>
            <a:srgbClr val="FBAE40"/>
          </p15:clr>
        </p15:guide>
        <p15:guide id="8" orient="horz" pos="3832">
          <p15:clr>
            <a:srgbClr val="FBAE40"/>
          </p15:clr>
        </p15:guide>
        <p15:guide id="9" orient="horz" pos="414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UST Overview">
  <p:cSld name="UST Overview">
    <p:spTree>
      <p:nvGrpSpPr>
        <p:cNvPr id="1" name="Shape 366"/>
        <p:cNvGrpSpPr/>
        <p:nvPr/>
      </p:nvGrpSpPr>
      <p:grpSpPr>
        <a:xfrm>
          <a:off x="0" y="0"/>
          <a:ext cx="0" cy="0"/>
          <a:chOff x="0" y="0"/>
          <a:chExt cx="0" cy="0"/>
        </a:xfrm>
      </p:grpSpPr>
      <p:sp>
        <p:nvSpPr>
          <p:cNvPr id="367" name="Google Shape;367;p26"/>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orient="horz" pos="4148">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hree Content with Image">
  <p:cSld name="Three Content with Image">
    <p:spTree>
      <p:nvGrpSpPr>
        <p:cNvPr id="1" name="Shape 368"/>
        <p:cNvGrpSpPr/>
        <p:nvPr/>
      </p:nvGrpSpPr>
      <p:grpSpPr>
        <a:xfrm>
          <a:off x="0" y="0"/>
          <a:ext cx="0" cy="0"/>
          <a:chOff x="0" y="0"/>
          <a:chExt cx="0" cy="0"/>
        </a:xfrm>
      </p:grpSpPr>
      <p:sp>
        <p:nvSpPr>
          <p:cNvPr id="369" name="Google Shape;369;p27"/>
          <p:cNvSpPr txBox="1">
            <a:spLocks noGrp="1"/>
          </p:cNvSpPr>
          <p:nvPr>
            <p:ph type="title"/>
          </p:nvPr>
        </p:nvSpPr>
        <p:spPr>
          <a:xfrm>
            <a:off x="274320" y="365760"/>
            <a:ext cx="4503420" cy="180594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0" name="Google Shape;370;p27"/>
          <p:cNvSpPr txBox="1">
            <a:spLocks noGrp="1"/>
          </p:cNvSpPr>
          <p:nvPr>
            <p:ph type="body" idx="1"/>
          </p:nvPr>
        </p:nvSpPr>
        <p:spPr>
          <a:xfrm>
            <a:off x="274320" y="3848102"/>
            <a:ext cx="2708910" cy="169544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71" name="Google Shape;371;p27"/>
          <p:cNvSpPr txBox="1">
            <a:spLocks noGrp="1"/>
          </p:cNvSpPr>
          <p:nvPr>
            <p:ph type="body" idx="2"/>
          </p:nvPr>
        </p:nvSpPr>
        <p:spPr>
          <a:xfrm>
            <a:off x="3216402" y="3848102"/>
            <a:ext cx="2708910" cy="169544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72" name="Google Shape;372;p27"/>
          <p:cNvSpPr txBox="1">
            <a:spLocks noGrp="1"/>
          </p:cNvSpPr>
          <p:nvPr>
            <p:ph type="body" idx="3"/>
          </p:nvPr>
        </p:nvSpPr>
        <p:spPr>
          <a:xfrm>
            <a:off x="6158484" y="3848102"/>
            <a:ext cx="2708910" cy="169544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73" name="Google Shape;373;p27"/>
          <p:cNvSpPr>
            <a:spLocks noGrp="1"/>
          </p:cNvSpPr>
          <p:nvPr>
            <p:ph type="pic" idx="4"/>
          </p:nvPr>
        </p:nvSpPr>
        <p:spPr>
          <a:xfrm>
            <a:off x="5234940" y="365760"/>
            <a:ext cx="3909060" cy="2339340"/>
          </a:xfrm>
          <a:prstGeom prst="rect">
            <a:avLst/>
          </a:prstGeom>
          <a:solidFill>
            <a:srgbClr val="D7E0E3"/>
          </a:solidFill>
          <a:ln>
            <a:noFill/>
          </a:ln>
        </p:spPr>
      </p:sp>
      <p:sp>
        <p:nvSpPr>
          <p:cNvPr id="374" name="Google Shape;374;p27"/>
          <p:cNvSpPr txBox="1">
            <a:spLocks noGrp="1"/>
          </p:cNvSpPr>
          <p:nvPr>
            <p:ph type="body" idx="5"/>
          </p:nvPr>
        </p:nvSpPr>
        <p:spPr>
          <a:xfrm>
            <a:off x="274320" y="5646420"/>
            <a:ext cx="5650992" cy="43434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75" name="Google Shape;375;p27"/>
          <p:cNvSpPr txBox="1">
            <a:spLocks noGrp="1"/>
          </p:cNvSpPr>
          <p:nvPr>
            <p:ph type="body" idx="6"/>
          </p:nvPr>
        </p:nvSpPr>
        <p:spPr>
          <a:xfrm>
            <a:off x="273844" y="3422651"/>
            <a:ext cx="2708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76" name="Google Shape;376;p27"/>
          <p:cNvSpPr txBox="1">
            <a:spLocks noGrp="1"/>
          </p:cNvSpPr>
          <p:nvPr>
            <p:ph type="body" idx="7"/>
          </p:nvPr>
        </p:nvSpPr>
        <p:spPr>
          <a:xfrm>
            <a:off x="3216640" y="3422651"/>
            <a:ext cx="2708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77" name="Google Shape;377;p27"/>
          <p:cNvSpPr txBox="1">
            <a:spLocks noGrp="1"/>
          </p:cNvSpPr>
          <p:nvPr>
            <p:ph type="body" idx="8"/>
          </p:nvPr>
        </p:nvSpPr>
        <p:spPr>
          <a:xfrm>
            <a:off x="6158722" y="3422651"/>
            <a:ext cx="2708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78" name="Google Shape;378;p27"/>
          <p:cNvSpPr txBox="1">
            <a:spLocks noGrp="1"/>
          </p:cNvSpPr>
          <p:nvPr>
            <p:ph type="body" idx="9"/>
          </p:nvPr>
        </p:nvSpPr>
        <p:spPr>
          <a:xfrm>
            <a:off x="273844"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79" name="Google Shape;379;p27"/>
          <p:cNvSpPr txBox="1">
            <a:spLocks noGrp="1"/>
          </p:cNvSpPr>
          <p:nvPr>
            <p:ph type="body" idx="13"/>
          </p:nvPr>
        </p:nvSpPr>
        <p:spPr>
          <a:xfrm>
            <a:off x="3216640"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80" name="Google Shape;380;p27"/>
          <p:cNvSpPr txBox="1">
            <a:spLocks noGrp="1"/>
          </p:cNvSpPr>
          <p:nvPr>
            <p:ph type="body" idx="14"/>
          </p:nvPr>
        </p:nvSpPr>
        <p:spPr>
          <a:xfrm>
            <a:off x="6158722"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hree Content with Image G">
  <p:cSld name="Three Content with Image G">
    <p:spTree>
      <p:nvGrpSpPr>
        <p:cNvPr id="1" name="Shape 381"/>
        <p:cNvGrpSpPr/>
        <p:nvPr/>
      </p:nvGrpSpPr>
      <p:grpSpPr>
        <a:xfrm>
          <a:off x="0" y="0"/>
          <a:ext cx="0" cy="0"/>
          <a:chOff x="0" y="0"/>
          <a:chExt cx="0" cy="0"/>
        </a:xfrm>
      </p:grpSpPr>
      <p:sp>
        <p:nvSpPr>
          <p:cNvPr id="382" name="Google Shape;382;p28"/>
          <p:cNvSpPr/>
          <p:nvPr/>
        </p:nvSpPr>
        <p:spPr>
          <a:xfrm>
            <a:off x="0" y="0"/>
            <a:ext cx="9144000" cy="6858000"/>
          </a:xfrm>
          <a:prstGeom prst="rect">
            <a:avLst/>
          </a:prstGeom>
          <a:solidFill>
            <a:srgbClr val="F2F7F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383" name="Google Shape;383;p28" descr="UST"/>
          <p:cNvSpPr/>
          <p:nvPr/>
        </p:nvSpPr>
        <p:spPr>
          <a:xfrm>
            <a:off x="274320" y="6238277"/>
            <a:ext cx="240030" cy="354090"/>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384" name="Google Shape;384;p28"/>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385" name="Google Shape;385;p28"/>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386" name="Google Shape;386;p28"/>
          <p:cNvSpPr txBox="1">
            <a:spLocks noGrp="1"/>
          </p:cNvSpPr>
          <p:nvPr>
            <p:ph type="title"/>
          </p:nvPr>
        </p:nvSpPr>
        <p:spPr>
          <a:xfrm>
            <a:off x="274320" y="365760"/>
            <a:ext cx="4503420" cy="180594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7" name="Google Shape;387;p28"/>
          <p:cNvSpPr txBox="1">
            <a:spLocks noGrp="1"/>
          </p:cNvSpPr>
          <p:nvPr>
            <p:ph type="body" idx="1"/>
          </p:nvPr>
        </p:nvSpPr>
        <p:spPr>
          <a:xfrm>
            <a:off x="274320" y="3848102"/>
            <a:ext cx="2708910" cy="169544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88" name="Google Shape;388;p28"/>
          <p:cNvSpPr txBox="1">
            <a:spLocks noGrp="1"/>
          </p:cNvSpPr>
          <p:nvPr>
            <p:ph type="body" idx="2"/>
          </p:nvPr>
        </p:nvSpPr>
        <p:spPr>
          <a:xfrm>
            <a:off x="3216402" y="3848102"/>
            <a:ext cx="2708910" cy="169544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89" name="Google Shape;389;p28"/>
          <p:cNvSpPr txBox="1">
            <a:spLocks noGrp="1"/>
          </p:cNvSpPr>
          <p:nvPr>
            <p:ph type="body" idx="3"/>
          </p:nvPr>
        </p:nvSpPr>
        <p:spPr>
          <a:xfrm>
            <a:off x="6158484" y="3848102"/>
            <a:ext cx="2708910" cy="169544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90" name="Google Shape;390;p28"/>
          <p:cNvSpPr>
            <a:spLocks noGrp="1"/>
          </p:cNvSpPr>
          <p:nvPr>
            <p:ph type="pic" idx="4"/>
          </p:nvPr>
        </p:nvSpPr>
        <p:spPr>
          <a:xfrm>
            <a:off x="5234940" y="365760"/>
            <a:ext cx="3909060" cy="2339340"/>
          </a:xfrm>
          <a:prstGeom prst="rect">
            <a:avLst/>
          </a:prstGeom>
          <a:solidFill>
            <a:srgbClr val="D7E0E3"/>
          </a:solidFill>
          <a:ln>
            <a:noFill/>
          </a:ln>
        </p:spPr>
      </p:sp>
      <p:sp>
        <p:nvSpPr>
          <p:cNvPr id="391" name="Google Shape;391;p28"/>
          <p:cNvSpPr txBox="1">
            <a:spLocks noGrp="1"/>
          </p:cNvSpPr>
          <p:nvPr>
            <p:ph type="body" idx="5"/>
          </p:nvPr>
        </p:nvSpPr>
        <p:spPr>
          <a:xfrm>
            <a:off x="274320" y="5646420"/>
            <a:ext cx="5650992" cy="43434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92" name="Google Shape;392;p28"/>
          <p:cNvSpPr txBox="1">
            <a:spLocks noGrp="1"/>
          </p:cNvSpPr>
          <p:nvPr>
            <p:ph type="body" idx="6"/>
          </p:nvPr>
        </p:nvSpPr>
        <p:spPr>
          <a:xfrm>
            <a:off x="273844" y="3422651"/>
            <a:ext cx="2708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93" name="Google Shape;393;p28"/>
          <p:cNvSpPr txBox="1">
            <a:spLocks noGrp="1"/>
          </p:cNvSpPr>
          <p:nvPr>
            <p:ph type="body" idx="7"/>
          </p:nvPr>
        </p:nvSpPr>
        <p:spPr>
          <a:xfrm>
            <a:off x="3216640" y="3422651"/>
            <a:ext cx="2708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94" name="Google Shape;394;p28"/>
          <p:cNvSpPr txBox="1">
            <a:spLocks noGrp="1"/>
          </p:cNvSpPr>
          <p:nvPr>
            <p:ph type="body" idx="8"/>
          </p:nvPr>
        </p:nvSpPr>
        <p:spPr>
          <a:xfrm>
            <a:off x="6158722" y="3422651"/>
            <a:ext cx="2708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95" name="Google Shape;395;p28"/>
          <p:cNvSpPr txBox="1">
            <a:spLocks noGrp="1"/>
          </p:cNvSpPr>
          <p:nvPr>
            <p:ph type="body" idx="9"/>
          </p:nvPr>
        </p:nvSpPr>
        <p:spPr>
          <a:xfrm>
            <a:off x="273844"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96" name="Google Shape;396;p28"/>
          <p:cNvSpPr txBox="1">
            <a:spLocks noGrp="1"/>
          </p:cNvSpPr>
          <p:nvPr>
            <p:ph type="body" idx="13"/>
          </p:nvPr>
        </p:nvSpPr>
        <p:spPr>
          <a:xfrm>
            <a:off x="3216640"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397" name="Google Shape;397;p28"/>
          <p:cNvSpPr txBox="1">
            <a:spLocks noGrp="1"/>
          </p:cNvSpPr>
          <p:nvPr>
            <p:ph type="body" idx="14"/>
          </p:nvPr>
        </p:nvSpPr>
        <p:spPr>
          <a:xfrm>
            <a:off x="6158722"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hree Content with Image B">
  <p:cSld name="Three Content with Image B">
    <p:bg>
      <p:bgPr>
        <a:solidFill>
          <a:srgbClr val="231F20"/>
        </a:solidFill>
        <a:effectLst/>
      </p:bgPr>
    </p:bg>
    <p:spTree>
      <p:nvGrpSpPr>
        <p:cNvPr id="1" name="Shape 398"/>
        <p:cNvGrpSpPr/>
        <p:nvPr/>
      </p:nvGrpSpPr>
      <p:grpSpPr>
        <a:xfrm>
          <a:off x="0" y="0"/>
          <a:ext cx="0" cy="0"/>
          <a:chOff x="0" y="0"/>
          <a:chExt cx="0" cy="0"/>
        </a:xfrm>
      </p:grpSpPr>
      <p:sp>
        <p:nvSpPr>
          <p:cNvPr id="399" name="Google Shape;399;p29"/>
          <p:cNvSpPr txBox="1">
            <a:spLocks noGrp="1"/>
          </p:cNvSpPr>
          <p:nvPr>
            <p:ph type="title"/>
          </p:nvPr>
        </p:nvSpPr>
        <p:spPr>
          <a:xfrm>
            <a:off x="274320" y="365760"/>
            <a:ext cx="4503420" cy="180594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0" name="Google Shape;400;p29"/>
          <p:cNvSpPr txBox="1">
            <a:spLocks noGrp="1"/>
          </p:cNvSpPr>
          <p:nvPr>
            <p:ph type="body" idx="1"/>
          </p:nvPr>
        </p:nvSpPr>
        <p:spPr>
          <a:xfrm>
            <a:off x="274320" y="3848102"/>
            <a:ext cx="2708910" cy="169544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401" name="Google Shape;401;p29"/>
          <p:cNvSpPr txBox="1">
            <a:spLocks noGrp="1"/>
          </p:cNvSpPr>
          <p:nvPr>
            <p:ph type="body" idx="2"/>
          </p:nvPr>
        </p:nvSpPr>
        <p:spPr>
          <a:xfrm>
            <a:off x="3216402" y="3848102"/>
            <a:ext cx="2708910" cy="169544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402" name="Google Shape;402;p29"/>
          <p:cNvSpPr txBox="1">
            <a:spLocks noGrp="1"/>
          </p:cNvSpPr>
          <p:nvPr>
            <p:ph type="body" idx="3"/>
          </p:nvPr>
        </p:nvSpPr>
        <p:spPr>
          <a:xfrm>
            <a:off x="6158484" y="3848102"/>
            <a:ext cx="2708910" cy="169544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403" name="Google Shape;403;p29"/>
          <p:cNvSpPr>
            <a:spLocks noGrp="1"/>
          </p:cNvSpPr>
          <p:nvPr>
            <p:ph type="pic" idx="4"/>
          </p:nvPr>
        </p:nvSpPr>
        <p:spPr>
          <a:xfrm>
            <a:off x="5234940" y="365760"/>
            <a:ext cx="3909060" cy="2339340"/>
          </a:xfrm>
          <a:prstGeom prst="rect">
            <a:avLst/>
          </a:prstGeom>
          <a:solidFill>
            <a:srgbClr val="D7E0E3"/>
          </a:solidFill>
          <a:ln>
            <a:noFill/>
          </a:ln>
        </p:spPr>
      </p:sp>
      <p:sp>
        <p:nvSpPr>
          <p:cNvPr id="404" name="Google Shape;404;p29"/>
          <p:cNvSpPr txBox="1">
            <a:spLocks noGrp="1"/>
          </p:cNvSpPr>
          <p:nvPr>
            <p:ph type="body" idx="5"/>
          </p:nvPr>
        </p:nvSpPr>
        <p:spPr>
          <a:xfrm>
            <a:off x="274320" y="5646420"/>
            <a:ext cx="5650992" cy="43434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405" name="Google Shape;405;p29"/>
          <p:cNvSpPr txBox="1">
            <a:spLocks noGrp="1"/>
          </p:cNvSpPr>
          <p:nvPr>
            <p:ph type="body" idx="6"/>
          </p:nvPr>
        </p:nvSpPr>
        <p:spPr>
          <a:xfrm>
            <a:off x="273844" y="3422651"/>
            <a:ext cx="2708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406" name="Google Shape;406;p29"/>
          <p:cNvSpPr txBox="1">
            <a:spLocks noGrp="1"/>
          </p:cNvSpPr>
          <p:nvPr>
            <p:ph type="body" idx="7"/>
          </p:nvPr>
        </p:nvSpPr>
        <p:spPr>
          <a:xfrm>
            <a:off x="3216640" y="3422651"/>
            <a:ext cx="2708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407" name="Google Shape;407;p29"/>
          <p:cNvSpPr txBox="1">
            <a:spLocks noGrp="1"/>
          </p:cNvSpPr>
          <p:nvPr>
            <p:ph type="body" idx="8"/>
          </p:nvPr>
        </p:nvSpPr>
        <p:spPr>
          <a:xfrm>
            <a:off x="6158722" y="3422651"/>
            <a:ext cx="2708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408" name="Google Shape;408;p29"/>
          <p:cNvSpPr txBox="1">
            <a:spLocks noGrp="1"/>
          </p:cNvSpPr>
          <p:nvPr>
            <p:ph type="body" idx="9"/>
          </p:nvPr>
        </p:nvSpPr>
        <p:spPr>
          <a:xfrm>
            <a:off x="273844"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2"/>
              </a:buClr>
              <a:buSzPts val="1800"/>
              <a:buFont typeface="Arial"/>
              <a:buNone/>
              <a:defRPr sz="1800" b="1">
                <a:solidFill>
                  <a:schemeClr val="lt2"/>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409" name="Google Shape;409;p29"/>
          <p:cNvSpPr txBox="1">
            <a:spLocks noGrp="1"/>
          </p:cNvSpPr>
          <p:nvPr>
            <p:ph type="body" idx="13"/>
          </p:nvPr>
        </p:nvSpPr>
        <p:spPr>
          <a:xfrm>
            <a:off x="3216640"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2"/>
              </a:buClr>
              <a:buSzPts val="1800"/>
              <a:buFont typeface="Arial"/>
              <a:buNone/>
              <a:defRPr sz="1800" b="1">
                <a:solidFill>
                  <a:schemeClr val="lt2"/>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410" name="Google Shape;410;p29"/>
          <p:cNvSpPr txBox="1">
            <a:spLocks noGrp="1"/>
          </p:cNvSpPr>
          <p:nvPr>
            <p:ph type="body" idx="14"/>
          </p:nvPr>
        </p:nvSpPr>
        <p:spPr>
          <a:xfrm>
            <a:off x="6158722"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2"/>
              </a:buClr>
              <a:buSzPts val="1800"/>
              <a:buFont typeface="Arial"/>
              <a:buNone/>
              <a:defRPr sz="1800" b="1">
                <a:solidFill>
                  <a:schemeClr val="lt2"/>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guide id="2" orient="horz" pos="4148">
          <p15:clr>
            <a:srgbClr val="FBAE40"/>
          </p15:clr>
        </p15:guide>
        <p15:guide id="3" pos="5588">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hree Content Option 2 with Image">
  <p:cSld name="Three Content Option 2 with Image">
    <p:spTree>
      <p:nvGrpSpPr>
        <p:cNvPr id="1" name="Shape 411"/>
        <p:cNvGrpSpPr/>
        <p:nvPr/>
      </p:nvGrpSpPr>
      <p:grpSpPr>
        <a:xfrm>
          <a:off x="0" y="0"/>
          <a:ext cx="0" cy="0"/>
          <a:chOff x="0" y="0"/>
          <a:chExt cx="0" cy="0"/>
        </a:xfrm>
      </p:grpSpPr>
      <p:sp>
        <p:nvSpPr>
          <p:cNvPr id="412" name="Google Shape;412;p30"/>
          <p:cNvSpPr txBox="1">
            <a:spLocks noGrp="1"/>
          </p:cNvSpPr>
          <p:nvPr>
            <p:ph type="title"/>
          </p:nvPr>
        </p:nvSpPr>
        <p:spPr>
          <a:xfrm>
            <a:off x="274320" y="365760"/>
            <a:ext cx="4503420" cy="180594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3" name="Google Shape;413;p30"/>
          <p:cNvSpPr txBox="1">
            <a:spLocks noGrp="1"/>
          </p:cNvSpPr>
          <p:nvPr>
            <p:ph type="body" idx="1"/>
          </p:nvPr>
        </p:nvSpPr>
        <p:spPr>
          <a:xfrm>
            <a:off x="274320" y="3277131"/>
            <a:ext cx="2708910" cy="2217895"/>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14" name="Google Shape;414;p30"/>
          <p:cNvSpPr txBox="1">
            <a:spLocks noGrp="1"/>
          </p:cNvSpPr>
          <p:nvPr>
            <p:ph type="body" idx="2"/>
          </p:nvPr>
        </p:nvSpPr>
        <p:spPr>
          <a:xfrm>
            <a:off x="3216402" y="3277131"/>
            <a:ext cx="2708910" cy="2217895"/>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15" name="Google Shape;415;p30"/>
          <p:cNvSpPr txBox="1">
            <a:spLocks noGrp="1"/>
          </p:cNvSpPr>
          <p:nvPr>
            <p:ph type="body" idx="3"/>
          </p:nvPr>
        </p:nvSpPr>
        <p:spPr>
          <a:xfrm>
            <a:off x="6158484" y="3277131"/>
            <a:ext cx="2708910" cy="2217895"/>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16" name="Google Shape;416;p30"/>
          <p:cNvSpPr>
            <a:spLocks noGrp="1"/>
          </p:cNvSpPr>
          <p:nvPr>
            <p:ph type="pic" idx="4"/>
          </p:nvPr>
        </p:nvSpPr>
        <p:spPr>
          <a:xfrm>
            <a:off x="5234940" y="365760"/>
            <a:ext cx="3909060" cy="1805940"/>
          </a:xfrm>
          <a:prstGeom prst="rect">
            <a:avLst/>
          </a:prstGeom>
          <a:solidFill>
            <a:srgbClr val="D7E0E3"/>
          </a:solidFill>
          <a:ln>
            <a:noFill/>
          </a:ln>
        </p:spPr>
      </p:sp>
      <p:sp>
        <p:nvSpPr>
          <p:cNvPr id="417" name="Google Shape;417;p30"/>
          <p:cNvSpPr txBox="1">
            <a:spLocks noGrp="1"/>
          </p:cNvSpPr>
          <p:nvPr>
            <p:ph type="body" idx="5"/>
          </p:nvPr>
        </p:nvSpPr>
        <p:spPr>
          <a:xfrm>
            <a:off x="274320" y="5646420"/>
            <a:ext cx="5650992" cy="43434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18" name="Google Shape;418;p30"/>
          <p:cNvSpPr txBox="1">
            <a:spLocks noGrp="1"/>
          </p:cNvSpPr>
          <p:nvPr>
            <p:ph type="body" idx="6"/>
          </p:nvPr>
        </p:nvSpPr>
        <p:spPr>
          <a:xfrm>
            <a:off x="273844" y="2851680"/>
            <a:ext cx="2708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19" name="Google Shape;419;p30"/>
          <p:cNvSpPr txBox="1">
            <a:spLocks noGrp="1"/>
          </p:cNvSpPr>
          <p:nvPr>
            <p:ph type="body" idx="7"/>
          </p:nvPr>
        </p:nvSpPr>
        <p:spPr>
          <a:xfrm>
            <a:off x="3216640" y="2851680"/>
            <a:ext cx="2708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20" name="Google Shape;420;p30"/>
          <p:cNvSpPr txBox="1">
            <a:spLocks noGrp="1"/>
          </p:cNvSpPr>
          <p:nvPr>
            <p:ph type="body" idx="8"/>
          </p:nvPr>
        </p:nvSpPr>
        <p:spPr>
          <a:xfrm>
            <a:off x="6158722" y="2851680"/>
            <a:ext cx="2708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21" name="Google Shape;421;p30"/>
          <p:cNvSpPr txBox="1">
            <a:spLocks noGrp="1"/>
          </p:cNvSpPr>
          <p:nvPr>
            <p:ph type="body" idx="9"/>
          </p:nvPr>
        </p:nvSpPr>
        <p:spPr>
          <a:xfrm>
            <a:off x="273844" y="2426229"/>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22" name="Google Shape;422;p30"/>
          <p:cNvSpPr txBox="1">
            <a:spLocks noGrp="1"/>
          </p:cNvSpPr>
          <p:nvPr>
            <p:ph type="body" idx="13"/>
          </p:nvPr>
        </p:nvSpPr>
        <p:spPr>
          <a:xfrm>
            <a:off x="3216640" y="2426229"/>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23" name="Google Shape;423;p30"/>
          <p:cNvSpPr txBox="1">
            <a:spLocks noGrp="1"/>
          </p:cNvSpPr>
          <p:nvPr>
            <p:ph type="body" idx="14"/>
          </p:nvPr>
        </p:nvSpPr>
        <p:spPr>
          <a:xfrm>
            <a:off x="6158722" y="2426229"/>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hree Content with Image and icon">
  <p:cSld name="Three Content with Image and icon">
    <p:spTree>
      <p:nvGrpSpPr>
        <p:cNvPr id="1" name="Shape 424"/>
        <p:cNvGrpSpPr/>
        <p:nvPr/>
      </p:nvGrpSpPr>
      <p:grpSpPr>
        <a:xfrm>
          <a:off x="0" y="0"/>
          <a:ext cx="0" cy="0"/>
          <a:chOff x="0" y="0"/>
          <a:chExt cx="0" cy="0"/>
        </a:xfrm>
      </p:grpSpPr>
      <p:sp>
        <p:nvSpPr>
          <p:cNvPr id="425" name="Google Shape;425;p31"/>
          <p:cNvSpPr txBox="1">
            <a:spLocks noGrp="1"/>
          </p:cNvSpPr>
          <p:nvPr>
            <p:ph type="title"/>
          </p:nvPr>
        </p:nvSpPr>
        <p:spPr>
          <a:xfrm>
            <a:off x="274320" y="365760"/>
            <a:ext cx="85941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6" name="Google Shape;426;p31"/>
          <p:cNvSpPr txBox="1">
            <a:spLocks noGrp="1"/>
          </p:cNvSpPr>
          <p:nvPr>
            <p:ph type="body" idx="1"/>
          </p:nvPr>
        </p:nvSpPr>
        <p:spPr>
          <a:xfrm>
            <a:off x="274320" y="2485154"/>
            <a:ext cx="2708910" cy="2153522"/>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27" name="Google Shape;427;p31"/>
          <p:cNvSpPr txBox="1">
            <a:spLocks noGrp="1"/>
          </p:cNvSpPr>
          <p:nvPr>
            <p:ph type="body" idx="2"/>
          </p:nvPr>
        </p:nvSpPr>
        <p:spPr>
          <a:xfrm>
            <a:off x="3216402" y="2485154"/>
            <a:ext cx="2708910" cy="2153522"/>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28" name="Google Shape;428;p31"/>
          <p:cNvSpPr txBox="1">
            <a:spLocks noGrp="1"/>
          </p:cNvSpPr>
          <p:nvPr>
            <p:ph type="body" idx="3"/>
          </p:nvPr>
        </p:nvSpPr>
        <p:spPr>
          <a:xfrm>
            <a:off x="6158484" y="2485154"/>
            <a:ext cx="2708910" cy="2153522"/>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29" name="Google Shape;429;p31"/>
          <p:cNvSpPr>
            <a:spLocks noGrp="1"/>
          </p:cNvSpPr>
          <p:nvPr>
            <p:ph type="pic" idx="4"/>
          </p:nvPr>
        </p:nvSpPr>
        <p:spPr>
          <a:xfrm>
            <a:off x="273844" y="4703048"/>
            <a:ext cx="2709863" cy="1380252"/>
          </a:xfrm>
          <a:prstGeom prst="rect">
            <a:avLst/>
          </a:prstGeom>
          <a:solidFill>
            <a:srgbClr val="D7E0E3"/>
          </a:solidFill>
          <a:ln>
            <a:noFill/>
          </a:ln>
        </p:spPr>
      </p:sp>
      <p:sp>
        <p:nvSpPr>
          <p:cNvPr id="430" name="Google Shape;430;p31"/>
          <p:cNvSpPr>
            <a:spLocks noGrp="1"/>
          </p:cNvSpPr>
          <p:nvPr>
            <p:ph type="pic" idx="5"/>
          </p:nvPr>
        </p:nvSpPr>
        <p:spPr>
          <a:xfrm>
            <a:off x="3217069" y="4703048"/>
            <a:ext cx="2709863" cy="1380252"/>
          </a:xfrm>
          <a:prstGeom prst="rect">
            <a:avLst/>
          </a:prstGeom>
          <a:solidFill>
            <a:srgbClr val="D7E0E3"/>
          </a:solidFill>
          <a:ln>
            <a:noFill/>
          </a:ln>
        </p:spPr>
      </p:sp>
      <p:sp>
        <p:nvSpPr>
          <p:cNvPr id="431" name="Google Shape;431;p31"/>
          <p:cNvSpPr>
            <a:spLocks noGrp="1"/>
          </p:cNvSpPr>
          <p:nvPr>
            <p:ph type="pic" idx="6"/>
          </p:nvPr>
        </p:nvSpPr>
        <p:spPr>
          <a:xfrm>
            <a:off x="6157531" y="4703048"/>
            <a:ext cx="2709863" cy="1380252"/>
          </a:xfrm>
          <a:prstGeom prst="rect">
            <a:avLst/>
          </a:prstGeom>
          <a:solidFill>
            <a:srgbClr val="D7E0E3"/>
          </a:solidFill>
          <a:ln>
            <a:noFill/>
          </a:ln>
        </p:spPr>
      </p:sp>
      <p:sp>
        <p:nvSpPr>
          <p:cNvPr id="432" name="Google Shape;432;p31"/>
          <p:cNvSpPr txBox="1">
            <a:spLocks noGrp="1"/>
          </p:cNvSpPr>
          <p:nvPr>
            <p:ph type="body" idx="7"/>
          </p:nvPr>
        </p:nvSpPr>
        <p:spPr>
          <a:xfrm>
            <a:off x="651844" y="1828799"/>
            <a:ext cx="2330672" cy="5048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33" name="Google Shape;433;p31"/>
          <p:cNvSpPr txBox="1">
            <a:spLocks noGrp="1"/>
          </p:cNvSpPr>
          <p:nvPr>
            <p:ph type="body" idx="8"/>
          </p:nvPr>
        </p:nvSpPr>
        <p:spPr>
          <a:xfrm>
            <a:off x="3594640" y="1828799"/>
            <a:ext cx="2330672" cy="5048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34" name="Google Shape;434;p31"/>
          <p:cNvSpPr txBox="1">
            <a:spLocks noGrp="1"/>
          </p:cNvSpPr>
          <p:nvPr>
            <p:ph type="body" idx="9"/>
          </p:nvPr>
        </p:nvSpPr>
        <p:spPr>
          <a:xfrm>
            <a:off x="6536722" y="1828799"/>
            <a:ext cx="2330672" cy="5048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35" name="Google Shape;435;p31"/>
          <p:cNvSpPr>
            <a:spLocks noGrp="1"/>
          </p:cNvSpPr>
          <p:nvPr>
            <p:ph type="pic" idx="13"/>
          </p:nvPr>
        </p:nvSpPr>
        <p:spPr>
          <a:xfrm>
            <a:off x="273844" y="1828800"/>
            <a:ext cx="335255" cy="495222"/>
          </a:xfrm>
          <a:prstGeom prst="rect">
            <a:avLst/>
          </a:prstGeom>
          <a:noFill/>
          <a:ln>
            <a:noFill/>
          </a:ln>
        </p:spPr>
      </p:sp>
      <p:sp>
        <p:nvSpPr>
          <p:cNvPr id="436" name="Google Shape;436;p31"/>
          <p:cNvSpPr>
            <a:spLocks noGrp="1"/>
          </p:cNvSpPr>
          <p:nvPr>
            <p:ph type="pic" idx="14"/>
          </p:nvPr>
        </p:nvSpPr>
        <p:spPr>
          <a:xfrm>
            <a:off x="3216403" y="1828800"/>
            <a:ext cx="335255" cy="495222"/>
          </a:xfrm>
          <a:prstGeom prst="rect">
            <a:avLst/>
          </a:prstGeom>
          <a:noFill/>
          <a:ln>
            <a:noFill/>
          </a:ln>
        </p:spPr>
      </p:sp>
      <p:sp>
        <p:nvSpPr>
          <p:cNvPr id="437" name="Google Shape;437;p31"/>
          <p:cNvSpPr>
            <a:spLocks noGrp="1"/>
          </p:cNvSpPr>
          <p:nvPr>
            <p:ph type="pic" idx="15"/>
          </p:nvPr>
        </p:nvSpPr>
        <p:spPr>
          <a:xfrm>
            <a:off x="6158485" y="1828800"/>
            <a:ext cx="335255" cy="495222"/>
          </a:xfrm>
          <a:prstGeom prst="rect">
            <a:avLst/>
          </a:prstGeom>
          <a:no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ix Content Option 1 with Image">
  <p:cSld name="Six Content Option 1 with Image">
    <p:spTree>
      <p:nvGrpSpPr>
        <p:cNvPr id="1" name="Shape 438"/>
        <p:cNvGrpSpPr/>
        <p:nvPr/>
      </p:nvGrpSpPr>
      <p:grpSpPr>
        <a:xfrm>
          <a:off x="0" y="0"/>
          <a:ext cx="0" cy="0"/>
          <a:chOff x="0" y="0"/>
          <a:chExt cx="0" cy="0"/>
        </a:xfrm>
      </p:grpSpPr>
      <p:sp>
        <p:nvSpPr>
          <p:cNvPr id="439" name="Google Shape;439;p32"/>
          <p:cNvSpPr txBox="1">
            <a:spLocks noGrp="1"/>
          </p:cNvSpPr>
          <p:nvPr>
            <p:ph type="title"/>
          </p:nvPr>
        </p:nvSpPr>
        <p:spPr>
          <a:xfrm>
            <a:off x="274320" y="365760"/>
            <a:ext cx="4503420" cy="180594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0" name="Google Shape;440;p32"/>
          <p:cNvSpPr txBox="1">
            <a:spLocks noGrp="1"/>
          </p:cNvSpPr>
          <p:nvPr>
            <p:ph type="body" idx="1"/>
          </p:nvPr>
        </p:nvSpPr>
        <p:spPr>
          <a:xfrm>
            <a:off x="274320" y="2795839"/>
            <a:ext cx="2708910" cy="124759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41" name="Google Shape;441;p32"/>
          <p:cNvSpPr txBox="1">
            <a:spLocks noGrp="1"/>
          </p:cNvSpPr>
          <p:nvPr>
            <p:ph type="body" idx="2"/>
          </p:nvPr>
        </p:nvSpPr>
        <p:spPr>
          <a:xfrm>
            <a:off x="3216402" y="2795839"/>
            <a:ext cx="2708910" cy="124759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42" name="Google Shape;442;p32"/>
          <p:cNvSpPr txBox="1">
            <a:spLocks noGrp="1"/>
          </p:cNvSpPr>
          <p:nvPr>
            <p:ph type="body" idx="3"/>
          </p:nvPr>
        </p:nvSpPr>
        <p:spPr>
          <a:xfrm>
            <a:off x="6158484" y="2795839"/>
            <a:ext cx="2708910" cy="124759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43" name="Google Shape;443;p32"/>
          <p:cNvSpPr>
            <a:spLocks noGrp="1"/>
          </p:cNvSpPr>
          <p:nvPr>
            <p:ph type="pic" idx="4"/>
          </p:nvPr>
        </p:nvSpPr>
        <p:spPr>
          <a:xfrm>
            <a:off x="5234940" y="365760"/>
            <a:ext cx="3909060" cy="1805940"/>
          </a:xfrm>
          <a:prstGeom prst="rect">
            <a:avLst/>
          </a:prstGeom>
          <a:solidFill>
            <a:srgbClr val="D7E0E3"/>
          </a:solidFill>
          <a:ln>
            <a:noFill/>
          </a:ln>
        </p:spPr>
      </p:sp>
      <p:sp>
        <p:nvSpPr>
          <p:cNvPr id="444" name="Google Shape;444;p32"/>
          <p:cNvSpPr txBox="1">
            <a:spLocks noGrp="1"/>
          </p:cNvSpPr>
          <p:nvPr>
            <p:ph type="body" idx="5"/>
          </p:nvPr>
        </p:nvSpPr>
        <p:spPr>
          <a:xfrm>
            <a:off x="651844" y="2365974"/>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45" name="Google Shape;445;p32"/>
          <p:cNvSpPr txBox="1">
            <a:spLocks noGrp="1"/>
          </p:cNvSpPr>
          <p:nvPr>
            <p:ph type="body" idx="6"/>
          </p:nvPr>
        </p:nvSpPr>
        <p:spPr>
          <a:xfrm>
            <a:off x="3594640" y="2365974"/>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46" name="Google Shape;446;p32"/>
          <p:cNvSpPr txBox="1">
            <a:spLocks noGrp="1"/>
          </p:cNvSpPr>
          <p:nvPr>
            <p:ph type="body" idx="7"/>
          </p:nvPr>
        </p:nvSpPr>
        <p:spPr>
          <a:xfrm>
            <a:off x="6536722" y="2365974"/>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47" name="Google Shape;447;p32"/>
          <p:cNvSpPr txBox="1">
            <a:spLocks noGrp="1"/>
          </p:cNvSpPr>
          <p:nvPr>
            <p:ph type="body" idx="8"/>
          </p:nvPr>
        </p:nvSpPr>
        <p:spPr>
          <a:xfrm>
            <a:off x="273844" y="2365974"/>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48" name="Google Shape;448;p32"/>
          <p:cNvSpPr txBox="1">
            <a:spLocks noGrp="1"/>
          </p:cNvSpPr>
          <p:nvPr>
            <p:ph type="body" idx="9"/>
          </p:nvPr>
        </p:nvSpPr>
        <p:spPr>
          <a:xfrm>
            <a:off x="3216640" y="2365974"/>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49" name="Google Shape;449;p32"/>
          <p:cNvSpPr txBox="1">
            <a:spLocks noGrp="1"/>
          </p:cNvSpPr>
          <p:nvPr>
            <p:ph type="body" idx="13"/>
          </p:nvPr>
        </p:nvSpPr>
        <p:spPr>
          <a:xfrm>
            <a:off x="6158722" y="2365974"/>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50" name="Google Shape;450;p32"/>
          <p:cNvSpPr txBox="1">
            <a:spLocks noGrp="1"/>
          </p:cNvSpPr>
          <p:nvPr>
            <p:ph type="body" idx="14"/>
          </p:nvPr>
        </p:nvSpPr>
        <p:spPr>
          <a:xfrm>
            <a:off x="274320" y="4820026"/>
            <a:ext cx="2708910" cy="124759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51" name="Google Shape;451;p32"/>
          <p:cNvSpPr txBox="1">
            <a:spLocks noGrp="1"/>
          </p:cNvSpPr>
          <p:nvPr>
            <p:ph type="body" idx="15"/>
          </p:nvPr>
        </p:nvSpPr>
        <p:spPr>
          <a:xfrm>
            <a:off x="3216402" y="4820026"/>
            <a:ext cx="2708910" cy="124759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52" name="Google Shape;452;p32"/>
          <p:cNvSpPr txBox="1">
            <a:spLocks noGrp="1"/>
          </p:cNvSpPr>
          <p:nvPr>
            <p:ph type="body" idx="16"/>
          </p:nvPr>
        </p:nvSpPr>
        <p:spPr>
          <a:xfrm>
            <a:off x="6158484" y="4820026"/>
            <a:ext cx="2708910" cy="124759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53" name="Google Shape;453;p32"/>
          <p:cNvSpPr txBox="1">
            <a:spLocks noGrp="1"/>
          </p:cNvSpPr>
          <p:nvPr>
            <p:ph type="body" idx="17"/>
          </p:nvPr>
        </p:nvSpPr>
        <p:spPr>
          <a:xfrm>
            <a:off x="651844" y="4383741"/>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54" name="Google Shape;454;p32"/>
          <p:cNvSpPr txBox="1">
            <a:spLocks noGrp="1"/>
          </p:cNvSpPr>
          <p:nvPr>
            <p:ph type="body" idx="18"/>
          </p:nvPr>
        </p:nvSpPr>
        <p:spPr>
          <a:xfrm>
            <a:off x="3594640" y="4383741"/>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55" name="Google Shape;455;p32"/>
          <p:cNvSpPr txBox="1">
            <a:spLocks noGrp="1"/>
          </p:cNvSpPr>
          <p:nvPr>
            <p:ph type="body" idx="19"/>
          </p:nvPr>
        </p:nvSpPr>
        <p:spPr>
          <a:xfrm>
            <a:off x="6536722" y="4383741"/>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56" name="Google Shape;456;p32"/>
          <p:cNvSpPr txBox="1">
            <a:spLocks noGrp="1"/>
          </p:cNvSpPr>
          <p:nvPr>
            <p:ph type="body" idx="20"/>
          </p:nvPr>
        </p:nvSpPr>
        <p:spPr>
          <a:xfrm>
            <a:off x="273844" y="4383741"/>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57" name="Google Shape;457;p32"/>
          <p:cNvSpPr txBox="1">
            <a:spLocks noGrp="1"/>
          </p:cNvSpPr>
          <p:nvPr>
            <p:ph type="body" idx="21"/>
          </p:nvPr>
        </p:nvSpPr>
        <p:spPr>
          <a:xfrm>
            <a:off x="3216640" y="4383741"/>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58" name="Google Shape;458;p32"/>
          <p:cNvSpPr txBox="1">
            <a:spLocks noGrp="1"/>
          </p:cNvSpPr>
          <p:nvPr>
            <p:ph type="body" idx="22"/>
          </p:nvPr>
        </p:nvSpPr>
        <p:spPr>
          <a:xfrm>
            <a:off x="6158722" y="4383741"/>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Six Content with Image and icon">
  <p:cSld name="Six Content with Image and icon">
    <p:spTree>
      <p:nvGrpSpPr>
        <p:cNvPr id="1" name="Shape 459"/>
        <p:cNvGrpSpPr/>
        <p:nvPr/>
      </p:nvGrpSpPr>
      <p:grpSpPr>
        <a:xfrm>
          <a:off x="0" y="0"/>
          <a:ext cx="0" cy="0"/>
          <a:chOff x="0" y="0"/>
          <a:chExt cx="0" cy="0"/>
        </a:xfrm>
      </p:grpSpPr>
      <p:sp>
        <p:nvSpPr>
          <p:cNvPr id="460" name="Google Shape;460;p33"/>
          <p:cNvSpPr txBox="1">
            <a:spLocks noGrp="1"/>
          </p:cNvSpPr>
          <p:nvPr>
            <p:ph type="title"/>
          </p:nvPr>
        </p:nvSpPr>
        <p:spPr>
          <a:xfrm>
            <a:off x="274320" y="365760"/>
            <a:ext cx="4503420" cy="180594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1" name="Google Shape;461;p33"/>
          <p:cNvSpPr txBox="1">
            <a:spLocks noGrp="1"/>
          </p:cNvSpPr>
          <p:nvPr>
            <p:ph type="body" idx="1"/>
          </p:nvPr>
        </p:nvSpPr>
        <p:spPr>
          <a:xfrm>
            <a:off x="274320" y="2795839"/>
            <a:ext cx="2708910" cy="1247591"/>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62" name="Google Shape;462;p33"/>
          <p:cNvSpPr txBox="1">
            <a:spLocks noGrp="1"/>
          </p:cNvSpPr>
          <p:nvPr>
            <p:ph type="body" idx="2"/>
          </p:nvPr>
        </p:nvSpPr>
        <p:spPr>
          <a:xfrm>
            <a:off x="3216402" y="2795839"/>
            <a:ext cx="2708910" cy="1247591"/>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63" name="Google Shape;463;p33"/>
          <p:cNvSpPr txBox="1">
            <a:spLocks noGrp="1"/>
          </p:cNvSpPr>
          <p:nvPr>
            <p:ph type="body" idx="3"/>
          </p:nvPr>
        </p:nvSpPr>
        <p:spPr>
          <a:xfrm>
            <a:off x="6158484" y="2795839"/>
            <a:ext cx="2708910" cy="1247591"/>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64" name="Google Shape;464;p33"/>
          <p:cNvSpPr>
            <a:spLocks noGrp="1"/>
          </p:cNvSpPr>
          <p:nvPr>
            <p:ph type="pic" idx="4"/>
          </p:nvPr>
        </p:nvSpPr>
        <p:spPr>
          <a:xfrm>
            <a:off x="5234940" y="365760"/>
            <a:ext cx="3909060" cy="1805940"/>
          </a:xfrm>
          <a:prstGeom prst="rect">
            <a:avLst/>
          </a:prstGeom>
          <a:solidFill>
            <a:srgbClr val="D7E0E3"/>
          </a:solidFill>
          <a:ln>
            <a:noFill/>
          </a:ln>
        </p:spPr>
      </p:sp>
      <p:sp>
        <p:nvSpPr>
          <p:cNvPr id="465" name="Google Shape;465;p33"/>
          <p:cNvSpPr txBox="1">
            <a:spLocks noGrp="1"/>
          </p:cNvSpPr>
          <p:nvPr>
            <p:ph type="body" idx="5"/>
          </p:nvPr>
        </p:nvSpPr>
        <p:spPr>
          <a:xfrm>
            <a:off x="651844" y="2365974"/>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66" name="Google Shape;466;p33"/>
          <p:cNvSpPr txBox="1">
            <a:spLocks noGrp="1"/>
          </p:cNvSpPr>
          <p:nvPr>
            <p:ph type="body" idx="6"/>
          </p:nvPr>
        </p:nvSpPr>
        <p:spPr>
          <a:xfrm>
            <a:off x="3594640" y="2365974"/>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67" name="Google Shape;467;p33"/>
          <p:cNvSpPr txBox="1">
            <a:spLocks noGrp="1"/>
          </p:cNvSpPr>
          <p:nvPr>
            <p:ph type="body" idx="7"/>
          </p:nvPr>
        </p:nvSpPr>
        <p:spPr>
          <a:xfrm>
            <a:off x="6536722" y="2365974"/>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68" name="Google Shape;468;p33"/>
          <p:cNvSpPr txBox="1">
            <a:spLocks noGrp="1"/>
          </p:cNvSpPr>
          <p:nvPr>
            <p:ph type="body" idx="8"/>
          </p:nvPr>
        </p:nvSpPr>
        <p:spPr>
          <a:xfrm>
            <a:off x="274320" y="4820026"/>
            <a:ext cx="2708910" cy="1247591"/>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69" name="Google Shape;469;p33"/>
          <p:cNvSpPr txBox="1">
            <a:spLocks noGrp="1"/>
          </p:cNvSpPr>
          <p:nvPr>
            <p:ph type="body" idx="9"/>
          </p:nvPr>
        </p:nvSpPr>
        <p:spPr>
          <a:xfrm>
            <a:off x="3216402" y="4820026"/>
            <a:ext cx="2708910" cy="1247591"/>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70" name="Google Shape;470;p33"/>
          <p:cNvSpPr txBox="1">
            <a:spLocks noGrp="1"/>
          </p:cNvSpPr>
          <p:nvPr>
            <p:ph type="body" idx="13"/>
          </p:nvPr>
        </p:nvSpPr>
        <p:spPr>
          <a:xfrm>
            <a:off x="6158484" y="4820026"/>
            <a:ext cx="2708910" cy="1247591"/>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71" name="Google Shape;471;p33"/>
          <p:cNvSpPr txBox="1">
            <a:spLocks noGrp="1"/>
          </p:cNvSpPr>
          <p:nvPr>
            <p:ph type="body" idx="14"/>
          </p:nvPr>
        </p:nvSpPr>
        <p:spPr>
          <a:xfrm>
            <a:off x="651844" y="4383741"/>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72" name="Google Shape;472;p33"/>
          <p:cNvSpPr txBox="1">
            <a:spLocks noGrp="1"/>
          </p:cNvSpPr>
          <p:nvPr>
            <p:ph type="body" idx="15"/>
          </p:nvPr>
        </p:nvSpPr>
        <p:spPr>
          <a:xfrm>
            <a:off x="3594640" y="4383741"/>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73" name="Google Shape;473;p33"/>
          <p:cNvSpPr txBox="1">
            <a:spLocks noGrp="1"/>
          </p:cNvSpPr>
          <p:nvPr>
            <p:ph type="body" idx="16"/>
          </p:nvPr>
        </p:nvSpPr>
        <p:spPr>
          <a:xfrm>
            <a:off x="6536722" y="4383741"/>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74" name="Google Shape;474;p33"/>
          <p:cNvSpPr>
            <a:spLocks noGrp="1"/>
          </p:cNvSpPr>
          <p:nvPr>
            <p:ph type="pic" idx="17"/>
          </p:nvPr>
        </p:nvSpPr>
        <p:spPr>
          <a:xfrm>
            <a:off x="273844" y="2365975"/>
            <a:ext cx="335255" cy="300179"/>
          </a:xfrm>
          <a:prstGeom prst="rect">
            <a:avLst/>
          </a:prstGeom>
          <a:noFill/>
          <a:ln>
            <a:noFill/>
          </a:ln>
        </p:spPr>
      </p:sp>
      <p:sp>
        <p:nvSpPr>
          <p:cNvPr id="475" name="Google Shape;475;p33"/>
          <p:cNvSpPr>
            <a:spLocks noGrp="1"/>
          </p:cNvSpPr>
          <p:nvPr>
            <p:ph type="pic" idx="18"/>
          </p:nvPr>
        </p:nvSpPr>
        <p:spPr>
          <a:xfrm>
            <a:off x="273844" y="4389563"/>
            <a:ext cx="335255" cy="300179"/>
          </a:xfrm>
          <a:prstGeom prst="rect">
            <a:avLst/>
          </a:prstGeom>
          <a:noFill/>
          <a:ln>
            <a:noFill/>
          </a:ln>
        </p:spPr>
      </p:sp>
      <p:sp>
        <p:nvSpPr>
          <p:cNvPr id="476" name="Google Shape;476;p33"/>
          <p:cNvSpPr>
            <a:spLocks noGrp="1"/>
          </p:cNvSpPr>
          <p:nvPr>
            <p:ph type="pic" idx="19"/>
          </p:nvPr>
        </p:nvSpPr>
        <p:spPr>
          <a:xfrm>
            <a:off x="3216403" y="2365975"/>
            <a:ext cx="335255" cy="300179"/>
          </a:xfrm>
          <a:prstGeom prst="rect">
            <a:avLst/>
          </a:prstGeom>
          <a:noFill/>
          <a:ln>
            <a:noFill/>
          </a:ln>
        </p:spPr>
      </p:sp>
      <p:sp>
        <p:nvSpPr>
          <p:cNvPr id="477" name="Google Shape;477;p33"/>
          <p:cNvSpPr>
            <a:spLocks noGrp="1"/>
          </p:cNvSpPr>
          <p:nvPr>
            <p:ph type="pic" idx="20"/>
          </p:nvPr>
        </p:nvSpPr>
        <p:spPr>
          <a:xfrm>
            <a:off x="3216403" y="4389563"/>
            <a:ext cx="335255" cy="300179"/>
          </a:xfrm>
          <a:prstGeom prst="rect">
            <a:avLst/>
          </a:prstGeom>
          <a:noFill/>
          <a:ln>
            <a:noFill/>
          </a:ln>
        </p:spPr>
      </p:sp>
      <p:sp>
        <p:nvSpPr>
          <p:cNvPr id="478" name="Google Shape;478;p33"/>
          <p:cNvSpPr>
            <a:spLocks noGrp="1"/>
          </p:cNvSpPr>
          <p:nvPr>
            <p:ph type="pic" idx="21"/>
          </p:nvPr>
        </p:nvSpPr>
        <p:spPr>
          <a:xfrm>
            <a:off x="6158485" y="2365975"/>
            <a:ext cx="335255" cy="300179"/>
          </a:xfrm>
          <a:prstGeom prst="rect">
            <a:avLst/>
          </a:prstGeom>
          <a:noFill/>
          <a:ln>
            <a:noFill/>
          </a:ln>
        </p:spPr>
      </p:sp>
      <p:sp>
        <p:nvSpPr>
          <p:cNvPr id="479" name="Google Shape;479;p33"/>
          <p:cNvSpPr>
            <a:spLocks noGrp="1"/>
          </p:cNvSpPr>
          <p:nvPr>
            <p:ph type="pic" idx="22"/>
          </p:nvPr>
        </p:nvSpPr>
        <p:spPr>
          <a:xfrm>
            <a:off x="6158485" y="4389563"/>
            <a:ext cx="335255" cy="300179"/>
          </a:xfrm>
          <a:prstGeom prst="rect">
            <a:avLst/>
          </a:prstGeom>
          <a:no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ix Content Option 2 with Image">
  <p:cSld name="Six Content Option 2 with Image">
    <p:spTree>
      <p:nvGrpSpPr>
        <p:cNvPr id="1" name="Shape 480"/>
        <p:cNvGrpSpPr/>
        <p:nvPr/>
      </p:nvGrpSpPr>
      <p:grpSpPr>
        <a:xfrm>
          <a:off x="0" y="0"/>
          <a:ext cx="0" cy="0"/>
          <a:chOff x="0" y="0"/>
          <a:chExt cx="0" cy="0"/>
        </a:xfrm>
      </p:grpSpPr>
      <p:sp>
        <p:nvSpPr>
          <p:cNvPr id="481" name="Google Shape;481;p34"/>
          <p:cNvSpPr>
            <a:spLocks noGrp="1"/>
          </p:cNvSpPr>
          <p:nvPr>
            <p:ph type="pic" idx="2"/>
          </p:nvPr>
        </p:nvSpPr>
        <p:spPr>
          <a:xfrm>
            <a:off x="273844" y="2152592"/>
            <a:ext cx="2708672" cy="2667433"/>
          </a:xfrm>
          <a:prstGeom prst="rect">
            <a:avLst/>
          </a:prstGeom>
          <a:solidFill>
            <a:srgbClr val="D7E0E3"/>
          </a:solidFill>
          <a:ln>
            <a:noFill/>
          </a:ln>
        </p:spPr>
      </p:sp>
      <p:sp>
        <p:nvSpPr>
          <p:cNvPr id="482" name="Google Shape;482;p34"/>
          <p:cNvSpPr txBox="1">
            <a:spLocks noGrp="1"/>
          </p:cNvSpPr>
          <p:nvPr>
            <p:ph type="title"/>
          </p:nvPr>
        </p:nvSpPr>
        <p:spPr>
          <a:xfrm>
            <a:off x="274320" y="365760"/>
            <a:ext cx="2708196" cy="1666322"/>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83" name="Google Shape;483;p34"/>
          <p:cNvSpPr txBox="1">
            <a:spLocks noGrp="1"/>
          </p:cNvSpPr>
          <p:nvPr>
            <p:ph type="body" idx="1"/>
          </p:nvPr>
        </p:nvSpPr>
        <p:spPr>
          <a:xfrm>
            <a:off x="3216164" y="784492"/>
            <a:ext cx="2708910" cy="124759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84" name="Google Shape;484;p34"/>
          <p:cNvSpPr txBox="1">
            <a:spLocks noGrp="1"/>
          </p:cNvSpPr>
          <p:nvPr>
            <p:ph type="body" idx="3"/>
          </p:nvPr>
        </p:nvSpPr>
        <p:spPr>
          <a:xfrm>
            <a:off x="3593689" y="348207"/>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85" name="Google Shape;485;p34"/>
          <p:cNvSpPr txBox="1">
            <a:spLocks noGrp="1"/>
          </p:cNvSpPr>
          <p:nvPr>
            <p:ph type="body" idx="4"/>
          </p:nvPr>
        </p:nvSpPr>
        <p:spPr>
          <a:xfrm>
            <a:off x="3215688" y="348207"/>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86" name="Google Shape;486;p34"/>
          <p:cNvSpPr txBox="1">
            <a:spLocks noGrp="1"/>
          </p:cNvSpPr>
          <p:nvPr>
            <p:ph type="body" idx="5"/>
          </p:nvPr>
        </p:nvSpPr>
        <p:spPr>
          <a:xfrm>
            <a:off x="6157532" y="784492"/>
            <a:ext cx="2708910" cy="124759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87" name="Google Shape;487;p34"/>
          <p:cNvSpPr txBox="1">
            <a:spLocks noGrp="1"/>
          </p:cNvSpPr>
          <p:nvPr>
            <p:ph type="body" idx="6"/>
          </p:nvPr>
        </p:nvSpPr>
        <p:spPr>
          <a:xfrm>
            <a:off x="6535057" y="348207"/>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88" name="Google Shape;488;p34"/>
          <p:cNvSpPr txBox="1">
            <a:spLocks noGrp="1"/>
          </p:cNvSpPr>
          <p:nvPr>
            <p:ph type="body" idx="7"/>
          </p:nvPr>
        </p:nvSpPr>
        <p:spPr>
          <a:xfrm>
            <a:off x="6157056" y="348207"/>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89" name="Google Shape;489;p34"/>
          <p:cNvSpPr txBox="1">
            <a:spLocks noGrp="1"/>
          </p:cNvSpPr>
          <p:nvPr>
            <p:ph type="body" idx="8"/>
          </p:nvPr>
        </p:nvSpPr>
        <p:spPr>
          <a:xfrm>
            <a:off x="274320" y="5141344"/>
            <a:ext cx="2708196" cy="939417"/>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90" name="Google Shape;490;p34"/>
          <p:cNvSpPr txBox="1">
            <a:spLocks noGrp="1"/>
          </p:cNvSpPr>
          <p:nvPr>
            <p:ph type="body" idx="9"/>
          </p:nvPr>
        </p:nvSpPr>
        <p:spPr>
          <a:xfrm>
            <a:off x="3216402" y="2795839"/>
            <a:ext cx="2708910" cy="124759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91" name="Google Shape;491;p34"/>
          <p:cNvSpPr txBox="1">
            <a:spLocks noGrp="1"/>
          </p:cNvSpPr>
          <p:nvPr>
            <p:ph type="body" idx="13"/>
          </p:nvPr>
        </p:nvSpPr>
        <p:spPr>
          <a:xfrm>
            <a:off x="6158484" y="2795839"/>
            <a:ext cx="2708910" cy="124759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92" name="Google Shape;492;p34"/>
          <p:cNvSpPr txBox="1">
            <a:spLocks noGrp="1"/>
          </p:cNvSpPr>
          <p:nvPr>
            <p:ph type="body" idx="14"/>
          </p:nvPr>
        </p:nvSpPr>
        <p:spPr>
          <a:xfrm>
            <a:off x="3594640" y="2365974"/>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93" name="Google Shape;493;p34"/>
          <p:cNvSpPr txBox="1">
            <a:spLocks noGrp="1"/>
          </p:cNvSpPr>
          <p:nvPr>
            <p:ph type="body" idx="15"/>
          </p:nvPr>
        </p:nvSpPr>
        <p:spPr>
          <a:xfrm>
            <a:off x="6536722" y="2365974"/>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94" name="Google Shape;494;p34"/>
          <p:cNvSpPr txBox="1">
            <a:spLocks noGrp="1"/>
          </p:cNvSpPr>
          <p:nvPr>
            <p:ph type="body" idx="16"/>
          </p:nvPr>
        </p:nvSpPr>
        <p:spPr>
          <a:xfrm>
            <a:off x="3216640" y="2365974"/>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95" name="Google Shape;495;p34"/>
          <p:cNvSpPr txBox="1">
            <a:spLocks noGrp="1"/>
          </p:cNvSpPr>
          <p:nvPr>
            <p:ph type="body" idx="17"/>
          </p:nvPr>
        </p:nvSpPr>
        <p:spPr>
          <a:xfrm>
            <a:off x="6158722" y="2365974"/>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96" name="Google Shape;496;p34"/>
          <p:cNvSpPr txBox="1">
            <a:spLocks noGrp="1"/>
          </p:cNvSpPr>
          <p:nvPr>
            <p:ph type="body" idx="18"/>
          </p:nvPr>
        </p:nvSpPr>
        <p:spPr>
          <a:xfrm>
            <a:off x="3216402" y="4820026"/>
            <a:ext cx="2708910" cy="124759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97" name="Google Shape;497;p34"/>
          <p:cNvSpPr txBox="1">
            <a:spLocks noGrp="1"/>
          </p:cNvSpPr>
          <p:nvPr>
            <p:ph type="body" idx="19"/>
          </p:nvPr>
        </p:nvSpPr>
        <p:spPr>
          <a:xfrm>
            <a:off x="6158484" y="4820026"/>
            <a:ext cx="2708910" cy="124759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98" name="Google Shape;498;p34"/>
          <p:cNvSpPr txBox="1">
            <a:spLocks noGrp="1"/>
          </p:cNvSpPr>
          <p:nvPr>
            <p:ph type="body" idx="20"/>
          </p:nvPr>
        </p:nvSpPr>
        <p:spPr>
          <a:xfrm>
            <a:off x="3594640" y="4383741"/>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499" name="Google Shape;499;p34"/>
          <p:cNvSpPr txBox="1">
            <a:spLocks noGrp="1"/>
          </p:cNvSpPr>
          <p:nvPr>
            <p:ph type="body" idx="21"/>
          </p:nvPr>
        </p:nvSpPr>
        <p:spPr>
          <a:xfrm>
            <a:off x="6536722" y="4383741"/>
            <a:ext cx="2330672"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00" name="Google Shape;500;p34"/>
          <p:cNvSpPr txBox="1">
            <a:spLocks noGrp="1"/>
          </p:cNvSpPr>
          <p:nvPr>
            <p:ph type="body" idx="22"/>
          </p:nvPr>
        </p:nvSpPr>
        <p:spPr>
          <a:xfrm>
            <a:off x="3216640" y="4383741"/>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01" name="Google Shape;501;p34"/>
          <p:cNvSpPr txBox="1">
            <a:spLocks noGrp="1"/>
          </p:cNvSpPr>
          <p:nvPr>
            <p:ph type="body" idx="23"/>
          </p:nvPr>
        </p:nvSpPr>
        <p:spPr>
          <a:xfrm>
            <a:off x="6158722" y="4383741"/>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ix Content Option 3 with Image">
  <p:cSld name="Six Content Option 3 with Image">
    <p:spTree>
      <p:nvGrpSpPr>
        <p:cNvPr id="1" name="Shape 502"/>
        <p:cNvGrpSpPr/>
        <p:nvPr/>
      </p:nvGrpSpPr>
      <p:grpSpPr>
        <a:xfrm>
          <a:off x="0" y="0"/>
          <a:ext cx="0" cy="0"/>
          <a:chOff x="0" y="0"/>
          <a:chExt cx="0" cy="0"/>
        </a:xfrm>
      </p:grpSpPr>
      <p:sp>
        <p:nvSpPr>
          <p:cNvPr id="503" name="Google Shape;503;p35" descr="UST"/>
          <p:cNvSpPr/>
          <p:nvPr/>
        </p:nvSpPr>
        <p:spPr>
          <a:xfrm>
            <a:off x="274320" y="6238277"/>
            <a:ext cx="240030" cy="354090"/>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504" name="Google Shape;504;p35"/>
          <p:cNvSpPr>
            <a:spLocks noGrp="1"/>
          </p:cNvSpPr>
          <p:nvPr>
            <p:ph type="pic" idx="2"/>
          </p:nvPr>
        </p:nvSpPr>
        <p:spPr>
          <a:xfrm>
            <a:off x="6890994" y="1"/>
            <a:ext cx="2253006" cy="3711295"/>
          </a:xfrm>
          <a:prstGeom prst="rect">
            <a:avLst/>
          </a:prstGeom>
          <a:solidFill>
            <a:srgbClr val="D7E0E3"/>
          </a:solidFill>
          <a:ln>
            <a:noFill/>
          </a:ln>
        </p:spPr>
      </p:sp>
      <p:sp>
        <p:nvSpPr>
          <p:cNvPr id="505" name="Google Shape;505;p35"/>
          <p:cNvSpPr/>
          <p:nvPr/>
        </p:nvSpPr>
        <p:spPr>
          <a:xfrm>
            <a:off x="273844" y="1599921"/>
            <a:ext cx="1976400" cy="2111375"/>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506" name="Google Shape;506;p35"/>
          <p:cNvSpPr/>
          <p:nvPr/>
        </p:nvSpPr>
        <p:spPr>
          <a:xfrm>
            <a:off x="2479719" y="1599921"/>
            <a:ext cx="1976400" cy="2111375"/>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507" name="Google Shape;507;p35"/>
          <p:cNvSpPr/>
          <p:nvPr/>
        </p:nvSpPr>
        <p:spPr>
          <a:xfrm>
            <a:off x="4685357" y="1599921"/>
            <a:ext cx="1976400" cy="2111375"/>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508" name="Google Shape;508;p35"/>
          <p:cNvSpPr txBox="1">
            <a:spLocks noGrp="1"/>
          </p:cNvSpPr>
          <p:nvPr>
            <p:ph type="body" idx="1"/>
          </p:nvPr>
        </p:nvSpPr>
        <p:spPr>
          <a:xfrm>
            <a:off x="384544" y="2401325"/>
            <a:ext cx="1755000" cy="1188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09" name="Google Shape;509;p35"/>
          <p:cNvSpPr txBox="1">
            <a:spLocks noGrp="1"/>
          </p:cNvSpPr>
          <p:nvPr>
            <p:ph type="body" idx="3"/>
          </p:nvPr>
        </p:nvSpPr>
        <p:spPr>
          <a:xfrm>
            <a:off x="2590419" y="2401325"/>
            <a:ext cx="1755000" cy="1188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10" name="Google Shape;510;p35"/>
          <p:cNvSpPr txBox="1">
            <a:spLocks noGrp="1"/>
          </p:cNvSpPr>
          <p:nvPr>
            <p:ph type="body" idx="4"/>
          </p:nvPr>
        </p:nvSpPr>
        <p:spPr>
          <a:xfrm>
            <a:off x="4796057" y="2401325"/>
            <a:ext cx="1755000" cy="1188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11" name="Google Shape;511;p35"/>
          <p:cNvSpPr txBox="1">
            <a:spLocks noGrp="1"/>
          </p:cNvSpPr>
          <p:nvPr>
            <p:ph type="body" idx="5"/>
          </p:nvPr>
        </p:nvSpPr>
        <p:spPr>
          <a:xfrm>
            <a:off x="384544" y="1746008"/>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12" name="Google Shape;512;p35"/>
          <p:cNvSpPr txBox="1">
            <a:spLocks noGrp="1"/>
          </p:cNvSpPr>
          <p:nvPr>
            <p:ph type="body" idx="6"/>
          </p:nvPr>
        </p:nvSpPr>
        <p:spPr>
          <a:xfrm>
            <a:off x="2590419" y="1746008"/>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13" name="Google Shape;513;p35"/>
          <p:cNvSpPr txBox="1">
            <a:spLocks noGrp="1"/>
          </p:cNvSpPr>
          <p:nvPr>
            <p:ph type="body" idx="7"/>
          </p:nvPr>
        </p:nvSpPr>
        <p:spPr>
          <a:xfrm>
            <a:off x="4796057" y="1746008"/>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14" name="Google Shape;514;p35"/>
          <p:cNvSpPr txBox="1">
            <a:spLocks noGrp="1"/>
          </p:cNvSpPr>
          <p:nvPr>
            <p:ph type="title"/>
          </p:nvPr>
        </p:nvSpPr>
        <p:spPr>
          <a:xfrm>
            <a:off x="274320" y="365760"/>
            <a:ext cx="6387437"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5" name="Google Shape;515;p35"/>
          <p:cNvSpPr/>
          <p:nvPr/>
        </p:nvSpPr>
        <p:spPr>
          <a:xfrm>
            <a:off x="273844" y="3971926"/>
            <a:ext cx="1976400" cy="2111375"/>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516" name="Google Shape;516;p35"/>
          <p:cNvSpPr/>
          <p:nvPr/>
        </p:nvSpPr>
        <p:spPr>
          <a:xfrm>
            <a:off x="2479719" y="3971926"/>
            <a:ext cx="1976400" cy="2111375"/>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517" name="Google Shape;517;p35"/>
          <p:cNvSpPr/>
          <p:nvPr/>
        </p:nvSpPr>
        <p:spPr>
          <a:xfrm>
            <a:off x="4685356" y="3971926"/>
            <a:ext cx="4458644" cy="2111375"/>
          </a:xfrm>
          <a:prstGeom prst="rect">
            <a:avLst/>
          </a:prstGeom>
          <a:solidFill>
            <a:schemeClr val="accent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518" name="Google Shape;518;p35"/>
          <p:cNvSpPr txBox="1">
            <a:spLocks noGrp="1"/>
          </p:cNvSpPr>
          <p:nvPr>
            <p:ph type="body" idx="8"/>
          </p:nvPr>
        </p:nvSpPr>
        <p:spPr>
          <a:xfrm>
            <a:off x="384544" y="4773331"/>
            <a:ext cx="1755000" cy="1188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19" name="Google Shape;519;p35"/>
          <p:cNvSpPr txBox="1">
            <a:spLocks noGrp="1"/>
          </p:cNvSpPr>
          <p:nvPr>
            <p:ph type="body" idx="9"/>
          </p:nvPr>
        </p:nvSpPr>
        <p:spPr>
          <a:xfrm>
            <a:off x="2590419" y="4773331"/>
            <a:ext cx="1755000" cy="1188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20" name="Google Shape;520;p35"/>
          <p:cNvSpPr txBox="1">
            <a:spLocks noGrp="1"/>
          </p:cNvSpPr>
          <p:nvPr>
            <p:ph type="body" idx="13"/>
          </p:nvPr>
        </p:nvSpPr>
        <p:spPr>
          <a:xfrm>
            <a:off x="4796056" y="4536819"/>
            <a:ext cx="4071338" cy="142451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21" name="Google Shape;521;p35"/>
          <p:cNvSpPr txBox="1">
            <a:spLocks noGrp="1"/>
          </p:cNvSpPr>
          <p:nvPr>
            <p:ph type="body" idx="14"/>
          </p:nvPr>
        </p:nvSpPr>
        <p:spPr>
          <a:xfrm>
            <a:off x="384544" y="4118013"/>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22" name="Google Shape;522;p35"/>
          <p:cNvSpPr txBox="1">
            <a:spLocks noGrp="1"/>
          </p:cNvSpPr>
          <p:nvPr>
            <p:ph type="body" idx="15"/>
          </p:nvPr>
        </p:nvSpPr>
        <p:spPr>
          <a:xfrm>
            <a:off x="2590419" y="4118013"/>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23" name="Google Shape;523;p35"/>
          <p:cNvSpPr txBox="1">
            <a:spLocks noGrp="1"/>
          </p:cNvSpPr>
          <p:nvPr>
            <p:ph type="body" idx="16"/>
          </p:nvPr>
        </p:nvSpPr>
        <p:spPr>
          <a:xfrm>
            <a:off x="4796056" y="4118013"/>
            <a:ext cx="4071338" cy="27271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solidFill>
                  <a:schemeClr val="lt1"/>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guide id="8" orient="horz">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1_Layout for Next step: Six content">
  <p:cSld name="1_Layout for Next step: Six content">
    <p:spTree>
      <p:nvGrpSpPr>
        <p:cNvPr id="1" name="Shape 524"/>
        <p:cNvGrpSpPr/>
        <p:nvPr/>
      </p:nvGrpSpPr>
      <p:grpSpPr>
        <a:xfrm>
          <a:off x="0" y="0"/>
          <a:ext cx="0" cy="0"/>
          <a:chOff x="0" y="0"/>
          <a:chExt cx="0" cy="0"/>
        </a:xfrm>
      </p:grpSpPr>
      <p:cxnSp>
        <p:nvCxnSpPr>
          <p:cNvPr id="525" name="Google Shape;525;p36"/>
          <p:cNvCxnSpPr>
            <a:stCxn id="526" idx="2"/>
            <a:endCxn id="527" idx="0"/>
          </p:cNvCxnSpPr>
          <p:nvPr/>
        </p:nvCxnSpPr>
        <p:spPr>
          <a:xfrm>
            <a:off x="4470559" y="1039248"/>
            <a:ext cx="0" cy="3564600"/>
          </a:xfrm>
          <a:prstGeom prst="straightConnector1">
            <a:avLst/>
          </a:prstGeom>
          <a:noFill/>
          <a:ln w="12700" cap="sq" cmpd="sng">
            <a:solidFill>
              <a:schemeClr val="dk1"/>
            </a:solidFill>
            <a:prstDash val="solid"/>
            <a:round/>
            <a:headEnd type="none" w="sm" len="sm"/>
            <a:tailEnd type="none" w="sm" len="sm"/>
          </a:ln>
        </p:spPr>
      </p:cxnSp>
      <p:sp>
        <p:nvSpPr>
          <p:cNvPr id="528" name="Google Shape;528;p36"/>
          <p:cNvSpPr txBox="1">
            <a:spLocks noGrp="1"/>
          </p:cNvSpPr>
          <p:nvPr>
            <p:ph type="title"/>
          </p:nvPr>
        </p:nvSpPr>
        <p:spPr>
          <a:xfrm>
            <a:off x="274321" y="365760"/>
            <a:ext cx="3614261"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9" name="Google Shape;529;p36"/>
          <p:cNvSpPr>
            <a:spLocks noGrp="1"/>
          </p:cNvSpPr>
          <p:nvPr>
            <p:ph type="pic" idx="2"/>
          </p:nvPr>
        </p:nvSpPr>
        <p:spPr>
          <a:xfrm>
            <a:off x="1" y="1778423"/>
            <a:ext cx="3888581" cy="2651063"/>
          </a:xfrm>
          <a:prstGeom prst="rect">
            <a:avLst/>
          </a:prstGeom>
          <a:solidFill>
            <a:srgbClr val="D7E0E3"/>
          </a:solidFill>
          <a:ln>
            <a:noFill/>
          </a:ln>
        </p:spPr>
      </p:sp>
      <p:sp>
        <p:nvSpPr>
          <p:cNvPr id="530" name="Google Shape;530;p36"/>
          <p:cNvSpPr txBox="1">
            <a:spLocks noGrp="1"/>
          </p:cNvSpPr>
          <p:nvPr>
            <p:ph type="body" idx="1"/>
          </p:nvPr>
        </p:nvSpPr>
        <p:spPr>
          <a:xfrm>
            <a:off x="4254817" y="1778423"/>
            <a:ext cx="431483" cy="673101"/>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900"/>
              <a:buFont typeface="Arial"/>
              <a:buNone/>
              <a:defRPr sz="900" b="1">
                <a:solidFill>
                  <a:schemeClr val="dk2"/>
                </a:solidFill>
              </a:defRPr>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31" name="Google Shape;531;p36"/>
          <p:cNvSpPr txBox="1">
            <a:spLocks noGrp="1"/>
          </p:cNvSpPr>
          <p:nvPr>
            <p:ph type="body" idx="3"/>
          </p:nvPr>
        </p:nvSpPr>
        <p:spPr>
          <a:xfrm>
            <a:off x="4822032" y="1778422"/>
            <a:ext cx="4045124" cy="1238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32" name="Google Shape;532;p36"/>
          <p:cNvSpPr txBox="1">
            <a:spLocks noGrp="1"/>
          </p:cNvSpPr>
          <p:nvPr>
            <p:ph type="body" idx="4"/>
          </p:nvPr>
        </p:nvSpPr>
        <p:spPr>
          <a:xfrm>
            <a:off x="274321" y="4724400"/>
            <a:ext cx="3614261" cy="1116682"/>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500"/>
              <a:buFont typeface="Arial"/>
              <a:buNone/>
              <a:defRPr sz="15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33" name="Google Shape;533;p36"/>
          <p:cNvSpPr txBox="1">
            <a:spLocks noGrp="1"/>
          </p:cNvSpPr>
          <p:nvPr>
            <p:ph type="body" idx="5"/>
          </p:nvPr>
        </p:nvSpPr>
        <p:spPr>
          <a:xfrm>
            <a:off x="4822032" y="3191085"/>
            <a:ext cx="4045124" cy="1238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34" name="Google Shape;534;p36"/>
          <p:cNvSpPr txBox="1">
            <a:spLocks noGrp="1"/>
          </p:cNvSpPr>
          <p:nvPr>
            <p:ph type="body" idx="6"/>
          </p:nvPr>
        </p:nvSpPr>
        <p:spPr>
          <a:xfrm>
            <a:off x="4254817" y="3191086"/>
            <a:ext cx="431483" cy="673101"/>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900"/>
              <a:buFont typeface="Arial"/>
              <a:buNone/>
              <a:defRPr sz="900" b="1">
                <a:solidFill>
                  <a:schemeClr val="dk2"/>
                </a:solidFill>
              </a:defRPr>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26" name="Google Shape;526;p36"/>
          <p:cNvSpPr txBox="1">
            <a:spLocks noGrp="1"/>
          </p:cNvSpPr>
          <p:nvPr>
            <p:ph type="body" idx="7"/>
          </p:nvPr>
        </p:nvSpPr>
        <p:spPr>
          <a:xfrm>
            <a:off x="4254817" y="366147"/>
            <a:ext cx="431483" cy="673101"/>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900"/>
              <a:buFont typeface="Arial"/>
              <a:buNone/>
              <a:defRPr sz="900" b="1">
                <a:solidFill>
                  <a:schemeClr val="dk2"/>
                </a:solidFill>
              </a:defRPr>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35" name="Google Shape;535;p36"/>
          <p:cNvSpPr txBox="1">
            <a:spLocks noGrp="1"/>
          </p:cNvSpPr>
          <p:nvPr>
            <p:ph type="body" idx="8"/>
          </p:nvPr>
        </p:nvSpPr>
        <p:spPr>
          <a:xfrm>
            <a:off x="4822032" y="365759"/>
            <a:ext cx="4045124" cy="1238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36" name="Google Shape;536;p36"/>
          <p:cNvSpPr txBox="1">
            <a:spLocks noGrp="1"/>
          </p:cNvSpPr>
          <p:nvPr>
            <p:ph type="body" idx="9"/>
          </p:nvPr>
        </p:nvSpPr>
        <p:spPr>
          <a:xfrm>
            <a:off x="4822032" y="4603749"/>
            <a:ext cx="4045124" cy="1238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27" name="Google Shape;527;p36"/>
          <p:cNvSpPr txBox="1">
            <a:spLocks noGrp="1"/>
          </p:cNvSpPr>
          <p:nvPr>
            <p:ph type="body" idx="13"/>
          </p:nvPr>
        </p:nvSpPr>
        <p:spPr>
          <a:xfrm>
            <a:off x="4254817" y="4603750"/>
            <a:ext cx="431483" cy="673101"/>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900"/>
              <a:buFont typeface="Arial"/>
              <a:buNone/>
              <a:defRPr sz="900" b="1">
                <a:solidFill>
                  <a:schemeClr val="dk2"/>
                </a:solidFill>
              </a:defRPr>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orient="horz" pos="1139">
          <p15:clr>
            <a:srgbClr val="FBAE40"/>
          </p15:clr>
        </p15:guide>
        <p15:guide id="4" orient="horz" pos="3832">
          <p15:clr>
            <a:srgbClr val="FBAE40"/>
          </p15:clr>
        </p15:guide>
        <p15:guide id="5" orient="horz" pos="4148">
          <p15:clr>
            <a:srgbClr val="FBAE40"/>
          </p15:clr>
        </p15:guide>
        <p15:guide id="6" orient="horz" pos="3168">
          <p15:clr>
            <a:srgbClr val="FBAE40"/>
          </p15:clr>
        </p15:guide>
        <p15:guide id="7" pos="476">
          <p15:clr>
            <a:srgbClr val="FBAE40"/>
          </p15:clr>
        </p15:guide>
        <p15:guide id="8" orient="horz" pos="216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wo Content with Chart">
  <p:cSld name="Two Content with Chart">
    <p:spTree>
      <p:nvGrpSpPr>
        <p:cNvPr id="1" name="Shape 537"/>
        <p:cNvGrpSpPr/>
        <p:nvPr/>
      </p:nvGrpSpPr>
      <p:grpSpPr>
        <a:xfrm>
          <a:off x="0" y="0"/>
          <a:ext cx="0" cy="0"/>
          <a:chOff x="0" y="0"/>
          <a:chExt cx="0" cy="0"/>
        </a:xfrm>
      </p:grpSpPr>
      <p:sp>
        <p:nvSpPr>
          <p:cNvPr id="538" name="Google Shape;538;p37"/>
          <p:cNvSpPr/>
          <p:nvPr/>
        </p:nvSpPr>
        <p:spPr>
          <a:xfrm>
            <a:off x="4685356" y="3165154"/>
            <a:ext cx="4458644" cy="3108647"/>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539" name="Google Shape;539;p37"/>
          <p:cNvSpPr txBox="1">
            <a:spLocks noGrp="1"/>
          </p:cNvSpPr>
          <p:nvPr>
            <p:ph type="body" idx="1"/>
          </p:nvPr>
        </p:nvSpPr>
        <p:spPr>
          <a:xfrm>
            <a:off x="273844" y="5067300"/>
            <a:ext cx="4071575" cy="1016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40" name="Google Shape;540;p37"/>
          <p:cNvSpPr txBox="1">
            <a:spLocks noGrp="1"/>
          </p:cNvSpPr>
          <p:nvPr>
            <p:ph type="body" idx="2"/>
          </p:nvPr>
        </p:nvSpPr>
        <p:spPr>
          <a:xfrm>
            <a:off x="4685357" y="799262"/>
            <a:ext cx="4181561" cy="223159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41" name="Google Shape;541;p37"/>
          <p:cNvSpPr txBox="1">
            <a:spLocks noGrp="1"/>
          </p:cNvSpPr>
          <p:nvPr>
            <p:ph type="body" idx="3"/>
          </p:nvPr>
        </p:nvSpPr>
        <p:spPr>
          <a:xfrm>
            <a:off x="4685357" y="365760"/>
            <a:ext cx="4181561" cy="297814"/>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42" name="Google Shape;542;p37"/>
          <p:cNvSpPr txBox="1">
            <a:spLocks noGrp="1"/>
          </p:cNvSpPr>
          <p:nvPr>
            <p:ph type="title"/>
          </p:nvPr>
        </p:nvSpPr>
        <p:spPr>
          <a:xfrm>
            <a:off x="274320" y="365760"/>
            <a:ext cx="4071099"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3" name="Google Shape;543;p37"/>
          <p:cNvSpPr txBox="1">
            <a:spLocks noGrp="1"/>
          </p:cNvSpPr>
          <p:nvPr>
            <p:ph type="body" idx="4"/>
          </p:nvPr>
        </p:nvSpPr>
        <p:spPr>
          <a:xfrm>
            <a:off x="4906280" y="3863137"/>
            <a:ext cx="3960638" cy="223159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44" name="Google Shape;544;p37"/>
          <p:cNvSpPr txBox="1">
            <a:spLocks noGrp="1"/>
          </p:cNvSpPr>
          <p:nvPr>
            <p:ph type="body" idx="5"/>
          </p:nvPr>
        </p:nvSpPr>
        <p:spPr>
          <a:xfrm>
            <a:off x="4906280" y="3429635"/>
            <a:ext cx="3960638" cy="297814"/>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45" name="Google Shape;545;p37"/>
          <p:cNvSpPr txBox="1">
            <a:spLocks noGrp="1"/>
          </p:cNvSpPr>
          <p:nvPr>
            <p:ph type="body" idx="6"/>
          </p:nvPr>
        </p:nvSpPr>
        <p:spPr>
          <a:xfrm>
            <a:off x="273844" y="1828800"/>
            <a:ext cx="4071575" cy="2924175"/>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estimonials 6 content">
  <p:cSld name="Testimonials 6 content">
    <p:spTree>
      <p:nvGrpSpPr>
        <p:cNvPr id="1" name="Shape 546"/>
        <p:cNvGrpSpPr/>
        <p:nvPr/>
      </p:nvGrpSpPr>
      <p:grpSpPr>
        <a:xfrm>
          <a:off x="0" y="0"/>
          <a:ext cx="0" cy="0"/>
          <a:chOff x="0" y="0"/>
          <a:chExt cx="0" cy="0"/>
        </a:xfrm>
      </p:grpSpPr>
      <p:sp>
        <p:nvSpPr>
          <p:cNvPr id="547" name="Google Shape;547;p38"/>
          <p:cNvSpPr/>
          <p:nvPr/>
        </p:nvSpPr>
        <p:spPr>
          <a:xfrm>
            <a:off x="277668" y="1709099"/>
            <a:ext cx="930264" cy="1138877"/>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48" name="Google Shape;548;p38"/>
          <p:cNvSpPr txBox="1">
            <a:spLocks noGrp="1"/>
          </p:cNvSpPr>
          <p:nvPr>
            <p:ph type="title"/>
          </p:nvPr>
        </p:nvSpPr>
        <p:spPr>
          <a:xfrm>
            <a:off x="274320" y="365760"/>
            <a:ext cx="4071099"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9" name="Google Shape;549;p38"/>
          <p:cNvSpPr txBox="1">
            <a:spLocks noGrp="1"/>
          </p:cNvSpPr>
          <p:nvPr>
            <p:ph type="body" idx="1"/>
          </p:nvPr>
        </p:nvSpPr>
        <p:spPr>
          <a:xfrm>
            <a:off x="1462993" y="1841182"/>
            <a:ext cx="2144601"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50" name="Google Shape;550;p38"/>
          <p:cNvSpPr txBox="1">
            <a:spLocks noGrp="1"/>
          </p:cNvSpPr>
          <p:nvPr>
            <p:ph type="body" idx="2"/>
          </p:nvPr>
        </p:nvSpPr>
        <p:spPr>
          <a:xfrm>
            <a:off x="1462993" y="3439475"/>
            <a:ext cx="2144601"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51" name="Google Shape;551;p38"/>
          <p:cNvSpPr txBox="1">
            <a:spLocks noGrp="1"/>
          </p:cNvSpPr>
          <p:nvPr>
            <p:ph type="body" idx="3"/>
          </p:nvPr>
        </p:nvSpPr>
        <p:spPr>
          <a:xfrm>
            <a:off x="4092362" y="1841182"/>
            <a:ext cx="2144601"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52" name="Google Shape;552;p38"/>
          <p:cNvSpPr txBox="1">
            <a:spLocks noGrp="1"/>
          </p:cNvSpPr>
          <p:nvPr>
            <p:ph type="body" idx="4"/>
          </p:nvPr>
        </p:nvSpPr>
        <p:spPr>
          <a:xfrm>
            <a:off x="6721731" y="1841182"/>
            <a:ext cx="2144601"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53" name="Google Shape;553;p38"/>
          <p:cNvSpPr txBox="1"/>
          <p:nvPr/>
        </p:nvSpPr>
        <p:spPr>
          <a:xfrm>
            <a:off x="378619" y="1485900"/>
            <a:ext cx="685800" cy="914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chemeClr val="lt1"/>
              </a:buClr>
              <a:buSzPts val="12450"/>
              <a:buFont typeface="Arial"/>
              <a:buNone/>
            </a:pPr>
            <a:r>
              <a:rPr lang="en-US" sz="12450">
                <a:solidFill>
                  <a:schemeClr val="lt1"/>
                </a:solidFill>
                <a:latin typeface="Arial"/>
                <a:ea typeface="Arial"/>
                <a:cs typeface="Arial"/>
                <a:sym typeface="Arial"/>
              </a:rPr>
              <a:t>“</a:t>
            </a:r>
            <a:endParaRPr/>
          </a:p>
        </p:txBody>
      </p:sp>
      <p:sp>
        <p:nvSpPr>
          <p:cNvPr id="554" name="Google Shape;554;p38"/>
          <p:cNvSpPr/>
          <p:nvPr/>
        </p:nvSpPr>
        <p:spPr>
          <a:xfrm>
            <a:off x="1449244" y="3288326"/>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55" name="Google Shape;555;p38"/>
          <p:cNvSpPr txBox="1">
            <a:spLocks noGrp="1"/>
          </p:cNvSpPr>
          <p:nvPr>
            <p:ph type="body" idx="5"/>
          </p:nvPr>
        </p:nvSpPr>
        <p:spPr>
          <a:xfrm>
            <a:off x="1462993" y="4102654"/>
            <a:ext cx="2144601"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56" name="Google Shape;556;p38"/>
          <p:cNvSpPr txBox="1">
            <a:spLocks noGrp="1"/>
          </p:cNvSpPr>
          <p:nvPr>
            <p:ph type="body" idx="6"/>
          </p:nvPr>
        </p:nvSpPr>
        <p:spPr>
          <a:xfrm>
            <a:off x="4092362" y="4102654"/>
            <a:ext cx="2144601"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57" name="Google Shape;557;p38"/>
          <p:cNvSpPr txBox="1">
            <a:spLocks noGrp="1"/>
          </p:cNvSpPr>
          <p:nvPr>
            <p:ph type="body" idx="7"/>
          </p:nvPr>
        </p:nvSpPr>
        <p:spPr>
          <a:xfrm>
            <a:off x="6721731" y="4102654"/>
            <a:ext cx="2144601"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58" name="Google Shape;558;p38"/>
          <p:cNvSpPr txBox="1">
            <a:spLocks noGrp="1"/>
          </p:cNvSpPr>
          <p:nvPr>
            <p:ph type="body" idx="8"/>
          </p:nvPr>
        </p:nvSpPr>
        <p:spPr>
          <a:xfrm>
            <a:off x="4106112" y="3439475"/>
            <a:ext cx="2144601"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59" name="Google Shape;559;p38"/>
          <p:cNvSpPr/>
          <p:nvPr/>
        </p:nvSpPr>
        <p:spPr>
          <a:xfrm>
            <a:off x="4092363" y="3288326"/>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60" name="Google Shape;560;p38"/>
          <p:cNvSpPr txBox="1">
            <a:spLocks noGrp="1"/>
          </p:cNvSpPr>
          <p:nvPr>
            <p:ph type="body" idx="9"/>
          </p:nvPr>
        </p:nvSpPr>
        <p:spPr>
          <a:xfrm>
            <a:off x="6735481" y="3439475"/>
            <a:ext cx="2144601"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61" name="Google Shape;561;p38"/>
          <p:cNvSpPr/>
          <p:nvPr/>
        </p:nvSpPr>
        <p:spPr>
          <a:xfrm>
            <a:off x="6721732" y="3288326"/>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62" name="Google Shape;562;p38"/>
          <p:cNvSpPr txBox="1">
            <a:spLocks noGrp="1"/>
          </p:cNvSpPr>
          <p:nvPr>
            <p:ph type="body" idx="13"/>
          </p:nvPr>
        </p:nvSpPr>
        <p:spPr>
          <a:xfrm>
            <a:off x="1462993" y="5696900"/>
            <a:ext cx="2144601"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63" name="Google Shape;563;p38"/>
          <p:cNvSpPr/>
          <p:nvPr/>
        </p:nvSpPr>
        <p:spPr>
          <a:xfrm>
            <a:off x="1449244" y="5545751"/>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64" name="Google Shape;564;p38"/>
          <p:cNvSpPr txBox="1">
            <a:spLocks noGrp="1"/>
          </p:cNvSpPr>
          <p:nvPr>
            <p:ph type="body" idx="14"/>
          </p:nvPr>
        </p:nvSpPr>
        <p:spPr>
          <a:xfrm>
            <a:off x="4106112" y="5696900"/>
            <a:ext cx="2144601"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65" name="Google Shape;565;p38"/>
          <p:cNvSpPr/>
          <p:nvPr/>
        </p:nvSpPr>
        <p:spPr>
          <a:xfrm>
            <a:off x="4092363" y="5545751"/>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66" name="Google Shape;566;p38"/>
          <p:cNvSpPr txBox="1">
            <a:spLocks noGrp="1"/>
          </p:cNvSpPr>
          <p:nvPr>
            <p:ph type="body" idx="15"/>
          </p:nvPr>
        </p:nvSpPr>
        <p:spPr>
          <a:xfrm>
            <a:off x="6735481" y="5696900"/>
            <a:ext cx="2144601"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67" name="Google Shape;567;p38"/>
          <p:cNvSpPr/>
          <p:nvPr/>
        </p:nvSpPr>
        <p:spPr>
          <a:xfrm>
            <a:off x="6721732" y="5545751"/>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estimonials 6 content with Image">
  <p:cSld name="Testimonials 6 content with Image">
    <p:spTree>
      <p:nvGrpSpPr>
        <p:cNvPr id="1" name="Shape 568"/>
        <p:cNvGrpSpPr/>
        <p:nvPr/>
      </p:nvGrpSpPr>
      <p:grpSpPr>
        <a:xfrm>
          <a:off x="0" y="0"/>
          <a:ext cx="0" cy="0"/>
          <a:chOff x="0" y="0"/>
          <a:chExt cx="0" cy="0"/>
        </a:xfrm>
      </p:grpSpPr>
      <p:sp>
        <p:nvSpPr>
          <p:cNvPr id="569" name="Google Shape;569;p39"/>
          <p:cNvSpPr txBox="1">
            <a:spLocks noGrp="1"/>
          </p:cNvSpPr>
          <p:nvPr>
            <p:ph type="body" idx="1"/>
          </p:nvPr>
        </p:nvSpPr>
        <p:spPr>
          <a:xfrm>
            <a:off x="1462993" y="3439475"/>
            <a:ext cx="2144601"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70" name="Google Shape;570;p39"/>
          <p:cNvSpPr/>
          <p:nvPr/>
        </p:nvSpPr>
        <p:spPr>
          <a:xfrm>
            <a:off x="1449244" y="3288326"/>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71" name="Google Shape;571;p39"/>
          <p:cNvSpPr txBox="1">
            <a:spLocks noGrp="1"/>
          </p:cNvSpPr>
          <p:nvPr>
            <p:ph type="body" idx="2"/>
          </p:nvPr>
        </p:nvSpPr>
        <p:spPr>
          <a:xfrm>
            <a:off x="4106112" y="3439475"/>
            <a:ext cx="2144601"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72" name="Google Shape;572;p39"/>
          <p:cNvSpPr/>
          <p:nvPr/>
        </p:nvSpPr>
        <p:spPr>
          <a:xfrm>
            <a:off x="4092363" y="3288326"/>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73" name="Google Shape;573;p39"/>
          <p:cNvSpPr txBox="1">
            <a:spLocks noGrp="1"/>
          </p:cNvSpPr>
          <p:nvPr>
            <p:ph type="body" idx="3"/>
          </p:nvPr>
        </p:nvSpPr>
        <p:spPr>
          <a:xfrm>
            <a:off x="6735481" y="3439475"/>
            <a:ext cx="2144601"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74" name="Google Shape;574;p39"/>
          <p:cNvSpPr/>
          <p:nvPr/>
        </p:nvSpPr>
        <p:spPr>
          <a:xfrm>
            <a:off x="6721732" y="3288326"/>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75" name="Google Shape;575;p39"/>
          <p:cNvSpPr txBox="1">
            <a:spLocks noGrp="1"/>
          </p:cNvSpPr>
          <p:nvPr>
            <p:ph type="body" idx="4"/>
          </p:nvPr>
        </p:nvSpPr>
        <p:spPr>
          <a:xfrm>
            <a:off x="1462993" y="5696900"/>
            <a:ext cx="2144601"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76" name="Google Shape;576;p39"/>
          <p:cNvSpPr/>
          <p:nvPr/>
        </p:nvSpPr>
        <p:spPr>
          <a:xfrm>
            <a:off x="1449244" y="5545751"/>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77" name="Google Shape;577;p39"/>
          <p:cNvSpPr txBox="1">
            <a:spLocks noGrp="1"/>
          </p:cNvSpPr>
          <p:nvPr>
            <p:ph type="body" idx="5"/>
          </p:nvPr>
        </p:nvSpPr>
        <p:spPr>
          <a:xfrm>
            <a:off x="4106112" y="5696900"/>
            <a:ext cx="2144601"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78" name="Google Shape;578;p39"/>
          <p:cNvSpPr/>
          <p:nvPr/>
        </p:nvSpPr>
        <p:spPr>
          <a:xfrm>
            <a:off x="4092363" y="5545751"/>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79" name="Google Shape;579;p39"/>
          <p:cNvSpPr txBox="1">
            <a:spLocks noGrp="1"/>
          </p:cNvSpPr>
          <p:nvPr>
            <p:ph type="body" idx="6"/>
          </p:nvPr>
        </p:nvSpPr>
        <p:spPr>
          <a:xfrm>
            <a:off x="6735481" y="5696900"/>
            <a:ext cx="2144601"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80" name="Google Shape;580;p39"/>
          <p:cNvSpPr/>
          <p:nvPr/>
        </p:nvSpPr>
        <p:spPr>
          <a:xfrm>
            <a:off x="6721732" y="5545751"/>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81" name="Google Shape;581;p39"/>
          <p:cNvSpPr/>
          <p:nvPr/>
        </p:nvSpPr>
        <p:spPr>
          <a:xfrm>
            <a:off x="277668" y="1709099"/>
            <a:ext cx="930264" cy="1138877"/>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82" name="Google Shape;582;p39"/>
          <p:cNvSpPr txBox="1">
            <a:spLocks noGrp="1"/>
          </p:cNvSpPr>
          <p:nvPr>
            <p:ph type="title"/>
          </p:nvPr>
        </p:nvSpPr>
        <p:spPr>
          <a:xfrm>
            <a:off x="274320" y="365760"/>
            <a:ext cx="4071099"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3" name="Google Shape;583;p39"/>
          <p:cNvSpPr txBox="1">
            <a:spLocks noGrp="1"/>
          </p:cNvSpPr>
          <p:nvPr>
            <p:ph type="body" idx="7"/>
          </p:nvPr>
        </p:nvSpPr>
        <p:spPr>
          <a:xfrm>
            <a:off x="1462993" y="1841182"/>
            <a:ext cx="2144601"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84" name="Google Shape;584;p39"/>
          <p:cNvSpPr txBox="1">
            <a:spLocks noGrp="1"/>
          </p:cNvSpPr>
          <p:nvPr>
            <p:ph type="body" idx="8"/>
          </p:nvPr>
        </p:nvSpPr>
        <p:spPr>
          <a:xfrm>
            <a:off x="4092362" y="1841182"/>
            <a:ext cx="2144601"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85" name="Google Shape;585;p39"/>
          <p:cNvSpPr txBox="1">
            <a:spLocks noGrp="1"/>
          </p:cNvSpPr>
          <p:nvPr>
            <p:ph type="body" idx="9"/>
          </p:nvPr>
        </p:nvSpPr>
        <p:spPr>
          <a:xfrm>
            <a:off x="6721731" y="1841182"/>
            <a:ext cx="2144601"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86" name="Google Shape;586;p39"/>
          <p:cNvSpPr txBox="1">
            <a:spLocks noGrp="1"/>
          </p:cNvSpPr>
          <p:nvPr>
            <p:ph type="body" idx="13"/>
          </p:nvPr>
        </p:nvSpPr>
        <p:spPr>
          <a:xfrm>
            <a:off x="1462993" y="4102654"/>
            <a:ext cx="2144601"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87" name="Google Shape;587;p39"/>
          <p:cNvSpPr txBox="1">
            <a:spLocks noGrp="1"/>
          </p:cNvSpPr>
          <p:nvPr>
            <p:ph type="body" idx="14"/>
          </p:nvPr>
        </p:nvSpPr>
        <p:spPr>
          <a:xfrm>
            <a:off x="4092362" y="4102654"/>
            <a:ext cx="2144601"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88" name="Google Shape;588;p39"/>
          <p:cNvSpPr txBox="1">
            <a:spLocks noGrp="1"/>
          </p:cNvSpPr>
          <p:nvPr>
            <p:ph type="body" idx="15"/>
          </p:nvPr>
        </p:nvSpPr>
        <p:spPr>
          <a:xfrm>
            <a:off x="6721731" y="4102654"/>
            <a:ext cx="2144601"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589" name="Google Shape;589;p39"/>
          <p:cNvSpPr>
            <a:spLocks noGrp="1"/>
          </p:cNvSpPr>
          <p:nvPr>
            <p:ph type="pic" idx="16"/>
          </p:nvPr>
        </p:nvSpPr>
        <p:spPr>
          <a:xfrm>
            <a:off x="3121594" y="3096375"/>
            <a:ext cx="486000" cy="720000"/>
          </a:xfrm>
          <a:prstGeom prst="rect">
            <a:avLst/>
          </a:prstGeom>
          <a:solidFill>
            <a:srgbClr val="D7E0E3"/>
          </a:solidFill>
          <a:ln>
            <a:noFill/>
          </a:ln>
        </p:spPr>
      </p:sp>
      <p:sp>
        <p:nvSpPr>
          <p:cNvPr id="590" name="Google Shape;590;p39"/>
          <p:cNvSpPr>
            <a:spLocks noGrp="1"/>
          </p:cNvSpPr>
          <p:nvPr>
            <p:ph type="pic" idx="17"/>
          </p:nvPr>
        </p:nvSpPr>
        <p:spPr>
          <a:xfrm>
            <a:off x="5750963" y="3096375"/>
            <a:ext cx="486000" cy="720000"/>
          </a:xfrm>
          <a:prstGeom prst="rect">
            <a:avLst/>
          </a:prstGeom>
          <a:solidFill>
            <a:srgbClr val="D7E0E3"/>
          </a:solidFill>
          <a:ln>
            <a:noFill/>
          </a:ln>
        </p:spPr>
      </p:sp>
      <p:sp>
        <p:nvSpPr>
          <p:cNvPr id="591" name="Google Shape;591;p39"/>
          <p:cNvSpPr>
            <a:spLocks noGrp="1"/>
          </p:cNvSpPr>
          <p:nvPr>
            <p:ph type="pic" idx="18"/>
          </p:nvPr>
        </p:nvSpPr>
        <p:spPr>
          <a:xfrm>
            <a:off x="8380332" y="3096375"/>
            <a:ext cx="486000" cy="720000"/>
          </a:xfrm>
          <a:prstGeom prst="rect">
            <a:avLst/>
          </a:prstGeom>
          <a:solidFill>
            <a:srgbClr val="D7E0E3"/>
          </a:solidFill>
          <a:ln>
            <a:noFill/>
          </a:ln>
        </p:spPr>
      </p:sp>
      <p:sp>
        <p:nvSpPr>
          <p:cNvPr id="592" name="Google Shape;592;p39"/>
          <p:cNvSpPr>
            <a:spLocks noGrp="1"/>
          </p:cNvSpPr>
          <p:nvPr>
            <p:ph type="pic" idx="19"/>
          </p:nvPr>
        </p:nvSpPr>
        <p:spPr>
          <a:xfrm>
            <a:off x="3121594" y="5357847"/>
            <a:ext cx="486000" cy="720000"/>
          </a:xfrm>
          <a:prstGeom prst="rect">
            <a:avLst/>
          </a:prstGeom>
          <a:solidFill>
            <a:srgbClr val="D7E0E3"/>
          </a:solidFill>
          <a:ln>
            <a:noFill/>
          </a:ln>
        </p:spPr>
      </p:sp>
      <p:sp>
        <p:nvSpPr>
          <p:cNvPr id="593" name="Google Shape;593;p39"/>
          <p:cNvSpPr>
            <a:spLocks noGrp="1"/>
          </p:cNvSpPr>
          <p:nvPr>
            <p:ph type="pic" idx="20"/>
          </p:nvPr>
        </p:nvSpPr>
        <p:spPr>
          <a:xfrm>
            <a:off x="5750963" y="5357847"/>
            <a:ext cx="486000" cy="720000"/>
          </a:xfrm>
          <a:prstGeom prst="rect">
            <a:avLst/>
          </a:prstGeom>
          <a:solidFill>
            <a:srgbClr val="D7E0E3"/>
          </a:solidFill>
          <a:ln>
            <a:noFill/>
          </a:ln>
        </p:spPr>
      </p:sp>
      <p:sp>
        <p:nvSpPr>
          <p:cNvPr id="594" name="Google Shape;594;p39"/>
          <p:cNvSpPr>
            <a:spLocks noGrp="1"/>
          </p:cNvSpPr>
          <p:nvPr>
            <p:ph type="pic" idx="21"/>
          </p:nvPr>
        </p:nvSpPr>
        <p:spPr>
          <a:xfrm>
            <a:off x="8380332" y="5357847"/>
            <a:ext cx="486000" cy="720000"/>
          </a:xfrm>
          <a:prstGeom prst="rect">
            <a:avLst/>
          </a:prstGeom>
          <a:solidFill>
            <a:srgbClr val="D7E0E3"/>
          </a:solidFill>
          <a:ln>
            <a:noFill/>
          </a:ln>
        </p:spPr>
      </p:sp>
      <p:sp>
        <p:nvSpPr>
          <p:cNvPr id="595" name="Google Shape;595;p39"/>
          <p:cNvSpPr txBox="1"/>
          <p:nvPr/>
        </p:nvSpPr>
        <p:spPr>
          <a:xfrm>
            <a:off x="378619" y="1485900"/>
            <a:ext cx="685800" cy="914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chemeClr val="lt1"/>
              </a:buClr>
              <a:buSzPts val="12450"/>
              <a:buFont typeface="Arial"/>
              <a:buNone/>
            </a:pPr>
            <a:r>
              <a:rPr lang="en-US" sz="12450">
                <a:solidFill>
                  <a:schemeClr val="lt1"/>
                </a:solidFill>
                <a:latin typeface="Arial"/>
                <a:ea typeface="Arial"/>
                <a:cs typeface="Arial"/>
                <a:sym typeface="Arial"/>
              </a:rPr>
              <a:t>“</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estimonials 4 content">
  <p:cSld name="Testimonials 4 content">
    <p:spTree>
      <p:nvGrpSpPr>
        <p:cNvPr id="1" name="Shape 596"/>
        <p:cNvGrpSpPr/>
        <p:nvPr/>
      </p:nvGrpSpPr>
      <p:grpSpPr>
        <a:xfrm>
          <a:off x="0" y="0"/>
          <a:ext cx="0" cy="0"/>
          <a:chOff x="0" y="0"/>
          <a:chExt cx="0" cy="0"/>
        </a:xfrm>
      </p:grpSpPr>
      <p:sp>
        <p:nvSpPr>
          <p:cNvPr id="597" name="Google Shape;597;p40"/>
          <p:cNvSpPr/>
          <p:nvPr/>
        </p:nvSpPr>
        <p:spPr>
          <a:xfrm>
            <a:off x="277668" y="1709099"/>
            <a:ext cx="930264" cy="1138877"/>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598" name="Google Shape;598;p40"/>
          <p:cNvSpPr txBox="1">
            <a:spLocks noGrp="1"/>
          </p:cNvSpPr>
          <p:nvPr>
            <p:ph type="title"/>
          </p:nvPr>
        </p:nvSpPr>
        <p:spPr>
          <a:xfrm>
            <a:off x="274320" y="365760"/>
            <a:ext cx="4071099"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9" name="Google Shape;599;p40"/>
          <p:cNvSpPr txBox="1">
            <a:spLocks noGrp="1"/>
          </p:cNvSpPr>
          <p:nvPr>
            <p:ph type="body" idx="1"/>
          </p:nvPr>
        </p:nvSpPr>
        <p:spPr>
          <a:xfrm>
            <a:off x="1462992" y="1841182"/>
            <a:ext cx="3510000"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00" name="Google Shape;600;p40"/>
          <p:cNvSpPr txBox="1">
            <a:spLocks noGrp="1"/>
          </p:cNvSpPr>
          <p:nvPr>
            <p:ph type="body" idx="2"/>
          </p:nvPr>
        </p:nvSpPr>
        <p:spPr>
          <a:xfrm>
            <a:off x="5356805" y="1841182"/>
            <a:ext cx="3510000"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01" name="Google Shape;601;p40"/>
          <p:cNvSpPr txBox="1">
            <a:spLocks noGrp="1"/>
          </p:cNvSpPr>
          <p:nvPr>
            <p:ph type="body" idx="3"/>
          </p:nvPr>
        </p:nvSpPr>
        <p:spPr>
          <a:xfrm>
            <a:off x="1462992" y="4102654"/>
            <a:ext cx="3510000"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02" name="Google Shape;602;p40"/>
          <p:cNvSpPr txBox="1">
            <a:spLocks noGrp="1"/>
          </p:cNvSpPr>
          <p:nvPr>
            <p:ph type="body" idx="4"/>
          </p:nvPr>
        </p:nvSpPr>
        <p:spPr>
          <a:xfrm>
            <a:off x="5356805" y="4102654"/>
            <a:ext cx="3510000"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03" name="Google Shape;603;p40"/>
          <p:cNvSpPr txBox="1">
            <a:spLocks noGrp="1"/>
          </p:cNvSpPr>
          <p:nvPr>
            <p:ph type="body" idx="5"/>
          </p:nvPr>
        </p:nvSpPr>
        <p:spPr>
          <a:xfrm>
            <a:off x="1462993" y="3439475"/>
            <a:ext cx="3496250"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04" name="Google Shape;604;p40"/>
          <p:cNvSpPr/>
          <p:nvPr/>
        </p:nvSpPr>
        <p:spPr>
          <a:xfrm>
            <a:off x="1449244" y="3288326"/>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605" name="Google Shape;605;p40"/>
          <p:cNvSpPr txBox="1">
            <a:spLocks noGrp="1"/>
          </p:cNvSpPr>
          <p:nvPr>
            <p:ph type="body" idx="6"/>
          </p:nvPr>
        </p:nvSpPr>
        <p:spPr>
          <a:xfrm>
            <a:off x="5370555" y="3439475"/>
            <a:ext cx="3496250"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06" name="Google Shape;606;p40"/>
          <p:cNvSpPr/>
          <p:nvPr/>
        </p:nvSpPr>
        <p:spPr>
          <a:xfrm>
            <a:off x="5356806" y="3288326"/>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607" name="Google Shape;607;p40"/>
          <p:cNvSpPr txBox="1">
            <a:spLocks noGrp="1"/>
          </p:cNvSpPr>
          <p:nvPr>
            <p:ph type="body" idx="7"/>
          </p:nvPr>
        </p:nvSpPr>
        <p:spPr>
          <a:xfrm>
            <a:off x="1462993" y="5696900"/>
            <a:ext cx="3496250"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08" name="Google Shape;608;p40"/>
          <p:cNvSpPr/>
          <p:nvPr/>
        </p:nvSpPr>
        <p:spPr>
          <a:xfrm>
            <a:off x="1449244" y="5545751"/>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609" name="Google Shape;609;p40"/>
          <p:cNvSpPr txBox="1">
            <a:spLocks noGrp="1"/>
          </p:cNvSpPr>
          <p:nvPr>
            <p:ph type="body" idx="8"/>
          </p:nvPr>
        </p:nvSpPr>
        <p:spPr>
          <a:xfrm>
            <a:off x="5370555" y="5696900"/>
            <a:ext cx="3496250"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10" name="Google Shape;610;p40"/>
          <p:cNvSpPr/>
          <p:nvPr/>
        </p:nvSpPr>
        <p:spPr>
          <a:xfrm>
            <a:off x="5356806" y="5545751"/>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611" name="Google Shape;611;p40"/>
          <p:cNvSpPr txBox="1"/>
          <p:nvPr/>
        </p:nvSpPr>
        <p:spPr>
          <a:xfrm>
            <a:off x="378619" y="1485900"/>
            <a:ext cx="685800" cy="914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chemeClr val="lt1"/>
              </a:buClr>
              <a:buSzPts val="12450"/>
              <a:buFont typeface="Arial"/>
              <a:buNone/>
            </a:pPr>
            <a:r>
              <a:rPr lang="en-US" sz="12450">
                <a:solidFill>
                  <a:schemeClr val="lt1"/>
                </a:solidFill>
                <a:latin typeface="Arial"/>
                <a:ea typeface="Arial"/>
                <a:cs typeface="Arial"/>
                <a:sym typeface="Arial"/>
              </a:rPr>
              <a:t>“</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estimonials 4 content with Image">
  <p:cSld name="Testimonials 4 content with Image">
    <p:spTree>
      <p:nvGrpSpPr>
        <p:cNvPr id="1" name="Shape 612"/>
        <p:cNvGrpSpPr/>
        <p:nvPr/>
      </p:nvGrpSpPr>
      <p:grpSpPr>
        <a:xfrm>
          <a:off x="0" y="0"/>
          <a:ext cx="0" cy="0"/>
          <a:chOff x="0" y="0"/>
          <a:chExt cx="0" cy="0"/>
        </a:xfrm>
      </p:grpSpPr>
      <p:sp>
        <p:nvSpPr>
          <p:cNvPr id="613" name="Google Shape;613;p41"/>
          <p:cNvSpPr txBox="1">
            <a:spLocks noGrp="1"/>
          </p:cNvSpPr>
          <p:nvPr>
            <p:ph type="body" idx="1"/>
          </p:nvPr>
        </p:nvSpPr>
        <p:spPr>
          <a:xfrm>
            <a:off x="1462992" y="1841182"/>
            <a:ext cx="3510000"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14" name="Google Shape;614;p41"/>
          <p:cNvSpPr txBox="1">
            <a:spLocks noGrp="1"/>
          </p:cNvSpPr>
          <p:nvPr>
            <p:ph type="body" idx="2"/>
          </p:nvPr>
        </p:nvSpPr>
        <p:spPr>
          <a:xfrm>
            <a:off x="5356805" y="1841182"/>
            <a:ext cx="3510000"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15" name="Google Shape;615;p41"/>
          <p:cNvSpPr txBox="1">
            <a:spLocks noGrp="1"/>
          </p:cNvSpPr>
          <p:nvPr>
            <p:ph type="body" idx="3"/>
          </p:nvPr>
        </p:nvSpPr>
        <p:spPr>
          <a:xfrm>
            <a:off x="1462992" y="4102654"/>
            <a:ext cx="3510000"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16" name="Google Shape;616;p41"/>
          <p:cNvSpPr txBox="1">
            <a:spLocks noGrp="1"/>
          </p:cNvSpPr>
          <p:nvPr>
            <p:ph type="body" idx="4"/>
          </p:nvPr>
        </p:nvSpPr>
        <p:spPr>
          <a:xfrm>
            <a:off x="5356805" y="4102654"/>
            <a:ext cx="3510000" cy="137181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17" name="Google Shape;617;p41"/>
          <p:cNvSpPr>
            <a:spLocks noGrp="1"/>
          </p:cNvSpPr>
          <p:nvPr>
            <p:ph type="pic" idx="5"/>
          </p:nvPr>
        </p:nvSpPr>
        <p:spPr>
          <a:xfrm>
            <a:off x="1462992" y="3096375"/>
            <a:ext cx="486000" cy="720000"/>
          </a:xfrm>
          <a:prstGeom prst="rect">
            <a:avLst/>
          </a:prstGeom>
          <a:solidFill>
            <a:srgbClr val="D7E0E3"/>
          </a:solidFill>
          <a:ln>
            <a:noFill/>
          </a:ln>
        </p:spPr>
      </p:sp>
      <p:sp>
        <p:nvSpPr>
          <p:cNvPr id="618" name="Google Shape;618;p41"/>
          <p:cNvSpPr>
            <a:spLocks noGrp="1"/>
          </p:cNvSpPr>
          <p:nvPr>
            <p:ph type="pic" idx="6"/>
          </p:nvPr>
        </p:nvSpPr>
        <p:spPr>
          <a:xfrm>
            <a:off x="5356805" y="3096375"/>
            <a:ext cx="486000" cy="720000"/>
          </a:xfrm>
          <a:prstGeom prst="rect">
            <a:avLst/>
          </a:prstGeom>
          <a:solidFill>
            <a:srgbClr val="D7E0E3"/>
          </a:solidFill>
          <a:ln>
            <a:noFill/>
          </a:ln>
        </p:spPr>
      </p:sp>
      <p:sp>
        <p:nvSpPr>
          <p:cNvPr id="619" name="Google Shape;619;p41"/>
          <p:cNvSpPr>
            <a:spLocks noGrp="1"/>
          </p:cNvSpPr>
          <p:nvPr>
            <p:ph type="pic" idx="7"/>
          </p:nvPr>
        </p:nvSpPr>
        <p:spPr>
          <a:xfrm>
            <a:off x="1462992" y="5357847"/>
            <a:ext cx="486000" cy="720000"/>
          </a:xfrm>
          <a:prstGeom prst="rect">
            <a:avLst/>
          </a:prstGeom>
          <a:solidFill>
            <a:srgbClr val="D7E0E3"/>
          </a:solidFill>
          <a:ln>
            <a:noFill/>
          </a:ln>
        </p:spPr>
      </p:sp>
      <p:sp>
        <p:nvSpPr>
          <p:cNvPr id="620" name="Google Shape;620;p41"/>
          <p:cNvSpPr>
            <a:spLocks noGrp="1"/>
          </p:cNvSpPr>
          <p:nvPr>
            <p:ph type="pic" idx="8"/>
          </p:nvPr>
        </p:nvSpPr>
        <p:spPr>
          <a:xfrm>
            <a:off x="5356805" y="5357847"/>
            <a:ext cx="486000" cy="720000"/>
          </a:xfrm>
          <a:prstGeom prst="rect">
            <a:avLst/>
          </a:prstGeom>
          <a:solidFill>
            <a:srgbClr val="D7E0E3"/>
          </a:solidFill>
          <a:ln>
            <a:noFill/>
          </a:ln>
        </p:spPr>
      </p:sp>
      <p:sp>
        <p:nvSpPr>
          <p:cNvPr id="621" name="Google Shape;621;p41"/>
          <p:cNvSpPr/>
          <p:nvPr/>
        </p:nvSpPr>
        <p:spPr>
          <a:xfrm>
            <a:off x="277668" y="1709099"/>
            <a:ext cx="930264" cy="1138877"/>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622" name="Google Shape;622;p41"/>
          <p:cNvSpPr txBox="1">
            <a:spLocks noGrp="1"/>
          </p:cNvSpPr>
          <p:nvPr>
            <p:ph type="title"/>
          </p:nvPr>
        </p:nvSpPr>
        <p:spPr>
          <a:xfrm>
            <a:off x="274320" y="365760"/>
            <a:ext cx="4071099"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3" name="Google Shape;623;p41"/>
          <p:cNvSpPr txBox="1">
            <a:spLocks noGrp="1"/>
          </p:cNvSpPr>
          <p:nvPr>
            <p:ph type="body" idx="9"/>
          </p:nvPr>
        </p:nvSpPr>
        <p:spPr>
          <a:xfrm>
            <a:off x="2039071" y="3439475"/>
            <a:ext cx="2933922"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24" name="Google Shape;624;p41"/>
          <p:cNvSpPr/>
          <p:nvPr/>
        </p:nvSpPr>
        <p:spPr>
          <a:xfrm>
            <a:off x="2025322" y="3288326"/>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625" name="Google Shape;625;p41"/>
          <p:cNvSpPr txBox="1">
            <a:spLocks noGrp="1"/>
          </p:cNvSpPr>
          <p:nvPr>
            <p:ph type="body" idx="13"/>
          </p:nvPr>
        </p:nvSpPr>
        <p:spPr>
          <a:xfrm>
            <a:off x="5946633" y="3439475"/>
            <a:ext cx="2933922"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26" name="Google Shape;626;p41"/>
          <p:cNvSpPr/>
          <p:nvPr/>
        </p:nvSpPr>
        <p:spPr>
          <a:xfrm>
            <a:off x="5932884" y="3288326"/>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627" name="Google Shape;627;p41"/>
          <p:cNvSpPr txBox="1">
            <a:spLocks noGrp="1"/>
          </p:cNvSpPr>
          <p:nvPr>
            <p:ph type="body" idx="14"/>
          </p:nvPr>
        </p:nvSpPr>
        <p:spPr>
          <a:xfrm>
            <a:off x="2039071" y="5696900"/>
            <a:ext cx="2933922"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28" name="Google Shape;628;p41"/>
          <p:cNvSpPr/>
          <p:nvPr/>
        </p:nvSpPr>
        <p:spPr>
          <a:xfrm>
            <a:off x="2025322" y="5545751"/>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629" name="Google Shape;629;p41"/>
          <p:cNvSpPr txBox="1">
            <a:spLocks noGrp="1"/>
          </p:cNvSpPr>
          <p:nvPr>
            <p:ph type="body" idx="15"/>
          </p:nvPr>
        </p:nvSpPr>
        <p:spPr>
          <a:xfrm>
            <a:off x="5946633" y="5696900"/>
            <a:ext cx="2933922" cy="4213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30" name="Google Shape;630;p41"/>
          <p:cNvSpPr/>
          <p:nvPr/>
        </p:nvSpPr>
        <p:spPr>
          <a:xfrm>
            <a:off x="5932884" y="5545751"/>
            <a:ext cx="343838"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631" name="Google Shape;631;p41"/>
          <p:cNvSpPr txBox="1"/>
          <p:nvPr/>
        </p:nvSpPr>
        <p:spPr>
          <a:xfrm>
            <a:off x="378619" y="1485900"/>
            <a:ext cx="685800" cy="914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chemeClr val="lt1"/>
              </a:buClr>
              <a:buSzPts val="12450"/>
              <a:buFont typeface="Arial"/>
              <a:buNone/>
            </a:pPr>
            <a:r>
              <a:rPr lang="en-US" sz="12450">
                <a:solidFill>
                  <a:schemeClr val="lt1"/>
                </a:solidFill>
                <a:latin typeface="Arial"/>
                <a:ea typeface="Arial"/>
                <a:cs typeface="Arial"/>
                <a:sym typeface="Arial"/>
              </a:rPr>
              <a:t>“</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hree Content with chart and image">
  <p:cSld name="Three Content with chart and image">
    <p:spTree>
      <p:nvGrpSpPr>
        <p:cNvPr id="1" name="Shape 632"/>
        <p:cNvGrpSpPr/>
        <p:nvPr/>
      </p:nvGrpSpPr>
      <p:grpSpPr>
        <a:xfrm>
          <a:off x="0" y="0"/>
          <a:ext cx="0" cy="0"/>
          <a:chOff x="0" y="0"/>
          <a:chExt cx="0" cy="0"/>
        </a:xfrm>
      </p:grpSpPr>
      <p:sp>
        <p:nvSpPr>
          <p:cNvPr id="633" name="Google Shape;633;p42"/>
          <p:cNvSpPr/>
          <p:nvPr/>
        </p:nvSpPr>
        <p:spPr>
          <a:xfrm>
            <a:off x="4685356" y="1561381"/>
            <a:ext cx="4458644" cy="4684144"/>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634" name="Google Shape;634;p42"/>
          <p:cNvSpPr txBox="1">
            <a:spLocks noGrp="1"/>
          </p:cNvSpPr>
          <p:nvPr>
            <p:ph type="body" idx="1"/>
          </p:nvPr>
        </p:nvSpPr>
        <p:spPr>
          <a:xfrm>
            <a:off x="274082" y="4826001"/>
            <a:ext cx="4068375" cy="125730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35" name="Google Shape;635;p42"/>
          <p:cNvSpPr txBox="1">
            <a:spLocks noGrp="1"/>
          </p:cNvSpPr>
          <p:nvPr>
            <p:ph type="body" idx="2"/>
          </p:nvPr>
        </p:nvSpPr>
        <p:spPr>
          <a:xfrm>
            <a:off x="274081" y="4445154"/>
            <a:ext cx="4071338" cy="288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36" name="Google Shape;636;p42"/>
          <p:cNvSpPr txBox="1">
            <a:spLocks noGrp="1"/>
          </p:cNvSpPr>
          <p:nvPr>
            <p:ph type="title"/>
          </p:nvPr>
        </p:nvSpPr>
        <p:spPr>
          <a:xfrm>
            <a:off x="274320" y="365760"/>
            <a:ext cx="4071099"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7" name="Google Shape;637;p42"/>
          <p:cNvSpPr txBox="1">
            <a:spLocks noGrp="1"/>
          </p:cNvSpPr>
          <p:nvPr>
            <p:ph type="body" idx="3"/>
          </p:nvPr>
        </p:nvSpPr>
        <p:spPr>
          <a:xfrm>
            <a:off x="4906279" y="3881887"/>
            <a:ext cx="1863000" cy="22128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38" name="Google Shape;638;p42"/>
          <p:cNvSpPr txBox="1">
            <a:spLocks noGrp="1"/>
          </p:cNvSpPr>
          <p:nvPr>
            <p:ph type="body" idx="4"/>
          </p:nvPr>
        </p:nvSpPr>
        <p:spPr>
          <a:xfrm>
            <a:off x="4906280" y="1828800"/>
            <a:ext cx="3960638" cy="288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39" name="Google Shape;639;p42"/>
          <p:cNvSpPr txBox="1">
            <a:spLocks noGrp="1"/>
          </p:cNvSpPr>
          <p:nvPr>
            <p:ph type="body" idx="5"/>
          </p:nvPr>
        </p:nvSpPr>
        <p:spPr>
          <a:xfrm>
            <a:off x="7109217" y="2280762"/>
            <a:ext cx="1757701" cy="381396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40" name="Google Shape;640;p42"/>
          <p:cNvSpPr txBox="1">
            <a:spLocks noGrp="1"/>
          </p:cNvSpPr>
          <p:nvPr>
            <p:ph type="body" idx="6"/>
          </p:nvPr>
        </p:nvSpPr>
        <p:spPr>
          <a:xfrm>
            <a:off x="273844" y="1828800"/>
            <a:ext cx="4071575" cy="2251389"/>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41" name="Google Shape;641;p42"/>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642" name="Google Shape;642;p42"/>
          <p:cNvSpPr>
            <a:spLocks noGrp="1"/>
          </p:cNvSpPr>
          <p:nvPr>
            <p:ph type="pic" idx="7"/>
          </p:nvPr>
        </p:nvSpPr>
        <p:spPr>
          <a:xfrm>
            <a:off x="4906566" y="2208213"/>
            <a:ext cx="1862714" cy="1509712"/>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Four Content with Image Option 1">
  <p:cSld name="Four Content with Image Option 1">
    <p:spTree>
      <p:nvGrpSpPr>
        <p:cNvPr id="1" name="Shape 643"/>
        <p:cNvGrpSpPr/>
        <p:nvPr/>
      </p:nvGrpSpPr>
      <p:grpSpPr>
        <a:xfrm>
          <a:off x="0" y="0"/>
          <a:ext cx="0" cy="0"/>
          <a:chOff x="0" y="0"/>
          <a:chExt cx="0" cy="0"/>
        </a:xfrm>
      </p:grpSpPr>
      <p:sp>
        <p:nvSpPr>
          <p:cNvPr id="644" name="Google Shape;644;p43"/>
          <p:cNvSpPr/>
          <p:nvPr/>
        </p:nvSpPr>
        <p:spPr>
          <a:xfrm>
            <a:off x="273844" y="1828800"/>
            <a:ext cx="1976400" cy="3390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645" name="Google Shape;645;p43"/>
          <p:cNvSpPr/>
          <p:nvPr/>
        </p:nvSpPr>
        <p:spPr>
          <a:xfrm>
            <a:off x="2479719" y="1828800"/>
            <a:ext cx="1976400" cy="3390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646" name="Google Shape;646;p43"/>
          <p:cNvSpPr txBox="1">
            <a:spLocks noGrp="1"/>
          </p:cNvSpPr>
          <p:nvPr>
            <p:ph type="body" idx="1"/>
          </p:nvPr>
        </p:nvSpPr>
        <p:spPr>
          <a:xfrm>
            <a:off x="384544" y="2691443"/>
            <a:ext cx="1755000" cy="239490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47" name="Google Shape;647;p43"/>
          <p:cNvSpPr txBox="1">
            <a:spLocks noGrp="1"/>
          </p:cNvSpPr>
          <p:nvPr>
            <p:ph type="body" idx="2"/>
          </p:nvPr>
        </p:nvSpPr>
        <p:spPr>
          <a:xfrm>
            <a:off x="2590419" y="2691443"/>
            <a:ext cx="1755000" cy="239490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48" name="Google Shape;648;p43"/>
          <p:cNvSpPr txBox="1">
            <a:spLocks noGrp="1"/>
          </p:cNvSpPr>
          <p:nvPr>
            <p:ph type="body" idx="3"/>
          </p:nvPr>
        </p:nvSpPr>
        <p:spPr>
          <a:xfrm>
            <a:off x="4796057" y="3530601"/>
            <a:ext cx="1863000" cy="253007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49" name="Google Shape;649;p43"/>
          <p:cNvSpPr txBox="1">
            <a:spLocks noGrp="1"/>
          </p:cNvSpPr>
          <p:nvPr>
            <p:ph type="body" idx="4"/>
          </p:nvPr>
        </p:nvSpPr>
        <p:spPr>
          <a:xfrm>
            <a:off x="384544" y="2040256"/>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50" name="Google Shape;650;p43"/>
          <p:cNvSpPr txBox="1">
            <a:spLocks noGrp="1"/>
          </p:cNvSpPr>
          <p:nvPr>
            <p:ph type="body" idx="5"/>
          </p:nvPr>
        </p:nvSpPr>
        <p:spPr>
          <a:xfrm>
            <a:off x="2590419" y="2040256"/>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51" name="Google Shape;651;p43"/>
          <p:cNvSpPr txBox="1">
            <a:spLocks noGrp="1"/>
          </p:cNvSpPr>
          <p:nvPr>
            <p:ph type="body" idx="6"/>
          </p:nvPr>
        </p:nvSpPr>
        <p:spPr>
          <a:xfrm>
            <a:off x="4796057" y="2894966"/>
            <a:ext cx="1863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52" name="Google Shape;652;p43"/>
          <p:cNvSpPr txBox="1">
            <a:spLocks noGrp="1"/>
          </p:cNvSpPr>
          <p:nvPr>
            <p:ph type="body" idx="7"/>
          </p:nvPr>
        </p:nvSpPr>
        <p:spPr>
          <a:xfrm>
            <a:off x="7001694" y="3530601"/>
            <a:ext cx="1863000" cy="253007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53" name="Google Shape;653;p43"/>
          <p:cNvSpPr txBox="1">
            <a:spLocks noGrp="1"/>
          </p:cNvSpPr>
          <p:nvPr>
            <p:ph type="body" idx="8"/>
          </p:nvPr>
        </p:nvSpPr>
        <p:spPr>
          <a:xfrm>
            <a:off x="7001694" y="2894966"/>
            <a:ext cx="1863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54" name="Google Shape;654;p43"/>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55" name="Google Shape;655;p43"/>
          <p:cNvSpPr>
            <a:spLocks noGrp="1"/>
          </p:cNvSpPr>
          <p:nvPr>
            <p:ph type="pic" idx="9"/>
          </p:nvPr>
        </p:nvSpPr>
        <p:spPr>
          <a:xfrm>
            <a:off x="4796056" y="2"/>
            <a:ext cx="4071719" cy="2415394"/>
          </a:xfrm>
          <a:prstGeom prst="rect">
            <a:avLst/>
          </a:prstGeom>
          <a:solidFill>
            <a:srgbClr val="D7E0E3"/>
          </a:solidFill>
          <a:ln>
            <a:noFill/>
          </a:ln>
        </p:spPr>
      </p:sp>
      <p:sp>
        <p:nvSpPr>
          <p:cNvPr id="656" name="Google Shape;656;p43"/>
          <p:cNvSpPr txBox="1">
            <a:spLocks noGrp="1"/>
          </p:cNvSpPr>
          <p:nvPr>
            <p:ph type="body" idx="13"/>
          </p:nvPr>
        </p:nvSpPr>
        <p:spPr>
          <a:xfrm>
            <a:off x="274320" y="5543550"/>
            <a:ext cx="4181799" cy="53721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39">
          <p15:clr>
            <a:srgbClr val="FBAE40"/>
          </p15:clr>
        </p15:guide>
        <p15:guide id="6" orient="horz" pos="3832">
          <p15:clr>
            <a:srgbClr val="FBAE40"/>
          </p15:clr>
        </p15:guide>
        <p15:guide id="7" orient="horz" pos="4148">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Four Content with Numbered and Image Option 2">
  <p:cSld name="Four Content with Numbered and Image Option 2">
    <p:spTree>
      <p:nvGrpSpPr>
        <p:cNvPr id="1" name="Shape 657"/>
        <p:cNvGrpSpPr/>
        <p:nvPr/>
      </p:nvGrpSpPr>
      <p:grpSpPr>
        <a:xfrm>
          <a:off x="0" y="0"/>
          <a:ext cx="0" cy="0"/>
          <a:chOff x="0" y="0"/>
          <a:chExt cx="0" cy="0"/>
        </a:xfrm>
      </p:grpSpPr>
      <p:sp>
        <p:nvSpPr>
          <p:cNvPr id="658" name="Google Shape;658;p44"/>
          <p:cNvSpPr/>
          <p:nvPr/>
        </p:nvSpPr>
        <p:spPr>
          <a:xfrm>
            <a:off x="4687118" y="2669777"/>
            <a:ext cx="1976400" cy="3390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659" name="Google Shape;659;p44"/>
          <p:cNvSpPr/>
          <p:nvPr/>
        </p:nvSpPr>
        <p:spPr>
          <a:xfrm>
            <a:off x="6893756" y="2669777"/>
            <a:ext cx="1976400" cy="3390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660" name="Google Shape;660;p44"/>
          <p:cNvSpPr/>
          <p:nvPr/>
        </p:nvSpPr>
        <p:spPr>
          <a:xfrm>
            <a:off x="273844" y="2669777"/>
            <a:ext cx="1976400" cy="3390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661" name="Google Shape;661;p44"/>
          <p:cNvSpPr/>
          <p:nvPr/>
        </p:nvSpPr>
        <p:spPr>
          <a:xfrm>
            <a:off x="2480481" y="2669777"/>
            <a:ext cx="1976400" cy="3390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662" name="Google Shape;662;p44"/>
          <p:cNvSpPr txBox="1">
            <a:spLocks noGrp="1"/>
          </p:cNvSpPr>
          <p:nvPr>
            <p:ph type="body" idx="1"/>
          </p:nvPr>
        </p:nvSpPr>
        <p:spPr>
          <a:xfrm>
            <a:off x="384544" y="4066471"/>
            <a:ext cx="1755000" cy="18608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63" name="Google Shape;663;p44"/>
          <p:cNvSpPr txBox="1">
            <a:spLocks noGrp="1"/>
          </p:cNvSpPr>
          <p:nvPr>
            <p:ph type="body" idx="2"/>
          </p:nvPr>
        </p:nvSpPr>
        <p:spPr>
          <a:xfrm>
            <a:off x="2590419" y="4066471"/>
            <a:ext cx="1755000" cy="18608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64" name="Google Shape;664;p44"/>
          <p:cNvSpPr txBox="1">
            <a:spLocks noGrp="1"/>
          </p:cNvSpPr>
          <p:nvPr>
            <p:ph type="body" idx="3"/>
          </p:nvPr>
        </p:nvSpPr>
        <p:spPr>
          <a:xfrm>
            <a:off x="4797818" y="4067175"/>
            <a:ext cx="1755000" cy="1860152"/>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65" name="Google Shape;665;p44"/>
          <p:cNvSpPr txBox="1">
            <a:spLocks noGrp="1"/>
          </p:cNvSpPr>
          <p:nvPr>
            <p:ph type="body" idx="4"/>
          </p:nvPr>
        </p:nvSpPr>
        <p:spPr>
          <a:xfrm>
            <a:off x="384544" y="3416232"/>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66" name="Google Shape;666;p44"/>
          <p:cNvSpPr txBox="1">
            <a:spLocks noGrp="1"/>
          </p:cNvSpPr>
          <p:nvPr>
            <p:ph type="body" idx="5"/>
          </p:nvPr>
        </p:nvSpPr>
        <p:spPr>
          <a:xfrm>
            <a:off x="2590419" y="3416232"/>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67" name="Google Shape;667;p44"/>
          <p:cNvSpPr txBox="1">
            <a:spLocks noGrp="1"/>
          </p:cNvSpPr>
          <p:nvPr>
            <p:ph type="body" idx="6"/>
          </p:nvPr>
        </p:nvSpPr>
        <p:spPr>
          <a:xfrm>
            <a:off x="4797818" y="3416232"/>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68" name="Google Shape;668;p44"/>
          <p:cNvSpPr txBox="1">
            <a:spLocks noGrp="1"/>
          </p:cNvSpPr>
          <p:nvPr>
            <p:ph type="body" idx="7"/>
          </p:nvPr>
        </p:nvSpPr>
        <p:spPr>
          <a:xfrm>
            <a:off x="7004456" y="4067175"/>
            <a:ext cx="1755000" cy="1860152"/>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69" name="Google Shape;669;p44"/>
          <p:cNvSpPr txBox="1">
            <a:spLocks noGrp="1"/>
          </p:cNvSpPr>
          <p:nvPr>
            <p:ph type="body" idx="8"/>
          </p:nvPr>
        </p:nvSpPr>
        <p:spPr>
          <a:xfrm>
            <a:off x="7004456" y="3416232"/>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70" name="Google Shape;670;p44"/>
          <p:cNvSpPr txBox="1">
            <a:spLocks noGrp="1"/>
          </p:cNvSpPr>
          <p:nvPr>
            <p:ph type="title"/>
          </p:nvPr>
        </p:nvSpPr>
        <p:spPr>
          <a:xfrm>
            <a:off x="274320" y="365760"/>
            <a:ext cx="4181799"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1" name="Google Shape;671;p44"/>
          <p:cNvSpPr>
            <a:spLocks noGrp="1"/>
          </p:cNvSpPr>
          <p:nvPr>
            <p:ph type="pic" idx="9"/>
          </p:nvPr>
        </p:nvSpPr>
        <p:spPr>
          <a:xfrm>
            <a:off x="4796056" y="2"/>
            <a:ext cx="4071719" cy="2415394"/>
          </a:xfrm>
          <a:prstGeom prst="rect">
            <a:avLst/>
          </a:prstGeom>
          <a:solidFill>
            <a:srgbClr val="D7E0E3"/>
          </a:solidFill>
          <a:ln>
            <a:noFill/>
          </a:ln>
        </p:spPr>
      </p:sp>
      <p:sp>
        <p:nvSpPr>
          <p:cNvPr id="672" name="Google Shape;672;p44"/>
          <p:cNvSpPr txBox="1"/>
          <p:nvPr/>
        </p:nvSpPr>
        <p:spPr>
          <a:xfrm>
            <a:off x="1832363" y="5490616"/>
            <a:ext cx="468077" cy="55399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chemeClr val="lt1"/>
              </a:buClr>
              <a:buSzPts val="3600"/>
              <a:buFont typeface="Arial"/>
              <a:buNone/>
            </a:pPr>
            <a:r>
              <a:rPr lang="en-US" sz="3600" b="1">
                <a:solidFill>
                  <a:schemeClr val="lt1"/>
                </a:solidFill>
                <a:latin typeface="Arial"/>
                <a:ea typeface="Arial"/>
                <a:cs typeface="Arial"/>
                <a:sym typeface="Arial"/>
              </a:rPr>
              <a:t>01</a:t>
            </a:r>
            <a:endParaRPr/>
          </a:p>
        </p:txBody>
      </p:sp>
      <p:sp>
        <p:nvSpPr>
          <p:cNvPr id="673" name="Google Shape;673;p44"/>
          <p:cNvSpPr txBox="1"/>
          <p:nvPr/>
        </p:nvSpPr>
        <p:spPr>
          <a:xfrm>
            <a:off x="3996058" y="5490616"/>
            <a:ext cx="468077" cy="55399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chemeClr val="lt1"/>
              </a:buClr>
              <a:buSzPts val="3600"/>
              <a:buFont typeface="Arial"/>
              <a:buNone/>
            </a:pPr>
            <a:r>
              <a:rPr lang="en-US" sz="3600" b="1">
                <a:solidFill>
                  <a:schemeClr val="lt1"/>
                </a:solidFill>
                <a:latin typeface="Arial"/>
                <a:ea typeface="Arial"/>
                <a:cs typeface="Arial"/>
                <a:sym typeface="Arial"/>
              </a:rPr>
              <a:t>02</a:t>
            </a:r>
            <a:endParaRPr/>
          </a:p>
        </p:txBody>
      </p:sp>
      <p:sp>
        <p:nvSpPr>
          <p:cNvPr id="674" name="Google Shape;674;p44"/>
          <p:cNvSpPr txBox="1"/>
          <p:nvPr/>
        </p:nvSpPr>
        <p:spPr>
          <a:xfrm>
            <a:off x="6190010" y="5490616"/>
            <a:ext cx="468077" cy="55399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chemeClr val="lt1"/>
              </a:buClr>
              <a:buSzPts val="3600"/>
              <a:buFont typeface="Arial"/>
              <a:buNone/>
            </a:pPr>
            <a:r>
              <a:rPr lang="en-US" sz="3600" b="1">
                <a:solidFill>
                  <a:schemeClr val="lt1"/>
                </a:solidFill>
                <a:latin typeface="Arial"/>
                <a:ea typeface="Arial"/>
                <a:cs typeface="Arial"/>
                <a:sym typeface="Arial"/>
              </a:rPr>
              <a:t>03</a:t>
            </a:r>
            <a:endParaRPr/>
          </a:p>
        </p:txBody>
      </p:sp>
      <p:sp>
        <p:nvSpPr>
          <p:cNvPr id="675" name="Google Shape;675;p44"/>
          <p:cNvSpPr txBox="1"/>
          <p:nvPr/>
        </p:nvSpPr>
        <p:spPr>
          <a:xfrm>
            <a:off x="8396648" y="5490616"/>
            <a:ext cx="468077" cy="55399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chemeClr val="lt1"/>
              </a:buClr>
              <a:buSzPts val="3600"/>
              <a:buFont typeface="Arial"/>
              <a:buNone/>
            </a:pPr>
            <a:r>
              <a:rPr lang="en-US" sz="3600" b="1">
                <a:solidFill>
                  <a:schemeClr val="lt1"/>
                </a:solidFill>
                <a:latin typeface="Arial"/>
                <a:ea typeface="Arial"/>
                <a:cs typeface="Arial"/>
                <a:sym typeface="Arial"/>
              </a:rPr>
              <a:t>04</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39">
          <p15:clr>
            <a:srgbClr val="FBAE40"/>
          </p15:clr>
        </p15:guide>
        <p15:guide id="6" orient="horz" pos="3832">
          <p15:clr>
            <a:srgbClr val="FBAE40"/>
          </p15:clr>
        </p15:guide>
        <p15:guide id="7" orient="horz" pos="4269">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Four Content with Map Option 1">
  <p:cSld name="Four Content with Map Option 1">
    <p:spTree>
      <p:nvGrpSpPr>
        <p:cNvPr id="1" name="Shape 676"/>
        <p:cNvGrpSpPr/>
        <p:nvPr/>
      </p:nvGrpSpPr>
      <p:grpSpPr>
        <a:xfrm>
          <a:off x="0" y="0"/>
          <a:ext cx="0" cy="0"/>
          <a:chOff x="0" y="0"/>
          <a:chExt cx="0" cy="0"/>
        </a:xfrm>
      </p:grpSpPr>
      <p:sp>
        <p:nvSpPr>
          <p:cNvPr id="677" name="Google Shape;677;p45"/>
          <p:cNvSpPr/>
          <p:nvPr/>
        </p:nvSpPr>
        <p:spPr>
          <a:xfrm>
            <a:off x="4685356" y="1"/>
            <a:ext cx="4458644" cy="6857999"/>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678" name="Google Shape;678;p45"/>
          <p:cNvSpPr txBox="1">
            <a:spLocks noGrp="1"/>
          </p:cNvSpPr>
          <p:nvPr>
            <p:ph type="body" idx="1"/>
          </p:nvPr>
        </p:nvSpPr>
        <p:spPr>
          <a:xfrm>
            <a:off x="273844" y="5067300"/>
            <a:ext cx="4071575" cy="1016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79" name="Google Shape;679;p45"/>
          <p:cNvSpPr txBox="1">
            <a:spLocks noGrp="1"/>
          </p:cNvSpPr>
          <p:nvPr>
            <p:ph type="body" idx="2"/>
          </p:nvPr>
        </p:nvSpPr>
        <p:spPr>
          <a:xfrm>
            <a:off x="4906280" y="1016314"/>
            <a:ext cx="1755000" cy="201454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80" name="Google Shape;680;p45"/>
          <p:cNvSpPr txBox="1">
            <a:spLocks noGrp="1"/>
          </p:cNvSpPr>
          <p:nvPr>
            <p:ph type="body" idx="3"/>
          </p:nvPr>
        </p:nvSpPr>
        <p:spPr>
          <a:xfrm>
            <a:off x="4906280" y="365126"/>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81" name="Google Shape;681;p45"/>
          <p:cNvSpPr txBox="1">
            <a:spLocks noGrp="1"/>
          </p:cNvSpPr>
          <p:nvPr>
            <p:ph type="body" idx="4"/>
          </p:nvPr>
        </p:nvSpPr>
        <p:spPr>
          <a:xfrm>
            <a:off x="7111918" y="1016314"/>
            <a:ext cx="1755000" cy="201454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82" name="Google Shape;682;p45"/>
          <p:cNvSpPr txBox="1">
            <a:spLocks noGrp="1"/>
          </p:cNvSpPr>
          <p:nvPr>
            <p:ph type="body" idx="5"/>
          </p:nvPr>
        </p:nvSpPr>
        <p:spPr>
          <a:xfrm>
            <a:off x="7111918" y="365126"/>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83" name="Google Shape;683;p45"/>
          <p:cNvSpPr txBox="1">
            <a:spLocks noGrp="1"/>
          </p:cNvSpPr>
          <p:nvPr>
            <p:ph type="title"/>
          </p:nvPr>
        </p:nvSpPr>
        <p:spPr>
          <a:xfrm>
            <a:off x="274320" y="365760"/>
            <a:ext cx="4071099"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84" name="Google Shape;684;p45"/>
          <p:cNvSpPr txBox="1">
            <a:spLocks noGrp="1"/>
          </p:cNvSpPr>
          <p:nvPr>
            <p:ph type="body" idx="6"/>
          </p:nvPr>
        </p:nvSpPr>
        <p:spPr>
          <a:xfrm>
            <a:off x="4906280" y="4080189"/>
            <a:ext cx="1755000" cy="201454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85" name="Google Shape;685;p45"/>
          <p:cNvSpPr txBox="1">
            <a:spLocks noGrp="1"/>
          </p:cNvSpPr>
          <p:nvPr>
            <p:ph type="body" idx="7"/>
          </p:nvPr>
        </p:nvSpPr>
        <p:spPr>
          <a:xfrm>
            <a:off x="4906280" y="342900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86" name="Google Shape;686;p45"/>
          <p:cNvSpPr txBox="1">
            <a:spLocks noGrp="1"/>
          </p:cNvSpPr>
          <p:nvPr>
            <p:ph type="body" idx="8"/>
          </p:nvPr>
        </p:nvSpPr>
        <p:spPr>
          <a:xfrm>
            <a:off x="7111918" y="4080189"/>
            <a:ext cx="1755000" cy="201454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87" name="Google Shape;687;p45"/>
          <p:cNvSpPr txBox="1">
            <a:spLocks noGrp="1"/>
          </p:cNvSpPr>
          <p:nvPr>
            <p:ph type="body" idx="9"/>
          </p:nvPr>
        </p:nvSpPr>
        <p:spPr>
          <a:xfrm>
            <a:off x="7111918" y="342900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88" name="Google Shape;688;p45"/>
          <p:cNvSpPr/>
          <p:nvPr/>
        </p:nvSpPr>
        <p:spPr>
          <a:xfrm>
            <a:off x="282516" y="1943101"/>
            <a:ext cx="4054232" cy="2802255"/>
          </a:xfrm>
          <a:custGeom>
            <a:avLst/>
            <a:gdLst/>
            <a:ahLst/>
            <a:cxnLst/>
            <a:rect l="l" t="t" r="r" b="b"/>
            <a:pathLst>
              <a:path w="8611" h="4463" extrusionOk="0">
                <a:moveTo>
                  <a:pt x="7449" y="1700"/>
                </a:moveTo>
                <a:lnTo>
                  <a:pt x="7449" y="1700"/>
                </a:lnTo>
                <a:lnTo>
                  <a:pt x="7510" y="1700"/>
                </a:lnTo>
                <a:lnTo>
                  <a:pt x="7510" y="1277"/>
                </a:lnTo>
                <a:lnTo>
                  <a:pt x="7449" y="1277"/>
                </a:lnTo>
                <a:lnTo>
                  <a:pt x="7449" y="1700"/>
                </a:lnTo>
                <a:close/>
                <a:moveTo>
                  <a:pt x="6916" y="2980"/>
                </a:moveTo>
                <a:lnTo>
                  <a:pt x="6916" y="2980"/>
                </a:lnTo>
                <a:lnTo>
                  <a:pt x="6996" y="2980"/>
                </a:lnTo>
                <a:lnTo>
                  <a:pt x="6996" y="2869"/>
                </a:lnTo>
                <a:lnTo>
                  <a:pt x="6916" y="2869"/>
                </a:lnTo>
                <a:lnTo>
                  <a:pt x="6916" y="2980"/>
                </a:lnTo>
                <a:close/>
                <a:moveTo>
                  <a:pt x="7155" y="3150"/>
                </a:moveTo>
                <a:lnTo>
                  <a:pt x="7155" y="3150"/>
                </a:lnTo>
                <a:lnTo>
                  <a:pt x="6945" y="3360"/>
                </a:lnTo>
                <a:lnTo>
                  <a:pt x="6803" y="3360"/>
                </a:lnTo>
                <a:lnTo>
                  <a:pt x="6803" y="3741"/>
                </a:lnTo>
                <a:lnTo>
                  <a:pt x="7014" y="3741"/>
                </a:lnTo>
                <a:lnTo>
                  <a:pt x="7083" y="3672"/>
                </a:lnTo>
                <a:lnTo>
                  <a:pt x="7246" y="3672"/>
                </a:lnTo>
                <a:lnTo>
                  <a:pt x="7428" y="3854"/>
                </a:lnTo>
                <a:lnTo>
                  <a:pt x="7578" y="3854"/>
                </a:lnTo>
                <a:lnTo>
                  <a:pt x="7751" y="3682"/>
                </a:lnTo>
                <a:lnTo>
                  <a:pt x="7751" y="3453"/>
                </a:lnTo>
                <a:lnTo>
                  <a:pt x="7447" y="3150"/>
                </a:lnTo>
                <a:lnTo>
                  <a:pt x="7155" y="3150"/>
                </a:lnTo>
                <a:close/>
                <a:moveTo>
                  <a:pt x="6938" y="2386"/>
                </a:moveTo>
                <a:lnTo>
                  <a:pt x="6938" y="2386"/>
                </a:lnTo>
                <a:lnTo>
                  <a:pt x="6938" y="2494"/>
                </a:lnTo>
                <a:lnTo>
                  <a:pt x="6989" y="2545"/>
                </a:lnTo>
                <a:lnTo>
                  <a:pt x="6989" y="2707"/>
                </a:lnTo>
                <a:lnTo>
                  <a:pt x="7091" y="2707"/>
                </a:lnTo>
                <a:lnTo>
                  <a:pt x="7091" y="2566"/>
                </a:lnTo>
                <a:lnTo>
                  <a:pt x="6997" y="2472"/>
                </a:lnTo>
                <a:lnTo>
                  <a:pt x="6997" y="2386"/>
                </a:lnTo>
                <a:lnTo>
                  <a:pt x="6938" y="2386"/>
                </a:lnTo>
                <a:close/>
                <a:moveTo>
                  <a:pt x="8059" y="4075"/>
                </a:moveTo>
                <a:lnTo>
                  <a:pt x="8059" y="4075"/>
                </a:lnTo>
                <a:lnTo>
                  <a:pt x="8118" y="4134"/>
                </a:lnTo>
                <a:lnTo>
                  <a:pt x="8358" y="3894"/>
                </a:lnTo>
                <a:lnTo>
                  <a:pt x="8299" y="3835"/>
                </a:lnTo>
                <a:lnTo>
                  <a:pt x="8059" y="4075"/>
                </a:lnTo>
                <a:close/>
                <a:moveTo>
                  <a:pt x="7322" y="2914"/>
                </a:moveTo>
                <a:lnTo>
                  <a:pt x="7322" y="2914"/>
                </a:lnTo>
                <a:lnTo>
                  <a:pt x="7529" y="3121"/>
                </a:lnTo>
                <a:lnTo>
                  <a:pt x="7598" y="3053"/>
                </a:lnTo>
                <a:lnTo>
                  <a:pt x="7390" y="2845"/>
                </a:lnTo>
                <a:lnTo>
                  <a:pt x="7322" y="2914"/>
                </a:lnTo>
                <a:close/>
                <a:moveTo>
                  <a:pt x="7859" y="432"/>
                </a:moveTo>
                <a:lnTo>
                  <a:pt x="7859" y="432"/>
                </a:lnTo>
                <a:lnTo>
                  <a:pt x="7690" y="263"/>
                </a:lnTo>
                <a:lnTo>
                  <a:pt x="7189" y="263"/>
                </a:lnTo>
                <a:lnTo>
                  <a:pt x="7117" y="191"/>
                </a:lnTo>
                <a:lnTo>
                  <a:pt x="6732" y="191"/>
                </a:lnTo>
                <a:lnTo>
                  <a:pt x="6732" y="0"/>
                </a:lnTo>
                <a:lnTo>
                  <a:pt x="6062" y="0"/>
                </a:lnTo>
                <a:lnTo>
                  <a:pt x="5852" y="209"/>
                </a:lnTo>
                <a:lnTo>
                  <a:pt x="5697" y="209"/>
                </a:lnTo>
                <a:lnTo>
                  <a:pt x="5643" y="262"/>
                </a:lnTo>
                <a:lnTo>
                  <a:pt x="5643" y="489"/>
                </a:lnTo>
                <a:lnTo>
                  <a:pt x="5243" y="489"/>
                </a:lnTo>
                <a:lnTo>
                  <a:pt x="4953" y="779"/>
                </a:lnTo>
                <a:lnTo>
                  <a:pt x="4867" y="779"/>
                </a:lnTo>
                <a:lnTo>
                  <a:pt x="4865" y="675"/>
                </a:lnTo>
                <a:lnTo>
                  <a:pt x="4919" y="675"/>
                </a:lnTo>
                <a:lnTo>
                  <a:pt x="5004" y="590"/>
                </a:lnTo>
                <a:lnTo>
                  <a:pt x="4777" y="363"/>
                </a:lnTo>
                <a:lnTo>
                  <a:pt x="4578" y="363"/>
                </a:lnTo>
                <a:lnTo>
                  <a:pt x="4128" y="813"/>
                </a:lnTo>
                <a:lnTo>
                  <a:pt x="4128" y="1077"/>
                </a:lnTo>
                <a:lnTo>
                  <a:pt x="4216" y="1077"/>
                </a:lnTo>
                <a:lnTo>
                  <a:pt x="4341" y="1201"/>
                </a:lnTo>
                <a:lnTo>
                  <a:pt x="4434" y="1108"/>
                </a:lnTo>
                <a:lnTo>
                  <a:pt x="4434" y="848"/>
                </a:lnTo>
                <a:lnTo>
                  <a:pt x="4567" y="714"/>
                </a:lnTo>
                <a:lnTo>
                  <a:pt x="4599" y="745"/>
                </a:lnTo>
                <a:lnTo>
                  <a:pt x="4494" y="849"/>
                </a:lnTo>
                <a:lnTo>
                  <a:pt x="4494" y="1009"/>
                </a:lnTo>
                <a:lnTo>
                  <a:pt x="4695" y="1009"/>
                </a:lnTo>
                <a:lnTo>
                  <a:pt x="4468" y="1236"/>
                </a:lnTo>
                <a:lnTo>
                  <a:pt x="4208" y="1237"/>
                </a:lnTo>
                <a:lnTo>
                  <a:pt x="3961" y="1484"/>
                </a:lnTo>
                <a:lnTo>
                  <a:pt x="3961" y="1645"/>
                </a:lnTo>
                <a:lnTo>
                  <a:pt x="3784" y="1645"/>
                </a:lnTo>
                <a:lnTo>
                  <a:pt x="3784" y="1867"/>
                </a:lnTo>
                <a:lnTo>
                  <a:pt x="3946" y="1868"/>
                </a:lnTo>
                <a:lnTo>
                  <a:pt x="4188" y="1625"/>
                </a:lnTo>
                <a:lnTo>
                  <a:pt x="4377" y="1813"/>
                </a:lnTo>
                <a:lnTo>
                  <a:pt x="4424" y="1767"/>
                </a:lnTo>
                <a:lnTo>
                  <a:pt x="4307" y="1650"/>
                </a:lnTo>
                <a:lnTo>
                  <a:pt x="4307" y="1580"/>
                </a:lnTo>
                <a:lnTo>
                  <a:pt x="4476" y="1749"/>
                </a:lnTo>
                <a:lnTo>
                  <a:pt x="4476" y="1788"/>
                </a:lnTo>
                <a:lnTo>
                  <a:pt x="4532" y="1844"/>
                </a:lnTo>
                <a:lnTo>
                  <a:pt x="4649" y="1844"/>
                </a:lnTo>
                <a:lnTo>
                  <a:pt x="4727" y="1922"/>
                </a:lnTo>
                <a:lnTo>
                  <a:pt x="4864" y="1922"/>
                </a:lnTo>
                <a:lnTo>
                  <a:pt x="4864" y="2062"/>
                </a:lnTo>
                <a:lnTo>
                  <a:pt x="4425" y="2062"/>
                </a:lnTo>
                <a:lnTo>
                  <a:pt x="4283" y="1920"/>
                </a:lnTo>
                <a:lnTo>
                  <a:pt x="3886" y="1920"/>
                </a:lnTo>
                <a:lnTo>
                  <a:pt x="3577" y="2229"/>
                </a:lnTo>
                <a:lnTo>
                  <a:pt x="3577" y="2540"/>
                </a:lnTo>
                <a:lnTo>
                  <a:pt x="3732" y="2695"/>
                </a:lnTo>
                <a:lnTo>
                  <a:pt x="4212" y="2695"/>
                </a:lnTo>
                <a:lnTo>
                  <a:pt x="4212" y="2859"/>
                </a:lnTo>
                <a:lnTo>
                  <a:pt x="4315" y="2961"/>
                </a:lnTo>
                <a:lnTo>
                  <a:pt x="4315" y="3459"/>
                </a:lnTo>
                <a:lnTo>
                  <a:pt x="4439" y="3583"/>
                </a:lnTo>
                <a:lnTo>
                  <a:pt x="4439" y="3737"/>
                </a:lnTo>
                <a:lnTo>
                  <a:pt x="4552" y="3737"/>
                </a:lnTo>
                <a:lnTo>
                  <a:pt x="4795" y="3494"/>
                </a:lnTo>
                <a:lnTo>
                  <a:pt x="4795" y="3425"/>
                </a:lnTo>
                <a:lnTo>
                  <a:pt x="4992" y="3228"/>
                </a:lnTo>
                <a:lnTo>
                  <a:pt x="4992" y="2911"/>
                </a:lnTo>
                <a:lnTo>
                  <a:pt x="5215" y="2687"/>
                </a:lnTo>
                <a:lnTo>
                  <a:pt x="5215" y="2591"/>
                </a:lnTo>
                <a:lnTo>
                  <a:pt x="5101" y="2591"/>
                </a:lnTo>
                <a:lnTo>
                  <a:pt x="4831" y="2321"/>
                </a:lnTo>
                <a:lnTo>
                  <a:pt x="4875" y="2277"/>
                </a:lnTo>
                <a:lnTo>
                  <a:pt x="5112" y="2514"/>
                </a:lnTo>
                <a:lnTo>
                  <a:pt x="5267" y="2514"/>
                </a:lnTo>
                <a:lnTo>
                  <a:pt x="5461" y="2320"/>
                </a:lnTo>
                <a:lnTo>
                  <a:pt x="5237" y="2094"/>
                </a:lnTo>
                <a:lnTo>
                  <a:pt x="5263" y="2068"/>
                </a:lnTo>
                <a:lnTo>
                  <a:pt x="5395" y="2200"/>
                </a:lnTo>
                <a:lnTo>
                  <a:pt x="5600" y="2200"/>
                </a:lnTo>
                <a:lnTo>
                  <a:pt x="5715" y="2314"/>
                </a:lnTo>
                <a:lnTo>
                  <a:pt x="5779" y="2314"/>
                </a:lnTo>
                <a:lnTo>
                  <a:pt x="5779" y="2505"/>
                </a:lnTo>
                <a:lnTo>
                  <a:pt x="5907" y="2632"/>
                </a:lnTo>
                <a:lnTo>
                  <a:pt x="5963" y="2575"/>
                </a:lnTo>
                <a:lnTo>
                  <a:pt x="5963" y="2445"/>
                </a:lnTo>
                <a:lnTo>
                  <a:pt x="6162" y="2289"/>
                </a:lnTo>
                <a:lnTo>
                  <a:pt x="6218" y="2289"/>
                </a:lnTo>
                <a:lnTo>
                  <a:pt x="6307" y="2378"/>
                </a:lnTo>
                <a:cubicBezTo>
                  <a:pt x="6307" y="2378"/>
                  <a:pt x="6300" y="2447"/>
                  <a:pt x="6307" y="2447"/>
                </a:cubicBezTo>
                <a:lnTo>
                  <a:pt x="6379" y="2447"/>
                </a:lnTo>
                <a:lnTo>
                  <a:pt x="6579" y="2647"/>
                </a:lnTo>
                <a:lnTo>
                  <a:pt x="6583" y="2651"/>
                </a:lnTo>
                <a:lnTo>
                  <a:pt x="6669" y="2564"/>
                </a:lnTo>
                <a:lnTo>
                  <a:pt x="6669" y="2478"/>
                </a:lnTo>
                <a:lnTo>
                  <a:pt x="6567" y="2376"/>
                </a:lnTo>
                <a:lnTo>
                  <a:pt x="6628" y="2316"/>
                </a:lnTo>
                <a:lnTo>
                  <a:pt x="6749" y="2316"/>
                </a:lnTo>
                <a:lnTo>
                  <a:pt x="6965" y="2099"/>
                </a:lnTo>
                <a:lnTo>
                  <a:pt x="6965" y="1959"/>
                </a:lnTo>
                <a:lnTo>
                  <a:pt x="6863" y="1857"/>
                </a:lnTo>
                <a:lnTo>
                  <a:pt x="6947" y="1774"/>
                </a:lnTo>
                <a:lnTo>
                  <a:pt x="7091" y="1918"/>
                </a:lnTo>
                <a:lnTo>
                  <a:pt x="7153" y="1918"/>
                </a:lnTo>
                <a:lnTo>
                  <a:pt x="7153" y="1799"/>
                </a:lnTo>
                <a:lnTo>
                  <a:pt x="7371" y="1582"/>
                </a:lnTo>
                <a:lnTo>
                  <a:pt x="7371" y="1100"/>
                </a:lnTo>
                <a:lnTo>
                  <a:pt x="7450" y="1021"/>
                </a:lnTo>
                <a:lnTo>
                  <a:pt x="7770" y="1021"/>
                </a:lnTo>
                <a:lnTo>
                  <a:pt x="7883" y="908"/>
                </a:lnTo>
                <a:lnTo>
                  <a:pt x="8002" y="908"/>
                </a:lnTo>
                <a:lnTo>
                  <a:pt x="8002" y="958"/>
                </a:lnTo>
                <a:lnTo>
                  <a:pt x="7799" y="1162"/>
                </a:lnTo>
                <a:lnTo>
                  <a:pt x="7799" y="1388"/>
                </a:lnTo>
                <a:lnTo>
                  <a:pt x="7842" y="1388"/>
                </a:lnTo>
                <a:lnTo>
                  <a:pt x="7985" y="1244"/>
                </a:lnTo>
                <a:lnTo>
                  <a:pt x="7985" y="1119"/>
                </a:lnTo>
                <a:cubicBezTo>
                  <a:pt x="7985" y="1119"/>
                  <a:pt x="8427" y="699"/>
                  <a:pt x="8431" y="699"/>
                </a:cubicBezTo>
                <a:lnTo>
                  <a:pt x="8526" y="794"/>
                </a:lnTo>
                <a:lnTo>
                  <a:pt x="8611" y="709"/>
                </a:lnTo>
                <a:lnTo>
                  <a:pt x="8334" y="432"/>
                </a:lnTo>
                <a:lnTo>
                  <a:pt x="7859" y="432"/>
                </a:lnTo>
                <a:close/>
                <a:moveTo>
                  <a:pt x="7254" y="1916"/>
                </a:moveTo>
                <a:lnTo>
                  <a:pt x="7254" y="1916"/>
                </a:lnTo>
                <a:lnTo>
                  <a:pt x="7311" y="1974"/>
                </a:lnTo>
                <a:lnTo>
                  <a:pt x="7498" y="1787"/>
                </a:lnTo>
                <a:lnTo>
                  <a:pt x="7441" y="1729"/>
                </a:lnTo>
                <a:lnTo>
                  <a:pt x="7254" y="1916"/>
                </a:lnTo>
                <a:close/>
                <a:moveTo>
                  <a:pt x="7541" y="4030"/>
                </a:moveTo>
                <a:lnTo>
                  <a:pt x="7541" y="4030"/>
                </a:lnTo>
                <a:lnTo>
                  <a:pt x="7639" y="4030"/>
                </a:lnTo>
                <a:lnTo>
                  <a:pt x="7639" y="3946"/>
                </a:lnTo>
                <a:lnTo>
                  <a:pt x="7541" y="3946"/>
                </a:lnTo>
                <a:lnTo>
                  <a:pt x="7541" y="4030"/>
                </a:lnTo>
                <a:close/>
                <a:moveTo>
                  <a:pt x="5088" y="3476"/>
                </a:moveTo>
                <a:lnTo>
                  <a:pt x="5088" y="3476"/>
                </a:lnTo>
                <a:lnTo>
                  <a:pt x="5208" y="3476"/>
                </a:lnTo>
                <a:lnTo>
                  <a:pt x="5208" y="3193"/>
                </a:lnTo>
                <a:lnTo>
                  <a:pt x="5088" y="3193"/>
                </a:lnTo>
                <a:lnTo>
                  <a:pt x="5088" y="3476"/>
                </a:lnTo>
                <a:close/>
                <a:moveTo>
                  <a:pt x="2594" y="2576"/>
                </a:moveTo>
                <a:lnTo>
                  <a:pt x="2594" y="2576"/>
                </a:lnTo>
                <a:lnTo>
                  <a:pt x="2242" y="2576"/>
                </a:lnTo>
                <a:lnTo>
                  <a:pt x="2071" y="2747"/>
                </a:lnTo>
                <a:lnTo>
                  <a:pt x="2071" y="2999"/>
                </a:lnTo>
                <a:lnTo>
                  <a:pt x="2265" y="3193"/>
                </a:lnTo>
                <a:lnTo>
                  <a:pt x="2265" y="4354"/>
                </a:lnTo>
                <a:lnTo>
                  <a:pt x="2373" y="4463"/>
                </a:lnTo>
                <a:lnTo>
                  <a:pt x="2429" y="4463"/>
                </a:lnTo>
                <a:lnTo>
                  <a:pt x="2429" y="4071"/>
                </a:lnTo>
                <a:lnTo>
                  <a:pt x="3166" y="3334"/>
                </a:lnTo>
                <a:lnTo>
                  <a:pt x="3166" y="2956"/>
                </a:lnTo>
                <a:lnTo>
                  <a:pt x="2975" y="2956"/>
                </a:lnTo>
                <a:lnTo>
                  <a:pt x="2594" y="2576"/>
                </a:lnTo>
                <a:close/>
                <a:moveTo>
                  <a:pt x="1937" y="787"/>
                </a:moveTo>
                <a:lnTo>
                  <a:pt x="1937" y="787"/>
                </a:lnTo>
                <a:lnTo>
                  <a:pt x="2037" y="887"/>
                </a:lnTo>
                <a:lnTo>
                  <a:pt x="2114" y="811"/>
                </a:lnTo>
                <a:lnTo>
                  <a:pt x="2013" y="710"/>
                </a:lnTo>
                <a:lnTo>
                  <a:pt x="1937" y="787"/>
                </a:lnTo>
                <a:close/>
                <a:moveTo>
                  <a:pt x="3552" y="128"/>
                </a:moveTo>
                <a:lnTo>
                  <a:pt x="3552" y="128"/>
                </a:lnTo>
                <a:lnTo>
                  <a:pt x="2633" y="128"/>
                </a:lnTo>
                <a:lnTo>
                  <a:pt x="2633" y="262"/>
                </a:lnTo>
                <a:lnTo>
                  <a:pt x="2784" y="262"/>
                </a:lnTo>
                <a:cubicBezTo>
                  <a:pt x="2784" y="262"/>
                  <a:pt x="2787" y="688"/>
                  <a:pt x="2784" y="685"/>
                </a:cubicBezTo>
                <a:lnTo>
                  <a:pt x="2896" y="685"/>
                </a:lnTo>
                <a:lnTo>
                  <a:pt x="3050" y="531"/>
                </a:lnTo>
                <a:lnTo>
                  <a:pt x="3270" y="531"/>
                </a:lnTo>
                <a:lnTo>
                  <a:pt x="3552" y="249"/>
                </a:lnTo>
                <a:lnTo>
                  <a:pt x="3552" y="128"/>
                </a:lnTo>
                <a:close/>
                <a:moveTo>
                  <a:pt x="3901" y="1399"/>
                </a:moveTo>
                <a:lnTo>
                  <a:pt x="3901" y="1399"/>
                </a:lnTo>
                <a:lnTo>
                  <a:pt x="4001" y="1399"/>
                </a:lnTo>
                <a:lnTo>
                  <a:pt x="4001" y="1208"/>
                </a:lnTo>
                <a:lnTo>
                  <a:pt x="3873" y="1080"/>
                </a:lnTo>
                <a:lnTo>
                  <a:pt x="3855" y="1080"/>
                </a:lnTo>
                <a:lnTo>
                  <a:pt x="3761" y="1173"/>
                </a:lnTo>
                <a:lnTo>
                  <a:pt x="3761" y="1342"/>
                </a:lnTo>
                <a:lnTo>
                  <a:pt x="3843" y="1342"/>
                </a:lnTo>
                <a:lnTo>
                  <a:pt x="3901" y="1399"/>
                </a:lnTo>
                <a:close/>
                <a:moveTo>
                  <a:pt x="6870" y="2711"/>
                </a:moveTo>
                <a:lnTo>
                  <a:pt x="6870" y="2711"/>
                </a:lnTo>
                <a:lnTo>
                  <a:pt x="6830" y="2672"/>
                </a:lnTo>
                <a:lnTo>
                  <a:pt x="6671" y="2831"/>
                </a:lnTo>
                <a:lnTo>
                  <a:pt x="6671" y="2876"/>
                </a:lnTo>
                <a:lnTo>
                  <a:pt x="6727" y="2932"/>
                </a:lnTo>
                <a:lnTo>
                  <a:pt x="6870" y="2932"/>
                </a:lnTo>
                <a:lnTo>
                  <a:pt x="6870" y="2711"/>
                </a:lnTo>
                <a:close/>
                <a:moveTo>
                  <a:pt x="1815" y="2319"/>
                </a:moveTo>
                <a:lnTo>
                  <a:pt x="1815" y="2319"/>
                </a:lnTo>
                <a:lnTo>
                  <a:pt x="1713" y="2319"/>
                </a:lnTo>
                <a:lnTo>
                  <a:pt x="1714" y="2085"/>
                </a:lnTo>
                <a:lnTo>
                  <a:pt x="2032" y="2085"/>
                </a:lnTo>
                <a:lnTo>
                  <a:pt x="2034" y="2177"/>
                </a:lnTo>
                <a:lnTo>
                  <a:pt x="2115" y="2177"/>
                </a:lnTo>
                <a:lnTo>
                  <a:pt x="2115" y="1900"/>
                </a:lnTo>
                <a:lnTo>
                  <a:pt x="2611" y="1404"/>
                </a:lnTo>
                <a:lnTo>
                  <a:pt x="2696" y="1404"/>
                </a:lnTo>
                <a:lnTo>
                  <a:pt x="2697" y="1282"/>
                </a:lnTo>
                <a:lnTo>
                  <a:pt x="2691" y="1277"/>
                </a:lnTo>
                <a:lnTo>
                  <a:pt x="2297" y="883"/>
                </a:lnTo>
                <a:lnTo>
                  <a:pt x="2171" y="883"/>
                </a:lnTo>
                <a:lnTo>
                  <a:pt x="2171" y="1188"/>
                </a:lnTo>
                <a:lnTo>
                  <a:pt x="1812" y="1188"/>
                </a:lnTo>
                <a:lnTo>
                  <a:pt x="1812" y="864"/>
                </a:lnTo>
                <a:lnTo>
                  <a:pt x="2099" y="578"/>
                </a:lnTo>
                <a:lnTo>
                  <a:pt x="2362" y="841"/>
                </a:lnTo>
                <a:lnTo>
                  <a:pt x="2432" y="841"/>
                </a:lnTo>
                <a:cubicBezTo>
                  <a:pt x="2432" y="841"/>
                  <a:pt x="2594" y="676"/>
                  <a:pt x="2594" y="676"/>
                </a:cubicBezTo>
                <a:lnTo>
                  <a:pt x="2182" y="265"/>
                </a:lnTo>
                <a:lnTo>
                  <a:pt x="1181" y="265"/>
                </a:lnTo>
                <a:lnTo>
                  <a:pt x="1050" y="396"/>
                </a:lnTo>
                <a:lnTo>
                  <a:pt x="163" y="396"/>
                </a:lnTo>
                <a:lnTo>
                  <a:pt x="0" y="560"/>
                </a:lnTo>
                <a:lnTo>
                  <a:pt x="0" y="953"/>
                </a:lnTo>
                <a:lnTo>
                  <a:pt x="159" y="1112"/>
                </a:lnTo>
                <a:lnTo>
                  <a:pt x="380" y="1112"/>
                </a:lnTo>
                <a:lnTo>
                  <a:pt x="380" y="978"/>
                </a:lnTo>
                <a:lnTo>
                  <a:pt x="577" y="978"/>
                </a:lnTo>
                <a:lnTo>
                  <a:pt x="1000" y="1401"/>
                </a:lnTo>
                <a:lnTo>
                  <a:pt x="1000" y="1829"/>
                </a:lnTo>
                <a:lnTo>
                  <a:pt x="1651" y="2481"/>
                </a:lnTo>
                <a:lnTo>
                  <a:pt x="1808" y="2481"/>
                </a:lnTo>
                <a:lnTo>
                  <a:pt x="1999" y="2671"/>
                </a:lnTo>
                <a:lnTo>
                  <a:pt x="2083" y="2587"/>
                </a:lnTo>
                <a:lnTo>
                  <a:pt x="1815" y="2319"/>
                </a:lnTo>
                <a:close/>
                <a:moveTo>
                  <a:pt x="6560" y="2743"/>
                </a:moveTo>
                <a:lnTo>
                  <a:pt x="6560" y="2743"/>
                </a:lnTo>
                <a:lnTo>
                  <a:pt x="6539" y="2722"/>
                </a:lnTo>
                <a:lnTo>
                  <a:pt x="6406" y="2589"/>
                </a:lnTo>
                <a:cubicBezTo>
                  <a:pt x="6407" y="2588"/>
                  <a:pt x="6369" y="2625"/>
                  <a:pt x="6369" y="2625"/>
                </a:cubicBezTo>
                <a:lnTo>
                  <a:pt x="6523" y="2780"/>
                </a:lnTo>
                <a:lnTo>
                  <a:pt x="6560" y="2743"/>
                </a:lnTo>
                <a:close/>
                <a:moveTo>
                  <a:pt x="6393" y="2695"/>
                </a:moveTo>
                <a:lnTo>
                  <a:pt x="6393" y="2695"/>
                </a:lnTo>
                <a:cubicBezTo>
                  <a:pt x="6395" y="2693"/>
                  <a:pt x="6346" y="2743"/>
                  <a:pt x="6346" y="2743"/>
                </a:cubicBezTo>
                <a:lnTo>
                  <a:pt x="6579" y="2979"/>
                </a:lnTo>
                <a:lnTo>
                  <a:pt x="6628" y="2930"/>
                </a:lnTo>
                <a:lnTo>
                  <a:pt x="6595" y="2896"/>
                </a:lnTo>
                <a:lnTo>
                  <a:pt x="6393" y="2695"/>
                </a:lnTo>
                <a:close/>
                <a:moveTo>
                  <a:pt x="5948" y="2706"/>
                </a:moveTo>
                <a:lnTo>
                  <a:pt x="5948" y="2706"/>
                </a:lnTo>
                <a:lnTo>
                  <a:pt x="6008" y="2706"/>
                </a:lnTo>
                <a:lnTo>
                  <a:pt x="6008" y="2622"/>
                </a:lnTo>
                <a:lnTo>
                  <a:pt x="5948" y="2622"/>
                </a:lnTo>
                <a:lnTo>
                  <a:pt x="5948" y="2706"/>
                </a:lnTo>
                <a:close/>
                <a:moveTo>
                  <a:pt x="3654" y="811"/>
                </a:moveTo>
                <a:lnTo>
                  <a:pt x="3654" y="811"/>
                </a:lnTo>
                <a:lnTo>
                  <a:pt x="3436" y="811"/>
                </a:lnTo>
                <a:lnTo>
                  <a:pt x="3436" y="660"/>
                </a:lnTo>
                <a:lnTo>
                  <a:pt x="3654" y="660"/>
                </a:lnTo>
                <a:lnTo>
                  <a:pt x="3654" y="811"/>
                </a:lnTo>
                <a:close/>
              </a:path>
            </a:pathLst>
          </a:custGeom>
          <a:solidFill>
            <a:srgbClr val="ECECE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689" name="Google Shape;689;p45"/>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690" name="Google Shape;690;p45"/>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hree Content with chart">
  <p:cSld name="Three Content with chart">
    <p:spTree>
      <p:nvGrpSpPr>
        <p:cNvPr id="1" name="Shape 691"/>
        <p:cNvGrpSpPr/>
        <p:nvPr/>
      </p:nvGrpSpPr>
      <p:grpSpPr>
        <a:xfrm>
          <a:off x="0" y="0"/>
          <a:ext cx="0" cy="0"/>
          <a:chOff x="0" y="0"/>
          <a:chExt cx="0" cy="0"/>
        </a:xfrm>
      </p:grpSpPr>
      <p:sp>
        <p:nvSpPr>
          <p:cNvPr id="692" name="Google Shape;692;p46"/>
          <p:cNvSpPr/>
          <p:nvPr/>
        </p:nvSpPr>
        <p:spPr>
          <a:xfrm>
            <a:off x="4685356" y="1"/>
            <a:ext cx="4458644" cy="6857999"/>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693" name="Google Shape;693;p46"/>
          <p:cNvSpPr txBox="1">
            <a:spLocks noGrp="1"/>
          </p:cNvSpPr>
          <p:nvPr>
            <p:ph type="body" idx="1"/>
          </p:nvPr>
        </p:nvSpPr>
        <p:spPr>
          <a:xfrm>
            <a:off x="273844" y="5067300"/>
            <a:ext cx="4071575" cy="1016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94" name="Google Shape;694;p46"/>
          <p:cNvSpPr txBox="1">
            <a:spLocks noGrp="1"/>
          </p:cNvSpPr>
          <p:nvPr>
            <p:ph type="body" idx="2"/>
          </p:nvPr>
        </p:nvSpPr>
        <p:spPr>
          <a:xfrm>
            <a:off x="4906280" y="1016314"/>
            <a:ext cx="1755000" cy="201454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95" name="Google Shape;695;p46"/>
          <p:cNvSpPr txBox="1">
            <a:spLocks noGrp="1"/>
          </p:cNvSpPr>
          <p:nvPr>
            <p:ph type="body" idx="3"/>
          </p:nvPr>
        </p:nvSpPr>
        <p:spPr>
          <a:xfrm>
            <a:off x="4906280" y="365126"/>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96" name="Google Shape;696;p46"/>
          <p:cNvSpPr txBox="1">
            <a:spLocks noGrp="1"/>
          </p:cNvSpPr>
          <p:nvPr>
            <p:ph type="body" idx="4"/>
          </p:nvPr>
        </p:nvSpPr>
        <p:spPr>
          <a:xfrm>
            <a:off x="7111918" y="1016314"/>
            <a:ext cx="1755000" cy="201454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97" name="Google Shape;697;p46"/>
          <p:cNvSpPr txBox="1">
            <a:spLocks noGrp="1"/>
          </p:cNvSpPr>
          <p:nvPr>
            <p:ph type="body" idx="5"/>
          </p:nvPr>
        </p:nvSpPr>
        <p:spPr>
          <a:xfrm>
            <a:off x="7111918" y="365126"/>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698" name="Google Shape;698;p46"/>
          <p:cNvSpPr txBox="1">
            <a:spLocks noGrp="1"/>
          </p:cNvSpPr>
          <p:nvPr>
            <p:ph type="title"/>
          </p:nvPr>
        </p:nvSpPr>
        <p:spPr>
          <a:xfrm>
            <a:off x="274320" y="365760"/>
            <a:ext cx="4071099"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99" name="Google Shape;699;p46"/>
          <p:cNvSpPr txBox="1">
            <a:spLocks noGrp="1"/>
          </p:cNvSpPr>
          <p:nvPr>
            <p:ph type="body" idx="6"/>
          </p:nvPr>
        </p:nvSpPr>
        <p:spPr>
          <a:xfrm>
            <a:off x="4906280" y="4080189"/>
            <a:ext cx="1755000" cy="201454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00" name="Google Shape;700;p46"/>
          <p:cNvSpPr txBox="1">
            <a:spLocks noGrp="1"/>
          </p:cNvSpPr>
          <p:nvPr>
            <p:ph type="body" idx="7"/>
          </p:nvPr>
        </p:nvSpPr>
        <p:spPr>
          <a:xfrm>
            <a:off x="4906280" y="342900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01" name="Google Shape;701;p46"/>
          <p:cNvSpPr txBox="1">
            <a:spLocks noGrp="1"/>
          </p:cNvSpPr>
          <p:nvPr>
            <p:ph type="body" idx="8"/>
          </p:nvPr>
        </p:nvSpPr>
        <p:spPr>
          <a:xfrm>
            <a:off x="7111918" y="4080189"/>
            <a:ext cx="1755000" cy="2014541"/>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02" name="Google Shape;702;p46"/>
          <p:cNvSpPr txBox="1">
            <a:spLocks noGrp="1"/>
          </p:cNvSpPr>
          <p:nvPr>
            <p:ph type="body" idx="9"/>
          </p:nvPr>
        </p:nvSpPr>
        <p:spPr>
          <a:xfrm>
            <a:off x="7111918" y="342900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03" name="Google Shape;703;p46"/>
          <p:cNvSpPr txBox="1">
            <a:spLocks noGrp="1"/>
          </p:cNvSpPr>
          <p:nvPr>
            <p:ph type="body" idx="13"/>
          </p:nvPr>
        </p:nvSpPr>
        <p:spPr>
          <a:xfrm>
            <a:off x="273844" y="1828800"/>
            <a:ext cx="4071575" cy="2924175"/>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04" name="Google Shape;704;p46"/>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705" name="Google Shape;705;p46"/>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hree Content with Image ">
  <p:cSld name="Three Content with Image ">
    <p:spTree>
      <p:nvGrpSpPr>
        <p:cNvPr id="1" name="Shape 706"/>
        <p:cNvGrpSpPr/>
        <p:nvPr/>
      </p:nvGrpSpPr>
      <p:grpSpPr>
        <a:xfrm>
          <a:off x="0" y="0"/>
          <a:ext cx="0" cy="0"/>
          <a:chOff x="0" y="0"/>
          <a:chExt cx="0" cy="0"/>
        </a:xfrm>
      </p:grpSpPr>
      <p:sp>
        <p:nvSpPr>
          <p:cNvPr id="707" name="Google Shape;707;p47"/>
          <p:cNvSpPr/>
          <p:nvPr/>
        </p:nvSpPr>
        <p:spPr>
          <a:xfrm>
            <a:off x="6551056" y="0"/>
            <a:ext cx="2592944" cy="68580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08" name="Google Shape;708;p47"/>
          <p:cNvSpPr>
            <a:spLocks noGrp="1"/>
          </p:cNvSpPr>
          <p:nvPr>
            <p:ph type="pic" idx="2"/>
          </p:nvPr>
        </p:nvSpPr>
        <p:spPr>
          <a:xfrm>
            <a:off x="273844" y="1828800"/>
            <a:ext cx="2920604" cy="2462057"/>
          </a:xfrm>
          <a:prstGeom prst="rect">
            <a:avLst/>
          </a:prstGeom>
          <a:solidFill>
            <a:schemeClr val="lt1"/>
          </a:solidFill>
          <a:ln>
            <a:noFill/>
          </a:ln>
        </p:spPr>
      </p:sp>
      <p:sp>
        <p:nvSpPr>
          <p:cNvPr id="709" name="Google Shape;709;p47"/>
          <p:cNvSpPr txBox="1">
            <a:spLocks noGrp="1"/>
          </p:cNvSpPr>
          <p:nvPr>
            <p:ph type="body" idx="1"/>
          </p:nvPr>
        </p:nvSpPr>
        <p:spPr>
          <a:xfrm>
            <a:off x="6769494" y="2410416"/>
            <a:ext cx="2097900" cy="3672884"/>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10" name="Google Shape;710;p47"/>
          <p:cNvSpPr txBox="1">
            <a:spLocks noGrp="1"/>
          </p:cNvSpPr>
          <p:nvPr>
            <p:ph type="body" idx="3"/>
          </p:nvPr>
        </p:nvSpPr>
        <p:spPr>
          <a:xfrm>
            <a:off x="1475210" y="4958641"/>
            <a:ext cx="4850528" cy="1061158"/>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11" name="Google Shape;711;p47"/>
          <p:cNvSpPr txBox="1">
            <a:spLocks noGrp="1"/>
          </p:cNvSpPr>
          <p:nvPr>
            <p:ph type="body" idx="4"/>
          </p:nvPr>
        </p:nvSpPr>
        <p:spPr>
          <a:xfrm>
            <a:off x="3419766" y="2522973"/>
            <a:ext cx="2905972" cy="1767884"/>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12" name="Google Shape;712;p47"/>
          <p:cNvSpPr txBox="1">
            <a:spLocks noGrp="1"/>
          </p:cNvSpPr>
          <p:nvPr>
            <p:ph type="body" idx="5"/>
          </p:nvPr>
        </p:nvSpPr>
        <p:spPr>
          <a:xfrm>
            <a:off x="6769494" y="1755097"/>
            <a:ext cx="20979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13" name="Google Shape;713;p47"/>
          <p:cNvSpPr txBox="1">
            <a:spLocks noGrp="1"/>
          </p:cNvSpPr>
          <p:nvPr>
            <p:ph type="body" idx="6"/>
          </p:nvPr>
        </p:nvSpPr>
        <p:spPr>
          <a:xfrm>
            <a:off x="1475209" y="4495757"/>
            <a:ext cx="4850528" cy="33842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14" name="Google Shape;714;p47"/>
          <p:cNvSpPr txBox="1">
            <a:spLocks noGrp="1"/>
          </p:cNvSpPr>
          <p:nvPr>
            <p:ph type="body" idx="7"/>
          </p:nvPr>
        </p:nvSpPr>
        <p:spPr>
          <a:xfrm>
            <a:off x="3419766" y="1867655"/>
            <a:ext cx="2905972"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15" name="Google Shape;715;p47"/>
          <p:cNvSpPr txBox="1">
            <a:spLocks noGrp="1"/>
          </p:cNvSpPr>
          <p:nvPr>
            <p:ph type="title"/>
          </p:nvPr>
        </p:nvSpPr>
        <p:spPr>
          <a:xfrm>
            <a:off x="274320" y="365760"/>
            <a:ext cx="6051417"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16" name="Google Shape;716;p47" descr="UST"/>
          <p:cNvSpPr/>
          <p:nvPr/>
        </p:nvSpPr>
        <p:spPr>
          <a:xfrm>
            <a:off x="274320" y="6238277"/>
            <a:ext cx="240030" cy="354090"/>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717" name="Google Shape;717;p47"/>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718" name="Google Shape;718;p47"/>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683">
          <p15:clr>
            <a:srgbClr val="FBAE40"/>
          </p15:clr>
        </p15:guide>
        <p15:guide id="2" pos="2506">
          <p15:clr>
            <a:srgbClr val="FBAE40"/>
          </p15:clr>
        </p15:guide>
        <p15:guide id="3" pos="4978">
          <p15:clr>
            <a:srgbClr val="FBAE40"/>
          </p15:clr>
        </p15:guide>
        <p15:guide id="4" pos="5155">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hree Content with chart and icons">
  <p:cSld name="Three Content with chart and icons">
    <p:spTree>
      <p:nvGrpSpPr>
        <p:cNvPr id="1" name="Shape 719"/>
        <p:cNvGrpSpPr/>
        <p:nvPr/>
      </p:nvGrpSpPr>
      <p:grpSpPr>
        <a:xfrm>
          <a:off x="0" y="0"/>
          <a:ext cx="0" cy="0"/>
          <a:chOff x="0" y="0"/>
          <a:chExt cx="0" cy="0"/>
        </a:xfrm>
      </p:grpSpPr>
      <p:sp>
        <p:nvSpPr>
          <p:cNvPr id="720" name="Google Shape;720;p48"/>
          <p:cNvSpPr txBox="1">
            <a:spLocks noGrp="1"/>
          </p:cNvSpPr>
          <p:nvPr>
            <p:ph type="body" idx="1"/>
          </p:nvPr>
        </p:nvSpPr>
        <p:spPr>
          <a:xfrm>
            <a:off x="3216402"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21" name="Google Shape;721;p48"/>
          <p:cNvSpPr txBox="1">
            <a:spLocks noGrp="1"/>
          </p:cNvSpPr>
          <p:nvPr>
            <p:ph type="body" idx="2"/>
          </p:nvPr>
        </p:nvSpPr>
        <p:spPr>
          <a:xfrm>
            <a:off x="7112394"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22" name="Google Shape;722;p48"/>
          <p:cNvSpPr txBox="1">
            <a:spLocks noGrp="1"/>
          </p:cNvSpPr>
          <p:nvPr>
            <p:ph type="body" idx="3"/>
          </p:nvPr>
        </p:nvSpPr>
        <p:spPr>
          <a:xfrm>
            <a:off x="274320" y="5554278"/>
            <a:ext cx="6685968" cy="5264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23" name="Google Shape;723;p48"/>
          <p:cNvSpPr txBox="1">
            <a:spLocks noGrp="1"/>
          </p:cNvSpPr>
          <p:nvPr>
            <p:ph type="body" idx="4"/>
          </p:nvPr>
        </p:nvSpPr>
        <p:spPr>
          <a:xfrm>
            <a:off x="3216640" y="1619955"/>
            <a:ext cx="5650754" cy="56765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0"/>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24" name="Google Shape;724;p48"/>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5" name="Google Shape;725;p48"/>
          <p:cNvSpPr txBox="1">
            <a:spLocks noGrp="1"/>
          </p:cNvSpPr>
          <p:nvPr>
            <p:ph type="body" idx="5"/>
          </p:nvPr>
        </p:nvSpPr>
        <p:spPr>
          <a:xfrm>
            <a:off x="5205288"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26" name="Google Shape;726;p48"/>
          <p:cNvSpPr>
            <a:spLocks noGrp="1"/>
          </p:cNvSpPr>
          <p:nvPr>
            <p:ph type="pic" idx="6"/>
          </p:nvPr>
        </p:nvSpPr>
        <p:spPr>
          <a:xfrm>
            <a:off x="3216403" y="2544378"/>
            <a:ext cx="394862" cy="526483"/>
          </a:xfrm>
          <a:prstGeom prst="rect">
            <a:avLst/>
          </a:prstGeom>
          <a:noFill/>
          <a:ln>
            <a:noFill/>
          </a:ln>
        </p:spPr>
      </p:sp>
      <p:sp>
        <p:nvSpPr>
          <p:cNvPr id="727" name="Google Shape;727;p48"/>
          <p:cNvSpPr>
            <a:spLocks noGrp="1"/>
          </p:cNvSpPr>
          <p:nvPr>
            <p:ph type="pic" idx="7"/>
          </p:nvPr>
        </p:nvSpPr>
        <p:spPr>
          <a:xfrm>
            <a:off x="5205288" y="2544378"/>
            <a:ext cx="394862" cy="526483"/>
          </a:xfrm>
          <a:prstGeom prst="rect">
            <a:avLst/>
          </a:prstGeom>
          <a:noFill/>
          <a:ln>
            <a:noFill/>
          </a:ln>
        </p:spPr>
      </p:sp>
      <p:sp>
        <p:nvSpPr>
          <p:cNvPr id="728" name="Google Shape;728;p48"/>
          <p:cNvSpPr>
            <a:spLocks noGrp="1"/>
          </p:cNvSpPr>
          <p:nvPr>
            <p:ph type="pic" idx="8"/>
          </p:nvPr>
        </p:nvSpPr>
        <p:spPr>
          <a:xfrm>
            <a:off x="7112395" y="2544378"/>
            <a:ext cx="394862" cy="526483"/>
          </a:xfrm>
          <a:prstGeom prst="rect">
            <a:avLst/>
          </a:prstGeom>
          <a:noFill/>
          <a:ln>
            <a:noFill/>
          </a:ln>
        </p:spPr>
      </p:sp>
      <p:sp>
        <p:nvSpPr>
          <p:cNvPr id="729" name="Google Shape;729;p48"/>
          <p:cNvSpPr>
            <a:spLocks noGrp="1"/>
          </p:cNvSpPr>
          <p:nvPr>
            <p:ph type="pic" idx="9"/>
          </p:nvPr>
        </p:nvSpPr>
        <p:spPr>
          <a:xfrm>
            <a:off x="273844" y="1619955"/>
            <a:ext cx="2708673" cy="3637845"/>
          </a:xfrm>
          <a:prstGeom prst="rect">
            <a:avLst/>
          </a:prstGeom>
          <a:solidFill>
            <a:schemeClr val="lt1"/>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wo Content/Table with Image">
  <p:cSld name="Two Content/Table with Image">
    <p:spTree>
      <p:nvGrpSpPr>
        <p:cNvPr id="1" name="Shape 730"/>
        <p:cNvGrpSpPr/>
        <p:nvPr/>
      </p:nvGrpSpPr>
      <p:grpSpPr>
        <a:xfrm>
          <a:off x="0" y="0"/>
          <a:ext cx="0" cy="0"/>
          <a:chOff x="0" y="0"/>
          <a:chExt cx="0" cy="0"/>
        </a:xfrm>
      </p:grpSpPr>
      <p:sp>
        <p:nvSpPr>
          <p:cNvPr id="731" name="Google Shape;731;p49"/>
          <p:cNvSpPr txBox="1">
            <a:spLocks noGrp="1"/>
          </p:cNvSpPr>
          <p:nvPr>
            <p:ph type="body" idx="1"/>
          </p:nvPr>
        </p:nvSpPr>
        <p:spPr>
          <a:xfrm>
            <a:off x="2121694" y="2314575"/>
            <a:ext cx="4243388" cy="2943225"/>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32" name="Google Shape;732;p49"/>
          <p:cNvSpPr txBox="1">
            <a:spLocks noGrp="1"/>
          </p:cNvSpPr>
          <p:nvPr>
            <p:ph type="body" idx="2"/>
          </p:nvPr>
        </p:nvSpPr>
        <p:spPr>
          <a:xfrm>
            <a:off x="274321" y="5554278"/>
            <a:ext cx="6090761" cy="5264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33" name="Google Shape;733;p49"/>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34" name="Google Shape;734;p49"/>
          <p:cNvSpPr>
            <a:spLocks noGrp="1"/>
          </p:cNvSpPr>
          <p:nvPr>
            <p:ph type="pic" idx="3"/>
          </p:nvPr>
        </p:nvSpPr>
        <p:spPr>
          <a:xfrm>
            <a:off x="273844" y="1619955"/>
            <a:ext cx="1633538" cy="3637845"/>
          </a:xfrm>
          <a:prstGeom prst="rect">
            <a:avLst/>
          </a:prstGeom>
          <a:solidFill>
            <a:schemeClr val="lt1"/>
          </a:solidFill>
          <a:ln>
            <a:noFill/>
          </a:ln>
        </p:spPr>
      </p:sp>
      <p:sp>
        <p:nvSpPr>
          <p:cNvPr id="735" name="Google Shape;735;p49"/>
          <p:cNvSpPr txBox="1">
            <a:spLocks noGrp="1"/>
          </p:cNvSpPr>
          <p:nvPr>
            <p:ph type="body" idx="4"/>
          </p:nvPr>
        </p:nvSpPr>
        <p:spPr>
          <a:xfrm>
            <a:off x="2121694" y="1619955"/>
            <a:ext cx="6745700" cy="5264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0"/>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36" name="Google Shape;736;p49"/>
          <p:cNvSpPr txBox="1">
            <a:spLocks noGrp="1"/>
          </p:cNvSpPr>
          <p:nvPr>
            <p:ph type="body" idx="5"/>
          </p:nvPr>
        </p:nvSpPr>
        <p:spPr>
          <a:xfrm>
            <a:off x="6657975" y="2314574"/>
            <a:ext cx="2209419" cy="3766186"/>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Content/Table layout">
  <p:cSld name="Content/Table layout">
    <p:spTree>
      <p:nvGrpSpPr>
        <p:cNvPr id="1" name="Shape 737"/>
        <p:cNvGrpSpPr/>
        <p:nvPr/>
      </p:nvGrpSpPr>
      <p:grpSpPr>
        <a:xfrm>
          <a:off x="0" y="0"/>
          <a:ext cx="0" cy="0"/>
          <a:chOff x="0" y="0"/>
          <a:chExt cx="0" cy="0"/>
        </a:xfrm>
      </p:grpSpPr>
      <p:sp>
        <p:nvSpPr>
          <p:cNvPr id="738" name="Google Shape;738;p50"/>
          <p:cNvSpPr/>
          <p:nvPr/>
        </p:nvSpPr>
        <p:spPr>
          <a:xfrm>
            <a:off x="6551056" y="0"/>
            <a:ext cx="2592944" cy="68580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39" name="Google Shape;739;p50"/>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740" name="Google Shape;740;p50"/>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741" name="Google Shape;741;p50"/>
          <p:cNvSpPr txBox="1">
            <a:spLocks noGrp="1"/>
          </p:cNvSpPr>
          <p:nvPr>
            <p:ph type="body" idx="1"/>
          </p:nvPr>
        </p:nvSpPr>
        <p:spPr>
          <a:xfrm>
            <a:off x="6769494" y="2410416"/>
            <a:ext cx="2097900" cy="3672884"/>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42" name="Google Shape;742;p50"/>
          <p:cNvSpPr txBox="1">
            <a:spLocks noGrp="1"/>
          </p:cNvSpPr>
          <p:nvPr>
            <p:ph type="body" idx="2"/>
          </p:nvPr>
        </p:nvSpPr>
        <p:spPr>
          <a:xfrm>
            <a:off x="6769494" y="1755097"/>
            <a:ext cx="20979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43" name="Google Shape;743;p50"/>
          <p:cNvSpPr txBox="1">
            <a:spLocks noGrp="1"/>
          </p:cNvSpPr>
          <p:nvPr>
            <p:ph type="body" idx="3"/>
          </p:nvPr>
        </p:nvSpPr>
        <p:spPr>
          <a:xfrm>
            <a:off x="273844" y="1619955"/>
            <a:ext cx="6091238" cy="3637845"/>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44" name="Google Shape;744;p50"/>
          <p:cNvSpPr txBox="1">
            <a:spLocks noGrp="1"/>
          </p:cNvSpPr>
          <p:nvPr>
            <p:ph type="body" idx="4"/>
          </p:nvPr>
        </p:nvSpPr>
        <p:spPr>
          <a:xfrm>
            <a:off x="274321" y="5554278"/>
            <a:ext cx="6090761" cy="5264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45" name="Google Shape;745;p50"/>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Four Content with Icons">
  <p:cSld name="Four Content with Icons">
    <p:spTree>
      <p:nvGrpSpPr>
        <p:cNvPr id="1" name="Shape 746"/>
        <p:cNvGrpSpPr/>
        <p:nvPr/>
      </p:nvGrpSpPr>
      <p:grpSpPr>
        <a:xfrm>
          <a:off x="0" y="0"/>
          <a:ext cx="0" cy="0"/>
          <a:chOff x="0" y="0"/>
          <a:chExt cx="0" cy="0"/>
        </a:xfrm>
      </p:grpSpPr>
      <p:sp>
        <p:nvSpPr>
          <p:cNvPr id="747" name="Google Shape;747;p51"/>
          <p:cNvSpPr/>
          <p:nvPr/>
        </p:nvSpPr>
        <p:spPr>
          <a:xfrm>
            <a:off x="273844" y="1828800"/>
            <a:ext cx="1976400" cy="371475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48" name="Google Shape;748;p51"/>
          <p:cNvSpPr/>
          <p:nvPr/>
        </p:nvSpPr>
        <p:spPr>
          <a:xfrm>
            <a:off x="2479719" y="1828800"/>
            <a:ext cx="1976400" cy="371475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49" name="Google Shape;749;p51"/>
          <p:cNvSpPr/>
          <p:nvPr/>
        </p:nvSpPr>
        <p:spPr>
          <a:xfrm>
            <a:off x="4685357" y="1828800"/>
            <a:ext cx="1976400" cy="371475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50" name="Google Shape;750;p51"/>
          <p:cNvSpPr/>
          <p:nvPr/>
        </p:nvSpPr>
        <p:spPr>
          <a:xfrm>
            <a:off x="6890994" y="1828800"/>
            <a:ext cx="1976400" cy="371475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51" name="Google Shape;751;p51"/>
          <p:cNvSpPr txBox="1">
            <a:spLocks noGrp="1"/>
          </p:cNvSpPr>
          <p:nvPr>
            <p:ph type="body" idx="1"/>
          </p:nvPr>
        </p:nvSpPr>
        <p:spPr>
          <a:xfrm>
            <a:off x="38454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52" name="Google Shape;752;p51"/>
          <p:cNvSpPr txBox="1">
            <a:spLocks noGrp="1"/>
          </p:cNvSpPr>
          <p:nvPr>
            <p:ph type="body" idx="2"/>
          </p:nvPr>
        </p:nvSpPr>
        <p:spPr>
          <a:xfrm>
            <a:off x="2590419"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53" name="Google Shape;753;p51"/>
          <p:cNvSpPr txBox="1">
            <a:spLocks noGrp="1"/>
          </p:cNvSpPr>
          <p:nvPr>
            <p:ph type="body" idx="3"/>
          </p:nvPr>
        </p:nvSpPr>
        <p:spPr>
          <a:xfrm>
            <a:off x="4796057"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54" name="Google Shape;754;p51"/>
          <p:cNvSpPr txBox="1">
            <a:spLocks noGrp="1"/>
          </p:cNvSpPr>
          <p:nvPr>
            <p:ph type="body" idx="4"/>
          </p:nvPr>
        </p:nvSpPr>
        <p:spPr>
          <a:xfrm>
            <a:off x="384544"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55" name="Google Shape;755;p51"/>
          <p:cNvSpPr txBox="1">
            <a:spLocks noGrp="1"/>
          </p:cNvSpPr>
          <p:nvPr>
            <p:ph type="body" idx="5"/>
          </p:nvPr>
        </p:nvSpPr>
        <p:spPr>
          <a:xfrm>
            <a:off x="2590419"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56" name="Google Shape;756;p51"/>
          <p:cNvSpPr txBox="1">
            <a:spLocks noGrp="1"/>
          </p:cNvSpPr>
          <p:nvPr>
            <p:ph type="body" idx="6"/>
          </p:nvPr>
        </p:nvSpPr>
        <p:spPr>
          <a:xfrm>
            <a:off x="4796057"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57" name="Google Shape;757;p51"/>
          <p:cNvSpPr txBox="1">
            <a:spLocks noGrp="1"/>
          </p:cNvSpPr>
          <p:nvPr>
            <p:ph type="body" idx="7"/>
          </p:nvPr>
        </p:nvSpPr>
        <p:spPr>
          <a:xfrm>
            <a:off x="700169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58" name="Google Shape;758;p51"/>
          <p:cNvSpPr txBox="1">
            <a:spLocks noGrp="1"/>
          </p:cNvSpPr>
          <p:nvPr>
            <p:ph type="body" idx="8"/>
          </p:nvPr>
        </p:nvSpPr>
        <p:spPr>
          <a:xfrm>
            <a:off x="7001694"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59" name="Google Shape;759;p51"/>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0" name="Google Shape;760;p51"/>
          <p:cNvSpPr>
            <a:spLocks noGrp="1"/>
          </p:cNvSpPr>
          <p:nvPr>
            <p:ph type="pic" idx="9"/>
          </p:nvPr>
        </p:nvSpPr>
        <p:spPr>
          <a:xfrm>
            <a:off x="384544" y="1965325"/>
            <a:ext cx="404813" cy="539750"/>
          </a:xfrm>
          <a:prstGeom prst="rect">
            <a:avLst/>
          </a:prstGeom>
          <a:noFill/>
          <a:ln>
            <a:noFill/>
          </a:ln>
        </p:spPr>
      </p:sp>
      <p:sp>
        <p:nvSpPr>
          <p:cNvPr id="761" name="Google Shape;761;p51"/>
          <p:cNvSpPr>
            <a:spLocks noGrp="1"/>
          </p:cNvSpPr>
          <p:nvPr>
            <p:ph type="pic" idx="13"/>
          </p:nvPr>
        </p:nvSpPr>
        <p:spPr>
          <a:xfrm>
            <a:off x="2590419" y="1965325"/>
            <a:ext cx="404813" cy="539750"/>
          </a:xfrm>
          <a:prstGeom prst="rect">
            <a:avLst/>
          </a:prstGeom>
          <a:noFill/>
          <a:ln>
            <a:noFill/>
          </a:ln>
        </p:spPr>
      </p:sp>
      <p:sp>
        <p:nvSpPr>
          <p:cNvPr id="762" name="Google Shape;762;p51"/>
          <p:cNvSpPr>
            <a:spLocks noGrp="1"/>
          </p:cNvSpPr>
          <p:nvPr>
            <p:ph type="pic" idx="14"/>
          </p:nvPr>
        </p:nvSpPr>
        <p:spPr>
          <a:xfrm>
            <a:off x="4796056" y="1965325"/>
            <a:ext cx="404813" cy="539750"/>
          </a:xfrm>
          <a:prstGeom prst="rect">
            <a:avLst/>
          </a:prstGeom>
          <a:noFill/>
          <a:ln>
            <a:noFill/>
          </a:ln>
        </p:spPr>
      </p:sp>
      <p:sp>
        <p:nvSpPr>
          <p:cNvPr id="763" name="Google Shape;763;p51"/>
          <p:cNvSpPr>
            <a:spLocks noGrp="1"/>
          </p:cNvSpPr>
          <p:nvPr>
            <p:ph type="pic" idx="15"/>
          </p:nvPr>
        </p:nvSpPr>
        <p:spPr>
          <a:xfrm>
            <a:off x="7001694" y="1965325"/>
            <a:ext cx="404813" cy="539750"/>
          </a:xfrm>
          <a:prstGeom prst="rect">
            <a:avLst/>
          </a:prstGeom>
          <a:no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Four Content with Icons G">
  <p:cSld name="Four Content with Icons G">
    <p:spTree>
      <p:nvGrpSpPr>
        <p:cNvPr id="1" name="Shape 764"/>
        <p:cNvGrpSpPr/>
        <p:nvPr/>
      </p:nvGrpSpPr>
      <p:grpSpPr>
        <a:xfrm>
          <a:off x="0" y="0"/>
          <a:ext cx="0" cy="0"/>
          <a:chOff x="0" y="0"/>
          <a:chExt cx="0" cy="0"/>
        </a:xfrm>
      </p:grpSpPr>
      <p:sp>
        <p:nvSpPr>
          <p:cNvPr id="765" name="Google Shape;765;p52"/>
          <p:cNvSpPr/>
          <p:nvPr/>
        </p:nvSpPr>
        <p:spPr>
          <a:xfrm>
            <a:off x="0" y="0"/>
            <a:ext cx="9144000" cy="6858000"/>
          </a:xfrm>
          <a:prstGeom prst="rect">
            <a:avLst/>
          </a:prstGeom>
          <a:solidFill>
            <a:srgbClr val="F2F7F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766" name="Google Shape;766;p52" descr="UST"/>
          <p:cNvSpPr/>
          <p:nvPr/>
        </p:nvSpPr>
        <p:spPr>
          <a:xfrm>
            <a:off x="274320" y="6238277"/>
            <a:ext cx="240030" cy="354090"/>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767" name="Google Shape;767;p52"/>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768" name="Google Shape;768;p52"/>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769" name="Google Shape;769;p52"/>
          <p:cNvSpPr/>
          <p:nvPr/>
        </p:nvSpPr>
        <p:spPr>
          <a:xfrm>
            <a:off x="273844" y="1828800"/>
            <a:ext cx="1976400" cy="371475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70" name="Google Shape;770;p52"/>
          <p:cNvSpPr/>
          <p:nvPr/>
        </p:nvSpPr>
        <p:spPr>
          <a:xfrm>
            <a:off x="2479719" y="1828800"/>
            <a:ext cx="1976400" cy="371475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71" name="Google Shape;771;p52"/>
          <p:cNvSpPr/>
          <p:nvPr/>
        </p:nvSpPr>
        <p:spPr>
          <a:xfrm>
            <a:off x="4685357" y="1828800"/>
            <a:ext cx="1976400" cy="371475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72" name="Google Shape;772;p52"/>
          <p:cNvSpPr/>
          <p:nvPr/>
        </p:nvSpPr>
        <p:spPr>
          <a:xfrm>
            <a:off x="6890994" y="1828800"/>
            <a:ext cx="1976400" cy="371475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73" name="Google Shape;773;p52"/>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4" name="Google Shape;774;p52"/>
          <p:cNvSpPr txBox="1">
            <a:spLocks noGrp="1"/>
          </p:cNvSpPr>
          <p:nvPr>
            <p:ph type="body" idx="1"/>
          </p:nvPr>
        </p:nvSpPr>
        <p:spPr>
          <a:xfrm>
            <a:off x="38454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75" name="Google Shape;775;p52"/>
          <p:cNvSpPr txBox="1">
            <a:spLocks noGrp="1"/>
          </p:cNvSpPr>
          <p:nvPr>
            <p:ph type="body" idx="2"/>
          </p:nvPr>
        </p:nvSpPr>
        <p:spPr>
          <a:xfrm>
            <a:off x="2590419"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76" name="Google Shape;776;p52"/>
          <p:cNvSpPr txBox="1">
            <a:spLocks noGrp="1"/>
          </p:cNvSpPr>
          <p:nvPr>
            <p:ph type="body" idx="3"/>
          </p:nvPr>
        </p:nvSpPr>
        <p:spPr>
          <a:xfrm>
            <a:off x="4796057"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77" name="Google Shape;777;p52"/>
          <p:cNvSpPr txBox="1">
            <a:spLocks noGrp="1"/>
          </p:cNvSpPr>
          <p:nvPr>
            <p:ph type="body" idx="4"/>
          </p:nvPr>
        </p:nvSpPr>
        <p:spPr>
          <a:xfrm>
            <a:off x="384544"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78" name="Google Shape;778;p52"/>
          <p:cNvSpPr txBox="1">
            <a:spLocks noGrp="1"/>
          </p:cNvSpPr>
          <p:nvPr>
            <p:ph type="body" idx="5"/>
          </p:nvPr>
        </p:nvSpPr>
        <p:spPr>
          <a:xfrm>
            <a:off x="2590419"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79" name="Google Shape;779;p52"/>
          <p:cNvSpPr txBox="1">
            <a:spLocks noGrp="1"/>
          </p:cNvSpPr>
          <p:nvPr>
            <p:ph type="body" idx="6"/>
          </p:nvPr>
        </p:nvSpPr>
        <p:spPr>
          <a:xfrm>
            <a:off x="4796057"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80" name="Google Shape;780;p52"/>
          <p:cNvSpPr txBox="1">
            <a:spLocks noGrp="1"/>
          </p:cNvSpPr>
          <p:nvPr>
            <p:ph type="body" idx="7"/>
          </p:nvPr>
        </p:nvSpPr>
        <p:spPr>
          <a:xfrm>
            <a:off x="700169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81" name="Google Shape;781;p52"/>
          <p:cNvSpPr txBox="1">
            <a:spLocks noGrp="1"/>
          </p:cNvSpPr>
          <p:nvPr>
            <p:ph type="body" idx="8"/>
          </p:nvPr>
        </p:nvSpPr>
        <p:spPr>
          <a:xfrm>
            <a:off x="7001694"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82" name="Google Shape;782;p52"/>
          <p:cNvSpPr>
            <a:spLocks noGrp="1"/>
          </p:cNvSpPr>
          <p:nvPr>
            <p:ph type="pic" idx="9"/>
          </p:nvPr>
        </p:nvSpPr>
        <p:spPr>
          <a:xfrm>
            <a:off x="384544" y="1965325"/>
            <a:ext cx="404813" cy="539750"/>
          </a:xfrm>
          <a:prstGeom prst="rect">
            <a:avLst/>
          </a:prstGeom>
          <a:noFill/>
          <a:ln>
            <a:noFill/>
          </a:ln>
        </p:spPr>
      </p:sp>
      <p:sp>
        <p:nvSpPr>
          <p:cNvPr id="783" name="Google Shape;783;p52"/>
          <p:cNvSpPr>
            <a:spLocks noGrp="1"/>
          </p:cNvSpPr>
          <p:nvPr>
            <p:ph type="pic" idx="13"/>
          </p:nvPr>
        </p:nvSpPr>
        <p:spPr>
          <a:xfrm>
            <a:off x="2590419" y="1965325"/>
            <a:ext cx="404813" cy="539750"/>
          </a:xfrm>
          <a:prstGeom prst="rect">
            <a:avLst/>
          </a:prstGeom>
          <a:noFill/>
          <a:ln>
            <a:noFill/>
          </a:ln>
        </p:spPr>
      </p:sp>
      <p:sp>
        <p:nvSpPr>
          <p:cNvPr id="784" name="Google Shape;784;p52"/>
          <p:cNvSpPr>
            <a:spLocks noGrp="1"/>
          </p:cNvSpPr>
          <p:nvPr>
            <p:ph type="pic" idx="14"/>
          </p:nvPr>
        </p:nvSpPr>
        <p:spPr>
          <a:xfrm>
            <a:off x="4796056" y="1965325"/>
            <a:ext cx="404813" cy="539750"/>
          </a:xfrm>
          <a:prstGeom prst="rect">
            <a:avLst/>
          </a:prstGeom>
          <a:noFill/>
          <a:ln>
            <a:noFill/>
          </a:ln>
        </p:spPr>
      </p:sp>
      <p:sp>
        <p:nvSpPr>
          <p:cNvPr id="785" name="Google Shape;785;p52"/>
          <p:cNvSpPr>
            <a:spLocks noGrp="1"/>
          </p:cNvSpPr>
          <p:nvPr>
            <p:ph type="pic" idx="15"/>
          </p:nvPr>
        </p:nvSpPr>
        <p:spPr>
          <a:xfrm>
            <a:off x="7001694" y="1965325"/>
            <a:ext cx="404813" cy="539750"/>
          </a:xfrm>
          <a:prstGeom prst="rect">
            <a:avLst/>
          </a:prstGeom>
          <a:no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hree Content with numbering and Image">
  <p:cSld name="Three Content with numbering and Image">
    <p:spTree>
      <p:nvGrpSpPr>
        <p:cNvPr id="1" name="Shape 786"/>
        <p:cNvGrpSpPr/>
        <p:nvPr/>
      </p:nvGrpSpPr>
      <p:grpSpPr>
        <a:xfrm>
          <a:off x="0" y="0"/>
          <a:ext cx="0" cy="0"/>
          <a:chOff x="0" y="0"/>
          <a:chExt cx="0" cy="0"/>
        </a:xfrm>
      </p:grpSpPr>
      <p:sp>
        <p:nvSpPr>
          <p:cNvPr id="787" name="Google Shape;787;p53"/>
          <p:cNvSpPr>
            <a:spLocks noGrp="1"/>
          </p:cNvSpPr>
          <p:nvPr>
            <p:ph type="pic" idx="2"/>
          </p:nvPr>
        </p:nvSpPr>
        <p:spPr>
          <a:xfrm>
            <a:off x="6890994" y="1828800"/>
            <a:ext cx="1976400" cy="3714750"/>
          </a:xfrm>
          <a:prstGeom prst="rect">
            <a:avLst/>
          </a:prstGeom>
          <a:solidFill>
            <a:srgbClr val="D7E0E3"/>
          </a:solidFill>
          <a:ln>
            <a:noFill/>
          </a:ln>
        </p:spPr>
      </p:sp>
      <p:sp>
        <p:nvSpPr>
          <p:cNvPr id="788" name="Google Shape;788;p53"/>
          <p:cNvSpPr/>
          <p:nvPr/>
        </p:nvSpPr>
        <p:spPr>
          <a:xfrm>
            <a:off x="273844" y="1828800"/>
            <a:ext cx="1976400" cy="371475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89" name="Google Shape;789;p53"/>
          <p:cNvSpPr/>
          <p:nvPr/>
        </p:nvSpPr>
        <p:spPr>
          <a:xfrm>
            <a:off x="2479719" y="1828800"/>
            <a:ext cx="1976400" cy="371475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90" name="Google Shape;790;p53"/>
          <p:cNvSpPr/>
          <p:nvPr/>
        </p:nvSpPr>
        <p:spPr>
          <a:xfrm>
            <a:off x="4685357" y="1828800"/>
            <a:ext cx="1976400" cy="371475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791" name="Google Shape;791;p53"/>
          <p:cNvSpPr txBox="1">
            <a:spLocks noGrp="1"/>
          </p:cNvSpPr>
          <p:nvPr>
            <p:ph type="body" idx="1"/>
          </p:nvPr>
        </p:nvSpPr>
        <p:spPr>
          <a:xfrm>
            <a:off x="38454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92" name="Google Shape;792;p53"/>
          <p:cNvSpPr txBox="1">
            <a:spLocks noGrp="1"/>
          </p:cNvSpPr>
          <p:nvPr>
            <p:ph type="body" idx="3"/>
          </p:nvPr>
        </p:nvSpPr>
        <p:spPr>
          <a:xfrm>
            <a:off x="2590419"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93" name="Google Shape;793;p53"/>
          <p:cNvSpPr txBox="1">
            <a:spLocks noGrp="1"/>
          </p:cNvSpPr>
          <p:nvPr>
            <p:ph type="body" idx="4"/>
          </p:nvPr>
        </p:nvSpPr>
        <p:spPr>
          <a:xfrm>
            <a:off x="4796057"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94" name="Google Shape;794;p53"/>
          <p:cNvSpPr txBox="1">
            <a:spLocks noGrp="1"/>
          </p:cNvSpPr>
          <p:nvPr>
            <p:ph type="body" idx="5"/>
          </p:nvPr>
        </p:nvSpPr>
        <p:spPr>
          <a:xfrm>
            <a:off x="384544"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95" name="Google Shape;795;p53"/>
          <p:cNvSpPr txBox="1">
            <a:spLocks noGrp="1"/>
          </p:cNvSpPr>
          <p:nvPr>
            <p:ph type="body" idx="6"/>
          </p:nvPr>
        </p:nvSpPr>
        <p:spPr>
          <a:xfrm>
            <a:off x="2590419"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96" name="Google Shape;796;p53"/>
          <p:cNvSpPr txBox="1">
            <a:spLocks noGrp="1"/>
          </p:cNvSpPr>
          <p:nvPr>
            <p:ph type="body" idx="7"/>
          </p:nvPr>
        </p:nvSpPr>
        <p:spPr>
          <a:xfrm>
            <a:off x="4796057"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97" name="Google Shape;797;p53"/>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8" name="Google Shape;798;p53"/>
          <p:cNvSpPr txBox="1">
            <a:spLocks noGrp="1"/>
          </p:cNvSpPr>
          <p:nvPr>
            <p:ph type="body" idx="8"/>
          </p:nvPr>
        </p:nvSpPr>
        <p:spPr>
          <a:xfrm>
            <a:off x="384544" y="1990091"/>
            <a:ext cx="381734"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2100"/>
              <a:buFont typeface="Arial"/>
              <a:buNone/>
              <a:defRPr sz="21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799" name="Google Shape;799;p53"/>
          <p:cNvSpPr txBox="1">
            <a:spLocks noGrp="1"/>
          </p:cNvSpPr>
          <p:nvPr>
            <p:ph type="body" idx="9"/>
          </p:nvPr>
        </p:nvSpPr>
        <p:spPr>
          <a:xfrm>
            <a:off x="2590419" y="1990091"/>
            <a:ext cx="381734"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2100"/>
              <a:buFont typeface="Arial"/>
              <a:buNone/>
              <a:defRPr sz="21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00" name="Google Shape;800;p53"/>
          <p:cNvSpPr txBox="1">
            <a:spLocks noGrp="1"/>
          </p:cNvSpPr>
          <p:nvPr>
            <p:ph type="body" idx="13"/>
          </p:nvPr>
        </p:nvSpPr>
        <p:spPr>
          <a:xfrm>
            <a:off x="4796056" y="1990091"/>
            <a:ext cx="381734"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2100"/>
              <a:buFont typeface="Arial"/>
              <a:buNone/>
              <a:defRPr sz="21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hree Content with numbering and Image G">
  <p:cSld name="Three Content with numbering and Image G">
    <p:spTree>
      <p:nvGrpSpPr>
        <p:cNvPr id="1" name="Shape 801"/>
        <p:cNvGrpSpPr/>
        <p:nvPr/>
      </p:nvGrpSpPr>
      <p:grpSpPr>
        <a:xfrm>
          <a:off x="0" y="0"/>
          <a:ext cx="0" cy="0"/>
          <a:chOff x="0" y="0"/>
          <a:chExt cx="0" cy="0"/>
        </a:xfrm>
      </p:grpSpPr>
      <p:sp>
        <p:nvSpPr>
          <p:cNvPr id="802" name="Google Shape;802;p54"/>
          <p:cNvSpPr/>
          <p:nvPr/>
        </p:nvSpPr>
        <p:spPr>
          <a:xfrm>
            <a:off x="0" y="0"/>
            <a:ext cx="9144000" cy="6858000"/>
          </a:xfrm>
          <a:prstGeom prst="rect">
            <a:avLst/>
          </a:prstGeom>
          <a:solidFill>
            <a:srgbClr val="F2F7F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803" name="Google Shape;803;p54" descr="UST"/>
          <p:cNvSpPr/>
          <p:nvPr/>
        </p:nvSpPr>
        <p:spPr>
          <a:xfrm>
            <a:off x="274320" y="6238277"/>
            <a:ext cx="240030" cy="354090"/>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804" name="Google Shape;804;p54"/>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805" name="Google Shape;805;p54"/>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806" name="Google Shape;806;p54"/>
          <p:cNvSpPr>
            <a:spLocks noGrp="1"/>
          </p:cNvSpPr>
          <p:nvPr>
            <p:ph type="pic" idx="2"/>
          </p:nvPr>
        </p:nvSpPr>
        <p:spPr>
          <a:xfrm>
            <a:off x="6890994" y="1828800"/>
            <a:ext cx="1976400" cy="3714750"/>
          </a:xfrm>
          <a:prstGeom prst="rect">
            <a:avLst/>
          </a:prstGeom>
          <a:solidFill>
            <a:schemeClr val="lt1"/>
          </a:solidFill>
          <a:ln>
            <a:noFill/>
          </a:ln>
        </p:spPr>
      </p:sp>
      <p:sp>
        <p:nvSpPr>
          <p:cNvPr id="807" name="Google Shape;807;p54"/>
          <p:cNvSpPr/>
          <p:nvPr/>
        </p:nvSpPr>
        <p:spPr>
          <a:xfrm>
            <a:off x="273844" y="1828800"/>
            <a:ext cx="1976400" cy="371475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808" name="Google Shape;808;p54"/>
          <p:cNvSpPr/>
          <p:nvPr/>
        </p:nvSpPr>
        <p:spPr>
          <a:xfrm>
            <a:off x="2479719" y="1828800"/>
            <a:ext cx="1976400" cy="371475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809" name="Google Shape;809;p54"/>
          <p:cNvSpPr/>
          <p:nvPr/>
        </p:nvSpPr>
        <p:spPr>
          <a:xfrm>
            <a:off x="4685357" y="1828800"/>
            <a:ext cx="1976400" cy="371475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810" name="Google Shape;810;p54"/>
          <p:cNvSpPr txBox="1">
            <a:spLocks noGrp="1"/>
          </p:cNvSpPr>
          <p:nvPr>
            <p:ph type="body" idx="1"/>
          </p:nvPr>
        </p:nvSpPr>
        <p:spPr>
          <a:xfrm>
            <a:off x="38454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11" name="Google Shape;811;p54"/>
          <p:cNvSpPr txBox="1">
            <a:spLocks noGrp="1"/>
          </p:cNvSpPr>
          <p:nvPr>
            <p:ph type="body" idx="3"/>
          </p:nvPr>
        </p:nvSpPr>
        <p:spPr>
          <a:xfrm>
            <a:off x="2590419"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12" name="Google Shape;812;p54"/>
          <p:cNvSpPr txBox="1">
            <a:spLocks noGrp="1"/>
          </p:cNvSpPr>
          <p:nvPr>
            <p:ph type="body" idx="4"/>
          </p:nvPr>
        </p:nvSpPr>
        <p:spPr>
          <a:xfrm>
            <a:off x="4796057"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13" name="Google Shape;813;p54"/>
          <p:cNvSpPr txBox="1">
            <a:spLocks noGrp="1"/>
          </p:cNvSpPr>
          <p:nvPr>
            <p:ph type="body" idx="5"/>
          </p:nvPr>
        </p:nvSpPr>
        <p:spPr>
          <a:xfrm>
            <a:off x="384544"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14" name="Google Shape;814;p54"/>
          <p:cNvSpPr txBox="1">
            <a:spLocks noGrp="1"/>
          </p:cNvSpPr>
          <p:nvPr>
            <p:ph type="body" idx="6"/>
          </p:nvPr>
        </p:nvSpPr>
        <p:spPr>
          <a:xfrm>
            <a:off x="2590419"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15" name="Google Shape;815;p54"/>
          <p:cNvSpPr txBox="1">
            <a:spLocks noGrp="1"/>
          </p:cNvSpPr>
          <p:nvPr>
            <p:ph type="body" idx="7"/>
          </p:nvPr>
        </p:nvSpPr>
        <p:spPr>
          <a:xfrm>
            <a:off x="4796057"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16" name="Google Shape;816;p54"/>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7" name="Google Shape;817;p54"/>
          <p:cNvSpPr txBox="1">
            <a:spLocks noGrp="1"/>
          </p:cNvSpPr>
          <p:nvPr>
            <p:ph type="body" idx="8"/>
          </p:nvPr>
        </p:nvSpPr>
        <p:spPr>
          <a:xfrm>
            <a:off x="384544" y="1990091"/>
            <a:ext cx="381734"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2100"/>
              <a:buFont typeface="Arial"/>
              <a:buNone/>
              <a:defRPr sz="21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18" name="Google Shape;818;p54"/>
          <p:cNvSpPr txBox="1">
            <a:spLocks noGrp="1"/>
          </p:cNvSpPr>
          <p:nvPr>
            <p:ph type="body" idx="9"/>
          </p:nvPr>
        </p:nvSpPr>
        <p:spPr>
          <a:xfrm>
            <a:off x="2590419" y="1990091"/>
            <a:ext cx="381734"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2100"/>
              <a:buFont typeface="Arial"/>
              <a:buNone/>
              <a:defRPr sz="21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19" name="Google Shape;819;p54"/>
          <p:cNvSpPr txBox="1">
            <a:spLocks noGrp="1"/>
          </p:cNvSpPr>
          <p:nvPr>
            <p:ph type="body" idx="13"/>
          </p:nvPr>
        </p:nvSpPr>
        <p:spPr>
          <a:xfrm>
            <a:off x="4796056" y="1990091"/>
            <a:ext cx="381734"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2100"/>
              <a:buFont typeface="Arial"/>
              <a:buNone/>
              <a:defRPr sz="21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hree Content with numbering and Image B">
  <p:cSld name="Three Content with numbering and Image B">
    <p:bg>
      <p:bgPr>
        <a:solidFill>
          <a:srgbClr val="231F20"/>
        </a:solidFill>
        <a:effectLst/>
      </p:bgPr>
    </p:bg>
    <p:spTree>
      <p:nvGrpSpPr>
        <p:cNvPr id="1" name="Shape 820"/>
        <p:cNvGrpSpPr/>
        <p:nvPr/>
      </p:nvGrpSpPr>
      <p:grpSpPr>
        <a:xfrm>
          <a:off x="0" y="0"/>
          <a:ext cx="0" cy="0"/>
          <a:chOff x="0" y="0"/>
          <a:chExt cx="0" cy="0"/>
        </a:xfrm>
      </p:grpSpPr>
      <p:sp>
        <p:nvSpPr>
          <p:cNvPr id="821" name="Google Shape;821;p55"/>
          <p:cNvSpPr>
            <a:spLocks noGrp="1"/>
          </p:cNvSpPr>
          <p:nvPr>
            <p:ph type="pic" idx="2"/>
          </p:nvPr>
        </p:nvSpPr>
        <p:spPr>
          <a:xfrm>
            <a:off x="6890994" y="1828800"/>
            <a:ext cx="1976400" cy="3714750"/>
          </a:xfrm>
          <a:prstGeom prst="rect">
            <a:avLst/>
          </a:prstGeom>
          <a:solidFill>
            <a:schemeClr val="lt1"/>
          </a:solidFill>
          <a:ln>
            <a:noFill/>
          </a:ln>
        </p:spPr>
      </p:sp>
      <p:sp>
        <p:nvSpPr>
          <p:cNvPr id="822" name="Google Shape;822;p55"/>
          <p:cNvSpPr/>
          <p:nvPr/>
        </p:nvSpPr>
        <p:spPr>
          <a:xfrm>
            <a:off x="273844" y="1828800"/>
            <a:ext cx="1976400" cy="3714750"/>
          </a:xfrm>
          <a:prstGeom prst="rect">
            <a:avLst/>
          </a:prstGeom>
          <a:solidFill>
            <a:schemeClr val="accent5"/>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lt1"/>
              </a:solidFill>
              <a:latin typeface="Arial"/>
              <a:ea typeface="Arial"/>
              <a:cs typeface="Arial"/>
              <a:sym typeface="Arial"/>
            </a:endParaRPr>
          </a:p>
        </p:txBody>
      </p:sp>
      <p:sp>
        <p:nvSpPr>
          <p:cNvPr id="823" name="Google Shape;823;p55"/>
          <p:cNvSpPr/>
          <p:nvPr/>
        </p:nvSpPr>
        <p:spPr>
          <a:xfrm>
            <a:off x="2479719" y="1828800"/>
            <a:ext cx="1976400" cy="3714750"/>
          </a:xfrm>
          <a:prstGeom prst="rect">
            <a:avLst/>
          </a:prstGeom>
          <a:solidFill>
            <a:schemeClr val="accent5"/>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lt1"/>
              </a:solidFill>
              <a:latin typeface="Arial"/>
              <a:ea typeface="Arial"/>
              <a:cs typeface="Arial"/>
              <a:sym typeface="Arial"/>
            </a:endParaRPr>
          </a:p>
        </p:txBody>
      </p:sp>
      <p:sp>
        <p:nvSpPr>
          <p:cNvPr id="824" name="Google Shape;824;p55"/>
          <p:cNvSpPr/>
          <p:nvPr/>
        </p:nvSpPr>
        <p:spPr>
          <a:xfrm>
            <a:off x="4685357" y="1828800"/>
            <a:ext cx="1976400" cy="3714750"/>
          </a:xfrm>
          <a:prstGeom prst="rect">
            <a:avLst/>
          </a:prstGeom>
          <a:solidFill>
            <a:schemeClr val="accent5"/>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lt1"/>
              </a:solidFill>
              <a:latin typeface="Arial"/>
              <a:ea typeface="Arial"/>
              <a:cs typeface="Arial"/>
              <a:sym typeface="Arial"/>
            </a:endParaRPr>
          </a:p>
        </p:txBody>
      </p:sp>
      <p:sp>
        <p:nvSpPr>
          <p:cNvPr id="825" name="Google Shape;825;p55"/>
          <p:cNvSpPr txBox="1">
            <a:spLocks noGrp="1"/>
          </p:cNvSpPr>
          <p:nvPr>
            <p:ph type="body" idx="1"/>
          </p:nvPr>
        </p:nvSpPr>
        <p:spPr>
          <a:xfrm>
            <a:off x="38454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826" name="Google Shape;826;p55"/>
          <p:cNvSpPr txBox="1">
            <a:spLocks noGrp="1"/>
          </p:cNvSpPr>
          <p:nvPr>
            <p:ph type="body" idx="3"/>
          </p:nvPr>
        </p:nvSpPr>
        <p:spPr>
          <a:xfrm>
            <a:off x="2590419"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827" name="Google Shape;827;p55"/>
          <p:cNvSpPr txBox="1">
            <a:spLocks noGrp="1"/>
          </p:cNvSpPr>
          <p:nvPr>
            <p:ph type="body" idx="4"/>
          </p:nvPr>
        </p:nvSpPr>
        <p:spPr>
          <a:xfrm>
            <a:off x="4796057"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828" name="Google Shape;828;p55"/>
          <p:cNvSpPr txBox="1">
            <a:spLocks noGrp="1"/>
          </p:cNvSpPr>
          <p:nvPr>
            <p:ph type="body" idx="5"/>
          </p:nvPr>
        </p:nvSpPr>
        <p:spPr>
          <a:xfrm>
            <a:off x="384544"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solidFill>
                  <a:schemeClr val="lt1"/>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829" name="Google Shape;829;p55"/>
          <p:cNvSpPr txBox="1">
            <a:spLocks noGrp="1"/>
          </p:cNvSpPr>
          <p:nvPr>
            <p:ph type="body" idx="6"/>
          </p:nvPr>
        </p:nvSpPr>
        <p:spPr>
          <a:xfrm>
            <a:off x="2590419"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solidFill>
                  <a:schemeClr val="lt1"/>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830" name="Google Shape;830;p55"/>
          <p:cNvSpPr txBox="1">
            <a:spLocks noGrp="1"/>
          </p:cNvSpPr>
          <p:nvPr>
            <p:ph type="body" idx="7"/>
          </p:nvPr>
        </p:nvSpPr>
        <p:spPr>
          <a:xfrm>
            <a:off x="4796057" y="2630171"/>
            <a:ext cx="1755000"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solidFill>
                  <a:schemeClr val="lt1"/>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831" name="Google Shape;831;p55"/>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32" name="Google Shape;832;p55"/>
          <p:cNvSpPr txBox="1">
            <a:spLocks noGrp="1"/>
          </p:cNvSpPr>
          <p:nvPr>
            <p:ph type="body" idx="8"/>
          </p:nvPr>
        </p:nvSpPr>
        <p:spPr>
          <a:xfrm>
            <a:off x="384544" y="1990091"/>
            <a:ext cx="381734"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2100"/>
              <a:buFont typeface="Arial"/>
              <a:buNone/>
              <a:defRPr sz="2100" b="1">
                <a:solidFill>
                  <a:schemeClr val="lt1"/>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833" name="Google Shape;833;p55"/>
          <p:cNvSpPr txBox="1">
            <a:spLocks noGrp="1"/>
          </p:cNvSpPr>
          <p:nvPr>
            <p:ph type="body" idx="9"/>
          </p:nvPr>
        </p:nvSpPr>
        <p:spPr>
          <a:xfrm>
            <a:off x="2590419" y="1990091"/>
            <a:ext cx="381734"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2100"/>
              <a:buFont typeface="Arial"/>
              <a:buNone/>
              <a:defRPr sz="2100" b="1">
                <a:solidFill>
                  <a:schemeClr val="lt1"/>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834" name="Google Shape;834;p55"/>
          <p:cNvSpPr txBox="1">
            <a:spLocks noGrp="1"/>
          </p:cNvSpPr>
          <p:nvPr>
            <p:ph type="body" idx="13"/>
          </p:nvPr>
        </p:nvSpPr>
        <p:spPr>
          <a:xfrm>
            <a:off x="4796056" y="1990091"/>
            <a:ext cx="381734" cy="516889"/>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2100"/>
              <a:buFont typeface="Arial"/>
              <a:buNone/>
              <a:defRPr sz="2100" b="1">
                <a:solidFill>
                  <a:schemeClr val="lt1"/>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guide id="2" orient="horz" pos="4148">
          <p15:clr>
            <a:srgbClr val="FBAE40"/>
          </p15:clr>
        </p15:guide>
        <p15:guide id="3" pos="5588">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hree Content Image with Icons">
  <p:cSld name="Three Content Image with Icons">
    <p:spTree>
      <p:nvGrpSpPr>
        <p:cNvPr id="1" name="Shape 835"/>
        <p:cNvGrpSpPr/>
        <p:nvPr/>
      </p:nvGrpSpPr>
      <p:grpSpPr>
        <a:xfrm>
          <a:off x="0" y="0"/>
          <a:ext cx="0" cy="0"/>
          <a:chOff x="0" y="0"/>
          <a:chExt cx="0" cy="0"/>
        </a:xfrm>
      </p:grpSpPr>
      <p:sp>
        <p:nvSpPr>
          <p:cNvPr id="836" name="Google Shape;836;p56"/>
          <p:cNvSpPr>
            <a:spLocks noGrp="1"/>
          </p:cNvSpPr>
          <p:nvPr>
            <p:ph type="pic" idx="2"/>
          </p:nvPr>
        </p:nvSpPr>
        <p:spPr>
          <a:xfrm>
            <a:off x="0" y="1508762"/>
            <a:ext cx="2982516" cy="3749038"/>
          </a:xfrm>
          <a:prstGeom prst="rect">
            <a:avLst/>
          </a:prstGeom>
          <a:solidFill>
            <a:srgbClr val="D7E0E3"/>
          </a:solidFill>
          <a:ln>
            <a:noFill/>
          </a:ln>
        </p:spPr>
      </p:sp>
      <p:sp>
        <p:nvSpPr>
          <p:cNvPr id="837" name="Google Shape;837;p56"/>
          <p:cNvSpPr txBox="1">
            <a:spLocks noGrp="1"/>
          </p:cNvSpPr>
          <p:nvPr>
            <p:ph type="body" idx="1"/>
          </p:nvPr>
        </p:nvSpPr>
        <p:spPr>
          <a:xfrm>
            <a:off x="3216402"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38" name="Google Shape;838;p56"/>
          <p:cNvSpPr txBox="1">
            <a:spLocks noGrp="1"/>
          </p:cNvSpPr>
          <p:nvPr>
            <p:ph type="body" idx="3"/>
          </p:nvPr>
        </p:nvSpPr>
        <p:spPr>
          <a:xfrm>
            <a:off x="7112394"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39" name="Google Shape;839;p56"/>
          <p:cNvSpPr txBox="1">
            <a:spLocks noGrp="1"/>
          </p:cNvSpPr>
          <p:nvPr>
            <p:ph type="body" idx="4"/>
          </p:nvPr>
        </p:nvSpPr>
        <p:spPr>
          <a:xfrm>
            <a:off x="274320" y="5554278"/>
            <a:ext cx="6685968" cy="5264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40" name="Google Shape;840;p56"/>
          <p:cNvSpPr txBox="1">
            <a:spLocks noGrp="1"/>
          </p:cNvSpPr>
          <p:nvPr>
            <p:ph type="body" idx="5"/>
          </p:nvPr>
        </p:nvSpPr>
        <p:spPr>
          <a:xfrm>
            <a:off x="3216640" y="1619955"/>
            <a:ext cx="5650754" cy="56765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0"/>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41" name="Google Shape;841;p56"/>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42" name="Google Shape;842;p56"/>
          <p:cNvSpPr txBox="1">
            <a:spLocks noGrp="1"/>
          </p:cNvSpPr>
          <p:nvPr>
            <p:ph type="body" idx="6"/>
          </p:nvPr>
        </p:nvSpPr>
        <p:spPr>
          <a:xfrm>
            <a:off x="5205288"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43" name="Google Shape;843;p56"/>
          <p:cNvSpPr>
            <a:spLocks noGrp="1"/>
          </p:cNvSpPr>
          <p:nvPr>
            <p:ph type="pic" idx="7"/>
          </p:nvPr>
        </p:nvSpPr>
        <p:spPr>
          <a:xfrm>
            <a:off x="3216403" y="2544378"/>
            <a:ext cx="394862" cy="526483"/>
          </a:xfrm>
          <a:prstGeom prst="rect">
            <a:avLst/>
          </a:prstGeom>
          <a:noFill/>
          <a:ln>
            <a:noFill/>
          </a:ln>
        </p:spPr>
      </p:sp>
      <p:sp>
        <p:nvSpPr>
          <p:cNvPr id="844" name="Google Shape;844;p56"/>
          <p:cNvSpPr>
            <a:spLocks noGrp="1"/>
          </p:cNvSpPr>
          <p:nvPr>
            <p:ph type="pic" idx="8"/>
          </p:nvPr>
        </p:nvSpPr>
        <p:spPr>
          <a:xfrm>
            <a:off x="5205288" y="2544378"/>
            <a:ext cx="394862" cy="526483"/>
          </a:xfrm>
          <a:prstGeom prst="rect">
            <a:avLst/>
          </a:prstGeom>
          <a:noFill/>
          <a:ln>
            <a:noFill/>
          </a:ln>
        </p:spPr>
      </p:sp>
      <p:sp>
        <p:nvSpPr>
          <p:cNvPr id="845" name="Google Shape;845;p56"/>
          <p:cNvSpPr>
            <a:spLocks noGrp="1"/>
          </p:cNvSpPr>
          <p:nvPr>
            <p:ph type="pic" idx="9"/>
          </p:nvPr>
        </p:nvSpPr>
        <p:spPr>
          <a:xfrm>
            <a:off x="7112395" y="2544378"/>
            <a:ext cx="394862" cy="526483"/>
          </a:xfrm>
          <a:prstGeom prst="rect">
            <a:avLst/>
          </a:prstGeom>
          <a:no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hree Content Image with Icons G">
  <p:cSld name="Three Content Image with Icons G">
    <p:spTree>
      <p:nvGrpSpPr>
        <p:cNvPr id="1" name="Shape 846"/>
        <p:cNvGrpSpPr/>
        <p:nvPr/>
      </p:nvGrpSpPr>
      <p:grpSpPr>
        <a:xfrm>
          <a:off x="0" y="0"/>
          <a:ext cx="0" cy="0"/>
          <a:chOff x="0" y="0"/>
          <a:chExt cx="0" cy="0"/>
        </a:xfrm>
      </p:grpSpPr>
      <p:sp>
        <p:nvSpPr>
          <p:cNvPr id="847" name="Google Shape;847;p57"/>
          <p:cNvSpPr/>
          <p:nvPr/>
        </p:nvSpPr>
        <p:spPr>
          <a:xfrm>
            <a:off x="0" y="0"/>
            <a:ext cx="9144000" cy="6858000"/>
          </a:xfrm>
          <a:prstGeom prst="rect">
            <a:avLst/>
          </a:prstGeom>
          <a:solidFill>
            <a:srgbClr val="F2F7F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848" name="Google Shape;848;p57" descr="UST"/>
          <p:cNvSpPr/>
          <p:nvPr/>
        </p:nvSpPr>
        <p:spPr>
          <a:xfrm>
            <a:off x="274320" y="6238277"/>
            <a:ext cx="240030" cy="354090"/>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849" name="Google Shape;849;p57"/>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850" name="Google Shape;850;p57"/>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851" name="Google Shape;851;p57"/>
          <p:cNvSpPr>
            <a:spLocks noGrp="1"/>
          </p:cNvSpPr>
          <p:nvPr>
            <p:ph type="pic" idx="2"/>
          </p:nvPr>
        </p:nvSpPr>
        <p:spPr>
          <a:xfrm>
            <a:off x="0" y="1508762"/>
            <a:ext cx="2982516" cy="3749038"/>
          </a:xfrm>
          <a:prstGeom prst="rect">
            <a:avLst/>
          </a:prstGeom>
          <a:solidFill>
            <a:schemeClr val="lt1"/>
          </a:solidFill>
          <a:ln>
            <a:noFill/>
          </a:ln>
        </p:spPr>
      </p:sp>
      <p:sp>
        <p:nvSpPr>
          <p:cNvPr id="852" name="Google Shape;852;p57"/>
          <p:cNvSpPr txBox="1">
            <a:spLocks noGrp="1"/>
          </p:cNvSpPr>
          <p:nvPr>
            <p:ph type="body" idx="1"/>
          </p:nvPr>
        </p:nvSpPr>
        <p:spPr>
          <a:xfrm>
            <a:off x="3216402"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53" name="Google Shape;853;p57"/>
          <p:cNvSpPr txBox="1">
            <a:spLocks noGrp="1"/>
          </p:cNvSpPr>
          <p:nvPr>
            <p:ph type="body" idx="3"/>
          </p:nvPr>
        </p:nvSpPr>
        <p:spPr>
          <a:xfrm>
            <a:off x="7112394"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54" name="Google Shape;854;p57"/>
          <p:cNvSpPr txBox="1">
            <a:spLocks noGrp="1"/>
          </p:cNvSpPr>
          <p:nvPr>
            <p:ph type="body" idx="4"/>
          </p:nvPr>
        </p:nvSpPr>
        <p:spPr>
          <a:xfrm>
            <a:off x="274320" y="5554278"/>
            <a:ext cx="6685968" cy="5264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55" name="Google Shape;855;p57"/>
          <p:cNvSpPr txBox="1">
            <a:spLocks noGrp="1"/>
          </p:cNvSpPr>
          <p:nvPr>
            <p:ph type="body" idx="5"/>
          </p:nvPr>
        </p:nvSpPr>
        <p:spPr>
          <a:xfrm>
            <a:off x="3216640" y="1619955"/>
            <a:ext cx="5650754" cy="56765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0"/>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56" name="Google Shape;856;p57"/>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57" name="Google Shape;857;p57"/>
          <p:cNvSpPr txBox="1">
            <a:spLocks noGrp="1"/>
          </p:cNvSpPr>
          <p:nvPr>
            <p:ph type="body" idx="6"/>
          </p:nvPr>
        </p:nvSpPr>
        <p:spPr>
          <a:xfrm>
            <a:off x="5205288"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58" name="Google Shape;858;p57"/>
          <p:cNvSpPr>
            <a:spLocks noGrp="1"/>
          </p:cNvSpPr>
          <p:nvPr>
            <p:ph type="pic" idx="7"/>
          </p:nvPr>
        </p:nvSpPr>
        <p:spPr>
          <a:xfrm>
            <a:off x="3216403" y="2544378"/>
            <a:ext cx="394862" cy="526483"/>
          </a:xfrm>
          <a:prstGeom prst="rect">
            <a:avLst/>
          </a:prstGeom>
          <a:noFill/>
          <a:ln>
            <a:noFill/>
          </a:ln>
        </p:spPr>
      </p:sp>
      <p:sp>
        <p:nvSpPr>
          <p:cNvPr id="859" name="Google Shape;859;p57"/>
          <p:cNvSpPr>
            <a:spLocks noGrp="1"/>
          </p:cNvSpPr>
          <p:nvPr>
            <p:ph type="pic" idx="8"/>
          </p:nvPr>
        </p:nvSpPr>
        <p:spPr>
          <a:xfrm>
            <a:off x="5205288" y="2544378"/>
            <a:ext cx="394862" cy="526483"/>
          </a:xfrm>
          <a:prstGeom prst="rect">
            <a:avLst/>
          </a:prstGeom>
          <a:noFill/>
          <a:ln>
            <a:noFill/>
          </a:ln>
        </p:spPr>
      </p:sp>
      <p:sp>
        <p:nvSpPr>
          <p:cNvPr id="860" name="Google Shape;860;p57"/>
          <p:cNvSpPr>
            <a:spLocks noGrp="1"/>
          </p:cNvSpPr>
          <p:nvPr>
            <p:ph type="pic" idx="9"/>
          </p:nvPr>
        </p:nvSpPr>
        <p:spPr>
          <a:xfrm>
            <a:off x="7112395" y="2544378"/>
            <a:ext cx="394862" cy="526483"/>
          </a:xfrm>
          <a:prstGeom prst="rect">
            <a:avLst/>
          </a:prstGeom>
          <a:no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Highlighting cotent with Percentage">
  <p:cSld name="Highlighting cotent with Percentage">
    <p:spTree>
      <p:nvGrpSpPr>
        <p:cNvPr id="1" name="Shape 861"/>
        <p:cNvGrpSpPr/>
        <p:nvPr/>
      </p:nvGrpSpPr>
      <p:grpSpPr>
        <a:xfrm>
          <a:off x="0" y="0"/>
          <a:ext cx="0" cy="0"/>
          <a:chOff x="0" y="0"/>
          <a:chExt cx="0" cy="0"/>
        </a:xfrm>
      </p:grpSpPr>
      <p:sp>
        <p:nvSpPr>
          <p:cNvPr id="862" name="Google Shape;862;p58"/>
          <p:cNvSpPr txBox="1">
            <a:spLocks noGrp="1"/>
          </p:cNvSpPr>
          <p:nvPr>
            <p:ph type="body" idx="1"/>
          </p:nvPr>
        </p:nvSpPr>
        <p:spPr>
          <a:xfrm>
            <a:off x="4732018" y="2544764"/>
            <a:ext cx="634367" cy="66357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63" name="Google Shape;863;p58"/>
          <p:cNvSpPr>
            <a:spLocks noGrp="1"/>
          </p:cNvSpPr>
          <p:nvPr>
            <p:ph type="pic" idx="2"/>
          </p:nvPr>
        </p:nvSpPr>
        <p:spPr>
          <a:xfrm>
            <a:off x="0" y="0"/>
            <a:ext cx="3811905" cy="6858000"/>
          </a:xfrm>
          <a:prstGeom prst="rect">
            <a:avLst/>
          </a:prstGeom>
          <a:solidFill>
            <a:srgbClr val="D7E0E3"/>
          </a:solidFill>
          <a:ln>
            <a:noFill/>
          </a:ln>
        </p:spPr>
      </p:sp>
      <p:sp>
        <p:nvSpPr>
          <p:cNvPr id="864" name="Google Shape;864;p58"/>
          <p:cNvSpPr txBox="1">
            <a:spLocks noGrp="1"/>
          </p:cNvSpPr>
          <p:nvPr>
            <p:ph type="body" idx="3"/>
          </p:nvPr>
        </p:nvSpPr>
        <p:spPr>
          <a:xfrm>
            <a:off x="5526404" y="2544378"/>
            <a:ext cx="3340752" cy="6636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65" name="Google Shape;865;p58"/>
          <p:cNvSpPr txBox="1">
            <a:spLocks noGrp="1"/>
          </p:cNvSpPr>
          <p:nvPr>
            <p:ph type="body" idx="4"/>
          </p:nvPr>
        </p:nvSpPr>
        <p:spPr>
          <a:xfrm>
            <a:off x="4177137" y="5554278"/>
            <a:ext cx="4689729" cy="5264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66" name="Google Shape;866;p58"/>
          <p:cNvSpPr txBox="1">
            <a:spLocks noGrp="1"/>
          </p:cNvSpPr>
          <p:nvPr>
            <p:ph type="title"/>
          </p:nvPr>
        </p:nvSpPr>
        <p:spPr>
          <a:xfrm>
            <a:off x="4177665" y="365760"/>
            <a:ext cx="4689729" cy="1485901"/>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7" name="Google Shape;867;p58"/>
          <p:cNvSpPr>
            <a:spLocks noGrp="1"/>
          </p:cNvSpPr>
          <p:nvPr>
            <p:ph type="pic" idx="5"/>
          </p:nvPr>
        </p:nvSpPr>
        <p:spPr>
          <a:xfrm>
            <a:off x="4177138" y="2544378"/>
            <a:ext cx="394862" cy="663643"/>
          </a:xfrm>
          <a:prstGeom prst="rect">
            <a:avLst/>
          </a:prstGeom>
          <a:noFill/>
          <a:ln>
            <a:noFill/>
          </a:ln>
        </p:spPr>
      </p:sp>
      <p:sp>
        <p:nvSpPr>
          <p:cNvPr id="868" name="Google Shape;868;p58"/>
          <p:cNvSpPr txBox="1">
            <a:spLocks noGrp="1"/>
          </p:cNvSpPr>
          <p:nvPr>
            <p:ph type="body" idx="6"/>
          </p:nvPr>
        </p:nvSpPr>
        <p:spPr>
          <a:xfrm>
            <a:off x="5526404" y="3451158"/>
            <a:ext cx="3340752" cy="6636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69" name="Google Shape;869;p58"/>
          <p:cNvSpPr>
            <a:spLocks noGrp="1"/>
          </p:cNvSpPr>
          <p:nvPr>
            <p:ph type="pic" idx="7"/>
          </p:nvPr>
        </p:nvSpPr>
        <p:spPr>
          <a:xfrm>
            <a:off x="4177138" y="3451158"/>
            <a:ext cx="394862" cy="663643"/>
          </a:xfrm>
          <a:prstGeom prst="rect">
            <a:avLst/>
          </a:prstGeom>
          <a:noFill/>
          <a:ln>
            <a:noFill/>
          </a:ln>
        </p:spPr>
      </p:sp>
      <p:sp>
        <p:nvSpPr>
          <p:cNvPr id="870" name="Google Shape;870;p58"/>
          <p:cNvSpPr txBox="1">
            <a:spLocks noGrp="1"/>
          </p:cNvSpPr>
          <p:nvPr>
            <p:ph type="body" idx="8"/>
          </p:nvPr>
        </p:nvSpPr>
        <p:spPr>
          <a:xfrm>
            <a:off x="5526404" y="4357938"/>
            <a:ext cx="3340752" cy="6636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71" name="Google Shape;871;p58"/>
          <p:cNvSpPr>
            <a:spLocks noGrp="1"/>
          </p:cNvSpPr>
          <p:nvPr>
            <p:ph type="pic" idx="9"/>
          </p:nvPr>
        </p:nvSpPr>
        <p:spPr>
          <a:xfrm>
            <a:off x="4177138" y="4357938"/>
            <a:ext cx="394862" cy="663643"/>
          </a:xfrm>
          <a:prstGeom prst="rect">
            <a:avLst/>
          </a:prstGeom>
          <a:noFill/>
          <a:ln>
            <a:noFill/>
          </a:ln>
        </p:spPr>
      </p:sp>
      <p:sp>
        <p:nvSpPr>
          <p:cNvPr id="872" name="Google Shape;872;p58"/>
          <p:cNvSpPr txBox="1">
            <a:spLocks noGrp="1"/>
          </p:cNvSpPr>
          <p:nvPr>
            <p:ph type="body" idx="13"/>
          </p:nvPr>
        </p:nvSpPr>
        <p:spPr>
          <a:xfrm>
            <a:off x="4732018" y="3451158"/>
            <a:ext cx="634367" cy="66357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73" name="Google Shape;873;p58"/>
          <p:cNvSpPr txBox="1">
            <a:spLocks noGrp="1"/>
          </p:cNvSpPr>
          <p:nvPr>
            <p:ph type="body" idx="14"/>
          </p:nvPr>
        </p:nvSpPr>
        <p:spPr>
          <a:xfrm>
            <a:off x="4732018" y="4357938"/>
            <a:ext cx="634367" cy="66357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Highlighting cotent with Percentage G">
  <p:cSld name="Highlighting cotent with Percentage G">
    <p:spTree>
      <p:nvGrpSpPr>
        <p:cNvPr id="1" name="Shape 874"/>
        <p:cNvGrpSpPr/>
        <p:nvPr/>
      </p:nvGrpSpPr>
      <p:grpSpPr>
        <a:xfrm>
          <a:off x="0" y="0"/>
          <a:ext cx="0" cy="0"/>
          <a:chOff x="0" y="0"/>
          <a:chExt cx="0" cy="0"/>
        </a:xfrm>
      </p:grpSpPr>
      <p:sp>
        <p:nvSpPr>
          <p:cNvPr id="875" name="Google Shape;875;p59"/>
          <p:cNvSpPr/>
          <p:nvPr/>
        </p:nvSpPr>
        <p:spPr>
          <a:xfrm>
            <a:off x="0" y="0"/>
            <a:ext cx="9144000" cy="6858000"/>
          </a:xfrm>
          <a:prstGeom prst="rect">
            <a:avLst/>
          </a:prstGeom>
          <a:solidFill>
            <a:srgbClr val="F2F7F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876" name="Google Shape;876;p59"/>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877" name="Google Shape;877;p59"/>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878" name="Google Shape;878;p59"/>
          <p:cNvSpPr>
            <a:spLocks noGrp="1"/>
          </p:cNvSpPr>
          <p:nvPr>
            <p:ph type="pic" idx="2"/>
          </p:nvPr>
        </p:nvSpPr>
        <p:spPr>
          <a:xfrm>
            <a:off x="0" y="0"/>
            <a:ext cx="3811905" cy="6858000"/>
          </a:xfrm>
          <a:prstGeom prst="rect">
            <a:avLst/>
          </a:prstGeom>
          <a:solidFill>
            <a:srgbClr val="D7E0E3"/>
          </a:solidFill>
          <a:ln>
            <a:noFill/>
          </a:ln>
        </p:spPr>
      </p:sp>
      <p:sp>
        <p:nvSpPr>
          <p:cNvPr id="879" name="Google Shape;879;p59"/>
          <p:cNvSpPr txBox="1">
            <a:spLocks noGrp="1"/>
          </p:cNvSpPr>
          <p:nvPr>
            <p:ph type="body" idx="1"/>
          </p:nvPr>
        </p:nvSpPr>
        <p:spPr>
          <a:xfrm>
            <a:off x="4177137" y="5554278"/>
            <a:ext cx="4689729" cy="5264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80" name="Google Shape;880;p59"/>
          <p:cNvSpPr txBox="1">
            <a:spLocks noGrp="1"/>
          </p:cNvSpPr>
          <p:nvPr>
            <p:ph type="title"/>
          </p:nvPr>
        </p:nvSpPr>
        <p:spPr>
          <a:xfrm>
            <a:off x="4177665" y="365760"/>
            <a:ext cx="4689729" cy="1485901"/>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1" name="Google Shape;881;p59"/>
          <p:cNvSpPr txBox="1">
            <a:spLocks noGrp="1"/>
          </p:cNvSpPr>
          <p:nvPr>
            <p:ph type="body" idx="3"/>
          </p:nvPr>
        </p:nvSpPr>
        <p:spPr>
          <a:xfrm>
            <a:off x="4732018" y="2544764"/>
            <a:ext cx="634367" cy="66357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82" name="Google Shape;882;p59"/>
          <p:cNvSpPr txBox="1">
            <a:spLocks noGrp="1"/>
          </p:cNvSpPr>
          <p:nvPr>
            <p:ph type="body" idx="4"/>
          </p:nvPr>
        </p:nvSpPr>
        <p:spPr>
          <a:xfrm>
            <a:off x="5526404" y="2544378"/>
            <a:ext cx="3340752" cy="6636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83" name="Google Shape;883;p59"/>
          <p:cNvSpPr>
            <a:spLocks noGrp="1"/>
          </p:cNvSpPr>
          <p:nvPr>
            <p:ph type="pic" idx="5"/>
          </p:nvPr>
        </p:nvSpPr>
        <p:spPr>
          <a:xfrm>
            <a:off x="4177138" y="2544378"/>
            <a:ext cx="394862" cy="663643"/>
          </a:xfrm>
          <a:prstGeom prst="rect">
            <a:avLst/>
          </a:prstGeom>
          <a:noFill/>
          <a:ln>
            <a:noFill/>
          </a:ln>
        </p:spPr>
      </p:sp>
      <p:sp>
        <p:nvSpPr>
          <p:cNvPr id="884" name="Google Shape;884;p59"/>
          <p:cNvSpPr txBox="1">
            <a:spLocks noGrp="1"/>
          </p:cNvSpPr>
          <p:nvPr>
            <p:ph type="body" idx="6"/>
          </p:nvPr>
        </p:nvSpPr>
        <p:spPr>
          <a:xfrm>
            <a:off x="5526404" y="3451158"/>
            <a:ext cx="3340752" cy="6636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85" name="Google Shape;885;p59"/>
          <p:cNvSpPr>
            <a:spLocks noGrp="1"/>
          </p:cNvSpPr>
          <p:nvPr>
            <p:ph type="pic" idx="7"/>
          </p:nvPr>
        </p:nvSpPr>
        <p:spPr>
          <a:xfrm>
            <a:off x="4177138" y="3451158"/>
            <a:ext cx="394862" cy="663643"/>
          </a:xfrm>
          <a:prstGeom prst="rect">
            <a:avLst/>
          </a:prstGeom>
          <a:noFill/>
          <a:ln>
            <a:noFill/>
          </a:ln>
        </p:spPr>
      </p:sp>
      <p:sp>
        <p:nvSpPr>
          <p:cNvPr id="886" name="Google Shape;886;p59"/>
          <p:cNvSpPr txBox="1">
            <a:spLocks noGrp="1"/>
          </p:cNvSpPr>
          <p:nvPr>
            <p:ph type="body" idx="8"/>
          </p:nvPr>
        </p:nvSpPr>
        <p:spPr>
          <a:xfrm>
            <a:off x="5526404" y="4357938"/>
            <a:ext cx="3340752" cy="6636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87" name="Google Shape;887;p59"/>
          <p:cNvSpPr>
            <a:spLocks noGrp="1"/>
          </p:cNvSpPr>
          <p:nvPr>
            <p:ph type="pic" idx="9"/>
          </p:nvPr>
        </p:nvSpPr>
        <p:spPr>
          <a:xfrm>
            <a:off x="4177138" y="4357938"/>
            <a:ext cx="394862" cy="663643"/>
          </a:xfrm>
          <a:prstGeom prst="rect">
            <a:avLst/>
          </a:prstGeom>
          <a:noFill/>
          <a:ln>
            <a:noFill/>
          </a:ln>
        </p:spPr>
      </p:sp>
      <p:sp>
        <p:nvSpPr>
          <p:cNvPr id="888" name="Google Shape;888;p59"/>
          <p:cNvSpPr txBox="1">
            <a:spLocks noGrp="1"/>
          </p:cNvSpPr>
          <p:nvPr>
            <p:ph type="body" idx="13"/>
          </p:nvPr>
        </p:nvSpPr>
        <p:spPr>
          <a:xfrm>
            <a:off x="4732018" y="3451158"/>
            <a:ext cx="634367" cy="66357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89" name="Google Shape;889;p59"/>
          <p:cNvSpPr txBox="1">
            <a:spLocks noGrp="1"/>
          </p:cNvSpPr>
          <p:nvPr>
            <p:ph type="body" idx="14"/>
          </p:nvPr>
        </p:nvSpPr>
        <p:spPr>
          <a:xfrm>
            <a:off x="4732018" y="4357938"/>
            <a:ext cx="634367" cy="663575"/>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Sidebar Right">
  <p:cSld name="Sidebar Right">
    <p:spTree>
      <p:nvGrpSpPr>
        <p:cNvPr id="1" name="Shape 890"/>
        <p:cNvGrpSpPr/>
        <p:nvPr/>
      </p:nvGrpSpPr>
      <p:grpSpPr>
        <a:xfrm>
          <a:off x="0" y="0"/>
          <a:ext cx="0" cy="0"/>
          <a:chOff x="0" y="0"/>
          <a:chExt cx="0" cy="0"/>
        </a:xfrm>
      </p:grpSpPr>
      <p:sp>
        <p:nvSpPr>
          <p:cNvPr id="891" name="Google Shape;891;p60"/>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2" name="Google Shape;892;p60"/>
          <p:cNvSpPr txBox="1">
            <a:spLocks noGrp="1"/>
          </p:cNvSpPr>
          <p:nvPr>
            <p:ph type="body" idx="1"/>
          </p:nvPr>
        </p:nvSpPr>
        <p:spPr>
          <a:xfrm>
            <a:off x="274320" y="1828800"/>
            <a:ext cx="5650992" cy="42519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93" name="Google Shape;893;p60"/>
          <p:cNvSpPr txBox="1">
            <a:spLocks noGrp="1"/>
          </p:cNvSpPr>
          <p:nvPr>
            <p:ph type="body" idx="2"/>
          </p:nvPr>
        </p:nvSpPr>
        <p:spPr>
          <a:xfrm>
            <a:off x="6158484" y="1828800"/>
            <a:ext cx="2708910" cy="42519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978">
          <p15:clr>
            <a:srgbClr val="FBAE40"/>
          </p15:clr>
        </p15:guide>
        <p15:guide id="2" pos="5172">
          <p15:clr>
            <a:srgbClr val="FBAE40"/>
          </p15:clr>
        </p15:guide>
        <p15:guide id="3" orient="horz" pos="3832">
          <p15:clr>
            <a:srgbClr val="FBAE40"/>
          </p15:clr>
        </p15:guide>
        <p15:guide id="4" orient="horz" pos="1152">
          <p15:clr>
            <a:srgbClr val="FBAE40"/>
          </p15:clr>
        </p15:guide>
        <p15:guide id="5" orient="horz" pos="4148">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Content and Big Statement">
  <p:cSld name="Content and Big Statement">
    <p:spTree>
      <p:nvGrpSpPr>
        <p:cNvPr id="1" name="Shape 894"/>
        <p:cNvGrpSpPr/>
        <p:nvPr/>
      </p:nvGrpSpPr>
      <p:grpSpPr>
        <a:xfrm>
          <a:off x="0" y="0"/>
          <a:ext cx="0" cy="0"/>
          <a:chOff x="0" y="0"/>
          <a:chExt cx="0" cy="0"/>
        </a:xfrm>
      </p:grpSpPr>
      <p:sp>
        <p:nvSpPr>
          <p:cNvPr id="895" name="Google Shape;895;p61"/>
          <p:cNvSpPr/>
          <p:nvPr/>
        </p:nvSpPr>
        <p:spPr>
          <a:xfrm>
            <a:off x="4572001" y="1"/>
            <a:ext cx="4571999" cy="6857999"/>
          </a:xfrm>
          <a:prstGeom prst="rect">
            <a:avLst/>
          </a:prstGeom>
          <a:solidFill>
            <a:srgbClr val="006E7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896" name="Google Shape;896;p61"/>
          <p:cNvSpPr txBox="1">
            <a:spLocks noGrp="1"/>
          </p:cNvSpPr>
          <p:nvPr>
            <p:ph type="title"/>
          </p:nvPr>
        </p:nvSpPr>
        <p:spPr>
          <a:xfrm>
            <a:off x="274320" y="365760"/>
            <a:ext cx="4069080" cy="1371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7" name="Google Shape;897;p61"/>
          <p:cNvSpPr txBox="1">
            <a:spLocks noGrp="1"/>
          </p:cNvSpPr>
          <p:nvPr>
            <p:ph type="body" idx="1"/>
          </p:nvPr>
        </p:nvSpPr>
        <p:spPr>
          <a:xfrm>
            <a:off x="274320" y="2286000"/>
            <a:ext cx="4069080" cy="37947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898" name="Google Shape;898;p61"/>
          <p:cNvSpPr txBox="1">
            <a:spLocks noGrp="1"/>
          </p:cNvSpPr>
          <p:nvPr>
            <p:ph type="body" idx="2"/>
          </p:nvPr>
        </p:nvSpPr>
        <p:spPr>
          <a:xfrm>
            <a:off x="4800600" y="365126"/>
            <a:ext cx="4066794" cy="5715635"/>
          </a:xfrm>
          <a:prstGeom prst="rect">
            <a:avLst/>
          </a:prstGeom>
          <a:noFill/>
          <a:ln>
            <a:noFill/>
          </a:ln>
        </p:spPr>
        <p:txBody>
          <a:bodyPr spcFirstLastPara="1" wrap="square" lIns="0" tIns="0" rIns="0" bIns="0" anchor="t" anchorCtr="0">
            <a:normAutofit/>
          </a:bodyPr>
          <a:lstStyle>
            <a:lvl1pPr marL="457200" lvl="0" indent="-228600" algn="l">
              <a:lnSpc>
                <a:spcPct val="90000"/>
              </a:lnSpc>
              <a:spcBef>
                <a:spcPts val="0"/>
              </a:spcBef>
              <a:spcAft>
                <a:spcPts val="0"/>
              </a:spcAft>
              <a:buClr>
                <a:schemeClr val="lt1"/>
              </a:buClr>
              <a:buSzPts val="4050"/>
              <a:buNone/>
              <a:defRPr sz="4050">
                <a:solidFill>
                  <a:schemeClr val="lt1"/>
                </a:solidFill>
                <a:latin typeface="Arial"/>
                <a:ea typeface="Arial"/>
                <a:cs typeface="Arial"/>
                <a:sym typeface="Arial"/>
              </a:defRPr>
            </a:lvl1pPr>
            <a:lvl2pPr marL="914400" lvl="1" indent="-314325" algn="l">
              <a:lnSpc>
                <a:spcPct val="100000"/>
              </a:lnSpc>
              <a:spcBef>
                <a:spcPts val="900"/>
              </a:spcBef>
              <a:spcAft>
                <a:spcPts val="0"/>
              </a:spcAft>
              <a:buClr>
                <a:schemeClr val="lt1"/>
              </a:buClr>
              <a:buSzPts val="1350"/>
              <a:buChar char="–"/>
              <a:defRPr>
                <a:solidFill>
                  <a:schemeClr val="lt1"/>
                </a:solidFill>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5pPr>
            <a:lvl6pPr marL="2743200" lvl="5"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6pPr>
            <a:lvl7pPr marL="3200400" lvl="6"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7pPr>
            <a:lvl8pPr marL="3657600" lvl="7"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8pPr>
            <a:lvl9pPr marL="4114800" lvl="8"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9pPr>
          </a:lstStyle>
          <a:p>
            <a:endParaRPr/>
          </a:p>
        </p:txBody>
      </p:sp>
      <p:sp>
        <p:nvSpPr>
          <p:cNvPr id="899" name="Google Shape;899;p61"/>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lt1"/>
                </a:solidFill>
                <a:latin typeface="Arial"/>
                <a:ea typeface="Arial"/>
                <a:cs typeface="Arial"/>
                <a:sym typeface="Arial"/>
              </a:rPr>
              <a:t> </a:t>
            </a:r>
            <a:fld id="{00000000-1234-1234-1234-123412341234}" type="slidenum">
              <a:rPr lang="en-US" sz="600">
                <a:solidFill>
                  <a:schemeClr val="lt1"/>
                </a:solidFill>
                <a:latin typeface="Arial"/>
                <a:ea typeface="Arial"/>
                <a:cs typeface="Arial"/>
                <a:sym typeface="Arial"/>
              </a:rPr>
              <a:t>‹#›</a:t>
            </a:fld>
            <a:endParaRPr sz="600">
              <a:solidFill>
                <a:schemeClr val="lt1"/>
              </a:solidFill>
              <a:latin typeface="Arial"/>
              <a:ea typeface="Arial"/>
              <a:cs typeface="Arial"/>
              <a:sym typeface="Arial"/>
            </a:endParaRPr>
          </a:p>
        </p:txBody>
      </p:sp>
      <p:sp>
        <p:nvSpPr>
          <p:cNvPr id="900" name="Google Shape;900;p61"/>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lt1"/>
              </a:buClr>
              <a:buSzPts val="600"/>
              <a:buFont typeface="Arial"/>
              <a:buNone/>
            </a:pPr>
            <a:r>
              <a:rPr lang="en-US" sz="600" b="0">
                <a:solidFill>
                  <a:schemeClr val="lt1"/>
                </a:solidFill>
                <a:latin typeface="Arial"/>
                <a:ea typeface="Arial"/>
                <a:cs typeface="Arial"/>
                <a:sym typeface="Arial"/>
              </a:rPr>
              <a:t>Confidential and Proprietary. © 2026 UST Global Inc</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648">
          <p15:clr>
            <a:srgbClr val="FBAE40"/>
          </p15:clr>
        </p15:guide>
        <p15:guide id="2" pos="4032">
          <p15:clr>
            <a:srgbClr val="FBAE40"/>
          </p15:clr>
        </p15:guide>
        <p15:guide id="3" orient="horz" pos="3832">
          <p15:clr>
            <a:srgbClr val="FBAE40"/>
          </p15:clr>
        </p15:guide>
        <p15:guide id="4" orient="horz" pos="1440">
          <p15:clr>
            <a:srgbClr val="FBAE40"/>
          </p15:clr>
        </p15:guide>
        <p15:guide id="5" orient="horz" pos="4148">
          <p15:clr>
            <a:srgbClr val="FBAE40"/>
          </p15:clr>
        </p15:guide>
        <p15:guide id="6" pos="384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Content and Highlighting text with Image">
  <p:cSld name="Content and Highlighting text with Image">
    <p:spTree>
      <p:nvGrpSpPr>
        <p:cNvPr id="1" name="Shape 901"/>
        <p:cNvGrpSpPr/>
        <p:nvPr/>
      </p:nvGrpSpPr>
      <p:grpSpPr>
        <a:xfrm>
          <a:off x="0" y="0"/>
          <a:ext cx="0" cy="0"/>
          <a:chOff x="0" y="0"/>
          <a:chExt cx="0" cy="0"/>
        </a:xfrm>
      </p:grpSpPr>
      <p:sp>
        <p:nvSpPr>
          <p:cNvPr id="902" name="Google Shape;902;p62"/>
          <p:cNvSpPr/>
          <p:nvPr/>
        </p:nvSpPr>
        <p:spPr>
          <a:xfrm>
            <a:off x="4572001" y="1"/>
            <a:ext cx="4571999" cy="6857999"/>
          </a:xfrm>
          <a:prstGeom prst="rect">
            <a:avLst/>
          </a:prstGeom>
          <a:solidFill>
            <a:srgbClr val="006E7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903" name="Google Shape;903;p62"/>
          <p:cNvSpPr txBox="1">
            <a:spLocks noGrp="1"/>
          </p:cNvSpPr>
          <p:nvPr>
            <p:ph type="title"/>
          </p:nvPr>
        </p:nvSpPr>
        <p:spPr>
          <a:xfrm>
            <a:off x="274320" y="365760"/>
            <a:ext cx="4069080" cy="1371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04" name="Google Shape;904;p62"/>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lt1"/>
                </a:solidFill>
                <a:latin typeface="Arial"/>
                <a:ea typeface="Arial"/>
                <a:cs typeface="Arial"/>
                <a:sym typeface="Arial"/>
              </a:rPr>
              <a:t> </a:t>
            </a:r>
            <a:fld id="{00000000-1234-1234-1234-123412341234}" type="slidenum">
              <a:rPr lang="en-US" sz="600">
                <a:solidFill>
                  <a:schemeClr val="lt1"/>
                </a:solidFill>
                <a:latin typeface="Arial"/>
                <a:ea typeface="Arial"/>
                <a:cs typeface="Arial"/>
                <a:sym typeface="Arial"/>
              </a:rPr>
              <a:t>‹#›</a:t>
            </a:fld>
            <a:endParaRPr sz="600">
              <a:solidFill>
                <a:schemeClr val="lt1"/>
              </a:solidFill>
              <a:latin typeface="Arial"/>
              <a:ea typeface="Arial"/>
              <a:cs typeface="Arial"/>
              <a:sym typeface="Arial"/>
            </a:endParaRPr>
          </a:p>
        </p:txBody>
      </p:sp>
      <p:sp>
        <p:nvSpPr>
          <p:cNvPr id="905" name="Google Shape;905;p62"/>
          <p:cNvSpPr txBox="1">
            <a:spLocks noGrp="1"/>
          </p:cNvSpPr>
          <p:nvPr>
            <p:ph type="body" idx="1"/>
          </p:nvPr>
        </p:nvSpPr>
        <p:spPr>
          <a:xfrm>
            <a:off x="2420809" y="3200400"/>
            <a:ext cx="1922591" cy="288036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06" name="Google Shape;906;p62"/>
          <p:cNvSpPr txBox="1">
            <a:spLocks noGrp="1"/>
          </p:cNvSpPr>
          <p:nvPr>
            <p:ph type="body" idx="2"/>
          </p:nvPr>
        </p:nvSpPr>
        <p:spPr>
          <a:xfrm>
            <a:off x="274320" y="3200400"/>
            <a:ext cx="1922591" cy="288036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07" name="Google Shape;907;p62"/>
          <p:cNvSpPr>
            <a:spLocks noGrp="1"/>
          </p:cNvSpPr>
          <p:nvPr>
            <p:ph type="pic" idx="3"/>
          </p:nvPr>
        </p:nvSpPr>
        <p:spPr>
          <a:xfrm>
            <a:off x="274321" y="2544378"/>
            <a:ext cx="394862" cy="526483"/>
          </a:xfrm>
          <a:prstGeom prst="rect">
            <a:avLst/>
          </a:prstGeom>
          <a:noFill/>
          <a:ln>
            <a:noFill/>
          </a:ln>
        </p:spPr>
      </p:sp>
      <p:sp>
        <p:nvSpPr>
          <p:cNvPr id="908" name="Google Shape;908;p62"/>
          <p:cNvSpPr>
            <a:spLocks noGrp="1"/>
          </p:cNvSpPr>
          <p:nvPr>
            <p:ph type="pic" idx="4"/>
          </p:nvPr>
        </p:nvSpPr>
        <p:spPr>
          <a:xfrm>
            <a:off x="2420809" y="2544378"/>
            <a:ext cx="394862" cy="526483"/>
          </a:xfrm>
          <a:prstGeom prst="rect">
            <a:avLst/>
          </a:prstGeom>
          <a:noFill/>
          <a:ln>
            <a:noFill/>
          </a:ln>
        </p:spPr>
      </p:sp>
      <p:sp>
        <p:nvSpPr>
          <p:cNvPr id="909" name="Google Shape;909;p62"/>
          <p:cNvSpPr txBox="1">
            <a:spLocks noGrp="1"/>
          </p:cNvSpPr>
          <p:nvPr>
            <p:ph type="body" idx="5"/>
          </p:nvPr>
        </p:nvSpPr>
        <p:spPr>
          <a:xfrm>
            <a:off x="6949677" y="3200400"/>
            <a:ext cx="1922591" cy="288036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10" name="Google Shape;910;p62"/>
          <p:cNvSpPr txBox="1">
            <a:spLocks noGrp="1"/>
          </p:cNvSpPr>
          <p:nvPr>
            <p:ph type="body" idx="6"/>
          </p:nvPr>
        </p:nvSpPr>
        <p:spPr>
          <a:xfrm>
            <a:off x="4803188" y="3200400"/>
            <a:ext cx="1922591" cy="288036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11" name="Google Shape;911;p62"/>
          <p:cNvSpPr>
            <a:spLocks noGrp="1"/>
          </p:cNvSpPr>
          <p:nvPr>
            <p:ph type="pic" idx="7"/>
          </p:nvPr>
        </p:nvSpPr>
        <p:spPr>
          <a:xfrm>
            <a:off x="4572000" y="1"/>
            <a:ext cx="4572000" cy="2544763"/>
          </a:xfrm>
          <a:prstGeom prst="rect">
            <a:avLst/>
          </a:prstGeom>
          <a:solidFill>
            <a:srgbClr val="D7E0E3"/>
          </a:solidFill>
          <a:ln>
            <a:noFill/>
          </a:ln>
        </p:spPr>
      </p:sp>
      <p:sp>
        <p:nvSpPr>
          <p:cNvPr id="912" name="Google Shape;912;p62"/>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lt1"/>
              </a:buClr>
              <a:buSzPts val="600"/>
              <a:buFont typeface="Arial"/>
              <a:buNone/>
            </a:pPr>
            <a:r>
              <a:rPr lang="en-US" sz="600" b="0">
                <a:solidFill>
                  <a:schemeClr val="lt1"/>
                </a:solidFill>
                <a:latin typeface="Arial"/>
                <a:ea typeface="Arial"/>
                <a:cs typeface="Arial"/>
                <a:sym typeface="Arial"/>
              </a:rPr>
              <a:t>Confidential and Proprietary. © 2026 UST Global Inc</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648">
          <p15:clr>
            <a:srgbClr val="FBAE40"/>
          </p15:clr>
        </p15:guide>
        <p15:guide id="2" pos="4032">
          <p15:clr>
            <a:srgbClr val="FBAE40"/>
          </p15:clr>
        </p15:guide>
        <p15:guide id="3" orient="horz" pos="3832">
          <p15:clr>
            <a:srgbClr val="FBAE40"/>
          </p15:clr>
        </p15:guide>
        <p15:guide id="4" orient="horz" pos="1440">
          <p15:clr>
            <a:srgbClr val="FBAE40"/>
          </p15:clr>
        </p15:guide>
        <p15:guide id="5" orient="horz" pos="4148">
          <p15:clr>
            <a:srgbClr val="FBAE40"/>
          </p15:clr>
        </p15:guide>
        <p15:guide id="6"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Big Statement">
  <p:cSld name="Big Statement">
    <p:bg>
      <p:bgPr>
        <a:solidFill>
          <a:srgbClr val="231F20"/>
        </a:solidFill>
        <a:effectLst/>
      </p:bgPr>
    </p:bg>
    <p:spTree>
      <p:nvGrpSpPr>
        <p:cNvPr id="1" name="Shape 913"/>
        <p:cNvGrpSpPr/>
        <p:nvPr/>
      </p:nvGrpSpPr>
      <p:grpSpPr>
        <a:xfrm>
          <a:off x="0" y="0"/>
          <a:ext cx="0" cy="0"/>
          <a:chOff x="0" y="0"/>
          <a:chExt cx="0" cy="0"/>
        </a:xfrm>
      </p:grpSpPr>
      <p:sp>
        <p:nvSpPr>
          <p:cNvPr id="914" name="Google Shape;914;p63"/>
          <p:cNvSpPr txBox="1">
            <a:spLocks noGrp="1"/>
          </p:cNvSpPr>
          <p:nvPr>
            <p:ph type="body" idx="1"/>
          </p:nvPr>
        </p:nvSpPr>
        <p:spPr>
          <a:xfrm>
            <a:off x="273843" y="365126"/>
            <a:ext cx="6377940" cy="5715635"/>
          </a:xfrm>
          <a:prstGeom prst="rect">
            <a:avLst/>
          </a:prstGeom>
          <a:noFill/>
          <a:ln>
            <a:noFill/>
          </a:ln>
        </p:spPr>
        <p:txBody>
          <a:bodyPr spcFirstLastPara="1" wrap="square" lIns="0" tIns="0" rIns="0" bIns="0" anchor="t" anchorCtr="0">
            <a:normAutofit/>
          </a:bodyPr>
          <a:lstStyle>
            <a:lvl1pPr marL="457200" lvl="0" indent="-228600" algn="l">
              <a:lnSpc>
                <a:spcPct val="90000"/>
              </a:lnSpc>
              <a:spcBef>
                <a:spcPts val="0"/>
              </a:spcBef>
              <a:spcAft>
                <a:spcPts val="0"/>
              </a:spcAft>
              <a:buClr>
                <a:schemeClr val="lt1"/>
              </a:buClr>
              <a:buSzPts val="4050"/>
              <a:buFont typeface="Arial"/>
              <a:buNone/>
              <a:defRPr sz="4050" b="0">
                <a:solidFill>
                  <a:schemeClr val="lt1"/>
                </a:solidFill>
                <a:latin typeface="Arial"/>
                <a:ea typeface="Arial"/>
                <a:cs typeface="Arial"/>
                <a:sym typeface="Arial"/>
              </a:defRPr>
            </a:lvl1pPr>
            <a:lvl2pPr marL="914400" lvl="1" indent="-314325" algn="l">
              <a:lnSpc>
                <a:spcPct val="100000"/>
              </a:lnSpc>
              <a:spcBef>
                <a:spcPts val="900"/>
              </a:spcBef>
              <a:spcAft>
                <a:spcPts val="0"/>
              </a:spcAft>
              <a:buClr>
                <a:schemeClr val="lt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a:latin typeface="Arial"/>
                <a:ea typeface="Arial"/>
                <a:cs typeface="Arial"/>
                <a:sym typeface="Arial"/>
              </a:defRPr>
            </a:lvl5pPr>
            <a:lvl6pPr marL="2743200" lvl="5" indent="-314325" algn="l">
              <a:lnSpc>
                <a:spcPct val="100000"/>
              </a:lnSpc>
              <a:spcBef>
                <a:spcPts val="225"/>
              </a:spcBef>
              <a:spcAft>
                <a:spcPts val="0"/>
              </a:spcAft>
              <a:buClr>
                <a:schemeClr val="lt1"/>
              </a:buClr>
              <a:buSzPts val="1350"/>
              <a:buChar char="–"/>
              <a:defRPr>
                <a:latin typeface="Arial"/>
                <a:ea typeface="Arial"/>
                <a:cs typeface="Arial"/>
                <a:sym typeface="Arial"/>
              </a:defRPr>
            </a:lvl6pPr>
            <a:lvl7pPr marL="3200400" lvl="6" indent="-314325" algn="l">
              <a:lnSpc>
                <a:spcPct val="100000"/>
              </a:lnSpc>
              <a:spcBef>
                <a:spcPts val="225"/>
              </a:spcBef>
              <a:spcAft>
                <a:spcPts val="0"/>
              </a:spcAft>
              <a:buClr>
                <a:schemeClr val="lt1"/>
              </a:buClr>
              <a:buSzPts val="1350"/>
              <a:buChar char="–"/>
              <a:defRPr>
                <a:latin typeface="Arial"/>
                <a:ea typeface="Arial"/>
                <a:cs typeface="Arial"/>
                <a:sym typeface="Arial"/>
              </a:defRPr>
            </a:lvl7pPr>
            <a:lvl8pPr marL="3657600" lvl="7" indent="-314325" algn="l">
              <a:lnSpc>
                <a:spcPct val="100000"/>
              </a:lnSpc>
              <a:spcBef>
                <a:spcPts val="225"/>
              </a:spcBef>
              <a:spcAft>
                <a:spcPts val="0"/>
              </a:spcAft>
              <a:buClr>
                <a:schemeClr val="lt1"/>
              </a:buClr>
              <a:buSzPts val="1350"/>
              <a:buChar char="–"/>
              <a:defRPr>
                <a:latin typeface="Arial"/>
                <a:ea typeface="Arial"/>
                <a:cs typeface="Arial"/>
                <a:sym typeface="Arial"/>
              </a:defRPr>
            </a:lvl8pPr>
            <a:lvl9pPr marL="4114800" lvl="8" indent="-314325" algn="l">
              <a:lnSpc>
                <a:spcPct val="100000"/>
              </a:lnSpc>
              <a:spcBef>
                <a:spcPts val="225"/>
              </a:spcBef>
              <a:spcAft>
                <a:spcPts val="0"/>
              </a:spcAft>
              <a:buClr>
                <a:schemeClr val="lt1"/>
              </a:buClr>
              <a:buSzPts val="1350"/>
              <a:buChar char="–"/>
              <a:defRPr>
                <a:latin typeface="Arial"/>
                <a:ea typeface="Arial"/>
                <a:cs typeface="Arial"/>
                <a:sym typeface="Aria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guide id="2" orient="horz" pos="4148">
          <p15:clr>
            <a:srgbClr val="FBAE40"/>
          </p15:clr>
        </p15:guide>
        <p15:guide id="3" pos="5588">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Big Statement and Photo">
  <p:cSld name="Big Statement and Photo">
    <p:bg>
      <p:bgPr>
        <a:solidFill>
          <a:srgbClr val="231F20"/>
        </a:solidFill>
        <a:effectLst/>
      </p:bgPr>
    </p:bg>
    <p:spTree>
      <p:nvGrpSpPr>
        <p:cNvPr id="1" name="Shape 915"/>
        <p:cNvGrpSpPr/>
        <p:nvPr/>
      </p:nvGrpSpPr>
      <p:grpSpPr>
        <a:xfrm>
          <a:off x="0" y="0"/>
          <a:ext cx="0" cy="0"/>
          <a:chOff x="0" y="0"/>
          <a:chExt cx="0" cy="0"/>
        </a:xfrm>
      </p:grpSpPr>
      <p:sp>
        <p:nvSpPr>
          <p:cNvPr id="916" name="Google Shape;916;p64"/>
          <p:cNvSpPr txBox="1">
            <a:spLocks noGrp="1"/>
          </p:cNvSpPr>
          <p:nvPr>
            <p:ph type="body" idx="1"/>
          </p:nvPr>
        </p:nvSpPr>
        <p:spPr>
          <a:xfrm>
            <a:off x="273843" y="365126"/>
            <a:ext cx="4183857" cy="5715635"/>
          </a:xfrm>
          <a:prstGeom prst="rect">
            <a:avLst/>
          </a:prstGeom>
          <a:noFill/>
          <a:ln>
            <a:noFill/>
          </a:ln>
        </p:spPr>
        <p:txBody>
          <a:bodyPr spcFirstLastPara="1" wrap="square" lIns="0" tIns="0" rIns="0" bIns="0" anchor="t" anchorCtr="0">
            <a:normAutofit/>
          </a:bodyPr>
          <a:lstStyle>
            <a:lvl1pPr marL="457200" lvl="0" indent="-228600" algn="l">
              <a:lnSpc>
                <a:spcPct val="90000"/>
              </a:lnSpc>
              <a:spcBef>
                <a:spcPts val="0"/>
              </a:spcBef>
              <a:spcAft>
                <a:spcPts val="0"/>
              </a:spcAft>
              <a:buClr>
                <a:schemeClr val="lt1"/>
              </a:buClr>
              <a:buSzPts val="4050"/>
              <a:buFont typeface="Arial"/>
              <a:buNone/>
              <a:defRPr sz="4050" b="0">
                <a:solidFill>
                  <a:schemeClr val="lt1"/>
                </a:solidFill>
                <a:latin typeface="Arial"/>
                <a:ea typeface="Arial"/>
                <a:cs typeface="Arial"/>
                <a:sym typeface="Arial"/>
              </a:defRPr>
            </a:lvl1pPr>
            <a:lvl2pPr marL="914400" lvl="1" indent="-314325" algn="l">
              <a:lnSpc>
                <a:spcPct val="100000"/>
              </a:lnSpc>
              <a:spcBef>
                <a:spcPts val="900"/>
              </a:spcBef>
              <a:spcAft>
                <a:spcPts val="0"/>
              </a:spcAft>
              <a:buClr>
                <a:schemeClr val="lt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a:latin typeface="Arial"/>
                <a:ea typeface="Arial"/>
                <a:cs typeface="Arial"/>
                <a:sym typeface="Arial"/>
              </a:defRPr>
            </a:lvl5pPr>
            <a:lvl6pPr marL="2743200" lvl="5" indent="-314325" algn="l">
              <a:lnSpc>
                <a:spcPct val="100000"/>
              </a:lnSpc>
              <a:spcBef>
                <a:spcPts val="225"/>
              </a:spcBef>
              <a:spcAft>
                <a:spcPts val="0"/>
              </a:spcAft>
              <a:buClr>
                <a:schemeClr val="lt1"/>
              </a:buClr>
              <a:buSzPts val="1350"/>
              <a:buChar char="–"/>
              <a:defRPr>
                <a:latin typeface="Arial"/>
                <a:ea typeface="Arial"/>
                <a:cs typeface="Arial"/>
                <a:sym typeface="Arial"/>
              </a:defRPr>
            </a:lvl6pPr>
            <a:lvl7pPr marL="3200400" lvl="6" indent="-314325" algn="l">
              <a:lnSpc>
                <a:spcPct val="100000"/>
              </a:lnSpc>
              <a:spcBef>
                <a:spcPts val="225"/>
              </a:spcBef>
              <a:spcAft>
                <a:spcPts val="0"/>
              </a:spcAft>
              <a:buClr>
                <a:schemeClr val="lt1"/>
              </a:buClr>
              <a:buSzPts val="1350"/>
              <a:buChar char="–"/>
              <a:defRPr>
                <a:latin typeface="Arial"/>
                <a:ea typeface="Arial"/>
                <a:cs typeface="Arial"/>
                <a:sym typeface="Arial"/>
              </a:defRPr>
            </a:lvl7pPr>
            <a:lvl8pPr marL="3657600" lvl="7" indent="-314325" algn="l">
              <a:lnSpc>
                <a:spcPct val="100000"/>
              </a:lnSpc>
              <a:spcBef>
                <a:spcPts val="225"/>
              </a:spcBef>
              <a:spcAft>
                <a:spcPts val="0"/>
              </a:spcAft>
              <a:buClr>
                <a:schemeClr val="lt1"/>
              </a:buClr>
              <a:buSzPts val="1350"/>
              <a:buChar char="–"/>
              <a:defRPr>
                <a:latin typeface="Arial"/>
                <a:ea typeface="Arial"/>
                <a:cs typeface="Arial"/>
                <a:sym typeface="Arial"/>
              </a:defRPr>
            </a:lvl8pPr>
            <a:lvl9pPr marL="4114800" lvl="8" indent="-314325" algn="l">
              <a:lnSpc>
                <a:spcPct val="100000"/>
              </a:lnSpc>
              <a:spcBef>
                <a:spcPts val="225"/>
              </a:spcBef>
              <a:spcAft>
                <a:spcPts val="0"/>
              </a:spcAft>
              <a:buClr>
                <a:schemeClr val="lt1"/>
              </a:buClr>
              <a:buSzPts val="1350"/>
              <a:buChar char="–"/>
              <a:defRPr>
                <a:latin typeface="Arial"/>
                <a:ea typeface="Arial"/>
                <a:cs typeface="Arial"/>
                <a:sym typeface="Arial"/>
              </a:defRPr>
            </a:lvl9pPr>
          </a:lstStyle>
          <a:p>
            <a:endParaRPr/>
          </a:p>
        </p:txBody>
      </p:sp>
      <p:sp>
        <p:nvSpPr>
          <p:cNvPr id="917" name="Google Shape;917;p64"/>
          <p:cNvSpPr>
            <a:spLocks noGrp="1"/>
          </p:cNvSpPr>
          <p:nvPr>
            <p:ph type="pic" idx="2"/>
          </p:nvPr>
        </p:nvSpPr>
        <p:spPr>
          <a:xfrm>
            <a:off x="4683919" y="2880360"/>
            <a:ext cx="4183856" cy="3200400"/>
          </a:xfrm>
          <a:prstGeom prst="rect">
            <a:avLst/>
          </a:prstGeom>
          <a:solidFill>
            <a:srgbClr val="7A7480"/>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guide id="2" orient="horz" pos="4148">
          <p15:clr>
            <a:srgbClr val="FBAE40"/>
          </p15:clr>
        </p15:guide>
        <p15:guide id="3" pos="3744">
          <p15:clr>
            <a:srgbClr val="FBAE40"/>
          </p15:clr>
        </p15:guide>
        <p15:guide id="4" pos="3934">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Black matrix slide ">
  <p:cSld name="Black matrix slide ">
    <p:bg>
      <p:bgPr>
        <a:solidFill>
          <a:srgbClr val="231F20"/>
        </a:solidFill>
        <a:effectLst/>
      </p:bgPr>
    </p:bg>
    <p:spTree>
      <p:nvGrpSpPr>
        <p:cNvPr id="1" name="Shape 918"/>
        <p:cNvGrpSpPr/>
        <p:nvPr/>
      </p:nvGrpSpPr>
      <p:grpSpPr>
        <a:xfrm>
          <a:off x="0" y="0"/>
          <a:ext cx="0" cy="0"/>
          <a:chOff x="0" y="0"/>
          <a:chExt cx="0" cy="0"/>
        </a:xfrm>
      </p:grpSpPr>
      <p:sp>
        <p:nvSpPr>
          <p:cNvPr id="919" name="Google Shape;919;p65"/>
          <p:cNvSpPr/>
          <p:nvPr/>
        </p:nvSpPr>
        <p:spPr>
          <a:xfrm>
            <a:off x="3949798" y="3054045"/>
            <a:ext cx="1249308" cy="1665742"/>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00">
              <a:solidFill>
                <a:schemeClr val="lt1"/>
              </a:solidFill>
              <a:latin typeface="Arial"/>
              <a:ea typeface="Arial"/>
              <a:cs typeface="Arial"/>
              <a:sym typeface="Arial"/>
            </a:endParaRPr>
          </a:p>
        </p:txBody>
      </p:sp>
      <p:grpSp>
        <p:nvGrpSpPr>
          <p:cNvPr id="920" name="Google Shape;920;p65"/>
          <p:cNvGrpSpPr/>
          <p:nvPr/>
        </p:nvGrpSpPr>
        <p:grpSpPr>
          <a:xfrm>
            <a:off x="3207086" y="2272177"/>
            <a:ext cx="2725881" cy="3229764"/>
            <a:chOff x="4523760" y="2165131"/>
            <a:chExt cx="3139218" cy="3300132"/>
          </a:xfrm>
        </p:grpSpPr>
        <p:grpSp>
          <p:nvGrpSpPr>
            <p:cNvPr id="921" name="Google Shape;921;p65"/>
            <p:cNvGrpSpPr/>
            <p:nvPr/>
          </p:nvGrpSpPr>
          <p:grpSpPr>
            <a:xfrm rot="10800000">
              <a:off x="6616255" y="2165131"/>
              <a:ext cx="1046723" cy="3300132"/>
              <a:chOff x="5319301" y="2165131"/>
              <a:chExt cx="1046723" cy="3300132"/>
            </a:xfrm>
          </p:grpSpPr>
          <p:sp>
            <p:nvSpPr>
              <p:cNvPr id="922" name="Google Shape;922;p65"/>
              <p:cNvSpPr/>
              <p:nvPr/>
            </p:nvSpPr>
            <p:spPr>
              <a:xfrm>
                <a:off x="5319301" y="2165131"/>
                <a:ext cx="1046723"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dk1"/>
                  </a:solidFill>
                  <a:latin typeface="Arial"/>
                  <a:ea typeface="Arial"/>
                  <a:cs typeface="Arial"/>
                  <a:sym typeface="Arial"/>
                </a:endParaRPr>
              </a:p>
            </p:txBody>
          </p:sp>
          <p:sp>
            <p:nvSpPr>
              <p:cNvPr id="923" name="Google Shape;923;p65"/>
              <p:cNvSpPr/>
              <p:nvPr/>
            </p:nvSpPr>
            <p:spPr>
              <a:xfrm rot="10800000" flipH="1">
                <a:off x="5319301" y="4729539"/>
                <a:ext cx="1046723"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dk1"/>
                  </a:solidFill>
                  <a:latin typeface="Arial"/>
                  <a:ea typeface="Arial"/>
                  <a:cs typeface="Arial"/>
                  <a:sym typeface="Arial"/>
                </a:endParaRPr>
              </a:p>
            </p:txBody>
          </p:sp>
        </p:grpSp>
        <p:grpSp>
          <p:nvGrpSpPr>
            <p:cNvPr id="924" name="Google Shape;924;p65"/>
            <p:cNvGrpSpPr/>
            <p:nvPr/>
          </p:nvGrpSpPr>
          <p:grpSpPr>
            <a:xfrm>
              <a:off x="4523760" y="2165131"/>
              <a:ext cx="3139218" cy="3300132"/>
              <a:chOff x="4523760" y="2165131"/>
              <a:chExt cx="3139218" cy="3300132"/>
            </a:xfrm>
          </p:grpSpPr>
          <p:sp>
            <p:nvSpPr>
              <p:cNvPr id="925" name="Google Shape;925;p65"/>
              <p:cNvSpPr/>
              <p:nvPr/>
            </p:nvSpPr>
            <p:spPr>
              <a:xfrm>
                <a:off x="4523760" y="2165131"/>
                <a:ext cx="1046723"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dk1"/>
                  </a:solidFill>
                  <a:latin typeface="Arial"/>
                  <a:ea typeface="Arial"/>
                  <a:cs typeface="Arial"/>
                  <a:sym typeface="Arial"/>
                </a:endParaRPr>
              </a:p>
            </p:txBody>
          </p:sp>
          <p:sp>
            <p:nvSpPr>
              <p:cNvPr id="926" name="Google Shape;926;p65"/>
              <p:cNvSpPr/>
              <p:nvPr/>
            </p:nvSpPr>
            <p:spPr>
              <a:xfrm rot="10800000" flipH="1">
                <a:off x="4523760" y="4729539"/>
                <a:ext cx="1046723"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dk1"/>
                  </a:solidFill>
                  <a:latin typeface="Arial"/>
                  <a:ea typeface="Arial"/>
                  <a:cs typeface="Arial"/>
                  <a:sym typeface="Arial"/>
                </a:endParaRPr>
              </a:p>
            </p:txBody>
          </p:sp>
          <p:grpSp>
            <p:nvGrpSpPr>
              <p:cNvPr id="927" name="Google Shape;927;p65"/>
              <p:cNvGrpSpPr/>
              <p:nvPr/>
            </p:nvGrpSpPr>
            <p:grpSpPr>
              <a:xfrm>
                <a:off x="4523760" y="3772576"/>
                <a:ext cx="3139218" cy="0"/>
                <a:chOff x="4523760" y="3772576"/>
                <a:chExt cx="3139218" cy="0"/>
              </a:xfrm>
            </p:grpSpPr>
            <p:cxnSp>
              <p:nvCxnSpPr>
                <p:cNvPr id="928" name="Google Shape;928;p65"/>
                <p:cNvCxnSpPr/>
                <p:nvPr/>
              </p:nvCxnSpPr>
              <p:spPr>
                <a:xfrm rot="10800000">
                  <a:off x="4523760" y="3772576"/>
                  <a:ext cx="496163" cy="0"/>
                </a:xfrm>
                <a:prstGeom prst="straightConnector1">
                  <a:avLst/>
                </a:prstGeom>
                <a:noFill/>
                <a:ln w="12700" cap="flat" cmpd="sng">
                  <a:solidFill>
                    <a:schemeClr val="lt1"/>
                  </a:solidFill>
                  <a:prstDash val="solid"/>
                  <a:round/>
                  <a:headEnd type="none" w="sm" len="sm"/>
                  <a:tailEnd type="none" w="sm" len="sm"/>
                </a:ln>
              </p:spPr>
            </p:cxnSp>
            <p:cxnSp>
              <p:nvCxnSpPr>
                <p:cNvPr id="929" name="Google Shape;929;p65"/>
                <p:cNvCxnSpPr/>
                <p:nvPr/>
              </p:nvCxnSpPr>
              <p:spPr>
                <a:xfrm rot="10800000">
                  <a:off x="7166815" y="3772576"/>
                  <a:ext cx="496163" cy="0"/>
                </a:xfrm>
                <a:prstGeom prst="straightConnector1">
                  <a:avLst/>
                </a:prstGeom>
                <a:noFill/>
                <a:ln w="12700" cap="flat" cmpd="sng">
                  <a:solidFill>
                    <a:schemeClr val="lt1"/>
                  </a:solidFill>
                  <a:prstDash val="solid"/>
                  <a:round/>
                  <a:headEnd type="none" w="sm" len="sm"/>
                  <a:tailEnd type="none" w="sm" len="sm"/>
                </a:ln>
              </p:spPr>
            </p:cxnSp>
          </p:grpSp>
        </p:grpSp>
      </p:grpSp>
      <p:sp>
        <p:nvSpPr>
          <p:cNvPr id="930" name="Google Shape;930;p65"/>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31" name="Google Shape;931;p65"/>
          <p:cNvSpPr txBox="1">
            <a:spLocks noGrp="1"/>
          </p:cNvSpPr>
          <p:nvPr>
            <p:ph type="body" idx="1"/>
          </p:nvPr>
        </p:nvSpPr>
        <p:spPr>
          <a:xfrm>
            <a:off x="994886" y="2011680"/>
            <a:ext cx="1988820" cy="91440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lt1"/>
              </a:buClr>
              <a:buSzPts val="1200"/>
              <a:buFont typeface="Arial"/>
              <a:buNone/>
              <a:defRPr sz="1200" b="1">
                <a:latin typeface="Arial"/>
                <a:ea typeface="Arial"/>
                <a:cs typeface="Arial"/>
                <a:sym typeface="Arial"/>
              </a:defRPr>
            </a:lvl1pPr>
            <a:lvl2pPr marL="914400" lvl="1" indent="-228600" algn="r">
              <a:lnSpc>
                <a:spcPct val="100000"/>
              </a:lnSpc>
              <a:spcBef>
                <a:spcPts val="0"/>
              </a:spcBef>
              <a:spcAft>
                <a:spcPts val="0"/>
              </a:spcAft>
              <a:buClr>
                <a:schemeClr val="lt1"/>
              </a:buClr>
              <a:buSzPts val="1050"/>
              <a:buFont typeface="Arial"/>
              <a:buNone/>
              <a:defRPr sz="1050">
                <a:latin typeface="Arial"/>
                <a:ea typeface="Arial"/>
                <a:cs typeface="Arial"/>
                <a:sym typeface="Arial"/>
              </a:defRPr>
            </a:lvl2pPr>
            <a:lvl3pPr marL="1371600" lvl="2" indent="-228600" algn="r">
              <a:lnSpc>
                <a:spcPct val="100000"/>
              </a:lnSpc>
              <a:spcBef>
                <a:spcPts val="0"/>
              </a:spcBef>
              <a:spcAft>
                <a:spcPts val="0"/>
              </a:spcAft>
              <a:buClr>
                <a:schemeClr val="lt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932" name="Google Shape;932;p65"/>
          <p:cNvSpPr txBox="1">
            <a:spLocks noGrp="1"/>
          </p:cNvSpPr>
          <p:nvPr>
            <p:ph type="body" idx="2"/>
          </p:nvPr>
        </p:nvSpPr>
        <p:spPr>
          <a:xfrm>
            <a:off x="982842" y="3501656"/>
            <a:ext cx="1988820" cy="91440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lt1"/>
              </a:buClr>
              <a:buSzPts val="1200"/>
              <a:buFont typeface="Arial"/>
              <a:buNone/>
              <a:defRPr sz="1200" b="1">
                <a:latin typeface="Arial"/>
                <a:ea typeface="Arial"/>
                <a:cs typeface="Arial"/>
                <a:sym typeface="Arial"/>
              </a:defRPr>
            </a:lvl1pPr>
            <a:lvl2pPr marL="914400" lvl="1" indent="-228600" algn="r">
              <a:lnSpc>
                <a:spcPct val="100000"/>
              </a:lnSpc>
              <a:spcBef>
                <a:spcPts val="0"/>
              </a:spcBef>
              <a:spcAft>
                <a:spcPts val="0"/>
              </a:spcAft>
              <a:buClr>
                <a:schemeClr val="lt1"/>
              </a:buClr>
              <a:buSzPts val="1050"/>
              <a:buFont typeface="Arial"/>
              <a:buNone/>
              <a:defRPr sz="1050">
                <a:latin typeface="Arial"/>
                <a:ea typeface="Arial"/>
                <a:cs typeface="Arial"/>
                <a:sym typeface="Arial"/>
              </a:defRPr>
            </a:lvl2pPr>
            <a:lvl3pPr marL="1371600" lvl="2" indent="-228600" algn="r">
              <a:lnSpc>
                <a:spcPct val="100000"/>
              </a:lnSpc>
              <a:spcBef>
                <a:spcPts val="0"/>
              </a:spcBef>
              <a:spcAft>
                <a:spcPts val="0"/>
              </a:spcAft>
              <a:buClr>
                <a:schemeClr val="lt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933" name="Google Shape;933;p65"/>
          <p:cNvSpPr txBox="1">
            <a:spLocks noGrp="1"/>
          </p:cNvSpPr>
          <p:nvPr>
            <p:ph type="body" idx="3"/>
          </p:nvPr>
        </p:nvSpPr>
        <p:spPr>
          <a:xfrm>
            <a:off x="982842" y="4991632"/>
            <a:ext cx="1988820" cy="91440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lt1"/>
              </a:buClr>
              <a:buSzPts val="1200"/>
              <a:buFont typeface="Arial"/>
              <a:buNone/>
              <a:defRPr sz="1200" b="1">
                <a:latin typeface="Arial"/>
                <a:ea typeface="Arial"/>
                <a:cs typeface="Arial"/>
                <a:sym typeface="Arial"/>
              </a:defRPr>
            </a:lvl1pPr>
            <a:lvl2pPr marL="914400" lvl="1" indent="-228600" algn="r">
              <a:lnSpc>
                <a:spcPct val="100000"/>
              </a:lnSpc>
              <a:spcBef>
                <a:spcPts val="0"/>
              </a:spcBef>
              <a:spcAft>
                <a:spcPts val="0"/>
              </a:spcAft>
              <a:buClr>
                <a:schemeClr val="lt1"/>
              </a:buClr>
              <a:buSzPts val="1050"/>
              <a:buFont typeface="Arial"/>
              <a:buNone/>
              <a:defRPr sz="1050">
                <a:latin typeface="Arial"/>
                <a:ea typeface="Arial"/>
                <a:cs typeface="Arial"/>
                <a:sym typeface="Arial"/>
              </a:defRPr>
            </a:lvl2pPr>
            <a:lvl3pPr marL="1371600" lvl="2" indent="-228600" algn="r">
              <a:lnSpc>
                <a:spcPct val="100000"/>
              </a:lnSpc>
              <a:spcBef>
                <a:spcPts val="0"/>
              </a:spcBef>
              <a:spcAft>
                <a:spcPts val="0"/>
              </a:spcAft>
              <a:buClr>
                <a:schemeClr val="lt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934" name="Google Shape;934;p65"/>
          <p:cNvSpPr txBox="1">
            <a:spLocks noGrp="1"/>
          </p:cNvSpPr>
          <p:nvPr>
            <p:ph type="body" idx="4"/>
          </p:nvPr>
        </p:nvSpPr>
        <p:spPr>
          <a:xfrm>
            <a:off x="6211193" y="2011680"/>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lt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lt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lt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935" name="Google Shape;935;p65"/>
          <p:cNvSpPr txBox="1">
            <a:spLocks noGrp="1"/>
          </p:cNvSpPr>
          <p:nvPr>
            <p:ph type="body" idx="5"/>
          </p:nvPr>
        </p:nvSpPr>
        <p:spPr>
          <a:xfrm>
            <a:off x="6199149" y="3501656"/>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lt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lt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lt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936" name="Google Shape;936;p65"/>
          <p:cNvSpPr txBox="1">
            <a:spLocks noGrp="1"/>
          </p:cNvSpPr>
          <p:nvPr>
            <p:ph type="body" idx="6"/>
          </p:nvPr>
        </p:nvSpPr>
        <p:spPr>
          <a:xfrm>
            <a:off x="6199149" y="4991632"/>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lt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lt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lt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937" name="Google Shape;937;p65"/>
          <p:cNvSpPr txBox="1">
            <a:spLocks noGrp="1"/>
          </p:cNvSpPr>
          <p:nvPr>
            <p:ph type="body" idx="7"/>
          </p:nvPr>
        </p:nvSpPr>
        <p:spPr>
          <a:xfrm>
            <a:off x="4060697" y="3429716"/>
            <a:ext cx="1027511" cy="914400"/>
          </a:xfrm>
          <a:prstGeom prst="rect">
            <a:avLst/>
          </a:prstGeom>
          <a:noFill/>
          <a:ln>
            <a:noFill/>
          </a:ln>
        </p:spPr>
        <p:txBody>
          <a:bodyPr spcFirstLastPara="1" wrap="square" lIns="0" tIns="0" rIns="0" bIns="0" anchor="ctr" anchorCtr="0">
            <a:noAutofit/>
          </a:bodyPr>
          <a:lstStyle>
            <a:lvl1pPr marL="457200" lvl="0" indent="-228600" algn="ctr">
              <a:lnSpc>
                <a:spcPct val="100000"/>
              </a:lnSpc>
              <a:spcBef>
                <a:spcPts val="0"/>
              </a:spcBef>
              <a:spcAft>
                <a:spcPts val="0"/>
              </a:spcAft>
              <a:buClr>
                <a:schemeClr val="dk1"/>
              </a:buClr>
              <a:buSzPts val="1200"/>
              <a:buFont typeface="Arial"/>
              <a:buNone/>
              <a:defRPr sz="1200" b="1">
                <a:solidFill>
                  <a:schemeClr val="dk1"/>
                </a:solidFill>
                <a:latin typeface="Arial"/>
                <a:ea typeface="Arial"/>
                <a:cs typeface="Arial"/>
                <a:sym typeface="Arial"/>
              </a:defRPr>
            </a:lvl1pPr>
            <a:lvl2pPr marL="914400" lvl="1" indent="-228600" algn="ctr">
              <a:lnSpc>
                <a:spcPct val="100000"/>
              </a:lnSpc>
              <a:spcBef>
                <a:spcPts val="0"/>
              </a:spcBef>
              <a:spcAft>
                <a:spcPts val="0"/>
              </a:spcAft>
              <a:buClr>
                <a:schemeClr val="dk1"/>
              </a:buClr>
              <a:buSzPts val="1050"/>
              <a:buFont typeface="Arial"/>
              <a:buNone/>
              <a:defRPr sz="1050">
                <a:solidFill>
                  <a:schemeClr val="dk1"/>
                </a:solidFill>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solidFill>
                  <a:schemeClr val="dk1"/>
                </a:solidFil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938" name="Google Shape;938;p65"/>
          <p:cNvSpPr txBox="1">
            <a:spLocks noGrp="1"/>
          </p:cNvSpPr>
          <p:nvPr>
            <p:ph type="body" idx="8"/>
          </p:nvPr>
        </p:nvSpPr>
        <p:spPr>
          <a:xfrm>
            <a:off x="3596469" y="1485320"/>
            <a:ext cx="1951062" cy="526236"/>
          </a:xfrm>
          <a:prstGeom prst="rect">
            <a:avLst/>
          </a:prstGeom>
          <a:noFill/>
          <a:ln>
            <a:noFill/>
          </a:ln>
        </p:spPr>
        <p:txBody>
          <a:bodyPr spcFirstLastPara="1" wrap="square" lIns="0" tIns="0" rIns="0" bIns="0" anchor="ctr" anchorCtr="0">
            <a:noAutofit/>
          </a:bodyPr>
          <a:lstStyle>
            <a:lvl1pPr marL="457200" lvl="0" indent="-228600" algn="ctr">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ctr">
              <a:lnSpc>
                <a:spcPct val="100000"/>
              </a:lnSpc>
              <a:spcBef>
                <a:spcPts val="0"/>
              </a:spcBef>
              <a:spcAft>
                <a:spcPts val="0"/>
              </a:spcAft>
              <a:buClr>
                <a:schemeClr val="lt1"/>
              </a:buClr>
              <a:buSzPts val="1050"/>
              <a:buFont typeface="Arial"/>
              <a:buNone/>
              <a:defRPr sz="1050">
                <a:solidFill>
                  <a:schemeClr val="lt1"/>
                </a:solidFill>
              </a:defRPr>
            </a:lvl2pPr>
            <a:lvl3pPr marL="1371600" lvl="2" indent="-228600" algn="l">
              <a:lnSpc>
                <a:spcPct val="100000"/>
              </a:lnSpc>
              <a:spcBef>
                <a:spcPts val="0"/>
              </a:spcBef>
              <a:spcAft>
                <a:spcPts val="0"/>
              </a:spcAft>
              <a:buClr>
                <a:schemeClr val="dk1"/>
              </a:buClr>
              <a:buSzPts val="1050"/>
              <a:buFont typeface="Arial"/>
              <a:buNone/>
              <a:defRPr sz="1050">
                <a:solidFill>
                  <a:schemeClr val="dk1"/>
                </a:solidFil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guide id="2" orient="horz" pos="4148">
          <p15:clr>
            <a:srgbClr val="FBAE40"/>
          </p15:clr>
        </p15:guide>
        <p15:guide id="3" pos="5588">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White matrix">
  <p:cSld name="White matrix">
    <p:spTree>
      <p:nvGrpSpPr>
        <p:cNvPr id="1" name="Shape 939"/>
        <p:cNvGrpSpPr/>
        <p:nvPr/>
      </p:nvGrpSpPr>
      <p:grpSpPr>
        <a:xfrm>
          <a:off x="0" y="0"/>
          <a:ext cx="0" cy="0"/>
          <a:chOff x="0" y="0"/>
          <a:chExt cx="0" cy="0"/>
        </a:xfrm>
      </p:grpSpPr>
      <p:sp>
        <p:nvSpPr>
          <p:cNvPr id="940" name="Google Shape;940;p66"/>
          <p:cNvSpPr/>
          <p:nvPr/>
        </p:nvSpPr>
        <p:spPr>
          <a:xfrm>
            <a:off x="6057758" y="3284426"/>
            <a:ext cx="2224217" cy="1309816"/>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941" name="Google Shape;941;p66"/>
          <p:cNvSpPr/>
          <p:nvPr/>
        </p:nvSpPr>
        <p:spPr>
          <a:xfrm>
            <a:off x="6057758" y="4791950"/>
            <a:ext cx="2224217" cy="1309816"/>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942" name="Google Shape;942;p66"/>
          <p:cNvSpPr/>
          <p:nvPr/>
        </p:nvSpPr>
        <p:spPr>
          <a:xfrm>
            <a:off x="6057758" y="1813972"/>
            <a:ext cx="2224217" cy="1309816"/>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943" name="Google Shape;943;p66"/>
          <p:cNvSpPr/>
          <p:nvPr/>
        </p:nvSpPr>
        <p:spPr>
          <a:xfrm>
            <a:off x="877188" y="3284426"/>
            <a:ext cx="2224217" cy="1309816"/>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944" name="Google Shape;944;p66"/>
          <p:cNvSpPr/>
          <p:nvPr/>
        </p:nvSpPr>
        <p:spPr>
          <a:xfrm>
            <a:off x="877188" y="4791950"/>
            <a:ext cx="2224217" cy="1309816"/>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945" name="Google Shape;945;p66"/>
          <p:cNvSpPr/>
          <p:nvPr/>
        </p:nvSpPr>
        <p:spPr>
          <a:xfrm>
            <a:off x="877188" y="1813972"/>
            <a:ext cx="2224217" cy="1309816"/>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946" name="Google Shape;946;p66"/>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7" name="Google Shape;947;p66"/>
          <p:cNvSpPr/>
          <p:nvPr/>
        </p:nvSpPr>
        <p:spPr>
          <a:xfrm>
            <a:off x="3949798" y="3054045"/>
            <a:ext cx="1249308" cy="1665742"/>
          </a:xfrm>
          <a:prstGeom prst="rect">
            <a:avLst/>
          </a:prstGeom>
          <a:solidFill>
            <a:schemeClr val="dk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00">
              <a:solidFill>
                <a:schemeClr val="dk1"/>
              </a:solidFill>
              <a:latin typeface="Arial"/>
              <a:ea typeface="Arial"/>
              <a:cs typeface="Arial"/>
              <a:sym typeface="Arial"/>
            </a:endParaRPr>
          </a:p>
        </p:txBody>
      </p:sp>
      <p:grpSp>
        <p:nvGrpSpPr>
          <p:cNvPr id="948" name="Google Shape;948;p66"/>
          <p:cNvGrpSpPr/>
          <p:nvPr/>
        </p:nvGrpSpPr>
        <p:grpSpPr>
          <a:xfrm>
            <a:off x="3207086" y="2272177"/>
            <a:ext cx="2725881" cy="3229764"/>
            <a:chOff x="4523760" y="2165131"/>
            <a:chExt cx="3139218" cy="3300132"/>
          </a:xfrm>
        </p:grpSpPr>
        <p:grpSp>
          <p:nvGrpSpPr>
            <p:cNvPr id="949" name="Google Shape;949;p66"/>
            <p:cNvGrpSpPr/>
            <p:nvPr/>
          </p:nvGrpSpPr>
          <p:grpSpPr>
            <a:xfrm rot="10800000">
              <a:off x="6616255" y="2165131"/>
              <a:ext cx="1046723" cy="3300132"/>
              <a:chOff x="5319301" y="2165131"/>
              <a:chExt cx="1046723" cy="3300132"/>
            </a:xfrm>
          </p:grpSpPr>
          <p:sp>
            <p:nvSpPr>
              <p:cNvPr id="950" name="Google Shape;950;p66"/>
              <p:cNvSpPr/>
              <p:nvPr/>
            </p:nvSpPr>
            <p:spPr>
              <a:xfrm>
                <a:off x="5319301" y="2165131"/>
                <a:ext cx="1046723"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lt1"/>
                  </a:solidFill>
                  <a:latin typeface="Arial"/>
                  <a:ea typeface="Arial"/>
                  <a:cs typeface="Arial"/>
                  <a:sym typeface="Arial"/>
                </a:endParaRPr>
              </a:p>
            </p:txBody>
          </p:sp>
          <p:sp>
            <p:nvSpPr>
              <p:cNvPr id="951" name="Google Shape;951;p66"/>
              <p:cNvSpPr/>
              <p:nvPr/>
            </p:nvSpPr>
            <p:spPr>
              <a:xfrm rot="10800000" flipH="1">
                <a:off x="5319301" y="4729539"/>
                <a:ext cx="1046723"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lt1"/>
                  </a:solidFill>
                  <a:latin typeface="Arial"/>
                  <a:ea typeface="Arial"/>
                  <a:cs typeface="Arial"/>
                  <a:sym typeface="Arial"/>
                </a:endParaRPr>
              </a:p>
            </p:txBody>
          </p:sp>
        </p:grpSp>
        <p:grpSp>
          <p:nvGrpSpPr>
            <p:cNvPr id="952" name="Google Shape;952;p66"/>
            <p:cNvGrpSpPr/>
            <p:nvPr/>
          </p:nvGrpSpPr>
          <p:grpSpPr>
            <a:xfrm>
              <a:off x="4523760" y="2165131"/>
              <a:ext cx="3139218" cy="3300132"/>
              <a:chOff x="4523760" y="2165131"/>
              <a:chExt cx="3139218" cy="3300132"/>
            </a:xfrm>
          </p:grpSpPr>
          <p:sp>
            <p:nvSpPr>
              <p:cNvPr id="953" name="Google Shape;953;p66"/>
              <p:cNvSpPr/>
              <p:nvPr/>
            </p:nvSpPr>
            <p:spPr>
              <a:xfrm>
                <a:off x="4523760" y="2165131"/>
                <a:ext cx="1046723"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lt1"/>
                  </a:solidFill>
                  <a:latin typeface="Arial"/>
                  <a:ea typeface="Arial"/>
                  <a:cs typeface="Arial"/>
                  <a:sym typeface="Arial"/>
                </a:endParaRPr>
              </a:p>
            </p:txBody>
          </p:sp>
          <p:sp>
            <p:nvSpPr>
              <p:cNvPr id="954" name="Google Shape;954;p66"/>
              <p:cNvSpPr/>
              <p:nvPr/>
            </p:nvSpPr>
            <p:spPr>
              <a:xfrm rot="10800000" flipH="1">
                <a:off x="4523760" y="4729539"/>
                <a:ext cx="1046723"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lt1"/>
                  </a:solidFill>
                  <a:latin typeface="Arial"/>
                  <a:ea typeface="Arial"/>
                  <a:cs typeface="Arial"/>
                  <a:sym typeface="Arial"/>
                </a:endParaRPr>
              </a:p>
            </p:txBody>
          </p:sp>
          <p:grpSp>
            <p:nvGrpSpPr>
              <p:cNvPr id="955" name="Google Shape;955;p66"/>
              <p:cNvGrpSpPr/>
              <p:nvPr/>
            </p:nvGrpSpPr>
            <p:grpSpPr>
              <a:xfrm>
                <a:off x="4523760" y="3772576"/>
                <a:ext cx="3139218" cy="0"/>
                <a:chOff x="4523760" y="3772576"/>
                <a:chExt cx="3139218" cy="0"/>
              </a:xfrm>
            </p:grpSpPr>
            <p:cxnSp>
              <p:nvCxnSpPr>
                <p:cNvPr id="956" name="Google Shape;956;p66"/>
                <p:cNvCxnSpPr/>
                <p:nvPr/>
              </p:nvCxnSpPr>
              <p:spPr>
                <a:xfrm rot="10800000">
                  <a:off x="4523760" y="3772576"/>
                  <a:ext cx="496163" cy="0"/>
                </a:xfrm>
                <a:prstGeom prst="straightConnector1">
                  <a:avLst/>
                </a:prstGeom>
                <a:noFill/>
                <a:ln w="12700" cap="flat" cmpd="sng">
                  <a:solidFill>
                    <a:schemeClr val="dk1"/>
                  </a:solidFill>
                  <a:prstDash val="solid"/>
                  <a:round/>
                  <a:headEnd type="none" w="sm" len="sm"/>
                  <a:tailEnd type="none" w="sm" len="sm"/>
                </a:ln>
              </p:spPr>
            </p:cxnSp>
            <p:cxnSp>
              <p:nvCxnSpPr>
                <p:cNvPr id="957" name="Google Shape;957;p66"/>
                <p:cNvCxnSpPr/>
                <p:nvPr/>
              </p:nvCxnSpPr>
              <p:spPr>
                <a:xfrm rot="10800000">
                  <a:off x="7166815" y="3772576"/>
                  <a:ext cx="496163" cy="0"/>
                </a:xfrm>
                <a:prstGeom prst="straightConnector1">
                  <a:avLst/>
                </a:prstGeom>
                <a:noFill/>
                <a:ln w="12700" cap="flat" cmpd="sng">
                  <a:solidFill>
                    <a:schemeClr val="dk1"/>
                  </a:solidFill>
                  <a:prstDash val="solid"/>
                  <a:round/>
                  <a:headEnd type="none" w="sm" len="sm"/>
                  <a:tailEnd type="none" w="sm" len="sm"/>
                </a:ln>
              </p:spPr>
            </p:cxnSp>
          </p:grpSp>
        </p:grpSp>
      </p:grpSp>
      <p:sp>
        <p:nvSpPr>
          <p:cNvPr id="958" name="Google Shape;958;p66"/>
          <p:cNvSpPr txBox="1">
            <a:spLocks noGrp="1"/>
          </p:cNvSpPr>
          <p:nvPr>
            <p:ph type="body" idx="1"/>
          </p:nvPr>
        </p:nvSpPr>
        <p:spPr>
          <a:xfrm>
            <a:off x="994886" y="2011680"/>
            <a:ext cx="1988820" cy="91440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r">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r">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959" name="Google Shape;959;p66"/>
          <p:cNvSpPr txBox="1">
            <a:spLocks noGrp="1"/>
          </p:cNvSpPr>
          <p:nvPr>
            <p:ph type="body" idx="2"/>
          </p:nvPr>
        </p:nvSpPr>
        <p:spPr>
          <a:xfrm>
            <a:off x="982842" y="3501656"/>
            <a:ext cx="1988820" cy="91440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r">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r">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960" name="Google Shape;960;p66"/>
          <p:cNvSpPr txBox="1">
            <a:spLocks noGrp="1"/>
          </p:cNvSpPr>
          <p:nvPr>
            <p:ph type="body" idx="3"/>
          </p:nvPr>
        </p:nvSpPr>
        <p:spPr>
          <a:xfrm>
            <a:off x="982842" y="4991632"/>
            <a:ext cx="1988820" cy="91440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r">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r">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961" name="Google Shape;961;p66"/>
          <p:cNvSpPr txBox="1">
            <a:spLocks noGrp="1"/>
          </p:cNvSpPr>
          <p:nvPr>
            <p:ph type="body" idx="4"/>
          </p:nvPr>
        </p:nvSpPr>
        <p:spPr>
          <a:xfrm>
            <a:off x="6211193" y="2011680"/>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962" name="Google Shape;962;p66"/>
          <p:cNvSpPr txBox="1">
            <a:spLocks noGrp="1"/>
          </p:cNvSpPr>
          <p:nvPr>
            <p:ph type="body" idx="5"/>
          </p:nvPr>
        </p:nvSpPr>
        <p:spPr>
          <a:xfrm>
            <a:off x="6199149" y="3501656"/>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963" name="Google Shape;963;p66"/>
          <p:cNvSpPr txBox="1">
            <a:spLocks noGrp="1"/>
          </p:cNvSpPr>
          <p:nvPr>
            <p:ph type="body" idx="6"/>
          </p:nvPr>
        </p:nvSpPr>
        <p:spPr>
          <a:xfrm>
            <a:off x="6199149" y="4991632"/>
            <a:ext cx="198882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964" name="Google Shape;964;p66"/>
          <p:cNvSpPr txBox="1">
            <a:spLocks noGrp="1"/>
          </p:cNvSpPr>
          <p:nvPr>
            <p:ph type="body" idx="7"/>
          </p:nvPr>
        </p:nvSpPr>
        <p:spPr>
          <a:xfrm>
            <a:off x="4060697" y="3429716"/>
            <a:ext cx="1027511" cy="914400"/>
          </a:xfrm>
          <a:prstGeom prst="rect">
            <a:avLst/>
          </a:prstGeom>
          <a:noFill/>
          <a:ln>
            <a:noFill/>
          </a:ln>
        </p:spPr>
        <p:txBody>
          <a:bodyPr spcFirstLastPara="1" wrap="square" lIns="0" tIns="0" rIns="0" bIns="0" anchor="ctr" anchorCtr="0">
            <a:noAutofit/>
          </a:bodyPr>
          <a:lstStyle>
            <a:lvl1pPr marL="457200" lvl="0" indent="-228600" algn="ctr">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ctr">
              <a:lnSpc>
                <a:spcPct val="100000"/>
              </a:lnSpc>
              <a:spcBef>
                <a:spcPts val="0"/>
              </a:spcBef>
              <a:spcAft>
                <a:spcPts val="0"/>
              </a:spcAft>
              <a:buClr>
                <a:schemeClr val="lt1"/>
              </a:buClr>
              <a:buSzPts val="1050"/>
              <a:buFont typeface="Arial"/>
              <a:buNone/>
              <a:defRPr sz="1050">
                <a:solidFill>
                  <a:schemeClr val="lt1"/>
                </a:solidFill>
                <a:latin typeface="Arial"/>
                <a:ea typeface="Arial"/>
                <a:cs typeface="Arial"/>
                <a:sym typeface="Arial"/>
              </a:defRPr>
            </a:lvl2pPr>
            <a:lvl3pPr marL="1371600" lvl="2" indent="-228600" algn="l">
              <a:lnSpc>
                <a:spcPct val="100000"/>
              </a:lnSpc>
              <a:spcBef>
                <a:spcPts val="0"/>
              </a:spcBef>
              <a:spcAft>
                <a:spcPts val="0"/>
              </a:spcAft>
              <a:buClr>
                <a:schemeClr val="lt1"/>
              </a:buClr>
              <a:buSzPts val="1050"/>
              <a:buFont typeface="Arial"/>
              <a:buNone/>
              <a:defRPr sz="1050">
                <a:solidFill>
                  <a:schemeClr val="lt1"/>
                </a:solidFil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965" name="Google Shape;965;p66"/>
          <p:cNvSpPr txBox="1">
            <a:spLocks noGrp="1"/>
          </p:cNvSpPr>
          <p:nvPr>
            <p:ph type="body" idx="8"/>
          </p:nvPr>
        </p:nvSpPr>
        <p:spPr>
          <a:xfrm>
            <a:off x="3596469" y="1485320"/>
            <a:ext cx="1951062" cy="526236"/>
          </a:xfrm>
          <a:prstGeom prst="rect">
            <a:avLst/>
          </a:prstGeom>
          <a:noFill/>
          <a:ln>
            <a:noFill/>
          </a:ln>
        </p:spPr>
        <p:txBody>
          <a:bodyPr spcFirstLastPara="1" wrap="square" lIns="0" tIns="0" rIns="0" bIns="0" anchor="ctr" anchorCtr="0">
            <a:noAutofit/>
          </a:bodyPr>
          <a:lstStyle>
            <a:lvl1pPr marL="457200" lvl="0" indent="-228600" algn="ctr">
              <a:lnSpc>
                <a:spcPct val="100000"/>
              </a:lnSpc>
              <a:spcBef>
                <a:spcPts val="0"/>
              </a:spcBef>
              <a:spcAft>
                <a:spcPts val="0"/>
              </a:spcAft>
              <a:buClr>
                <a:schemeClr val="dk1"/>
              </a:buClr>
              <a:buSzPts val="1200"/>
              <a:buFont typeface="Arial"/>
              <a:buNone/>
              <a:defRPr sz="1200" b="1">
                <a:solidFill>
                  <a:schemeClr val="dk1"/>
                </a:solidFill>
                <a:latin typeface="Arial"/>
                <a:ea typeface="Arial"/>
                <a:cs typeface="Arial"/>
                <a:sym typeface="Arial"/>
              </a:defRPr>
            </a:lvl1pPr>
            <a:lvl2pPr marL="914400" lvl="1" indent="-228600" algn="ctr">
              <a:lnSpc>
                <a:spcPct val="100000"/>
              </a:lnSpc>
              <a:spcBef>
                <a:spcPts val="0"/>
              </a:spcBef>
              <a:spcAft>
                <a:spcPts val="0"/>
              </a:spcAft>
              <a:buClr>
                <a:schemeClr val="dk1"/>
              </a:buClr>
              <a:buSzPts val="1050"/>
              <a:buFont typeface="Arial"/>
              <a:buNone/>
              <a:defRPr sz="1050">
                <a:solidFill>
                  <a:schemeClr val="dk1"/>
                </a:solidFill>
              </a:defRPr>
            </a:lvl2pPr>
            <a:lvl3pPr marL="1371600" lvl="2" indent="-228600" algn="l">
              <a:lnSpc>
                <a:spcPct val="100000"/>
              </a:lnSpc>
              <a:spcBef>
                <a:spcPts val="0"/>
              </a:spcBef>
              <a:spcAft>
                <a:spcPts val="0"/>
              </a:spcAft>
              <a:buClr>
                <a:schemeClr val="lt1"/>
              </a:buClr>
              <a:buSzPts val="1050"/>
              <a:buFont typeface="Arial"/>
              <a:buNone/>
              <a:defRPr sz="1050">
                <a:solidFill>
                  <a:schemeClr val="lt1"/>
                </a:solidFil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Black and Sand split">
  <p:cSld name="Black and Sand split">
    <p:spTree>
      <p:nvGrpSpPr>
        <p:cNvPr id="1" name="Shape 966"/>
        <p:cNvGrpSpPr/>
        <p:nvPr/>
      </p:nvGrpSpPr>
      <p:grpSpPr>
        <a:xfrm>
          <a:off x="0" y="0"/>
          <a:ext cx="0" cy="0"/>
          <a:chOff x="0" y="0"/>
          <a:chExt cx="0" cy="0"/>
        </a:xfrm>
      </p:grpSpPr>
      <p:sp>
        <p:nvSpPr>
          <p:cNvPr id="967" name="Google Shape;967;p67"/>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68" name="Google Shape;968;p67"/>
          <p:cNvSpPr/>
          <p:nvPr/>
        </p:nvSpPr>
        <p:spPr>
          <a:xfrm>
            <a:off x="5481650" y="1434776"/>
            <a:ext cx="3307235" cy="4749057"/>
          </a:xfrm>
          <a:custGeom>
            <a:avLst/>
            <a:gdLst/>
            <a:ahLst/>
            <a:cxnLst/>
            <a:rect l="l" t="t" r="r" b="b"/>
            <a:pathLst>
              <a:path w="4409647" h="4749057" extrusionOk="0">
                <a:moveTo>
                  <a:pt x="0" y="0"/>
                </a:moveTo>
                <a:lnTo>
                  <a:pt x="3702744" y="0"/>
                </a:lnTo>
                <a:lnTo>
                  <a:pt x="3703129" y="1391"/>
                </a:lnTo>
                <a:lnTo>
                  <a:pt x="4409647" y="1391"/>
                </a:lnTo>
                <a:lnTo>
                  <a:pt x="4409647" y="4749057"/>
                </a:lnTo>
                <a:lnTo>
                  <a:pt x="3599008" y="4749057"/>
                </a:lnTo>
                <a:lnTo>
                  <a:pt x="3599008" y="4749049"/>
                </a:lnTo>
                <a:lnTo>
                  <a:pt x="0" y="4749049"/>
                </a:lnTo>
                <a:lnTo>
                  <a:pt x="657529" y="2374525"/>
                </a:lnTo>
                <a:close/>
              </a:path>
            </a:pathLst>
          </a:cu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969" name="Google Shape;969;p67"/>
          <p:cNvSpPr/>
          <p:nvPr/>
        </p:nvSpPr>
        <p:spPr>
          <a:xfrm>
            <a:off x="274320" y="1434776"/>
            <a:ext cx="6103518" cy="4749049"/>
          </a:xfrm>
          <a:prstGeom prst="homePlate">
            <a:avLst>
              <a:gd name="adj" fmla="val 14796"/>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970" name="Google Shape;970;p67"/>
          <p:cNvSpPr txBox="1">
            <a:spLocks noGrp="1"/>
          </p:cNvSpPr>
          <p:nvPr>
            <p:ph type="body" idx="1"/>
          </p:nvPr>
        </p:nvSpPr>
        <p:spPr>
          <a:xfrm>
            <a:off x="6595809" y="2057400"/>
            <a:ext cx="1975104" cy="3740255"/>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
        <p:nvSpPr>
          <p:cNvPr id="971" name="Google Shape;971;p67"/>
          <p:cNvSpPr txBox="1">
            <a:spLocks noGrp="1"/>
          </p:cNvSpPr>
          <p:nvPr>
            <p:ph type="body" idx="2"/>
          </p:nvPr>
        </p:nvSpPr>
        <p:spPr>
          <a:xfrm>
            <a:off x="637391" y="2002895"/>
            <a:ext cx="4069080" cy="37947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solidFill>
                  <a:schemeClr val="lt1"/>
                </a:solidFill>
                <a:latin typeface="Arial"/>
                <a:ea typeface="Arial"/>
                <a:cs typeface="Arial"/>
                <a:sym typeface="Arial"/>
              </a:defRPr>
            </a:lvl1pPr>
            <a:lvl2pPr marL="914400" lvl="1"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Statement and Photo">
  <p:cSld name="Statement and Photo">
    <p:spTree>
      <p:nvGrpSpPr>
        <p:cNvPr id="1" name="Shape 972"/>
        <p:cNvGrpSpPr/>
        <p:nvPr/>
      </p:nvGrpSpPr>
      <p:grpSpPr>
        <a:xfrm>
          <a:off x="0" y="0"/>
          <a:ext cx="0" cy="0"/>
          <a:chOff x="0" y="0"/>
          <a:chExt cx="0" cy="0"/>
        </a:xfrm>
      </p:grpSpPr>
      <p:sp>
        <p:nvSpPr>
          <p:cNvPr id="973" name="Google Shape;973;p68"/>
          <p:cNvSpPr txBox="1">
            <a:spLocks noGrp="1"/>
          </p:cNvSpPr>
          <p:nvPr>
            <p:ph type="body" idx="1"/>
          </p:nvPr>
        </p:nvSpPr>
        <p:spPr>
          <a:xfrm>
            <a:off x="274320" y="365760"/>
            <a:ext cx="3086100" cy="2560320"/>
          </a:xfrm>
          <a:prstGeom prst="rect">
            <a:avLst/>
          </a:prstGeom>
          <a:solidFill>
            <a:srgbClr val="006E74"/>
          </a:solidFill>
          <a:ln>
            <a:noFill/>
          </a:ln>
        </p:spPr>
        <p:txBody>
          <a:bodyPr spcFirstLastPara="1" wrap="square" lIns="182875" tIns="182875" rIns="182875" bIns="182875" anchor="t" anchorCtr="0">
            <a:noAutofit/>
          </a:bodyPr>
          <a:lstStyle>
            <a:lvl1pPr marL="457200" lvl="0" indent="-228600" algn="l">
              <a:lnSpc>
                <a:spcPct val="90000"/>
              </a:lnSpc>
              <a:spcBef>
                <a:spcPts val="0"/>
              </a:spcBef>
              <a:spcAft>
                <a:spcPts val="0"/>
              </a:spcAft>
              <a:buClr>
                <a:schemeClr val="lt1"/>
              </a:buClr>
              <a:buSzPts val="2400"/>
              <a:buNone/>
              <a:defRPr sz="2400">
                <a:solidFill>
                  <a:schemeClr val="lt1"/>
                </a:solidFill>
                <a:latin typeface="Arial"/>
                <a:ea typeface="Arial"/>
                <a:cs typeface="Arial"/>
                <a:sym typeface="Arial"/>
              </a:defRPr>
            </a:lvl1pPr>
            <a:lvl2pPr marL="914400" lvl="1" indent="-314325" algn="l">
              <a:lnSpc>
                <a:spcPct val="100000"/>
              </a:lnSpc>
              <a:spcBef>
                <a:spcPts val="900"/>
              </a:spcBef>
              <a:spcAft>
                <a:spcPts val="0"/>
              </a:spcAft>
              <a:buClr>
                <a:schemeClr val="lt1"/>
              </a:buClr>
              <a:buSzPts val="1350"/>
              <a:buFont typeface="Arial"/>
              <a:buChar char="•"/>
              <a:defRPr>
                <a:solidFill>
                  <a:schemeClr val="lt1"/>
                </a:solidFill>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5pPr>
            <a:lvl6pPr marL="2743200" lvl="5" indent="-314325" algn="l">
              <a:lnSpc>
                <a:spcPct val="100000"/>
              </a:lnSpc>
              <a:spcBef>
                <a:spcPts val="225"/>
              </a:spcBef>
              <a:spcAft>
                <a:spcPts val="0"/>
              </a:spcAft>
              <a:buClr>
                <a:schemeClr val="lt1"/>
              </a:buClr>
              <a:buSzPts val="1350"/>
              <a:buChar char="–"/>
              <a:defRPr>
                <a:solidFill>
                  <a:schemeClr val="lt1"/>
                </a:solidFill>
              </a:defRPr>
            </a:lvl6pPr>
            <a:lvl7pPr marL="3200400" lvl="6" indent="-314325" algn="l">
              <a:lnSpc>
                <a:spcPct val="100000"/>
              </a:lnSpc>
              <a:spcBef>
                <a:spcPts val="225"/>
              </a:spcBef>
              <a:spcAft>
                <a:spcPts val="0"/>
              </a:spcAft>
              <a:buClr>
                <a:schemeClr val="lt1"/>
              </a:buClr>
              <a:buSzPts val="1350"/>
              <a:buChar char="–"/>
              <a:defRPr>
                <a:solidFill>
                  <a:schemeClr val="lt1"/>
                </a:solidFill>
              </a:defRPr>
            </a:lvl7pPr>
            <a:lvl8pPr marL="3657600" lvl="7" indent="-314325" algn="l">
              <a:lnSpc>
                <a:spcPct val="100000"/>
              </a:lnSpc>
              <a:spcBef>
                <a:spcPts val="225"/>
              </a:spcBef>
              <a:spcAft>
                <a:spcPts val="0"/>
              </a:spcAft>
              <a:buClr>
                <a:schemeClr val="lt1"/>
              </a:buClr>
              <a:buSzPts val="1350"/>
              <a:buChar char="–"/>
              <a:defRPr>
                <a:solidFill>
                  <a:schemeClr val="lt1"/>
                </a:solidFill>
              </a:defRPr>
            </a:lvl8pPr>
            <a:lvl9pPr marL="4114800" lvl="8" indent="-314325" algn="l">
              <a:lnSpc>
                <a:spcPct val="100000"/>
              </a:lnSpc>
              <a:spcBef>
                <a:spcPts val="225"/>
              </a:spcBef>
              <a:spcAft>
                <a:spcPts val="0"/>
              </a:spcAft>
              <a:buClr>
                <a:schemeClr val="lt1"/>
              </a:buClr>
              <a:buSzPts val="1350"/>
              <a:buChar char="–"/>
              <a:defRPr>
                <a:solidFill>
                  <a:schemeClr val="lt1"/>
                </a:solidFill>
              </a:defRPr>
            </a:lvl9pPr>
          </a:lstStyle>
          <a:p>
            <a:endParaRPr/>
          </a:p>
        </p:txBody>
      </p:sp>
      <p:sp>
        <p:nvSpPr>
          <p:cNvPr id="974" name="Google Shape;974;p68"/>
          <p:cNvSpPr>
            <a:spLocks noGrp="1"/>
          </p:cNvSpPr>
          <p:nvPr>
            <p:ph type="pic" idx="2"/>
          </p:nvPr>
        </p:nvSpPr>
        <p:spPr>
          <a:xfrm>
            <a:off x="4684014" y="365760"/>
            <a:ext cx="4183380" cy="571754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744">
          <p15:clr>
            <a:srgbClr val="FBAE40"/>
          </p15:clr>
        </p15:guide>
        <p15:guide id="2" pos="3934">
          <p15:clr>
            <a:srgbClr val="FBAE40"/>
          </p15:clr>
        </p15:guide>
        <p15:guide id="3" orient="horz" pos="3832">
          <p15:clr>
            <a:srgbClr val="FBAE40"/>
          </p15:clr>
        </p15:guide>
        <p15:guide id="4" orient="horz" pos="1152">
          <p15:clr>
            <a:srgbClr val="FBAE40"/>
          </p15:clr>
        </p15:guide>
        <p15:guide id="5" orient="horz" pos="4148">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Photo and Statement">
  <p:cSld name="Photo and Statement">
    <p:spTree>
      <p:nvGrpSpPr>
        <p:cNvPr id="1" name="Shape 975"/>
        <p:cNvGrpSpPr/>
        <p:nvPr/>
      </p:nvGrpSpPr>
      <p:grpSpPr>
        <a:xfrm>
          <a:off x="0" y="0"/>
          <a:ext cx="0" cy="0"/>
          <a:chOff x="0" y="0"/>
          <a:chExt cx="0" cy="0"/>
        </a:xfrm>
      </p:grpSpPr>
      <p:sp>
        <p:nvSpPr>
          <p:cNvPr id="976" name="Google Shape;976;p69"/>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77" name="Google Shape;977;p69"/>
          <p:cNvSpPr>
            <a:spLocks noGrp="1"/>
          </p:cNvSpPr>
          <p:nvPr>
            <p:ph type="pic" idx="2"/>
          </p:nvPr>
        </p:nvSpPr>
        <p:spPr>
          <a:xfrm>
            <a:off x="569119" y="1828800"/>
            <a:ext cx="3888581" cy="3200400"/>
          </a:xfrm>
          <a:prstGeom prst="rect">
            <a:avLst/>
          </a:prstGeom>
          <a:solidFill>
            <a:srgbClr val="D7E0E3"/>
          </a:solidFill>
          <a:ln>
            <a:noFill/>
          </a:ln>
        </p:spPr>
      </p:sp>
      <p:sp>
        <p:nvSpPr>
          <p:cNvPr id="978" name="Google Shape;978;p69"/>
          <p:cNvSpPr txBox="1">
            <a:spLocks noGrp="1"/>
          </p:cNvSpPr>
          <p:nvPr>
            <p:ph type="body" idx="1"/>
          </p:nvPr>
        </p:nvSpPr>
        <p:spPr>
          <a:xfrm>
            <a:off x="4684014" y="1828800"/>
            <a:ext cx="4183380" cy="3200400"/>
          </a:xfrm>
          <a:prstGeom prst="rect">
            <a:avLst/>
          </a:prstGeom>
          <a:noFill/>
          <a:ln>
            <a:noFill/>
          </a:ln>
        </p:spPr>
        <p:txBody>
          <a:bodyPr spcFirstLastPara="1" wrap="square" lIns="0" tIns="0" rIns="0" bIns="0" anchor="b" anchorCtr="0">
            <a:normAutofit/>
          </a:bodyPr>
          <a:lstStyle>
            <a:lvl1pPr marL="457200" lvl="0" indent="-228600" algn="l">
              <a:lnSpc>
                <a:spcPct val="90000"/>
              </a:lnSpc>
              <a:spcBef>
                <a:spcPts val="0"/>
              </a:spcBef>
              <a:spcAft>
                <a:spcPts val="0"/>
              </a:spcAft>
              <a:buClr>
                <a:schemeClr val="dk1"/>
              </a:buClr>
              <a:buSzPts val="2700"/>
              <a:buNone/>
              <a:defRPr sz="2700">
                <a:solidFill>
                  <a:schemeClr val="dk1"/>
                </a:solidFill>
                <a:latin typeface="Arial"/>
                <a:ea typeface="Arial"/>
                <a:cs typeface="Arial"/>
                <a:sym typeface="Arial"/>
              </a:defRPr>
            </a:lvl1pPr>
            <a:lvl2pPr marL="914400" lvl="1" indent="-314325" algn="l">
              <a:lnSpc>
                <a:spcPct val="100000"/>
              </a:lnSpc>
              <a:spcBef>
                <a:spcPts val="900"/>
              </a:spcBef>
              <a:spcAft>
                <a:spcPts val="0"/>
              </a:spcAft>
              <a:buClr>
                <a:schemeClr val="dk1"/>
              </a:buClr>
              <a:buSzPts val="1350"/>
              <a:buFont typeface="Arial"/>
              <a:buChar char="•"/>
              <a:defRPr sz="1350"/>
            </a:lvl2pPr>
            <a:lvl3pPr marL="1371600" lvl="2" indent="-314325" algn="l">
              <a:lnSpc>
                <a:spcPct val="100000"/>
              </a:lnSpc>
              <a:spcBef>
                <a:spcPts val="225"/>
              </a:spcBef>
              <a:spcAft>
                <a:spcPts val="0"/>
              </a:spcAft>
              <a:buClr>
                <a:schemeClr val="dk1"/>
              </a:buClr>
              <a:buSzPts val="1350"/>
              <a:buChar char="–"/>
              <a:defRPr sz="1350"/>
            </a:lvl3pPr>
            <a:lvl4pPr marL="1828800" lvl="3" indent="-314325" algn="l">
              <a:lnSpc>
                <a:spcPct val="100000"/>
              </a:lnSpc>
              <a:spcBef>
                <a:spcPts val="225"/>
              </a:spcBef>
              <a:spcAft>
                <a:spcPts val="0"/>
              </a:spcAft>
              <a:buClr>
                <a:schemeClr val="dk1"/>
              </a:buClr>
              <a:buSzPts val="1350"/>
              <a:buChar char="–"/>
              <a:defRPr sz="1350"/>
            </a:lvl4pPr>
            <a:lvl5pPr marL="2286000" lvl="4" indent="-314325" algn="l">
              <a:lnSpc>
                <a:spcPct val="100000"/>
              </a:lnSpc>
              <a:spcBef>
                <a:spcPts val="225"/>
              </a:spcBef>
              <a:spcAft>
                <a:spcPts val="0"/>
              </a:spcAft>
              <a:buClr>
                <a:schemeClr val="dk1"/>
              </a:buClr>
              <a:buSzPts val="1350"/>
              <a:buChar char="–"/>
              <a:defRPr sz="1350"/>
            </a:lvl5pPr>
            <a:lvl6pPr marL="2743200" lvl="5" indent="-314325" algn="l">
              <a:lnSpc>
                <a:spcPct val="100000"/>
              </a:lnSpc>
              <a:spcBef>
                <a:spcPts val="225"/>
              </a:spcBef>
              <a:spcAft>
                <a:spcPts val="0"/>
              </a:spcAft>
              <a:buClr>
                <a:schemeClr val="dk1"/>
              </a:buClr>
              <a:buSzPts val="1350"/>
              <a:buChar char="–"/>
              <a:defRPr sz="1350"/>
            </a:lvl6pPr>
            <a:lvl7pPr marL="3200400" lvl="6" indent="-314325" algn="l">
              <a:lnSpc>
                <a:spcPct val="100000"/>
              </a:lnSpc>
              <a:spcBef>
                <a:spcPts val="225"/>
              </a:spcBef>
              <a:spcAft>
                <a:spcPts val="0"/>
              </a:spcAft>
              <a:buClr>
                <a:schemeClr val="dk1"/>
              </a:buClr>
              <a:buSzPts val="1350"/>
              <a:buChar char="–"/>
              <a:defRPr sz="1350"/>
            </a:lvl7pPr>
            <a:lvl8pPr marL="3657600" lvl="7" indent="-314325" algn="l">
              <a:lnSpc>
                <a:spcPct val="100000"/>
              </a:lnSpc>
              <a:spcBef>
                <a:spcPts val="225"/>
              </a:spcBef>
              <a:spcAft>
                <a:spcPts val="0"/>
              </a:spcAft>
              <a:buClr>
                <a:schemeClr val="dk1"/>
              </a:buClr>
              <a:buSzPts val="1350"/>
              <a:buChar char="–"/>
              <a:defRPr sz="1350"/>
            </a:lvl8pPr>
            <a:lvl9pPr marL="4114800" lvl="8" indent="-314325" algn="l">
              <a:lnSpc>
                <a:spcPct val="100000"/>
              </a:lnSpc>
              <a:spcBef>
                <a:spcPts val="225"/>
              </a:spcBef>
              <a:spcAft>
                <a:spcPts val="0"/>
              </a:spcAft>
              <a:buClr>
                <a:schemeClr val="dk1"/>
              </a:buClr>
              <a:buSzPts val="1350"/>
              <a:buChar char="–"/>
              <a:defRPr sz="135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orient="horz" pos="1152">
          <p15:clr>
            <a:srgbClr val="FBAE40"/>
          </p15:clr>
        </p15:guide>
        <p15:guide id="4" orient="horz" pos="3832">
          <p15:clr>
            <a:srgbClr val="FBAE40"/>
          </p15:clr>
        </p15:guide>
        <p15:guide id="5" orient="horz" pos="4148">
          <p15:clr>
            <a:srgbClr val="FBAE40"/>
          </p15:clr>
        </p15:guide>
        <p15:guide id="6" orient="horz" pos="3168">
          <p15:clr>
            <a:srgbClr val="FBAE40"/>
          </p15:clr>
        </p15:guide>
        <p15:guide id="7" pos="476">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Layout for Next step: Six content">
  <p:cSld name="Layout for Next step: Six content">
    <p:spTree>
      <p:nvGrpSpPr>
        <p:cNvPr id="1" name="Shape 979"/>
        <p:cNvGrpSpPr/>
        <p:nvPr/>
      </p:nvGrpSpPr>
      <p:grpSpPr>
        <a:xfrm>
          <a:off x="0" y="0"/>
          <a:ext cx="0" cy="0"/>
          <a:chOff x="0" y="0"/>
          <a:chExt cx="0" cy="0"/>
        </a:xfrm>
      </p:grpSpPr>
      <p:cxnSp>
        <p:nvCxnSpPr>
          <p:cNvPr id="980" name="Google Shape;980;p70"/>
          <p:cNvCxnSpPr>
            <a:stCxn id="981" idx="2"/>
            <a:endCxn id="982" idx="0"/>
          </p:cNvCxnSpPr>
          <p:nvPr/>
        </p:nvCxnSpPr>
        <p:spPr>
          <a:xfrm>
            <a:off x="4470559" y="782140"/>
            <a:ext cx="0" cy="3583500"/>
          </a:xfrm>
          <a:prstGeom prst="straightConnector1">
            <a:avLst/>
          </a:prstGeom>
          <a:noFill/>
          <a:ln w="12700" cap="sq" cmpd="sng">
            <a:solidFill>
              <a:schemeClr val="dk1"/>
            </a:solidFill>
            <a:prstDash val="solid"/>
            <a:round/>
            <a:headEnd type="none" w="sm" len="sm"/>
            <a:tailEnd type="none" w="sm" len="sm"/>
          </a:ln>
        </p:spPr>
      </p:cxnSp>
      <p:sp>
        <p:nvSpPr>
          <p:cNvPr id="983" name="Google Shape;983;p70"/>
          <p:cNvSpPr txBox="1">
            <a:spLocks noGrp="1"/>
          </p:cNvSpPr>
          <p:nvPr>
            <p:ph type="title"/>
          </p:nvPr>
        </p:nvSpPr>
        <p:spPr>
          <a:xfrm>
            <a:off x="274321" y="365760"/>
            <a:ext cx="3614261"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84" name="Google Shape;984;p70"/>
          <p:cNvSpPr>
            <a:spLocks noGrp="1"/>
          </p:cNvSpPr>
          <p:nvPr>
            <p:ph type="pic" idx="2"/>
          </p:nvPr>
        </p:nvSpPr>
        <p:spPr>
          <a:xfrm>
            <a:off x="1" y="1828800"/>
            <a:ext cx="3888581" cy="3200400"/>
          </a:xfrm>
          <a:prstGeom prst="rect">
            <a:avLst/>
          </a:prstGeom>
          <a:solidFill>
            <a:srgbClr val="D7E0E3"/>
          </a:solidFill>
          <a:ln>
            <a:noFill/>
          </a:ln>
        </p:spPr>
      </p:sp>
      <p:sp>
        <p:nvSpPr>
          <p:cNvPr id="985" name="Google Shape;985;p70"/>
          <p:cNvSpPr txBox="1">
            <a:spLocks noGrp="1"/>
          </p:cNvSpPr>
          <p:nvPr>
            <p:ph type="body" idx="1"/>
          </p:nvPr>
        </p:nvSpPr>
        <p:spPr>
          <a:xfrm>
            <a:off x="4254817" y="1166029"/>
            <a:ext cx="431483" cy="415993"/>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86" name="Google Shape;986;p70"/>
          <p:cNvSpPr txBox="1">
            <a:spLocks noGrp="1"/>
          </p:cNvSpPr>
          <p:nvPr>
            <p:ph type="body" idx="3"/>
          </p:nvPr>
        </p:nvSpPr>
        <p:spPr>
          <a:xfrm>
            <a:off x="4822032" y="1165720"/>
            <a:ext cx="4045124" cy="6636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87" name="Google Shape;987;p70"/>
          <p:cNvSpPr txBox="1">
            <a:spLocks noGrp="1"/>
          </p:cNvSpPr>
          <p:nvPr>
            <p:ph type="body" idx="4"/>
          </p:nvPr>
        </p:nvSpPr>
        <p:spPr>
          <a:xfrm>
            <a:off x="274320" y="5314599"/>
            <a:ext cx="8592836" cy="5264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88" name="Google Shape;988;p70"/>
          <p:cNvSpPr txBox="1">
            <a:spLocks noGrp="1"/>
          </p:cNvSpPr>
          <p:nvPr>
            <p:ph type="body" idx="5"/>
          </p:nvPr>
        </p:nvSpPr>
        <p:spPr>
          <a:xfrm>
            <a:off x="4822032" y="1965679"/>
            <a:ext cx="4045124" cy="6636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89" name="Google Shape;989;p70"/>
          <p:cNvSpPr txBox="1">
            <a:spLocks noGrp="1"/>
          </p:cNvSpPr>
          <p:nvPr>
            <p:ph type="body" idx="6"/>
          </p:nvPr>
        </p:nvSpPr>
        <p:spPr>
          <a:xfrm>
            <a:off x="4822032" y="2765638"/>
            <a:ext cx="4045124" cy="6636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90" name="Google Shape;990;p70"/>
          <p:cNvSpPr txBox="1">
            <a:spLocks noGrp="1"/>
          </p:cNvSpPr>
          <p:nvPr>
            <p:ph type="body" idx="7"/>
          </p:nvPr>
        </p:nvSpPr>
        <p:spPr>
          <a:xfrm>
            <a:off x="4254817" y="1965911"/>
            <a:ext cx="431483" cy="415993"/>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91" name="Google Shape;991;p70"/>
          <p:cNvSpPr txBox="1">
            <a:spLocks noGrp="1"/>
          </p:cNvSpPr>
          <p:nvPr>
            <p:ph type="body" idx="8"/>
          </p:nvPr>
        </p:nvSpPr>
        <p:spPr>
          <a:xfrm>
            <a:off x="4254817" y="2765793"/>
            <a:ext cx="431483" cy="415993"/>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81" name="Google Shape;981;p70"/>
          <p:cNvSpPr txBox="1">
            <a:spLocks noGrp="1"/>
          </p:cNvSpPr>
          <p:nvPr>
            <p:ph type="body" idx="9"/>
          </p:nvPr>
        </p:nvSpPr>
        <p:spPr>
          <a:xfrm>
            <a:off x="4254817" y="366147"/>
            <a:ext cx="431483" cy="415993"/>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92" name="Google Shape;992;p70"/>
          <p:cNvSpPr txBox="1">
            <a:spLocks noGrp="1"/>
          </p:cNvSpPr>
          <p:nvPr>
            <p:ph type="body" idx="13"/>
          </p:nvPr>
        </p:nvSpPr>
        <p:spPr>
          <a:xfrm>
            <a:off x="4822032" y="365761"/>
            <a:ext cx="4045124" cy="6636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93" name="Google Shape;993;p70"/>
          <p:cNvSpPr txBox="1">
            <a:spLocks noGrp="1"/>
          </p:cNvSpPr>
          <p:nvPr>
            <p:ph type="body" idx="14"/>
          </p:nvPr>
        </p:nvSpPr>
        <p:spPr>
          <a:xfrm>
            <a:off x="4822032" y="3565597"/>
            <a:ext cx="4045124" cy="6636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94" name="Google Shape;994;p70"/>
          <p:cNvSpPr txBox="1">
            <a:spLocks noGrp="1"/>
          </p:cNvSpPr>
          <p:nvPr>
            <p:ph type="body" idx="15"/>
          </p:nvPr>
        </p:nvSpPr>
        <p:spPr>
          <a:xfrm>
            <a:off x="4822032" y="4365558"/>
            <a:ext cx="4045124" cy="663643"/>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95" name="Google Shape;995;p70"/>
          <p:cNvSpPr txBox="1">
            <a:spLocks noGrp="1"/>
          </p:cNvSpPr>
          <p:nvPr>
            <p:ph type="body" idx="16"/>
          </p:nvPr>
        </p:nvSpPr>
        <p:spPr>
          <a:xfrm>
            <a:off x="4254817" y="3565675"/>
            <a:ext cx="431483" cy="415993"/>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82" name="Google Shape;982;p70"/>
          <p:cNvSpPr txBox="1">
            <a:spLocks noGrp="1"/>
          </p:cNvSpPr>
          <p:nvPr>
            <p:ph type="body" idx="17"/>
          </p:nvPr>
        </p:nvSpPr>
        <p:spPr>
          <a:xfrm>
            <a:off x="4254817" y="4365558"/>
            <a:ext cx="431483" cy="415993"/>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orient="horz" pos="1139">
          <p15:clr>
            <a:srgbClr val="FBAE40"/>
          </p15:clr>
        </p15:guide>
        <p15:guide id="4" orient="horz" pos="3832">
          <p15:clr>
            <a:srgbClr val="FBAE40"/>
          </p15:clr>
        </p15:guide>
        <p15:guide id="5" orient="horz" pos="4148">
          <p15:clr>
            <a:srgbClr val="FBAE40"/>
          </p15:clr>
        </p15:guide>
        <p15:guide id="6" orient="horz" pos="3168">
          <p15:clr>
            <a:srgbClr val="FBAE40"/>
          </p15:clr>
        </p15:guide>
        <p15:guide id="7" pos="476">
          <p15:clr>
            <a:srgbClr val="FBAE40"/>
          </p15:clr>
        </p15:guide>
        <p15:guide id="8" orient="horz" pos="2160">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Layout for Next step: Three content">
  <p:cSld name="Layout for Next step: Three content">
    <p:spTree>
      <p:nvGrpSpPr>
        <p:cNvPr id="1" name="Shape 996"/>
        <p:cNvGrpSpPr/>
        <p:nvPr/>
      </p:nvGrpSpPr>
      <p:grpSpPr>
        <a:xfrm>
          <a:off x="0" y="0"/>
          <a:ext cx="0" cy="0"/>
          <a:chOff x="0" y="0"/>
          <a:chExt cx="0" cy="0"/>
        </a:xfrm>
      </p:grpSpPr>
      <p:cxnSp>
        <p:nvCxnSpPr>
          <p:cNvPr id="997" name="Google Shape;997;p71"/>
          <p:cNvCxnSpPr>
            <a:stCxn id="998" idx="2"/>
            <a:endCxn id="999" idx="0"/>
          </p:cNvCxnSpPr>
          <p:nvPr/>
        </p:nvCxnSpPr>
        <p:spPr>
          <a:xfrm>
            <a:off x="4470559" y="782140"/>
            <a:ext cx="0" cy="2783400"/>
          </a:xfrm>
          <a:prstGeom prst="straightConnector1">
            <a:avLst/>
          </a:prstGeom>
          <a:noFill/>
          <a:ln w="12700" cap="sq" cmpd="sng">
            <a:solidFill>
              <a:schemeClr val="dk1"/>
            </a:solidFill>
            <a:prstDash val="solid"/>
            <a:round/>
            <a:headEnd type="none" w="sm" len="sm"/>
            <a:tailEnd type="none" w="sm" len="sm"/>
          </a:ln>
        </p:spPr>
      </p:cxnSp>
      <p:sp>
        <p:nvSpPr>
          <p:cNvPr id="1000" name="Google Shape;1000;p71"/>
          <p:cNvSpPr txBox="1">
            <a:spLocks noGrp="1"/>
          </p:cNvSpPr>
          <p:nvPr>
            <p:ph type="title"/>
          </p:nvPr>
        </p:nvSpPr>
        <p:spPr>
          <a:xfrm>
            <a:off x="274321" y="365760"/>
            <a:ext cx="3614261"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01" name="Google Shape;1001;p71"/>
          <p:cNvSpPr>
            <a:spLocks noGrp="1"/>
          </p:cNvSpPr>
          <p:nvPr>
            <p:ph type="pic" idx="2"/>
          </p:nvPr>
        </p:nvSpPr>
        <p:spPr>
          <a:xfrm>
            <a:off x="1" y="1828800"/>
            <a:ext cx="3888581" cy="3200400"/>
          </a:xfrm>
          <a:prstGeom prst="rect">
            <a:avLst/>
          </a:prstGeom>
          <a:solidFill>
            <a:srgbClr val="D7E0E3"/>
          </a:solidFill>
          <a:ln>
            <a:noFill/>
          </a:ln>
        </p:spPr>
      </p:sp>
      <p:sp>
        <p:nvSpPr>
          <p:cNvPr id="1002" name="Google Shape;1002;p71"/>
          <p:cNvSpPr txBox="1">
            <a:spLocks noGrp="1"/>
          </p:cNvSpPr>
          <p:nvPr>
            <p:ph type="body" idx="1"/>
          </p:nvPr>
        </p:nvSpPr>
        <p:spPr>
          <a:xfrm>
            <a:off x="274320" y="5314599"/>
            <a:ext cx="8592836" cy="526483"/>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003" name="Google Shape;1003;p71"/>
          <p:cNvSpPr txBox="1">
            <a:spLocks noGrp="1"/>
          </p:cNvSpPr>
          <p:nvPr>
            <p:ph type="body" idx="3"/>
          </p:nvPr>
        </p:nvSpPr>
        <p:spPr>
          <a:xfrm>
            <a:off x="4822032" y="1965678"/>
            <a:ext cx="4045124" cy="1463604"/>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004" name="Google Shape;1004;p71"/>
          <p:cNvSpPr txBox="1">
            <a:spLocks noGrp="1"/>
          </p:cNvSpPr>
          <p:nvPr>
            <p:ph type="body" idx="4"/>
          </p:nvPr>
        </p:nvSpPr>
        <p:spPr>
          <a:xfrm>
            <a:off x="4254817" y="1965911"/>
            <a:ext cx="431483" cy="415993"/>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98" name="Google Shape;998;p71"/>
          <p:cNvSpPr txBox="1">
            <a:spLocks noGrp="1"/>
          </p:cNvSpPr>
          <p:nvPr>
            <p:ph type="body" idx="5"/>
          </p:nvPr>
        </p:nvSpPr>
        <p:spPr>
          <a:xfrm>
            <a:off x="4254817" y="366147"/>
            <a:ext cx="431483" cy="415993"/>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005" name="Google Shape;1005;p71"/>
          <p:cNvSpPr txBox="1">
            <a:spLocks noGrp="1"/>
          </p:cNvSpPr>
          <p:nvPr>
            <p:ph type="body" idx="6"/>
          </p:nvPr>
        </p:nvSpPr>
        <p:spPr>
          <a:xfrm>
            <a:off x="4822032" y="365760"/>
            <a:ext cx="4045124" cy="1463604"/>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006" name="Google Shape;1006;p71"/>
          <p:cNvSpPr txBox="1">
            <a:spLocks noGrp="1"/>
          </p:cNvSpPr>
          <p:nvPr>
            <p:ph type="body" idx="7"/>
          </p:nvPr>
        </p:nvSpPr>
        <p:spPr>
          <a:xfrm>
            <a:off x="4822032" y="3565596"/>
            <a:ext cx="4045124" cy="1463604"/>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999" name="Google Shape;999;p71"/>
          <p:cNvSpPr txBox="1">
            <a:spLocks noGrp="1"/>
          </p:cNvSpPr>
          <p:nvPr>
            <p:ph type="body" idx="8"/>
          </p:nvPr>
        </p:nvSpPr>
        <p:spPr>
          <a:xfrm>
            <a:off x="4254817" y="3565675"/>
            <a:ext cx="431483" cy="415993"/>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orient="horz" pos="1139">
          <p15:clr>
            <a:srgbClr val="FBAE40"/>
          </p15:clr>
        </p15:guide>
        <p15:guide id="4" orient="horz" pos="3832">
          <p15:clr>
            <a:srgbClr val="FBAE40"/>
          </p15:clr>
        </p15:guide>
        <p15:guide id="5" orient="horz" pos="4148">
          <p15:clr>
            <a:srgbClr val="FBAE40"/>
          </p15:clr>
        </p15:guide>
        <p15:guide id="6" orient="horz" pos="3168">
          <p15:clr>
            <a:srgbClr val="FBAE40"/>
          </p15:clr>
        </p15:guide>
        <p15:guide id="7" pos="476">
          <p15:clr>
            <a:srgbClr val="FBAE40"/>
          </p15:clr>
        </p15:guide>
        <p15:guide id="8" orient="horz" pos="2160">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Photo and Sidebar">
  <p:cSld name="Photo and Sidebar">
    <p:spTree>
      <p:nvGrpSpPr>
        <p:cNvPr id="1" name="Shape 1007"/>
        <p:cNvGrpSpPr/>
        <p:nvPr/>
      </p:nvGrpSpPr>
      <p:grpSpPr>
        <a:xfrm>
          <a:off x="0" y="0"/>
          <a:ext cx="0" cy="0"/>
          <a:chOff x="0" y="0"/>
          <a:chExt cx="0" cy="0"/>
        </a:xfrm>
      </p:grpSpPr>
      <p:sp>
        <p:nvSpPr>
          <p:cNvPr id="1008" name="Google Shape;1008;p72"/>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09" name="Google Shape;1009;p72"/>
          <p:cNvSpPr>
            <a:spLocks noGrp="1"/>
          </p:cNvSpPr>
          <p:nvPr>
            <p:ph type="pic" idx="2"/>
          </p:nvPr>
        </p:nvSpPr>
        <p:spPr>
          <a:xfrm>
            <a:off x="569119" y="1828801"/>
            <a:ext cx="6091238" cy="4254500"/>
          </a:xfrm>
          <a:prstGeom prst="rect">
            <a:avLst/>
          </a:prstGeom>
          <a:solidFill>
            <a:srgbClr val="D7E0E3"/>
          </a:solidFill>
          <a:ln>
            <a:noFill/>
          </a:ln>
        </p:spPr>
      </p:sp>
      <p:sp>
        <p:nvSpPr>
          <p:cNvPr id="1010" name="Google Shape;1010;p72"/>
          <p:cNvSpPr txBox="1">
            <a:spLocks noGrp="1"/>
          </p:cNvSpPr>
          <p:nvPr>
            <p:ph type="body" idx="1"/>
          </p:nvPr>
        </p:nvSpPr>
        <p:spPr>
          <a:xfrm>
            <a:off x="6892290" y="1828800"/>
            <a:ext cx="1975104" cy="425196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78">
          <p15:clr>
            <a:srgbClr val="FBAE40"/>
          </p15:clr>
        </p15:guide>
        <p15:guide id="2" pos="5594">
          <p15:clr>
            <a:srgbClr val="FBAE40"/>
          </p15:clr>
        </p15:guide>
        <p15:guide id="3" pos="5788">
          <p15:clr>
            <a:srgbClr val="FBAE40"/>
          </p15:clr>
        </p15:guide>
        <p15:guide id="4" orient="horz" pos="1152">
          <p15:clr>
            <a:srgbClr val="FBAE40"/>
          </p15:clr>
        </p15:guide>
        <p15:guide id="5" orient="horz" pos="3832">
          <p15:clr>
            <a:srgbClr val="FBAE40"/>
          </p15:clr>
        </p15:guide>
        <p15:guide id="6" orient="horz" pos="4148">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3_Photo and Sidebar">
  <p:cSld name="3_Photo and Sidebar">
    <p:spTree>
      <p:nvGrpSpPr>
        <p:cNvPr id="1" name="Shape 1011"/>
        <p:cNvGrpSpPr/>
        <p:nvPr/>
      </p:nvGrpSpPr>
      <p:grpSpPr>
        <a:xfrm>
          <a:off x="0" y="0"/>
          <a:ext cx="0" cy="0"/>
          <a:chOff x="0" y="0"/>
          <a:chExt cx="0" cy="0"/>
        </a:xfrm>
      </p:grpSpPr>
      <p:sp>
        <p:nvSpPr>
          <p:cNvPr id="1012" name="Google Shape;1012;p73"/>
          <p:cNvSpPr txBox="1">
            <a:spLocks noGrp="1"/>
          </p:cNvSpPr>
          <p:nvPr>
            <p:ph type="title"/>
          </p:nvPr>
        </p:nvSpPr>
        <p:spPr>
          <a:xfrm>
            <a:off x="274320" y="365760"/>
            <a:ext cx="3395637"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13" name="Google Shape;1013;p73"/>
          <p:cNvSpPr>
            <a:spLocks noGrp="1"/>
          </p:cNvSpPr>
          <p:nvPr>
            <p:ph type="pic" idx="2"/>
          </p:nvPr>
        </p:nvSpPr>
        <p:spPr>
          <a:xfrm>
            <a:off x="4096264" y="0"/>
            <a:ext cx="5047736" cy="5288692"/>
          </a:xfrm>
          <a:prstGeom prst="rect">
            <a:avLst/>
          </a:prstGeom>
          <a:solidFill>
            <a:srgbClr val="D7E0E3"/>
          </a:solidFill>
          <a:ln>
            <a:noFill/>
          </a:ln>
        </p:spPr>
      </p:sp>
      <p:sp>
        <p:nvSpPr>
          <p:cNvPr id="1014" name="Google Shape;1014;p73"/>
          <p:cNvSpPr txBox="1">
            <a:spLocks noGrp="1"/>
          </p:cNvSpPr>
          <p:nvPr>
            <p:ph type="body" idx="1"/>
          </p:nvPr>
        </p:nvSpPr>
        <p:spPr>
          <a:xfrm>
            <a:off x="274319" y="1594022"/>
            <a:ext cx="3395637" cy="415187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78">
          <p15:clr>
            <a:srgbClr val="FBAE40"/>
          </p15:clr>
        </p15:guide>
        <p15:guide id="2" pos="5594">
          <p15:clr>
            <a:srgbClr val="FBAE40"/>
          </p15:clr>
        </p15:guide>
        <p15:guide id="3" pos="5788">
          <p15:clr>
            <a:srgbClr val="FBAE40"/>
          </p15:clr>
        </p15:guide>
        <p15:guide id="4" orient="horz" pos="1152">
          <p15:clr>
            <a:srgbClr val="FBAE40"/>
          </p15:clr>
        </p15:guide>
        <p15:guide id="5" orient="horz" pos="3832">
          <p15:clr>
            <a:srgbClr val="FBAE40"/>
          </p15:clr>
        </p15:guide>
        <p15:guide id="6" orient="horz" pos="4148">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Photo and Sidebar with teal box">
  <p:cSld name="Photo and Sidebar with teal box">
    <p:spTree>
      <p:nvGrpSpPr>
        <p:cNvPr id="1" name="Shape 1015"/>
        <p:cNvGrpSpPr/>
        <p:nvPr/>
      </p:nvGrpSpPr>
      <p:grpSpPr>
        <a:xfrm>
          <a:off x="0" y="0"/>
          <a:ext cx="0" cy="0"/>
          <a:chOff x="0" y="0"/>
          <a:chExt cx="0" cy="0"/>
        </a:xfrm>
      </p:grpSpPr>
      <p:sp>
        <p:nvSpPr>
          <p:cNvPr id="1016" name="Google Shape;1016;p74"/>
          <p:cNvSpPr txBox="1">
            <a:spLocks noGrp="1"/>
          </p:cNvSpPr>
          <p:nvPr>
            <p:ph type="title"/>
          </p:nvPr>
        </p:nvSpPr>
        <p:spPr>
          <a:xfrm>
            <a:off x="274320" y="365760"/>
            <a:ext cx="3395637"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17" name="Google Shape;1017;p74"/>
          <p:cNvSpPr>
            <a:spLocks noGrp="1"/>
          </p:cNvSpPr>
          <p:nvPr>
            <p:ph type="pic" idx="2"/>
          </p:nvPr>
        </p:nvSpPr>
        <p:spPr>
          <a:xfrm>
            <a:off x="4572000" y="0"/>
            <a:ext cx="4572000" cy="5288692"/>
          </a:xfrm>
          <a:prstGeom prst="rect">
            <a:avLst/>
          </a:prstGeom>
          <a:solidFill>
            <a:srgbClr val="D7E0E3"/>
          </a:solidFill>
          <a:ln>
            <a:noFill/>
          </a:ln>
        </p:spPr>
      </p:sp>
      <p:sp>
        <p:nvSpPr>
          <p:cNvPr id="1018" name="Google Shape;1018;p74"/>
          <p:cNvSpPr txBox="1">
            <a:spLocks noGrp="1"/>
          </p:cNvSpPr>
          <p:nvPr>
            <p:ph type="body" idx="1"/>
          </p:nvPr>
        </p:nvSpPr>
        <p:spPr>
          <a:xfrm>
            <a:off x="274319" y="1594022"/>
            <a:ext cx="3395637" cy="415187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
        <p:nvSpPr>
          <p:cNvPr id="1019" name="Google Shape;1019;p74"/>
          <p:cNvSpPr/>
          <p:nvPr/>
        </p:nvSpPr>
        <p:spPr>
          <a:xfrm>
            <a:off x="3993192" y="4399722"/>
            <a:ext cx="2246243" cy="219986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020" name="Google Shape;1020;p74"/>
          <p:cNvSpPr txBox="1">
            <a:spLocks noGrp="1"/>
          </p:cNvSpPr>
          <p:nvPr>
            <p:ph type="body" idx="3"/>
          </p:nvPr>
        </p:nvSpPr>
        <p:spPr>
          <a:xfrm>
            <a:off x="4212009" y="5499653"/>
            <a:ext cx="1868090" cy="848761"/>
          </a:xfrm>
          <a:prstGeom prst="rect">
            <a:avLst/>
          </a:prstGeom>
          <a:noFill/>
          <a:ln>
            <a:noFill/>
          </a:ln>
        </p:spPr>
        <p:txBody>
          <a:bodyPr spcFirstLastPara="1" wrap="square" lIns="0" tIns="0" rIns="0" bIns="0" anchor="ctr" anchorCtr="0">
            <a:normAutofit/>
          </a:bodyPr>
          <a:lstStyle>
            <a:lvl1pPr marL="457200" lvl="0" indent="-228600" algn="ctr">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lt1"/>
              </a:buClr>
              <a:buSzPts val="1350"/>
              <a:buNone/>
              <a:defRPr>
                <a:solidFill>
                  <a:schemeClr val="lt1"/>
                </a:solidFill>
              </a:defRPr>
            </a:lvl2pPr>
            <a:lvl3pPr marL="1371600" lvl="2" indent="-228600" algn="l">
              <a:lnSpc>
                <a:spcPct val="100000"/>
              </a:lnSpc>
              <a:spcBef>
                <a:spcPts val="225"/>
              </a:spcBef>
              <a:spcAft>
                <a:spcPts val="0"/>
              </a:spcAft>
              <a:buClr>
                <a:schemeClr val="lt1"/>
              </a:buClr>
              <a:buSzPts val="1350"/>
              <a:buNone/>
              <a:defRPr>
                <a:solidFill>
                  <a:schemeClr val="lt1"/>
                </a:solidFill>
              </a:defRPr>
            </a:lvl3pPr>
            <a:lvl4pPr marL="1828800" lvl="3" indent="-228600" algn="l">
              <a:lnSpc>
                <a:spcPct val="100000"/>
              </a:lnSpc>
              <a:spcBef>
                <a:spcPts val="225"/>
              </a:spcBef>
              <a:spcAft>
                <a:spcPts val="0"/>
              </a:spcAft>
              <a:buClr>
                <a:schemeClr val="lt1"/>
              </a:buClr>
              <a:buSzPts val="1350"/>
              <a:buNone/>
              <a:defRPr>
                <a:solidFill>
                  <a:schemeClr val="lt1"/>
                </a:solidFill>
              </a:defRPr>
            </a:lvl4pPr>
            <a:lvl5pPr marL="2286000" lvl="4" indent="-228600" algn="l">
              <a:lnSpc>
                <a:spcPct val="100000"/>
              </a:lnSpc>
              <a:spcBef>
                <a:spcPts val="225"/>
              </a:spcBef>
              <a:spcAft>
                <a:spcPts val="0"/>
              </a:spcAft>
              <a:buClr>
                <a:schemeClr val="lt1"/>
              </a:buClr>
              <a:buSzPts val="1350"/>
              <a:buNone/>
              <a:defRPr>
                <a:solidFill>
                  <a:schemeClr val="lt1"/>
                </a:solidFil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78">
          <p15:clr>
            <a:srgbClr val="FBAE40"/>
          </p15:clr>
        </p15:guide>
        <p15:guide id="2" pos="5594">
          <p15:clr>
            <a:srgbClr val="FBAE40"/>
          </p15:clr>
        </p15:guide>
        <p15:guide id="3" pos="5788">
          <p15:clr>
            <a:srgbClr val="FBAE40"/>
          </p15:clr>
        </p15:guide>
        <p15:guide id="4" orient="horz" pos="1152">
          <p15:clr>
            <a:srgbClr val="FBAE40"/>
          </p15:clr>
        </p15:guide>
        <p15:guide id="5" orient="horz" pos="3832">
          <p15:clr>
            <a:srgbClr val="FBAE40"/>
          </p15:clr>
        </p15:guide>
        <p15:guide id="6" orient="horz" pos="4148">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2_Photo and Sidebar">
  <p:cSld name="2_Photo and Sidebar">
    <p:spTree>
      <p:nvGrpSpPr>
        <p:cNvPr id="1" name="Shape 1021"/>
        <p:cNvGrpSpPr/>
        <p:nvPr/>
      </p:nvGrpSpPr>
      <p:grpSpPr>
        <a:xfrm>
          <a:off x="0" y="0"/>
          <a:ext cx="0" cy="0"/>
          <a:chOff x="0" y="0"/>
          <a:chExt cx="0" cy="0"/>
        </a:xfrm>
      </p:grpSpPr>
      <p:sp>
        <p:nvSpPr>
          <p:cNvPr id="1022" name="Google Shape;1022;p75"/>
          <p:cNvSpPr>
            <a:spLocks noGrp="1"/>
          </p:cNvSpPr>
          <p:nvPr>
            <p:ph type="pic" idx="2"/>
          </p:nvPr>
        </p:nvSpPr>
        <p:spPr>
          <a:xfrm>
            <a:off x="0" y="0"/>
            <a:ext cx="6533636" cy="5647038"/>
          </a:xfrm>
          <a:prstGeom prst="rect">
            <a:avLst/>
          </a:prstGeom>
          <a:solidFill>
            <a:srgbClr val="D7E0E3"/>
          </a:solidFill>
          <a:ln>
            <a:noFill/>
          </a:ln>
        </p:spPr>
      </p:sp>
      <p:sp>
        <p:nvSpPr>
          <p:cNvPr id="1023" name="Google Shape;1023;p75"/>
          <p:cNvSpPr txBox="1">
            <a:spLocks noGrp="1"/>
          </p:cNvSpPr>
          <p:nvPr>
            <p:ph type="body" idx="1"/>
          </p:nvPr>
        </p:nvSpPr>
        <p:spPr>
          <a:xfrm>
            <a:off x="6892290" y="444843"/>
            <a:ext cx="1975104" cy="425196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78">
          <p15:clr>
            <a:srgbClr val="FBAE40"/>
          </p15:clr>
        </p15:guide>
        <p15:guide id="2" pos="5594">
          <p15:clr>
            <a:srgbClr val="FBAE40"/>
          </p15:clr>
        </p15:guide>
        <p15:guide id="3" pos="5788">
          <p15:clr>
            <a:srgbClr val="FBAE40"/>
          </p15:clr>
        </p15:guide>
        <p15:guide id="4" orient="horz" pos="1152">
          <p15:clr>
            <a:srgbClr val="FBAE40"/>
          </p15:clr>
        </p15:guide>
        <p15:guide id="5" orient="horz" pos="3832">
          <p15:clr>
            <a:srgbClr val="FBAE40"/>
          </p15:clr>
        </p15:guide>
        <p15:guide id="6" orient="horz" pos="4148">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ext Cluster 01">
  <p:cSld name="Text Cluster 01">
    <p:spTree>
      <p:nvGrpSpPr>
        <p:cNvPr id="1" name="Shape 1024"/>
        <p:cNvGrpSpPr/>
        <p:nvPr/>
      </p:nvGrpSpPr>
      <p:grpSpPr>
        <a:xfrm>
          <a:off x="0" y="0"/>
          <a:ext cx="0" cy="0"/>
          <a:chOff x="0" y="0"/>
          <a:chExt cx="0" cy="0"/>
        </a:xfrm>
      </p:grpSpPr>
      <p:sp>
        <p:nvSpPr>
          <p:cNvPr id="1025" name="Google Shape;1025;p76"/>
          <p:cNvSpPr txBox="1">
            <a:spLocks noGrp="1"/>
          </p:cNvSpPr>
          <p:nvPr>
            <p:ph type="title"/>
          </p:nvPr>
        </p:nvSpPr>
        <p:spPr>
          <a:xfrm>
            <a:off x="274320" y="365760"/>
            <a:ext cx="638937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6" name="Google Shape;1026;p76"/>
          <p:cNvSpPr txBox="1">
            <a:spLocks noGrp="1"/>
          </p:cNvSpPr>
          <p:nvPr>
            <p:ph type="body" idx="1"/>
          </p:nvPr>
        </p:nvSpPr>
        <p:spPr>
          <a:xfrm>
            <a:off x="4607054" y="2492528"/>
            <a:ext cx="2096262" cy="2788920"/>
          </a:xfrm>
          <a:prstGeom prst="rect">
            <a:avLst/>
          </a:prstGeom>
          <a:solidFill>
            <a:srgbClr val="003C5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27" name="Google Shape;1027;p76"/>
          <p:cNvSpPr txBox="1">
            <a:spLocks noGrp="1"/>
          </p:cNvSpPr>
          <p:nvPr>
            <p:ph type="body" idx="2"/>
          </p:nvPr>
        </p:nvSpPr>
        <p:spPr>
          <a:xfrm>
            <a:off x="2440687" y="2492528"/>
            <a:ext cx="2091690" cy="2788920"/>
          </a:xfrm>
          <a:prstGeom prst="rect">
            <a:avLst/>
          </a:prstGeom>
          <a:solidFill>
            <a:srgbClr val="881E87"/>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28" name="Google Shape;1028;p76"/>
          <p:cNvSpPr txBox="1">
            <a:spLocks noGrp="1"/>
          </p:cNvSpPr>
          <p:nvPr>
            <p:ph type="body" idx="3"/>
          </p:nvPr>
        </p:nvSpPr>
        <p:spPr>
          <a:xfrm>
            <a:off x="6777992" y="2492528"/>
            <a:ext cx="2096262" cy="2788920"/>
          </a:xfrm>
          <a:prstGeom prst="rect">
            <a:avLst/>
          </a:prstGeom>
          <a:solidFill>
            <a:srgbClr val="0097AC"/>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29" name="Google Shape;1029;p76"/>
          <p:cNvSpPr txBox="1">
            <a:spLocks noGrp="1"/>
          </p:cNvSpPr>
          <p:nvPr>
            <p:ph type="body" idx="4"/>
          </p:nvPr>
        </p:nvSpPr>
        <p:spPr>
          <a:xfrm>
            <a:off x="274320" y="2492528"/>
            <a:ext cx="2091690" cy="2788920"/>
          </a:xfrm>
          <a:prstGeom prst="rect">
            <a:avLst/>
          </a:prstGeom>
          <a:solidFill>
            <a:srgbClr val="006E74"/>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ext Cluster 02">
  <p:cSld name="Text Cluster 02">
    <p:spTree>
      <p:nvGrpSpPr>
        <p:cNvPr id="1" name="Shape 1030"/>
        <p:cNvGrpSpPr/>
        <p:nvPr/>
      </p:nvGrpSpPr>
      <p:grpSpPr>
        <a:xfrm>
          <a:off x="0" y="0"/>
          <a:ext cx="0" cy="0"/>
          <a:chOff x="0" y="0"/>
          <a:chExt cx="0" cy="0"/>
        </a:xfrm>
      </p:grpSpPr>
      <p:sp>
        <p:nvSpPr>
          <p:cNvPr id="1031" name="Google Shape;1031;p77"/>
          <p:cNvSpPr txBox="1">
            <a:spLocks noGrp="1"/>
          </p:cNvSpPr>
          <p:nvPr>
            <p:ph type="title"/>
          </p:nvPr>
        </p:nvSpPr>
        <p:spPr>
          <a:xfrm>
            <a:off x="274321" y="365760"/>
            <a:ext cx="5404103"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32" name="Google Shape;1032;p77"/>
          <p:cNvSpPr txBox="1">
            <a:spLocks noGrp="1"/>
          </p:cNvSpPr>
          <p:nvPr>
            <p:ph type="body" idx="1"/>
          </p:nvPr>
        </p:nvSpPr>
        <p:spPr>
          <a:xfrm>
            <a:off x="4673136" y="1600200"/>
            <a:ext cx="3429000" cy="1828800"/>
          </a:xfrm>
          <a:prstGeom prst="rect">
            <a:avLst/>
          </a:prstGeom>
          <a:solidFill>
            <a:schemeClr val="accent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33" name="Google Shape;1033;p77"/>
          <p:cNvSpPr txBox="1">
            <a:spLocks noGrp="1"/>
          </p:cNvSpPr>
          <p:nvPr>
            <p:ph type="body" idx="2"/>
          </p:nvPr>
        </p:nvSpPr>
        <p:spPr>
          <a:xfrm>
            <a:off x="1032642" y="1600200"/>
            <a:ext cx="3429000" cy="1828800"/>
          </a:xfrm>
          <a:prstGeom prst="rect">
            <a:avLst/>
          </a:prstGeom>
          <a:solidFill>
            <a:schemeClr val="dk2"/>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34" name="Google Shape;1034;p77"/>
          <p:cNvSpPr txBox="1">
            <a:spLocks noGrp="1"/>
          </p:cNvSpPr>
          <p:nvPr>
            <p:ph type="body" idx="3"/>
          </p:nvPr>
        </p:nvSpPr>
        <p:spPr>
          <a:xfrm>
            <a:off x="1032642" y="3749041"/>
            <a:ext cx="3429000" cy="1828800"/>
          </a:xfrm>
          <a:prstGeom prst="rect">
            <a:avLst/>
          </a:prstGeom>
          <a:solidFill>
            <a:schemeClr val="accent2"/>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35" name="Google Shape;1035;p77"/>
          <p:cNvSpPr txBox="1">
            <a:spLocks noGrp="1"/>
          </p:cNvSpPr>
          <p:nvPr>
            <p:ph type="body" idx="4"/>
          </p:nvPr>
        </p:nvSpPr>
        <p:spPr>
          <a:xfrm>
            <a:off x="4673136" y="3749041"/>
            <a:ext cx="3429000" cy="1828800"/>
          </a:xfrm>
          <a:prstGeom prst="rect">
            <a:avLst/>
          </a:prstGeom>
          <a:solidFill>
            <a:schemeClr val="accent3"/>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ext Cluster 03">
  <p:cSld name="Text Cluster 03">
    <p:spTree>
      <p:nvGrpSpPr>
        <p:cNvPr id="1" name="Shape 1036"/>
        <p:cNvGrpSpPr/>
        <p:nvPr/>
      </p:nvGrpSpPr>
      <p:grpSpPr>
        <a:xfrm>
          <a:off x="0" y="0"/>
          <a:ext cx="0" cy="0"/>
          <a:chOff x="0" y="0"/>
          <a:chExt cx="0" cy="0"/>
        </a:xfrm>
      </p:grpSpPr>
      <p:sp>
        <p:nvSpPr>
          <p:cNvPr id="1037" name="Google Shape;1037;p78"/>
          <p:cNvSpPr txBox="1">
            <a:spLocks noGrp="1"/>
          </p:cNvSpPr>
          <p:nvPr>
            <p:ph type="title"/>
          </p:nvPr>
        </p:nvSpPr>
        <p:spPr>
          <a:xfrm>
            <a:off x="274321" y="365760"/>
            <a:ext cx="5404103"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38" name="Google Shape;1038;p78"/>
          <p:cNvSpPr txBox="1">
            <a:spLocks noGrp="1"/>
          </p:cNvSpPr>
          <p:nvPr>
            <p:ph type="body" idx="1"/>
          </p:nvPr>
        </p:nvSpPr>
        <p:spPr>
          <a:xfrm>
            <a:off x="4673136" y="1854310"/>
            <a:ext cx="3429000" cy="1828800"/>
          </a:xfrm>
          <a:prstGeom prst="rect">
            <a:avLst/>
          </a:prstGeom>
          <a:solidFill>
            <a:schemeClr val="lt2"/>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dk1"/>
              </a:buClr>
              <a:buSzPts val="1200"/>
              <a:buNone/>
              <a:defRPr sz="1200">
                <a:solidFill>
                  <a:schemeClr val="dk1"/>
                </a:solidFill>
                <a:latin typeface="Arial"/>
                <a:ea typeface="Arial"/>
                <a:cs typeface="Arial"/>
                <a:sym typeface="Arial"/>
              </a:defRPr>
            </a:lvl1pPr>
            <a:lvl2pPr marL="914400" lvl="1" indent="-304800" algn="l">
              <a:lnSpc>
                <a:spcPct val="100000"/>
              </a:lnSpc>
              <a:spcBef>
                <a:spcPts val="900"/>
              </a:spcBef>
              <a:spcAft>
                <a:spcPts val="0"/>
              </a:spcAft>
              <a:buClr>
                <a:schemeClr val="dk1"/>
              </a:buClr>
              <a:buSzPts val="1200"/>
              <a:buFont typeface="Arial"/>
              <a:buChar char="•"/>
              <a:defRPr sz="1200">
                <a:solidFill>
                  <a:schemeClr val="dk1"/>
                </a:solidFill>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39" name="Google Shape;1039;p78"/>
          <p:cNvSpPr txBox="1">
            <a:spLocks noGrp="1"/>
          </p:cNvSpPr>
          <p:nvPr>
            <p:ph type="body" idx="2"/>
          </p:nvPr>
        </p:nvSpPr>
        <p:spPr>
          <a:xfrm>
            <a:off x="1032642" y="1854310"/>
            <a:ext cx="3429000" cy="1828800"/>
          </a:xfrm>
          <a:prstGeom prst="rect">
            <a:avLst/>
          </a:prstGeom>
          <a:solidFill>
            <a:schemeClr val="lt2"/>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dk1"/>
              </a:buClr>
              <a:buSzPts val="1200"/>
              <a:buNone/>
              <a:defRPr sz="1200">
                <a:solidFill>
                  <a:schemeClr val="dk1"/>
                </a:solidFill>
                <a:latin typeface="Arial"/>
                <a:ea typeface="Arial"/>
                <a:cs typeface="Arial"/>
                <a:sym typeface="Arial"/>
              </a:defRPr>
            </a:lvl1pPr>
            <a:lvl2pPr marL="914400" lvl="1" indent="-304800" algn="l">
              <a:lnSpc>
                <a:spcPct val="100000"/>
              </a:lnSpc>
              <a:spcBef>
                <a:spcPts val="900"/>
              </a:spcBef>
              <a:spcAft>
                <a:spcPts val="0"/>
              </a:spcAft>
              <a:buClr>
                <a:schemeClr val="dk1"/>
              </a:buClr>
              <a:buSzPts val="1200"/>
              <a:buFont typeface="Arial"/>
              <a:buChar char="•"/>
              <a:defRPr sz="1200">
                <a:solidFill>
                  <a:schemeClr val="dk1"/>
                </a:solidFill>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40" name="Google Shape;1040;p78"/>
          <p:cNvSpPr txBox="1">
            <a:spLocks noGrp="1"/>
          </p:cNvSpPr>
          <p:nvPr>
            <p:ph type="body" idx="3"/>
          </p:nvPr>
        </p:nvSpPr>
        <p:spPr>
          <a:xfrm>
            <a:off x="1032642" y="4343400"/>
            <a:ext cx="3429000" cy="1828800"/>
          </a:xfrm>
          <a:prstGeom prst="rect">
            <a:avLst/>
          </a:prstGeom>
          <a:solidFill>
            <a:schemeClr val="lt2"/>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dk1"/>
              </a:buClr>
              <a:buSzPts val="1200"/>
              <a:buNone/>
              <a:defRPr sz="1200">
                <a:solidFill>
                  <a:schemeClr val="dk1"/>
                </a:solidFill>
                <a:latin typeface="Arial"/>
                <a:ea typeface="Arial"/>
                <a:cs typeface="Arial"/>
                <a:sym typeface="Arial"/>
              </a:defRPr>
            </a:lvl1pPr>
            <a:lvl2pPr marL="914400" lvl="1" indent="-304800" algn="l">
              <a:lnSpc>
                <a:spcPct val="100000"/>
              </a:lnSpc>
              <a:spcBef>
                <a:spcPts val="900"/>
              </a:spcBef>
              <a:spcAft>
                <a:spcPts val="0"/>
              </a:spcAft>
              <a:buClr>
                <a:schemeClr val="dk1"/>
              </a:buClr>
              <a:buSzPts val="1200"/>
              <a:buFont typeface="Arial"/>
              <a:buChar char="•"/>
              <a:defRPr sz="1200">
                <a:solidFill>
                  <a:schemeClr val="dk1"/>
                </a:solidFill>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41" name="Google Shape;1041;p78"/>
          <p:cNvSpPr txBox="1">
            <a:spLocks noGrp="1"/>
          </p:cNvSpPr>
          <p:nvPr>
            <p:ph type="body" idx="4"/>
          </p:nvPr>
        </p:nvSpPr>
        <p:spPr>
          <a:xfrm>
            <a:off x="4673136" y="4343400"/>
            <a:ext cx="3429000" cy="1828800"/>
          </a:xfrm>
          <a:prstGeom prst="rect">
            <a:avLst/>
          </a:prstGeom>
          <a:solidFill>
            <a:schemeClr val="lt2"/>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dk1"/>
              </a:buClr>
              <a:buSzPts val="1200"/>
              <a:buNone/>
              <a:defRPr sz="1200">
                <a:solidFill>
                  <a:schemeClr val="dk1"/>
                </a:solidFill>
                <a:latin typeface="Arial"/>
                <a:ea typeface="Arial"/>
                <a:cs typeface="Arial"/>
                <a:sym typeface="Arial"/>
              </a:defRPr>
            </a:lvl1pPr>
            <a:lvl2pPr marL="914400" lvl="1" indent="-304800" algn="l">
              <a:lnSpc>
                <a:spcPct val="100000"/>
              </a:lnSpc>
              <a:spcBef>
                <a:spcPts val="900"/>
              </a:spcBef>
              <a:spcAft>
                <a:spcPts val="0"/>
              </a:spcAft>
              <a:buClr>
                <a:schemeClr val="dk1"/>
              </a:buClr>
              <a:buSzPts val="1200"/>
              <a:buFont typeface="Arial"/>
              <a:buChar char="•"/>
              <a:defRPr sz="1200">
                <a:solidFill>
                  <a:schemeClr val="dk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42" name="Google Shape;1042;p78"/>
          <p:cNvSpPr/>
          <p:nvPr/>
        </p:nvSpPr>
        <p:spPr>
          <a:xfrm>
            <a:off x="1032642" y="1497496"/>
            <a:ext cx="3429000" cy="356814"/>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043" name="Google Shape;1043;p78"/>
          <p:cNvSpPr/>
          <p:nvPr/>
        </p:nvSpPr>
        <p:spPr>
          <a:xfrm>
            <a:off x="1032642" y="3975653"/>
            <a:ext cx="3429000" cy="356814"/>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044" name="Google Shape;1044;p78"/>
          <p:cNvSpPr/>
          <p:nvPr/>
        </p:nvSpPr>
        <p:spPr>
          <a:xfrm>
            <a:off x="4660425" y="1497496"/>
            <a:ext cx="3429000" cy="356814"/>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045" name="Google Shape;1045;p78"/>
          <p:cNvSpPr/>
          <p:nvPr/>
        </p:nvSpPr>
        <p:spPr>
          <a:xfrm>
            <a:off x="4660425" y="3975653"/>
            <a:ext cx="3429000" cy="356814"/>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046" name="Google Shape;1046;p78"/>
          <p:cNvSpPr txBox="1">
            <a:spLocks noGrp="1"/>
          </p:cNvSpPr>
          <p:nvPr>
            <p:ph type="body" idx="5"/>
          </p:nvPr>
        </p:nvSpPr>
        <p:spPr>
          <a:xfrm>
            <a:off x="1032643" y="1497014"/>
            <a:ext cx="3429000" cy="357187"/>
          </a:xfrm>
          <a:prstGeom prst="rect">
            <a:avLst/>
          </a:prstGeom>
          <a:noFill/>
          <a:ln>
            <a:noFill/>
          </a:ln>
        </p:spPr>
        <p:txBody>
          <a:bodyPr spcFirstLastPara="1" wrap="square" lIns="0" tIns="0" rIns="0" bIns="0" anchor="ctr" anchorCtr="0">
            <a:normAutofit/>
          </a:bodyPr>
          <a:lstStyle>
            <a:lvl1pPr marL="457200" lvl="0" indent="-228600" algn="ctr">
              <a:lnSpc>
                <a:spcPct val="100000"/>
              </a:lnSpc>
              <a:spcBef>
                <a:spcPts val="900"/>
              </a:spcBef>
              <a:spcAft>
                <a:spcPts val="0"/>
              </a:spcAft>
              <a:buClr>
                <a:schemeClr val="lt1"/>
              </a:buClr>
              <a:buSzPts val="1200"/>
              <a:buNone/>
              <a:defRPr sz="1200" b="1">
                <a:solidFill>
                  <a:schemeClr val="lt1"/>
                </a:solidFill>
                <a:latin typeface="Arial"/>
                <a:ea typeface="Arial"/>
                <a:cs typeface="Arial"/>
                <a:sym typeface="Arial"/>
              </a:defRPr>
            </a:lvl1pPr>
            <a:lvl2pPr marL="914400" lvl="1" indent="-342900" algn="l">
              <a:lnSpc>
                <a:spcPct val="100000"/>
              </a:lnSpc>
              <a:spcBef>
                <a:spcPts val="225"/>
              </a:spcBef>
              <a:spcAft>
                <a:spcPts val="0"/>
              </a:spcAft>
              <a:buClr>
                <a:schemeClr val="dk1"/>
              </a:buClr>
              <a:buSzPts val="1800"/>
              <a:buChar char="–"/>
              <a:defRPr/>
            </a:lvl2pPr>
            <a:lvl3pPr marL="1371600" lvl="2" indent="-342900" algn="l">
              <a:lnSpc>
                <a:spcPct val="100000"/>
              </a:lnSpc>
              <a:spcBef>
                <a:spcPts val="225"/>
              </a:spcBef>
              <a:spcAft>
                <a:spcPts val="0"/>
              </a:spcAft>
              <a:buClr>
                <a:schemeClr val="dk1"/>
              </a:buClr>
              <a:buSzPts val="1800"/>
              <a:buChar char="–"/>
              <a:defRPr/>
            </a:lvl3pPr>
            <a:lvl4pPr marL="1828800" lvl="3" indent="-342900" algn="l">
              <a:lnSpc>
                <a:spcPct val="100000"/>
              </a:lnSpc>
              <a:spcBef>
                <a:spcPts val="225"/>
              </a:spcBef>
              <a:spcAft>
                <a:spcPts val="0"/>
              </a:spcAft>
              <a:buClr>
                <a:schemeClr val="dk1"/>
              </a:buClr>
              <a:buSzPts val="1800"/>
              <a:buChar char="–"/>
              <a:defRPr/>
            </a:lvl4pPr>
            <a:lvl5pPr marL="2286000" lvl="4" indent="-342900" algn="l">
              <a:lnSpc>
                <a:spcPct val="100000"/>
              </a:lnSpc>
              <a:spcBef>
                <a:spcPts val="225"/>
              </a:spcBef>
              <a:spcAft>
                <a:spcPts val="0"/>
              </a:spcAft>
              <a:buClr>
                <a:schemeClr val="dk1"/>
              </a:buClr>
              <a:buSzPts val="1800"/>
              <a:buChar char="–"/>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047" name="Google Shape;1047;p78"/>
          <p:cNvSpPr txBox="1">
            <a:spLocks noGrp="1"/>
          </p:cNvSpPr>
          <p:nvPr>
            <p:ph type="body" idx="6"/>
          </p:nvPr>
        </p:nvSpPr>
        <p:spPr>
          <a:xfrm>
            <a:off x="4660425" y="1497014"/>
            <a:ext cx="3429000" cy="357187"/>
          </a:xfrm>
          <a:prstGeom prst="rect">
            <a:avLst/>
          </a:prstGeom>
          <a:noFill/>
          <a:ln>
            <a:noFill/>
          </a:ln>
        </p:spPr>
        <p:txBody>
          <a:bodyPr spcFirstLastPara="1" wrap="square" lIns="0" tIns="0" rIns="0" bIns="0" anchor="ctr" anchorCtr="0">
            <a:normAutofit/>
          </a:bodyPr>
          <a:lstStyle>
            <a:lvl1pPr marL="457200" lvl="0" indent="-228600" algn="ctr">
              <a:lnSpc>
                <a:spcPct val="100000"/>
              </a:lnSpc>
              <a:spcBef>
                <a:spcPts val="900"/>
              </a:spcBef>
              <a:spcAft>
                <a:spcPts val="0"/>
              </a:spcAft>
              <a:buClr>
                <a:schemeClr val="lt1"/>
              </a:buClr>
              <a:buSzPts val="1200"/>
              <a:buNone/>
              <a:defRPr sz="1200" b="1">
                <a:solidFill>
                  <a:schemeClr val="lt1"/>
                </a:solidFill>
                <a:latin typeface="Arial"/>
                <a:ea typeface="Arial"/>
                <a:cs typeface="Arial"/>
                <a:sym typeface="Arial"/>
              </a:defRPr>
            </a:lvl1pPr>
            <a:lvl2pPr marL="914400" lvl="1" indent="-342900" algn="l">
              <a:lnSpc>
                <a:spcPct val="100000"/>
              </a:lnSpc>
              <a:spcBef>
                <a:spcPts val="225"/>
              </a:spcBef>
              <a:spcAft>
                <a:spcPts val="0"/>
              </a:spcAft>
              <a:buClr>
                <a:schemeClr val="dk1"/>
              </a:buClr>
              <a:buSzPts val="1800"/>
              <a:buChar char="–"/>
              <a:defRPr/>
            </a:lvl2pPr>
            <a:lvl3pPr marL="1371600" lvl="2" indent="-342900" algn="l">
              <a:lnSpc>
                <a:spcPct val="100000"/>
              </a:lnSpc>
              <a:spcBef>
                <a:spcPts val="225"/>
              </a:spcBef>
              <a:spcAft>
                <a:spcPts val="0"/>
              </a:spcAft>
              <a:buClr>
                <a:schemeClr val="dk1"/>
              </a:buClr>
              <a:buSzPts val="1800"/>
              <a:buChar char="–"/>
              <a:defRPr/>
            </a:lvl3pPr>
            <a:lvl4pPr marL="1828800" lvl="3" indent="-342900" algn="l">
              <a:lnSpc>
                <a:spcPct val="100000"/>
              </a:lnSpc>
              <a:spcBef>
                <a:spcPts val="225"/>
              </a:spcBef>
              <a:spcAft>
                <a:spcPts val="0"/>
              </a:spcAft>
              <a:buClr>
                <a:schemeClr val="dk1"/>
              </a:buClr>
              <a:buSzPts val="1800"/>
              <a:buChar char="–"/>
              <a:defRPr/>
            </a:lvl4pPr>
            <a:lvl5pPr marL="2286000" lvl="4" indent="-342900" algn="l">
              <a:lnSpc>
                <a:spcPct val="100000"/>
              </a:lnSpc>
              <a:spcBef>
                <a:spcPts val="225"/>
              </a:spcBef>
              <a:spcAft>
                <a:spcPts val="0"/>
              </a:spcAft>
              <a:buClr>
                <a:schemeClr val="dk1"/>
              </a:buClr>
              <a:buSzPts val="1800"/>
              <a:buChar char="–"/>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048" name="Google Shape;1048;p78"/>
          <p:cNvSpPr txBox="1">
            <a:spLocks noGrp="1"/>
          </p:cNvSpPr>
          <p:nvPr>
            <p:ph type="body" idx="7"/>
          </p:nvPr>
        </p:nvSpPr>
        <p:spPr>
          <a:xfrm>
            <a:off x="4660425" y="3975171"/>
            <a:ext cx="3429000" cy="357187"/>
          </a:xfrm>
          <a:prstGeom prst="rect">
            <a:avLst/>
          </a:prstGeom>
          <a:noFill/>
          <a:ln>
            <a:noFill/>
          </a:ln>
        </p:spPr>
        <p:txBody>
          <a:bodyPr spcFirstLastPara="1" wrap="square" lIns="0" tIns="0" rIns="0" bIns="0" anchor="ctr" anchorCtr="0">
            <a:normAutofit/>
          </a:bodyPr>
          <a:lstStyle>
            <a:lvl1pPr marL="457200" lvl="0" indent="-228600" algn="ctr">
              <a:lnSpc>
                <a:spcPct val="100000"/>
              </a:lnSpc>
              <a:spcBef>
                <a:spcPts val="900"/>
              </a:spcBef>
              <a:spcAft>
                <a:spcPts val="0"/>
              </a:spcAft>
              <a:buClr>
                <a:schemeClr val="lt1"/>
              </a:buClr>
              <a:buSzPts val="1200"/>
              <a:buNone/>
              <a:defRPr sz="1200" b="1">
                <a:solidFill>
                  <a:schemeClr val="lt1"/>
                </a:solidFill>
                <a:latin typeface="Arial"/>
                <a:ea typeface="Arial"/>
                <a:cs typeface="Arial"/>
                <a:sym typeface="Arial"/>
              </a:defRPr>
            </a:lvl1pPr>
            <a:lvl2pPr marL="914400" lvl="1" indent="-342900" algn="l">
              <a:lnSpc>
                <a:spcPct val="100000"/>
              </a:lnSpc>
              <a:spcBef>
                <a:spcPts val="225"/>
              </a:spcBef>
              <a:spcAft>
                <a:spcPts val="0"/>
              </a:spcAft>
              <a:buClr>
                <a:schemeClr val="dk1"/>
              </a:buClr>
              <a:buSzPts val="1800"/>
              <a:buChar char="–"/>
              <a:defRPr/>
            </a:lvl2pPr>
            <a:lvl3pPr marL="1371600" lvl="2" indent="-342900" algn="l">
              <a:lnSpc>
                <a:spcPct val="100000"/>
              </a:lnSpc>
              <a:spcBef>
                <a:spcPts val="225"/>
              </a:spcBef>
              <a:spcAft>
                <a:spcPts val="0"/>
              </a:spcAft>
              <a:buClr>
                <a:schemeClr val="dk1"/>
              </a:buClr>
              <a:buSzPts val="1800"/>
              <a:buChar char="–"/>
              <a:defRPr/>
            </a:lvl3pPr>
            <a:lvl4pPr marL="1828800" lvl="3" indent="-342900" algn="l">
              <a:lnSpc>
                <a:spcPct val="100000"/>
              </a:lnSpc>
              <a:spcBef>
                <a:spcPts val="225"/>
              </a:spcBef>
              <a:spcAft>
                <a:spcPts val="0"/>
              </a:spcAft>
              <a:buClr>
                <a:schemeClr val="dk1"/>
              </a:buClr>
              <a:buSzPts val="1800"/>
              <a:buChar char="–"/>
              <a:defRPr/>
            </a:lvl4pPr>
            <a:lvl5pPr marL="2286000" lvl="4" indent="-342900" algn="l">
              <a:lnSpc>
                <a:spcPct val="100000"/>
              </a:lnSpc>
              <a:spcBef>
                <a:spcPts val="225"/>
              </a:spcBef>
              <a:spcAft>
                <a:spcPts val="0"/>
              </a:spcAft>
              <a:buClr>
                <a:schemeClr val="dk1"/>
              </a:buClr>
              <a:buSzPts val="1800"/>
              <a:buChar char="–"/>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049" name="Google Shape;1049;p78"/>
          <p:cNvSpPr txBox="1">
            <a:spLocks noGrp="1"/>
          </p:cNvSpPr>
          <p:nvPr>
            <p:ph type="body" idx="8"/>
          </p:nvPr>
        </p:nvSpPr>
        <p:spPr>
          <a:xfrm>
            <a:off x="1032643" y="3975171"/>
            <a:ext cx="3429000" cy="357187"/>
          </a:xfrm>
          <a:prstGeom prst="rect">
            <a:avLst/>
          </a:prstGeom>
          <a:noFill/>
          <a:ln>
            <a:noFill/>
          </a:ln>
        </p:spPr>
        <p:txBody>
          <a:bodyPr spcFirstLastPara="1" wrap="square" lIns="0" tIns="0" rIns="0" bIns="0" anchor="ctr" anchorCtr="0">
            <a:normAutofit/>
          </a:bodyPr>
          <a:lstStyle>
            <a:lvl1pPr marL="457200" lvl="0" indent="-228600" algn="ctr">
              <a:lnSpc>
                <a:spcPct val="100000"/>
              </a:lnSpc>
              <a:spcBef>
                <a:spcPts val="900"/>
              </a:spcBef>
              <a:spcAft>
                <a:spcPts val="0"/>
              </a:spcAft>
              <a:buClr>
                <a:schemeClr val="lt1"/>
              </a:buClr>
              <a:buSzPts val="1200"/>
              <a:buNone/>
              <a:defRPr sz="1200" b="1">
                <a:solidFill>
                  <a:schemeClr val="lt1"/>
                </a:solidFill>
                <a:latin typeface="Arial"/>
                <a:ea typeface="Arial"/>
                <a:cs typeface="Arial"/>
                <a:sym typeface="Arial"/>
              </a:defRPr>
            </a:lvl1pPr>
            <a:lvl2pPr marL="914400" lvl="1" indent="-342900" algn="l">
              <a:lnSpc>
                <a:spcPct val="100000"/>
              </a:lnSpc>
              <a:spcBef>
                <a:spcPts val="225"/>
              </a:spcBef>
              <a:spcAft>
                <a:spcPts val="0"/>
              </a:spcAft>
              <a:buClr>
                <a:schemeClr val="dk1"/>
              </a:buClr>
              <a:buSzPts val="1800"/>
              <a:buChar char="–"/>
              <a:defRPr/>
            </a:lvl2pPr>
            <a:lvl3pPr marL="1371600" lvl="2" indent="-342900" algn="l">
              <a:lnSpc>
                <a:spcPct val="100000"/>
              </a:lnSpc>
              <a:spcBef>
                <a:spcPts val="225"/>
              </a:spcBef>
              <a:spcAft>
                <a:spcPts val="0"/>
              </a:spcAft>
              <a:buClr>
                <a:schemeClr val="dk1"/>
              </a:buClr>
              <a:buSzPts val="1800"/>
              <a:buChar char="–"/>
              <a:defRPr/>
            </a:lvl3pPr>
            <a:lvl4pPr marL="1828800" lvl="3" indent="-342900" algn="l">
              <a:lnSpc>
                <a:spcPct val="100000"/>
              </a:lnSpc>
              <a:spcBef>
                <a:spcPts val="225"/>
              </a:spcBef>
              <a:spcAft>
                <a:spcPts val="0"/>
              </a:spcAft>
              <a:buClr>
                <a:schemeClr val="dk1"/>
              </a:buClr>
              <a:buSzPts val="1800"/>
              <a:buChar char="–"/>
              <a:defRPr/>
            </a:lvl4pPr>
            <a:lvl5pPr marL="2286000" lvl="4" indent="-342900" algn="l">
              <a:lnSpc>
                <a:spcPct val="100000"/>
              </a:lnSpc>
              <a:spcBef>
                <a:spcPts val="225"/>
              </a:spcBef>
              <a:spcAft>
                <a:spcPts val="0"/>
              </a:spcAft>
              <a:buClr>
                <a:schemeClr val="dk1"/>
              </a:buClr>
              <a:buSzPts val="1800"/>
              <a:buChar char="–"/>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Text Cluster 04">
  <p:cSld name="Text Cluster 04">
    <p:spTree>
      <p:nvGrpSpPr>
        <p:cNvPr id="1" name="Shape 1050"/>
        <p:cNvGrpSpPr/>
        <p:nvPr/>
      </p:nvGrpSpPr>
      <p:grpSpPr>
        <a:xfrm>
          <a:off x="0" y="0"/>
          <a:ext cx="0" cy="0"/>
          <a:chOff x="0" y="0"/>
          <a:chExt cx="0" cy="0"/>
        </a:xfrm>
      </p:grpSpPr>
      <p:sp>
        <p:nvSpPr>
          <p:cNvPr id="1051" name="Google Shape;1051;p79"/>
          <p:cNvSpPr txBox="1">
            <a:spLocks noGrp="1"/>
          </p:cNvSpPr>
          <p:nvPr>
            <p:ph type="title"/>
          </p:nvPr>
        </p:nvSpPr>
        <p:spPr>
          <a:xfrm>
            <a:off x="274321" y="365760"/>
            <a:ext cx="5404103"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52" name="Google Shape;1052;p79"/>
          <p:cNvSpPr txBox="1">
            <a:spLocks noGrp="1"/>
          </p:cNvSpPr>
          <p:nvPr>
            <p:ph type="body" idx="1"/>
          </p:nvPr>
        </p:nvSpPr>
        <p:spPr>
          <a:xfrm>
            <a:off x="5781294" y="365126"/>
            <a:ext cx="1748790" cy="2332355"/>
          </a:xfrm>
          <a:prstGeom prst="rect">
            <a:avLst/>
          </a:prstGeom>
          <a:solidFill>
            <a:srgbClr val="881E87"/>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53" name="Google Shape;1053;p79"/>
          <p:cNvSpPr txBox="1">
            <a:spLocks noGrp="1"/>
          </p:cNvSpPr>
          <p:nvPr>
            <p:ph type="body" idx="2"/>
          </p:nvPr>
        </p:nvSpPr>
        <p:spPr>
          <a:xfrm>
            <a:off x="1714501" y="1828802"/>
            <a:ext cx="3963923" cy="1874519"/>
          </a:xfrm>
          <a:prstGeom prst="rect">
            <a:avLst/>
          </a:prstGeom>
          <a:solidFill>
            <a:srgbClr val="0097AC"/>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54" name="Google Shape;1054;p79"/>
          <p:cNvSpPr txBox="1">
            <a:spLocks noGrp="1"/>
          </p:cNvSpPr>
          <p:nvPr>
            <p:ph type="body" idx="3"/>
          </p:nvPr>
        </p:nvSpPr>
        <p:spPr>
          <a:xfrm>
            <a:off x="5781294" y="2834640"/>
            <a:ext cx="3086100" cy="3246120"/>
          </a:xfrm>
          <a:prstGeom prst="rect">
            <a:avLst/>
          </a:prstGeom>
          <a:solidFill>
            <a:srgbClr val="006E74"/>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55" name="Google Shape;1055;p79"/>
          <p:cNvSpPr txBox="1">
            <a:spLocks noGrp="1"/>
          </p:cNvSpPr>
          <p:nvPr>
            <p:ph type="body" idx="4"/>
          </p:nvPr>
        </p:nvSpPr>
        <p:spPr>
          <a:xfrm>
            <a:off x="3463290" y="3840480"/>
            <a:ext cx="2215135" cy="2240280"/>
          </a:xfrm>
          <a:prstGeom prst="rect">
            <a:avLst/>
          </a:prstGeom>
          <a:solidFill>
            <a:srgbClr val="003C5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Case Study">
  <p:cSld name="Case Study">
    <p:spTree>
      <p:nvGrpSpPr>
        <p:cNvPr id="1" name="Shape 1056"/>
        <p:cNvGrpSpPr/>
        <p:nvPr/>
      </p:nvGrpSpPr>
      <p:grpSpPr>
        <a:xfrm>
          <a:off x="0" y="0"/>
          <a:ext cx="0" cy="0"/>
          <a:chOff x="0" y="0"/>
          <a:chExt cx="0" cy="0"/>
        </a:xfrm>
      </p:grpSpPr>
      <p:sp>
        <p:nvSpPr>
          <p:cNvPr id="1057" name="Google Shape;1057;p80"/>
          <p:cNvSpPr txBox="1">
            <a:spLocks noGrp="1"/>
          </p:cNvSpPr>
          <p:nvPr>
            <p:ph type="title"/>
          </p:nvPr>
        </p:nvSpPr>
        <p:spPr>
          <a:xfrm>
            <a:off x="274321" y="365760"/>
            <a:ext cx="2863214" cy="112014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58" name="Google Shape;1058;p80"/>
          <p:cNvSpPr txBox="1">
            <a:spLocks noGrp="1"/>
          </p:cNvSpPr>
          <p:nvPr>
            <p:ph type="body" idx="1"/>
          </p:nvPr>
        </p:nvSpPr>
        <p:spPr>
          <a:xfrm>
            <a:off x="606934" y="3017521"/>
            <a:ext cx="2530601" cy="3063240"/>
          </a:xfrm>
          <a:prstGeom prst="rect">
            <a:avLst/>
          </a:prstGeom>
          <a:solidFill>
            <a:srgbClr val="0097AC"/>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59" name="Google Shape;1059;p80"/>
          <p:cNvSpPr txBox="1">
            <a:spLocks noGrp="1"/>
          </p:cNvSpPr>
          <p:nvPr>
            <p:ph type="body" idx="2"/>
          </p:nvPr>
        </p:nvSpPr>
        <p:spPr>
          <a:xfrm>
            <a:off x="3308985" y="4114800"/>
            <a:ext cx="5835015" cy="1965960"/>
          </a:xfrm>
          <a:prstGeom prst="rect">
            <a:avLst/>
          </a:prstGeom>
          <a:solidFill>
            <a:srgbClr val="003C5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60" name="Google Shape;1060;p80"/>
          <p:cNvSpPr txBox="1">
            <a:spLocks noGrp="1"/>
          </p:cNvSpPr>
          <p:nvPr>
            <p:ph type="body" idx="3"/>
          </p:nvPr>
        </p:nvSpPr>
        <p:spPr>
          <a:xfrm>
            <a:off x="3308985" y="1280161"/>
            <a:ext cx="1748790" cy="2629217"/>
          </a:xfrm>
          <a:prstGeom prst="rect">
            <a:avLst/>
          </a:prstGeom>
          <a:solidFill>
            <a:schemeClr val="dk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61" name="Google Shape;1061;p80"/>
          <p:cNvSpPr>
            <a:spLocks noGrp="1"/>
          </p:cNvSpPr>
          <p:nvPr>
            <p:ph type="pic" idx="4"/>
          </p:nvPr>
        </p:nvSpPr>
        <p:spPr>
          <a:xfrm>
            <a:off x="5057775" y="0"/>
            <a:ext cx="4086225" cy="411480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Text Cluster 01">
  <p:cSld name="1_Text Cluster 01">
    <p:spTree>
      <p:nvGrpSpPr>
        <p:cNvPr id="1" name="Shape 1062"/>
        <p:cNvGrpSpPr/>
        <p:nvPr/>
      </p:nvGrpSpPr>
      <p:grpSpPr>
        <a:xfrm>
          <a:off x="0" y="0"/>
          <a:ext cx="0" cy="0"/>
          <a:chOff x="0" y="0"/>
          <a:chExt cx="0" cy="0"/>
        </a:xfrm>
      </p:grpSpPr>
      <p:sp>
        <p:nvSpPr>
          <p:cNvPr id="1063" name="Google Shape;1063;p81"/>
          <p:cNvSpPr txBox="1">
            <a:spLocks noGrp="1"/>
          </p:cNvSpPr>
          <p:nvPr>
            <p:ph type="title"/>
          </p:nvPr>
        </p:nvSpPr>
        <p:spPr>
          <a:xfrm>
            <a:off x="274320" y="365760"/>
            <a:ext cx="638937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64" name="Google Shape;1064;p81"/>
          <p:cNvSpPr txBox="1">
            <a:spLocks noGrp="1"/>
          </p:cNvSpPr>
          <p:nvPr>
            <p:ph type="body" idx="1"/>
          </p:nvPr>
        </p:nvSpPr>
        <p:spPr>
          <a:xfrm>
            <a:off x="6771132" y="365760"/>
            <a:ext cx="2096262" cy="2788920"/>
          </a:xfrm>
          <a:prstGeom prst="rect">
            <a:avLst/>
          </a:prstGeom>
          <a:solidFill>
            <a:srgbClr val="003C5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65" name="Google Shape;1065;p81"/>
          <p:cNvSpPr txBox="1">
            <a:spLocks noGrp="1"/>
          </p:cNvSpPr>
          <p:nvPr>
            <p:ph type="body" idx="2"/>
          </p:nvPr>
        </p:nvSpPr>
        <p:spPr>
          <a:xfrm>
            <a:off x="4572000" y="1828800"/>
            <a:ext cx="2091690" cy="2788920"/>
          </a:xfrm>
          <a:prstGeom prst="rect">
            <a:avLst/>
          </a:prstGeom>
          <a:solidFill>
            <a:srgbClr val="881E87"/>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66" name="Google Shape;1066;p81"/>
          <p:cNvSpPr txBox="1">
            <a:spLocks noGrp="1"/>
          </p:cNvSpPr>
          <p:nvPr>
            <p:ph type="body" idx="3"/>
          </p:nvPr>
        </p:nvSpPr>
        <p:spPr>
          <a:xfrm>
            <a:off x="6771132" y="3289300"/>
            <a:ext cx="2096262" cy="2788920"/>
          </a:xfrm>
          <a:prstGeom prst="rect">
            <a:avLst/>
          </a:prstGeom>
          <a:solidFill>
            <a:srgbClr val="0097AC"/>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67" name="Google Shape;1067;p81"/>
          <p:cNvSpPr txBox="1">
            <a:spLocks noGrp="1"/>
          </p:cNvSpPr>
          <p:nvPr>
            <p:ph type="body" idx="4"/>
          </p:nvPr>
        </p:nvSpPr>
        <p:spPr>
          <a:xfrm>
            <a:off x="2379726" y="4069080"/>
            <a:ext cx="2091690" cy="2788920"/>
          </a:xfrm>
          <a:prstGeom prst="rect">
            <a:avLst/>
          </a:prstGeom>
          <a:solidFill>
            <a:srgbClr val="006E74"/>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1_Text Cluster 02">
  <p:cSld name="1_Text Cluster 02">
    <p:spTree>
      <p:nvGrpSpPr>
        <p:cNvPr id="1" name="Shape 1068"/>
        <p:cNvGrpSpPr/>
        <p:nvPr/>
      </p:nvGrpSpPr>
      <p:grpSpPr>
        <a:xfrm>
          <a:off x="0" y="0"/>
          <a:ext cx="0" cy="0"/>
          <a:chOff x="0" y="0"/>
          <a:chExt cx="0" cy="0"/>
        </a:xfrm>
      </p:grpSpPr>
      <p:sp>
        <p:nvSpPr>
          <p:cNvPr id="1069" name="Google Shape;1069;p82"/>
          <p:cNvSpPr txBox="1">
            <a:spLocks noGrp="1"/>
          </p:cNvSpPr>
          <p:nvPr>
            <p:ph type="title"/>
          </p:nvPr>
        </p:nvSpPr>
        <p:spPr>
          <a:xfrm>
            <a:off x="274321" y="365760"/>
            <a:ext cx="5404103"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70" name="Google Shape;1070;p82"/>
          <p:cNvSpPr txBox="1">
            <a:spLocks noGrp="1"/>
          </p:cNvSpPr>
          <p:nvPr>
            <p:ph type="body" idx="1"/>
          </p:nvPr>
        </p:nvSpPr>
        <p:spPr>
          <a:xfrm>
            <a:off x="5781294" y="365760"/>
            <a:ext cx="3086100" cy="4114800"/>
          </a:xfrm>
          <a:prstGeom prst="rect">
            <a:avLst/>
          </a:prstGeom>
          <a:solidFill>
            <a:srgbClr val="003C5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71" name="Google Shape;1071;p82"/>
          <p:cNvSpPr txBox="1">
            <a:spLocks noGrp="1"/>
          </p:cNvSpPr>
          <p:nvPr>
            <p:ph type="body" idx="2"/>
          </p:nvPr>
        </p:nvSpPr>
        <p:spPr>
          <a:xfrm>
            <a:off x="274319" y="1554480"/>
            <a:ext cx="3086100" cy="2194560"/>
          </a:xfrm>
          <a:prstGeom prst="rect">
            <a:avLst/>
          </a:prstGeom>
          <a:solidFill>
            <a:srgbClr val="881E87"/>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72" name="Google Shape;1072;p82"/>
          <p:cNvSpPr txBox="1">
            <a:spLocks noGrp="1"/>
          </p:cNvSpPr>
          <p:nvPr>
            <p:ph type="body" idx="3"/>
          </p:nvPr>
        </p:nvSpPr>
        <p:spPr>
          <a:xfrm>
            <a:off x="3463289" y="2103118"/>
            <a:ext cx="2215134" cy="3246120"/>
          </a:xfrm>
          <a:prstGeom prst="rect">
            <a:avLst/>
          </a:prstGeom>
          <a:solidFill>
            <a:srgbClr val="006E74"/>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73" name="Google Shape;1073;p82"/>
          <p:cNvSpPr txBox="1">
            <a:spLocks noGrp="1"/>
          </p:cNvSpPr>
          <p:nvPr>
            <p:ph type="body" idx="4"/>
          </p:nvPr>
        </p:nvSpPr>
        <p:spPr>
          <a:xfrm>
            <a:off x="5781294" y="4617720"/>
            <a:ext cx="2228850" cy="1463040"/>
          </a:xfrm>
          <a:prstGeom prst="rect">
            <a:avLst/>
          </a:prstGeom>
          <a:solidFill>
            <a:srgbClr val="0097AC"/>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1_Text Cluster 03">
  <p:cSld name="1_Text Cluster 03">
    <p:spTree>
      <p:nvGrpSpPr>
        <p:cNvPr id="1" name="Shape 1074"/>
        <p:cNvGrpSpPr/>
        <p:nvPr/>
      </p:nvGrpSpPr>
      <p:grpSpPr>
        <a:xfrm>
          <a:off x="0" y="0"/>
          <a:ext cx="0" cy="0"/>
          <a:chOff x="0" y="0"/>
          <a:chExt cx="0" cy="0"/>
        </a:xfrm>
      </p:grpSpPr>
      <p:sp>
        <p:nvSpPr>
          <p:cNvPr id="1075" name="Google Shape;1075;p83"/>
          <p:cNvSpPr txBox="1">
            <a:spLocks noGrp="1"/>
          </p:cNvSpPr>
          <p:nvPr>
            <p:ph type="title"/>
          </p:nvPr>
        </p:nvSpPr>
        <p:spPr>
          <a:xfrm>
            <a:off x="274321" y="365760"/>
            <a:ext cx="5404103"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76" name="Google Shape;1076;p83"/>
          <p:cNvSpPr txBox="1">
            <a:spLocks noGrp="1"/>
          </p:cNvSpPr>
          <p:nvPr>
            <p:ph type="body" idx="1"/>
          </p:nvPr>
        </p:nvSpPr>
        <p:spPr>
          <a:xfrm>
            <a:off x="5781294" y="365126"/>
            <a:ext cx="1748790" cy="2332355"/>
          </a:xfrm>
          <a:prstGeom prst="rect">
            <a:avLst/>
          </a:prstGeom>
          <a:solidFill>
            <a:srgbClr val="881E87"/>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77" name="Google Shape;1077;p83"/>
          <p:cNvSpPr txBox="1">
            <a:spLocks noGrp="1"/>
          </p:cNvSpPr>
          <p:nvPr>
            <p:ph type="body" idx="2"/>
          </p:nvPr>
        </p:nvSpPr>
        <p:spPr>
          <a:xfrm>
            <a:off x="1714501" y="1828802"/>
            <a:ext cx="3963923" cy="1874519"/>
          </a:xfrm>
          <a:prstGeom prst="rect">
            <a:avLst/>
          </a:prstGeom>
          <a:solidFill>
            <a:srgbClr val="0097AC"/>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78" name="Google Shape;1078;p83"/>
          <p:cNvSpPr txBox="1">
            <a:spLocks noGrp="1"/>
          </p:cNvSpPr>
          <p:nvPr>
            <p:ph type="body" idx="3"/>
          </p:nvPr>
        </p:nvSpPr>
        <p:spPr>
          <a:xfrm>
            <a:off x="5781294" y="2834640"/>
            <a:ext cx="3086100" cy="3246120"/>
          </a:xfrm>
          <a:prstGeom prst="rect">
            <a:avLst/>
          </a:prstGeom>
          <a:solidFill>
            <a:srgbClr val="006E74"/>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1079" name="Google Shape;1079;p83"/>
          <p:cNvSpPr txBox="1">
            <a:spLocks noGrp="1"/>
          </p:cNvSpPr>
          <p:nvPr>
            <p:ph type="body" idx="4"/>
          </p:nvPr>
        </p:nvSpPr>
        <p:spPr>
          <a:xfrm>
            <a:off x="3463290" y="3840480"/>
            <a:ext cx="2215135" cy="2240280"/>
          </a:xfrm>
          <a:prstGeom prst="rect">
            <a:avLst/>
          </a:prstGeom>
          <a:solidFill>
            <a:srgbClr val="003C5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hree Quarters Sand">
  <p:cSld name="Three Quarters Sand">
    <p:bg>
      <p:bgPr>
        <a:blipFill>
          <a:blip r:embed="rId2">
            <a:alphaModFix/>
          </a:blip>
          <a:stretch>
            <a:fillRect/>
          </a:stretch>
        </a:blipFill>
        <a:effectLst/>
      </p:bgPr>
    </p:bg>
    <p:spTree>
      <p:nvGrpSpPr>
        <p:cNvPr id="1" name="Shape 1080"/>
        <p:cNvGrpSpPr/>
        <p:nvPr/>
      </p:nvGrpSpPr>
      <p:grpSpPr>
        <a:xfrm>
          <a:off x="0" y="0"/>
          <a:ext cx="0" cy="0"/>
          <a:chOff x="0" y="0"/>
          <a:chExt cx="0" cy="0"/>
        </a:xfrm>
      </p:grpSpPr>
      <p:sp>
        <p:nvSpPr>
          <p:cNvPr id="1081" name="Google Shape;1081;p84"/>
          <p:cNvSpPr txBox="1">
            <a:spLocks noGrp="1"/>
          </p:cNvSpPr>
          <p:nvPr>
            <p:ph type="title"/>
          </p:nvPr>
        </p:nvSpPr>
        <p:spPr>
          <a:xfrm>
            <a:off x="274319" y="365760"/>
            <a:ext cx="6151626"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82" name="Google Shape;1082;p84"/>
          <p:cNvSpPr txBox="1">
            <a:spLocks noGrp="1"/>
          </p:cNvSpPr>
          <p:nvPr>
            <p:ph type="body" idx="1"/>
          </p:nvPr>
        </p:nvSpPr>
        <p:spPr>
          <a:xfrm>
            <a:off x="274320" y="1828800"/>
            <a:ext cx="6151626" cy="425196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sz="1350">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sz="1350">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sz="1350">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sz="1350">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sz="1350">
                <a:latin typeface="Arial"/>
                <a:ea typeface="Arial"/>
                <a:cs typeface="Arial"/>
                <a:sym typeface="Arial"/>
              </a:defRPr>
            </a:lvl5pPr>
            <a:lvl6pPr marL="2743200" lvl="5" indent="-314325" algn="l">
              <a:lnSpc>
                <a:spcPct val="100000"/>
              </a:lnSpc>
              <a:spcBef>
                <a:spcPts val="225"/>
              </a:spcBef>
              <a:spcAft>
                <a:spcPts val="0"/>
              </a:spcAft>
              <a:buClr>
                <a:schemeClr val="dk1"/>
              </a:buClr>
              <a:buSzPts val="1350"/>
              <a:buChar char="–"/>
              <a:defRPr sz="1350"/>
            </a:lvl6pPr>
            <a:lvl7pPr marL="3200400" lvl="6" indent="-314325" algn="l">
              <a:lnSpc>
                <a:spcPct val="100000"/>
              </a:lnSpc>
              <a:spcBef>
                <a:spcPts val="225"/>
              </a:spcBef>
              <a:spcAft>
                <a:spcPts val="0"/>
              </a:spcAft>
              <a:buClr>
                <a:schemeClr val="dk1"/>
              </a:buClr>
              <a:buSzPts val="1350"/>
              <a:buChar char="–"/>
              <a:defRPr sz="1350"/>
            </a:lvl7pPr>
            <a:lvl8pPr marL="3657600" lvl="7" indent="-314325" algn="l">
              <a:lnSpc>
                <a:spcPct val="100000"/>
              </a:lnSpc>
              <a:spcBef>
                <a:spcPts val="225"/>
              </a:spcBef>
              <a:spcAft>
                <a:spcPts val="0"/>
              </a:spcAft>
              <a:buClr>
                <a:schemeClr val="dk1"/>
              </a:buClr>
              <a:buSzPts val="1350"/>
              <a:buChar char="–"/>
              <a:defRPr sz="1350"/>
            </a:lvl8pPr>
            <a:lvl9pPr marL="4114800" lvl="8" indent="-314325" algn="l">
              <a:lnSpc>
                <a:spcPct val="100000"/>
              </a:lnSpc>
              <a:spcBef>
                <a:spcPts val="225"/>
              </a:spcBef>
              <a:spcAft>
                <a:spcPts val="0"/>
              </a:spcAft>
              <a:buClr>
                <a:schemeClr val="dk1"/>
              </a:buClr>
              <a:buSzPts val="1350"/>
              <a:buChar char="–"/>
              <a:defRPr sz="1350"/>
            </a:lvl9pPr>
          </a:lstStyle>
          <a:p>
            <a:endParaRPr/>
          </a:p>
        </p:txBody>
      </p:sp>
      <p:sp>
        <p:nvSpPr>
          <p:cNvPr id="1083" name="Google Shape;1083;p84"/>
          <p:cNvSpPr txBox="1">
            <a:spLocks noGrp="1"/>
          </p:cNvSpPr>
          <p:nvPr>
            <p:ph type="body" idx="2"/>
          </p:nvPr>
        </p:nvSpPr>
        <p:spPr>
          <a:xfrm>
            <a:off x="6891338" y="1828800"/>
            <a:ext cx="1975104" cy="425196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788">
          <p15:clr>
            <a:srgbClr val="FBAE40"/>
          </p15:clr>
        </p15:guide>
        <p15:guide id="2" orient="horz" pos="1152">
          <p15:clr>
            <a:srgbClr val="FBAE40"/>
          </p15:clr>
        </p15:guide>
        <p15:guide id="3" orient="horz" pos="3832">
          <p15:clr>
            <a:srgbClr val="FBAE40"/>
          </p15:clr>
        </p15:guide>
        <p15:guide id="4" orient="horz" pos="4148">
          <p15:clr>
            <a:srgbClr val="FBAE40"/>
          </p15:clr>
        </p15:guide>
        <p15:guide id="5" pos="5400">
          <p15:clr>
            <a:srgbClr val="FBAE4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Team">
  <p:cSld name="Team">
    <p:spTree>
      <p:nvGrpSpPr>
        <p:cNvPr id="1" name="Shape 1084"/>
        <p:cNvGrpSpPr/>
        <p:nvPr/>
      </p:nvGrpSpPr>
      <p:grpSpPr>
        <a:xfrm>
          <a:off x="0" y="0"/>
          <a:ext cx="0" cy="0"/>
          <a:chOff x="0" y="0"/>
          <a:chExt cx="0" cy="0"/>
        </a:xfrm>
      </p:grpSpPr>
      <p:sp>
        <p:nvSpPr>
          <p:cNvPr id="1085" name="Google Shape;1085;p85"/>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86" name="Google Shape;1086;p85"/>
          <p:cNvSpPr>
            <a:spLocks noGrp="1"/>
          </p:cNvSpPr>
          <p:nvPr>
            <p:ph type="pic" idx="2"/>
          </p:nvPr>
        </p:nvSpPr>
        <p:spPr>
          <a:xfrm>
            <a:off x="274319" y="1828800"/>
            <a:ext cx="2709387" cy="2286000"/>
          </a:xfrm>
          <a:prstGeom prst="rect">
            <a:avLst/>
          </a:prstGeom>
          <a:solidFill>
            <a:srgbClr val="D7E0E3"/>
          </a:solidFill>
          <a:ln>
            <a:noFill/>
          </a:ln>
        </p:spPr>
      </p:sp>
      <p:sp>
        <p:nvSpPr>
          <p:cNvPr id="1087" name="Google Shape;1087;p85"/>
          <p:cNvSpPr txBox="1">
            <a:spLocks noGrp="1"/>
          </p:cNvSpPr>
          <p:nvPr>
            <p:ph type="body" idx="1"/>
          </p:nvPr>
        </p:nvSpPr>
        <p:spPr>
          <a:xfrm>
            <a:off x="274320" y="4343400"/>
            <a:ext cx="2708910" cy="173736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None/>
              <a:defRPr sz="1050" b="1">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None/>
              <a:defRPr sz="1050">
                <a:latin typeface="Arial"/>
                <a:ea typeface="Arial"/>
                <a:cs typeface="Arial"/>
                <a:sym typeface="Arial"/>
              </a:defRPr>
            </a:lvl3pPr>
            <a:lvl4pPr marL="1828800" lvl="3" indent="-295275" algn="l">
              <a:lnSpc>
                <a:spcPct val="100000"/>
              </a:lnSpc>
              <a:spcBef>
                <a:spcPts val="450"/>
              </a:spcBef>
              <a:spcAft>
                <a:spcPts val="0"/>
              </a:spcAft>
              <a:buClr>
                <a:schemeClr val="dk1"/>
              </a:buClr>
              <a:buSzPts val="1050"/>
              <a:buFont typeface="Arial"/>
              <a:buChar char="•"/>
              <a:defRPr sz="105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Char char="–"/>
              <a:defRPr sz="1050">
                <a:latin typeface="Arial"/>
                <a:ea typeface="Arial"/>
                <a:cs typeface="Arial"/>
                <a:sym typeface="Arial"/>
              </a:defRPr>
            </a:lvl5pPr>
            <a:lvl6pPr marL="2743200" lvl="5" indent="-295275" algn="l">
              <a:lnSpc>
                <a:spcPct val="100000"/>
              </a:lnSpc>
              <a:spcBef>
                <a:spcPts val="225"/>
              </a:spcBef>
              <a:spcAft>
                <a:spcPts val="0"/>
              </a:spcAft>
              <a:buClr>
                <a:schemeClr val="dk1"/>
              </a:buClr>
              <a:buSzPts val="1050"/>
              <a:buChar char="–"/>
              <a:defRPr sz="1050"/>
            </a:lvl6pPr>
            <a:lvl7pPr marL="3200400" lvl="6" indent="-295275" algn="l">
              <a:lnSpc>
                <a:spcPct val="100000"/>
              </a:lnSpc>
              <a:spcBef>
                <a:spcPts val="225"/>
              </a:spcBef>
              <a:spcAft>
                <a:spcPts val="0"/>
              </a:spcAft>
              <a:buClr>
                <a:schemeClr val="dk1"/>
              </a:buClr>
              <a:buSzPts val="1050"/>
              <a:buChar char="–"/>
              <a:defRPr sz="1050"/>
            </a:lvl7pPr>
            <a:lvl8pPr marL="3657600" lvl="7" indent="-295275" algn="l">
              <a:lnSpc>
                <a:spcPct val="100000"/>
              </a:lnSpc>
              <a:spcBef>
                <a:spcPts val="225"/>
              </a:spcBef>
              <a:spcAft>
                <a:spcPts val="0"/>
              </a:spcAft>
              <a:buClr>
                <a:schemeClr val="dk1"/>
              </a:buClr>
              <a:buSzPts val="1050"/>
              <a:buChar char="–"/>
              <a:defRPr sz="1050"/>
            </a:lvl8pPr>
            <a:lvl9pPr marL="4114800" lvl="8" indent="-295275" algn="l">
              <a:lnSpc>
                <a:spcPct val="100000"/>
              </a:lnSpc>
              <a:spcBef>
                <a:spcPts val="225"/>
              </a:spcBef>
              <a:spcAft>
                <a:spcPts val="0"/>
              </a:spcAft>
              <a:buClr>
                <a:schemeClr val="dk1"/>
              </a:buClr>
              <a:buSzPts val="1050"/>
              <a:buChar char="–"/>
              <a:defRPr sz="1050"/>
            </a:lvl9pPr>
          </a:lstStyle>
          <a:p>
            <a:endParaRPr/>
          </a:p>
        </p:txBody>
      </p:sp>
      <p:sp>
        <p:nvSpPr>
          <p:cNvPr id="1088" name="Google Shape;1088;p85"/>
          <p:cNvSpPr>
            <a:spLocks noGrp="1"/>
          </p:cNvSpPr>
          <p:nvPr>
            <p:ph type="pic" idx="3"/>
          </p:nvPr>
        </p:nvSpPr>
        <p:spPr>
          <a:xfrm>
            <a:off x="3216402" y="1828800"/>
            <a:ext cx="2709387" cy="2286000"/>
          </a:xfrm>
          <a:prstGeom prst="rect">
            <a:avLst/>
          </a:prstGeom>
          <a:solidFill>
            <a:srgbClr val="D7E0E3"/>
          </a:solidFill>
          <a:ln>
            <a:noFill/>
          </a:ln>
        </p:spPr>
      </p:sp>
      <p:sp>
        <p:nvSpPr>
          <p:cNvPr id="1089" name="Google Shape;1089;p85"/>
          <p:cNvSpPr txBox="1">
            <a:spLocks noGrp="1"/>
          </p:cNvSpPr>
          <p:nvPr>
            <p:ph type="body" idx="4"/>
          </p:nvPr>
        </p:nvSpPr>
        <p:spPr>
          <a:xfrm>
            <a:off x="3216402" y="4343400"/>
            <a:ext cx="2708910" cy="173736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None/>
              <a:defRPr sz="1050" b="1">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None/>
              <a:defRPr sz="1050">
                <a:latin typeface="Arial"/>
                <a:ea typeface="Arial"/>
                <a:cs typeface="Arial"/>
                <a:sym typeface="Arial"/>
              </a:defRPr>
            </a:lvl3pPr>
            <a:lvl4pPr marL="1828800" lvl="3" indent="-295275" algn="l">
              <a:lnSpc>
                <a:spcPct val="100000"/>
              </a:lnSpc>
              <a:spcBef>
                <a:spcPts val="450"/>
              </a:spcBef>
              <a:spcAft>
                <a:spcPts val="0"/>
              </a:spcAft>
              <a:buClr>
                <a:schemeClr val="dk1"/>
              </a:buClr>
              <a:buSzPts val="1050"/>
              <a:buFont typeface="Arial"/>
              <a:buChar char="•"/>
              <a:defRPr sz="105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Char char="–"/>
              <a:defRPr sz="1050">
                <a:latin typeface="Arial"/>
                <a:ea typeface="Arial"/>
                <a:cs typeface="Arial"/>
                <a:sym typeface="Arial"/>
              </a:defRPr>
            </a:lvl5pPr>
            <a:lvl6pPr marL="2743200" lvl="5" indent="-295275" algn="l">
              <a:lnSpc>
                <a:spcPct val="100000"/>
              </a:lnSpc>
              <a:spcBef>
                <a:spcPts val="225"/>
              </a:spcBef>
              <a:spcAft>
                <a:spcPts val="0"/>
              </a:spcAft>
              <a:buClr>
                <a:schemeClr val="dk1"/>
              </a:buClr>
              <a:buSzPts val="1050"/>
              <a:buChar char="–"/>
              <a:defRPr sz="1050"/>
            </a:lvl6pPr>
            <a:lvl7pPr marL="3200400" lvl="6" indent="-295275" algn="l">
              <a:lnSpc>
                <a:spcPct val="100000"/>
              </a:lnSpc>
              <a:spcBef>
                <a:spcPts val="225"/>
              </a:spcBef>
              <a:spcAft>
                <a:spcPts val="0"/>
              </a:spcAft>
              <a:buClr>
                <a:schemeClr val="dk1"/>
              </a:buClr>
              <a:buSzPts val="1050"/>
              <a:buChar char="–"/>
              <a:defRPr sz="1050"/>
            </a:lvl7pPr>
            <a:lvl8pPr marL="3657600" lvl="7" indent="-295275" algn="l">
              <a:lnSpc>
                <a:spcPct val="100000"/>
              </a:lnSpc>
              <a:spcBef>
                <a:spcPts val="225"/>
              </a:spcBef>
              <a:spcAft>
                <a:spcPts val="0"/>
              </a:spcAft>
              <a:buClr>
                <a:schemeClr val="dk1"/>
              </a:buClr>
              <a:buSzPts val="1050"/>
              <a:buChar char="–"/>
              <a:defRPr sz="1050"/>
            </a:lvl8pPr>
            <a:lvl9pPr marL="4114800" lvl="8" indent="-295275" algn="l">
              <a:lnSpc>
                <a:spcPct val="100000"/>
              </a:lnSpc>
              <a:spcBef>
                <a:spcPts val="225"/>
              </a:spcBef>
              <a:spcAft>
                <a:spcPts val="0"/>
              </a:spcAft>
              <a:buClr>
                <a:schemeClr val="dk1"/>
              </a:buClr>
              <a:buSzPts val="1050"/>
              <a:buChar char="–"/>
              <a:defRPr sz="1050"/>
            </a:lvl9pPr>
          </a:lstStyle>
          <a:p>
            <a:endParaRPr/>
          </a:p>
        </p:txBody>
      </p:sp>
      <p:sp>
        <p:nvSpPr>
          <p:cNvPr id="1090" name="Google Shape;1090;p85"/>
          <p:cNvSpPr>
            <a:spLocks noGrp="1"/>
          </p:cNvSpPr>
          <p:nvPr>
            <p:ph type="pic" idx="5"/>
          </p:nvPr>
        </p:nvSpPr>
        <p:spPr>
          <a:xfrm>
            <a:off x="6158007" y="1828800"/>
            <a:ext cx="2709387" cy="2286000"/>
          </a:xfrm>
          <a:prstGeom prst="rect">
            <a:avLst/>
          </a:prstGeom>
          <a:solidFill>
            <a:srgbClr val="D7E0E3"/>
          </a:solidFill>
          <a:ln>
            <a:noFill/>
          </a:ln>
        </p:spPr>
      </p:sp>
      <p:sp>
        <p:nvSpPr>
          <p:cNvPr id="1091" name="Google Shape;1091;p85"/>
          <p:cNvSpPr txBox="1">
            <a:spLocks noGrp="1"/>
          </p:cNvSpPr>
          <p:nvPr>
            <p:ph type="body" idx="6"/>
          </p:nvPr>
        </p:nvSpPr>
        <p:spPr>
          <a:xfrm>
            <a:off x="6158484" y="4343400"/>
            <a:ext cx="2708910" cy="173736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None/>
              <a:defRPr sz="1050" b="1">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None/>
              <a:defRPr sz="1050">
                <a:latin typeface="Arial"/>
                <a:ea typeface="Arial"/>
                <a:cs typeface="Arial"/>
                <a:sym typeface="Arial"/>
              </a:defRPr>
            </a:lvl3pPr>
            <a:lvl4pPr marL="1828800" lvl="3" indent="-295275" algn="l">
              <a:lnSpc>
                <a:spcPct val="100000"/>
              </a:lnSpc>
              <a:spcBef>
                <a:spcPts val="450"/>
              </a:spcBef>
              <a:spcAft>
                <a:spcPts val="0"/>
              </a:spcAft>
              <a:buClr>
                <a:schemeClr val="dk1"/>
              </a:buClr>
              <a:buSzPts val="1050"/>
              <a:buFont typeface="Arial"/>
              <a:buChar char="•"/>
              <a:defRPr sz="105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Char char="–"/>
              <a:defRPr sz="1050">
                <a:latin typeface="Arial"/>
                <a:ea typeface="Arial"/>
                <a:cs typeface="Arial"/>
                <a:sym typeface="Arial"/>
              </a:defRPr>
            </a:lvl5pPr>
            <a:lvl6pPr marL="2743200" lvl="5" indent="-295275" algn="l">
              <a:lnSpc>
                <a:spcPct val="100000"/>
              </a:lnSpc>
              <a:spcBef>
                <a:spcPts val="225"/>
              </a:spcBef>
              <a:spcAft>
                <a:spcPts val="0"/>
              </a:spcAft>
              <a:buClr>
                <a:schemeClr val="dk1"/>
              </a:buClr>
              <a:buSzPts val="1050"/>
              <a:buChar char="–"/>
              <a:defRPr sz="1050"/>
            </a:lvl6pPr>
            <a:lvl7pPr marL="3200400" lvl="6" indent="-295275" algn="l">
              <a:lnSpc>
                <a:spcPct val="100000"/>
              </a:lnSpc>
              <a:spcBef>
                <a:spcPts val="225"/>
              </a:spcBef>
              <a:spcAft>
                <a:spcPts val="0"/>
              </a:spcAft>
              <a:buClr>
                <a:schemeClr val="dk1"/>
              </a:buClr>
              <a:buSzPts val="1050"/>
              <a:buChar char="–"/>
              <a:defRPr sz="1050"/>
            </a:lvl7pPr>
            <a:lvl8pPr marL="3657600" lvl="7" indent="-295275" algn="l">
              <a:lnSpc>
                <a:spcPct val="100000"/>
              </a:lnSpc>
              <a:spcBef>
                <a:spcPts val="225"/>
              </a:spcBef>
              <a:spcAft>
                <a:spcPts val="0"/>
              </a:spcAft>
              <a:buClr>
                <a:schemeClr val="dk1"/>
              </a:buClr>
              <a:buSzPts val="1050"/>
              <a:buChar char="–"/>
              <a:defRPr sz="1050"/>
            </a:lvl8pPr>
            <a:lvl9pPr marL="4114800" lvl="8" indent="-295275" algn="l">
              <a:lnSpc>
                <a:spcPct val="100000"/>
              </a:lnSpc>
              <a:spcBef>
                <a:spcPts val="225"/>
              </a:spcBef>
              <a:spcAft>
                <a:spcPts val="0"/>
              </a:spcAft>
              <a:buClr>
                <a:schemeClr val="dk1"/>
              </a:buClr>
              <a:buSzPts val="1050"/>
              <a:buChar char="–"/>
              <a:defRPr sz="105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guide id="8" orient="horz" pos="2736">
          <p15:clr>
            <a:srgbClr val="FBAE40"/>
          </p15:clr>
        </p15:guide>
        <p15:guide id="9" orient="horz" pos="2592">
          <p15:clr>
            <a:srgbClr val="FBAE4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1_Team">
  <p:cSld name="1_Team">
    <p:spTree>
      <p:nvGrpSpPr>
        <p:cNvPr id="1" name="Shape 1092"/>
        <p:cNvGrpSpPr/>
        <p:nvPr/>
      </p:nvGrpSpPr>
      <p:grpSpPr>
        <a:xfrm>
          <a:off x="0" y="0"/>
          <a:ext cx="0" cy="0"/>
          <a:chOff x="0" y="0"/>
          <a:chExt cx="0" cy="0"/>
        </a:xfrm>
      </p:grpSpPr>
      <p:sp>
        <p:nvSpPr>
          <p:cNvPr id="1093" name="Google Shape;1093;p86"/>
          <p:cNvSpPr/>
          <p:nvPr/>
        </p:nvSpPr>
        <p:spPr>
          <a:xfrm>
            <a:off x="5421232" y="1649651"/>
            <a:ext cx="3446162" cy="3877056"/>
          </a:xfrm>
          <a:prstGeom prst="rect">
            <a:avLst/>
          </a:prstGeom>
          <a:solidFill>
            <a:srgbClr val="ECECE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094" name="Google Shape;1094;p86"/>
          <p:cNvSpPr/>
          <p:nvPr/>
        </p:nvSpPr>
        <p:spPr>
          <a:xfrm>
            <a:off x="904691" y="1645921"/>
            <a:ext cx="3446162" cy="3880786"/>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095" name="Google Shape;1095;p86"/>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96" name="Google Shape;1096;p86"/>
          <p:cNvSpPr>
            <a:spLocks noGrp="1"/>
          </p:cNvSpPr>
          <p:nvPr>
            <p:ph type="pic" idx="2"/>
          </p:nvPr>
        </p:nvSpPr>
        <p:spPr>
          <a:xfrm>
            <a:off x="428625" y="2366010"/>
            <a:ext cx="1714500" cy="2286000"/>
          </a:xfrm>
          <a:prstGeom prst="rect">
            <a:avLst/>
          </a:prstGeom>
          <a:solidFill>
            <a:srgbClr val="D7E0E3"/>
          </a:solidFill>
          <a:ln>
            <a:noFill/>
          </a:ln>
        </p:spPr>
      </p:sp>
      <p:sp>
        <p:nvSpPr>
          <p:cNvPr id="1097" name="Google Shape;1097;p86"/>
          <p:cNvSpPr txBox="1">
            <a:spLocks noGrp="1"/>
          </p:cNvSpPr>
          <p:nvPr>
            <p:ph type="body" idx="1"/>
          </p:nvPr>
        </p:nvSpPr>
        <p:spPr>
          <a:xfrm>
            <a:off x="2329731" y="2640330"/>
            <a:ext cx="1834515" cy="173736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solidFill>
                  <a:schemeClr val="dk1"/>
                </a:solidFill>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None/>
              <a:defRPr sz="1050" b="0">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None/>
              <a:defRPr sz="1050"/>
            </a:lvl3pPr>
            <a:lvl4pPr marL="1828800" lvl="3" indent="-285750" algn="l">
              <a:lnSpc>
                <a:spcPct val="100000"/>
              </a:lnSpc>
              <a:spcBef>
                <a:spcPts val="450"/>
              </a:spcBef>
              <a:spcAft>
                <a:spcPts val="0"/>
              </a:spcAft>
              <a:buClr>
                <a:schemeClr val="dk1"/>
              </a:buClr>
              <a:buSzPts val="900"/>
              <a:buFont typeface="Noto Sans Symbols"/>
              <a:buChar char="▪"/>
              <a:defRPr sz="90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Font typeface="Noto Sans Symbols"/>
              <a:buChar char="▪"/>
              <a:defRPr sz="1050"/>
            </a:lvl5pPr>
            <a:lvl6pPr marL="2743200" lvl="5" indent="-295275" algn="l">
              <a:lnSpc>
                <a:spcPct val="100000"/>
              </a:lnSpc>
              <a:spcBef>
                <a:spcPts val="225"/>
              </a:spcBef>
              <a:spcAft>
                <a:spcPts val="0"/>
              </a:spcAft>
              <a:buClr>
                <a:schemeClr val="dk1"/>
              </a:buClr>
              <a:buSzPts val="1050"/>
              <a:buChar char="–"/>
              <a:defRPr sz="1050"/>
            </a:lvl6pPr>
            <a:lvl7pPr marL="3200400" lvl="6" indent="-295275" algn="l">
              <a:lnSpc>
                <a:spcPct val="100000"/>
              </a:lnSpc>
              <a:spcBef>
                <a:spcPts val="225"/>
              </a:spcBef>
              <a:spcAft>
                <a:spcPts val="0"/>
              </a:spcAft>
              <a:buClr>
                <a:schemeClr val="dk1"/>
              </a:buClr>
              <a:buSzPts val="1050"/>
              <a:buChar char="–"/>
              <a:defRPr sz="1050"/>
            </a:lvl7pPr>
            <a:lvl8pPr marL="3657600" lvl="7" indent="-295275" algn="l">
              <a:lnSpc>
                <a:spcPct val="100000"/>
              </a:lnSpc>
              <a:spcBef>
                <a:spcPts val="225"/>
              </a:spcBef>
              <a:spcAft>
                <a:spcPts val="0"/>
              </a:spcAft>
              <a:buClr>
                <a:schemeClr val="dk1"/>
              </a:buClr>
              <a:buSzPts val="1050"/>
              <a:buChar char="–"/>
              <a:defRPr sz="1050"/>
            </a:lvl8pPr>
            <a:lvl9pPr marL="4114800" lvl="8" indent="-295275" algn="l">
              <a:lnSpc>
                <a:spcPct val="100000"/>
              </a:lnSpc>
              <a:spcBef>
                <a:spcPts val="225"/>
              </a:spcBef>
              <a:spcAft>
                <a:spcPts val="0"/>
              </a:spcAft>
              <a:buClr>
                <a:schemeClr val="dk1"/>
              </a:buClr>
              <a:buSzPts val="1050"/>
              <a:buChar char="–"/>
              <a:defRPr sz="1050"/>
            </a:lvl9pPr>
          </a:lstStyle>
          <a:p>
            <a:endParaRPr/>
          </a:p>
        </p:txBody>
      </p:sp>
      <p:sp>
        <p:nvSpPr>
          <p:cNvPr id="1098" name="Google Shape;1098;p86"/>
          <p:cNvSpPr>
            <a:spLocks noGrp="1"/>
          </p:cNvSpPr>
          <p:nvPr>
            <p:ph type="pic" idx="3"/>
          </p:nvPr>
        </p:nvSpPr>
        <p:spPr>
          <a:xfrm>
            <a:off x="4926332" y="2286000"/>
            <a:ext cx="1714500" cy="2286000"/>
          </a:xfrm>
          <a:prstGeom prst="rect">
            <a:avLst/>
          </a:prstGeom>
          <a:solidFill>
            <a:srgbClr val="D7E0E3"/>
          </a:solidFill>
          <a:ln>
            <a:noFill/>
          </a:ln>
        </p:spPr>
      </p:sp>
      <p:sp>
        <p:nvSpPr>
          <p:cNvPr id="1099" name="Google Shape;1099;p86"/>
          <p:cNvSpPr txBox="1">
            <a:spLocks noGrp="1"/>
          </p:cNvSpPr>
          <p:nvPr>
            <p:ph type="body" idx="4"/>
          </p:nvPr>
        </p:nvSpPr>
        <p:spPr>
          <a:xfrm>
            <a:off x="6806565" y="2640330"/>
            <a:ext cx="1666494" cy="173736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1200"/>
              <a:buFont typeface="Arial"/>
              <a:buNone/>
              <a:defRPr sz="1200" b="1">
                <a:solidFill>
                  <a:schemeClr val="dk1"/>
                </a:solidFill>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None/>
              <a:defRPr sz="1050" b="0">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None/>
              <a:defRPr sz="1050"/>
            </a:lvl3pPr>
            <a:lvl4pPr marL="1828800" lvl="3" indent="-295275" algn="l">
              <a:lnSpc>
                <a:spcPct val="100000"/>
              </a:lnSpc>
              <a:spcBef>
                <a:spcPts val="450"/>
              </a:spcBef>
              <a:spcAft>
                <a:spcPts val="0"/>
              </a:spcAft>
              <a:buClr>
                <a:schemeClr val="dk1"/>
              </a:buClr>
              <a:buSzPts val="1050"/>
              <a:buFont typeface="Arial"/>
              <a:buChar char="•"/>
              <a:defRPr sz="105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Char char="–"/>
              <a:defRPr sz="1050"/>
            </a:lvl5pPr>
            <a:lvl6pPr marL="2743200" lvl="5" indent="-295275" algn="l">
              <a:lnSpc>
                <a:spcPct val="100000"/>
              </a:lnSpc>
              <a:spcBef>
                <a:spcPts val="225"/>
              </a:spcBef>
              <a:spcAft>
                <a:spcPts val="0"/>
              </a:spcAft>
              <a:buClr>
                <a:schemeClr val="dk1"/>
              </a:buClr>
              <a:buSzPts val="1050"/>
              <a:buChar char="–"/>
              <a:defRPr sz="1050"/>
            </a:lvl6pPr>
            <a:lvl7pPr marL="3200400" lvl="6" indent="-295275" algn="l">
              <a:lnSpc>
                <a:spcPct val="100000"/>
              </a:lnSpc>
              <a:spcBef>
                <a:spcPts val="225"/>
              </a:spcBef>
              <a:spcAft>
                <a:spcPts val="0"/>
              </a:spcAft>
              <a:buClr>
                <a:schemeClr val="dk1"/>
              </a:buClr>
              <a:buSzPts val="1050"/>
              <a:buChar char="–"/>
              <a:defRPr sz="1050"/>
            </a:lvl7pPr>
            <a:lvl8pPr marL="3657600" lvl="7" indent="-295275" algn="l">
              <a:lnSpc>
                <a:spcPct val="100000"/>
              </a:lnSpc>
              <a:spcBef>
                <a:spcPts val="225"/>
              </a:spcBef>
              <a:spcAft>
                <a:spcPts val="0"/>
              </a:spcAft>
              <a:buClr>
                <a:schemeClr val="dk1"/>
              </a:buClr>
              <a:buSzPts val="1050"/>
              <a:buChar char="–"/>
              <a:defRPr sz="1050"/>
            </a:lvl8pPr>
            <a:lvl9pPr marL="4114800" lvl="8" indent="-295275" algn="l">
              <a:lnSpc>
                <a:spcPct val="100000"/>
              </a:lnSpc>
              <a:spcBef>
                <a:spcPts val="225"/>
              </a:spcBef>
              <a:spcAft>
                <a:spcPts val="0"/>
              </a:spcAft>
              <a:buClr>
                <a:schemeClr val="dk1"/>
              </a:buClr>
              <a:buSzPts val="1050"/>
              <a:buChar char="–"/>
              <a:defRPr sz="105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guide id="8" orient="horz" pos="2736">
          <p15:clr>
            <a:srgbClr val="FBAE40"/>
          </p15:clr>
        </p15:guide>
        <p15:guide id="9" orient="horz" pos="2592">
          <p15:clr>
            <a:srgbClr val="FBAE4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Biography">
  <p:cSld name="Biography">
    <p:bg>
      <p:bgPr>
        <a:blipFill>
          <a:blip r:embed="rId2">
            <a:alphaModFix/>
          </a:blip>
          <a:stretch>
            <a:fillRect/>
          </a:stretch>
        </a:blipFill>
        <a:effectLst/>
      </p:bgPr>
    </p:bg>
    <p:spTree>
      <p:nvGrpSpPr>
        <p:cNvPr id="1" name="Shape 1100"/>
        <p:cNvGrpSpPr/>
        <p:nvPr/>
      </p:nvGrpSpPr>
      <p:grpSpPr>
        <a:xfrm>
          <a:off x="0" y="0"/>
          <a:ext cx="0" cy="0"/>
          <a:chOff x="0" y="0"/>
          <a:chExt cx="0" cy="0"/>
        </a:xfrm>
      </p:grpSpPr>
      <p:sp>
        <p:nvSpPr>
          <p:cNvPr id="1101" name="Google Shape;1101;p87"/>
          <p:cNvSpPr txBox="1">
            <a:spLocks noGrp="1"/>
          </p:cNvSpPr>
          <p:nvPr>
            <p:ph type="title"/>
          </p:nvPr>
        </p:nvSpPr>
        <p:spPr>
          <a:xfrm>
            <a:off x="274320" y="365760"/>
            <a:ext cx="61526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2" name="Google Shape;1102;p87"/>
          <p:cNvSpPr txBox="1">
            <a:spLocks noGrp="1"/>
          </p:cNvSpPr>
          <p:nvPr>
            <p:ph type="body" idx="1"/>
          </p:nvPr>
        </p:nvSpPr>
        <p:spPr>
          <a:xfrm>
            <a:off x="273843" y="1828800"/>
            <a:ext cx="1975104" cy="425196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Font typeface="Arial"/>
              <a:buNone/>
              <a:defRPr sz="1050" b="1">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Font typeface="Arial"/>
              <a:buNone/>
              <a:defRPr sz="1050">
                <a:latin typeface="Arial"/>
                <a:ea typeface="Arial"/>
                <a:cs typeface="Arial"/>
                <a:sym typeface="Arial"/>
              </a:defRPr>
            </a:lvl3pPr>
            <a:lvl4pPr marL="1828800" lvl="3" indent="-295275" algn="l">
              <a:lnSpc>
                <a:spcPct val="100000"/>
              </a:lnSpc>
              <a:spcBef>
                <a:spcPts val="450"/>
              </a:spcBef>
              <a:spcAft>
                <a:spcPts val="0"/>
              </a:spcAft>
              <a:buClr>
                <a:schemeClr val="dk1"/>
              </a:buClr>
              <a:buSzPts val="1050"/>
              <a:buFont typeface="Arial"/>
              <a:buChar char="•"/>
              <a:defRPr sz="105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Char char="–"/>
              <a:defRPr sz="1050">
                <a:latin typeface="Arial"/>
                <a:ea typeface="Arial"/>
                <a:cs typeface="Arial"/>
                <a:sym typeface="Arial"/>
              </a:defRPr>
            </a:lvl5pPr>
            <a:lvl6pPr marL="2743200" lvl="5" indent="-295275" algn="l">
              <a:lnSpc>
                <a:spcPct val="100000"/>
              </a:lnSpc>
              <a:spcBef>
                <a:spcPts val="225"/>
              </a:spcBef>
              <a:spcAft>
                <a:spcPts val="0"/>
              </a:spcAft>
              <a:buClr>
                <a:schemeClr val="dk1"/>
              </a:buClr>
              <a:buSzPts val="1050"/>
              <a:buChar char="–"/>
              <a:defRPr sz="1050">
                <a:latin typeface="Arial"/>
                <a:ea typeface="Arial"/>
                <a:cs typeface="Arial"/>
                <a:sym typeface="Arial"/>
              </a:defRPr>
            </a:lvl6pPr>
            <a:lvl7pPr marL="3200400" lvl="6" indent="-295275" algn="l">
              <a:lnSpc>
                <a:spcPct val="100000"/>
              </a:lnSpc>
              <a:spcBef>
                <a:spcPts val="225"/>
              </a:spcBef>
              <a:spcAft>
                <a:spcPts val="0"/>
              </a:spcAft>
              <a:buClr>
                <a:schemeClr val="dk1"/>
              </a:buClr>
              <a:buSzPts val="1050"/>
              <a:buChar char="–"/>
              <a:defRPr sz="1050">
                <a:latin typeface="Arial"/>
                <a:ea typeface="Arial"/>
                <a:cs typeface="Arial"/>
                <a:sym typeface="Arial"/>
              </a:defRPr>
            </a:lvl7pPr>
            <a:lvl8pPr marL="3657600" lvl="7" indent="-295275" algn="l">
              <a:lnSpc>
                <a:spcPct val="100000"/>
              </a:lnSpc>
              <a:spcBef>
                <a:spcPts val="225"/>
              </a:spcBef>
              <a:spcAft>
                <a:spcPts val="0"/>
              </a:spcAft>
              <a:buClr>
                <a:schemeClr val="dk1"/>
              </a:buClr>
              <a:buSzPts val="1050"/>
              <a:buChar char="–"/>
              <a:defRPr sz="1050">
                <a:latin typeface="Arial"/>
                <a:ea typeface="Arial"/>
                <a:cs typeface="Arial"/>
                <a:sym typeface="Arial"/>
              </a:defRPr>
            </a:lvl8pPr>
            <a:lvl9pPr marL="4114800" lvl="8" indent="-295275" algn="l">
              <a:lnSpc>
                <a:spcPct val="100000"/>
              </a:lnSpc>
              <a:spcBef>
                <a:spcPts val="225"/>
              </a:spcBef>
              <a:spcAft>
                <a:spcPts val="0"/>
              </a:spcAft>
              <a:buClr>
                <a:schemeClr val="dk1"/>
              </a:buClr>
              <a:buSzPts val="1050"/>
              <a:buChar char="–"/>
              <a:defRPr sz="1050">
                <a:latin typeface="Arial"/>
                <a:ea typeface="Arial"/>
                <a:cs typeface="Arial"/>
                <a:sym typeface="Arial"/>
              </a:defRPr>
            </a:lvl9pPr>
          </a:lstStyle>
          <a:p>
            <a:endParaRPr/>
          </a:p>
        </p:txBody>
      </p:sp>
      <p:sp>
        <p:nvSpPr>
          <p:cNvPr id="1103" name="Google Shape;1103;p87"/>
          <p:cNvSpPr txBox="1">
            <a:spLocks noGrp="1"/>
          </p:cNvSpPr>
          <p:nvPr>
            <p:ph type="body" idx="2"/>
          </p:nvPr>
        </p:nvSpPr>
        <p:spPr>
          <a:xfrm>
            <a:off x="2481263" y="1828800"/>
            <a:ext cx="2969514" cy="425196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Font typeface="Arial"/>
              <a:buNone/>
              <a:defRPr sz="1050" b="1">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Font typeface="Arial"/>
              <a:buNone/>
              <a:defRPr sz="1050">
                <a:latin typeface="Arial"/>
                <a:ea typeface="Arial"/>
                <a:cs typeface="Arial"/>
                <a:sym typeface="Arial"/>
              </a:defRPr>
            </a:lvl3pPr>
            <a:lvl4pPr marL="1828800" lvl="3" indent="-295275" algn="l">
              <a:lnSpc>
                <a:spcPct val="100000"/>
              </a:lnSpc>
              <a:spcBef>
                <a:spcPts val="450"/>
              </a:spcBef>
              <a:spcAft>
                <a:spcPts val="0"/>
              </a:spcAft>
              <a:buClr>
                <a:schemeClr val="dk1"/>
              </a:buClr>
              <a:buSzPts val="1050"/>
              <a:buFont typeface="Arial"/>
              <a:buChar char="•"/>
              <a:defRPr sz="105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Char char="–"/>
              <a:defRPr sz="1050">
                <a:latin typeface="Arial"/>
                <a:ea typeface="Arial"/>
                <a:cs typeface="Arial"/>
                <a:sym typeface="Arial"/>
              </a:defRPr>
            </a:lvl5pPr>
            <a:lvl6pPr marL="2743200" lvl="5" indent="-295275" algn="l">
              <a:lnSpc>
                <a:spcPct val="100000"/>
              </a:lnSpc>
              <a:spcBef>
                <a:spcPts val="225"/>
              </a:spcBef>
              <a:spcAft>
                <a:spcPts val="0"/>
              </a:spcAft>
              <a:buClr>
                <a:schemeClr val="dk1"/>
              </a:buClr>
              <a:buSzPts val="1050"/>
              <a:buChar char="–"/>
              <a:defRPr sz="1050">
                <a:latin typeface="Arial"/>
                <a:ea typeface="Arial"/>
                <a:cs typeface="Arial"/>
                <a:sym typeface="Arial"/>
              </a:defRPr>
            </a:lvl6pPr>
            <a:lvl7pPr marL="3200400" lvl="6" indent="-295275" algn="l">
              <a:lnSpc>
                <a:spcPct val="100000"/>
              </a:lnSpc>
              <a:spcBef>
                <a:spcPts val="225"/>
              </a:spcBef>
              <a:spcAft>
                <a:spcPts val="0"/>
              </a:spcAft>
              <a:buClr>
                <a:schemeClr val="dk1"/>
              </a:buClr>
              <a:buSzPts val="1050"/>
              <a:buChar char="–"/>
              <a:defRPr sz="1050">
                <a:latin typeface="Arial"/>
                <a:ea typeface="Arial"/>
                <a:cs typeface="Arial"/>
                <a:sym typeface="Arial"/>
              </a:defRPr>
            </a:lvl7pPr>
            <a:lvl8pPr marL="3657600" lvl="7" indent="-295275" algn="l">
              <a:lnSpc>
                <a:spcPct val="100000"/>
              </a:lnSpc>
              <a:spcBef>
                <a:spcPts val="225"/>
              </a:spcBef>
              <a:spcAft>
                <a:spcPts val="0"/>
              </a:spcAft>
              <a:buClr>
                <a:schemeClr val="dk1"/>
              </a:buClr>
              <a:buSzPts val="1050"/>
              <a:buChar char="–"/>
              <a:defRPr sz="1050">
                <a:latin typeface="Arial"/>
                <a:ea typeface="Arial"/>
                <a:cs typeface="Arial"/>
                <a:sym typeface="Arial"/>
              </a:defRPr>
            </a:lvl8pPr>
            <a:lvl9pPr marL="4114800" lvl="8" indent="-295275" algn="l">
              <a:lnSpc>
                <a:spcPct val="100000"/>
              </a:lnSpc>
              <a:spcBef>
                <a:spcPts val="225"/>
              </a:spcBef>
              <a:spcAft>
                <a:spcPts val="0"/>
              </a:spcAft>
              <a:buClr>
                <a:schemeClr val="dk1"/>
              </a:buClr>
              <a:buSzPts val="1050"/>
              <a:buChar char="–"/>
              <a:defRPr sz="1050">
                <a:latin typeface="Arial"/>
                <a:ea typeface="Arial"/>
                <a:cs typeface="Arial"/>
                <a:sym typeface="Arial"/>
              </a:defRPr>
            </a:lvl9pPr>
          </a:lstStyle>
          <a:p>
            <a:endParaRPr/>
          </a:p>
        </p:txBody>
      </p:sp>
      <p:sp>
        <p:nvSpPr>
          <p:cNvPr id="1104" name="Google Shape;1104;p87"/>
          <p:cNvSpPr>
            <a:spLocks noGrp="1"/>
          </p:cNvSpPr>
          <p:nvPr>
            <p:ph type="pic" idx="3"/>
          </p:nvPr>
        </p:nvSpPr>
        <p:spPr>
          <a:xfrm>
            <a:off x="5678424" y="1828797"/>
            <a:ext cx="3188970" cy="425196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768">
          <p15:clr>
            <a:srgbClr val="FBAE40"/>
          </p15:clr>
        </p15:guide>
        <p15:guide id="2" pos="4580">
          <p15:clr>
            <a:srgbClr val="FBAE40"/>
          </p15:clr>
        </p15:guide>
        <p15:guide id="3" orient="horz" pos="1152">
          <p15:clr>
            <a:srgbClr val="FBAE40"/>
          </p15:clr>
        </p15:guide>
        <p15:guide id="4" orient="horz" pos="3832">
          <p15:clr>
            <a:srgbClr val="FBAE40"/>
          </p15:clr>
        </p15:guide>
        <p15:guide id="5" pos="1890">
          <p15:clr>
            <a:srgbClr val="FBAE40"/>
          </p15:clr>
        </p15:guide>
        <p15:guide id="6" pos="2084">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Section Header - Sand">
  <p:cSld name="Section Header - Sand">
    <p:bg>
      <p:bgPr>
        <a:solidFill>
          <a:schemeClr val="lt1"/>
        </a:solidFill>
        <a:effectLst/>
      </p:bgPr>
    </p:bg>
    <p:spTree>
      <p:nvGrpSpPr>
        <p:cNvPr id="1" name="Shape 1105"/>
        <p:cNvGrpSpPr/>
        <p:nvPr/>
      </p:nvGrpSpPr>
      <p:grpSpPr>
        <a:xfrm>
          <a:off x="0" y="0"/>
          <a:ext cx="0" cy="0"/>
          <a:chOff x="0" y="0"/>
          <a:chExt cx="0" cy="0"/>
        </a:xfrm>
      </p:grpSpPr>
      <p:sp>
        <p:nvSpPr>
          <p:cNvPr id="1106" name="Google Shape;1106;p88"/>
          <p:cNvSpPr/>
          <p:nvPr/>
        </p:nvSpPr>
        <p:spPr>
          <a:xfrm>
            <a:off x="569214" y="365125"/>
            <a:ext cx="8298180" cy="5810885"/>
          </a:xfrm>
          <a:prstGeom prst="rect">
            <a:avLst/>
          </a:prstGeom>
          <a:solidFill>
            <a:srgbClr val="ECECE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1107" name="Google Shape;1107;p88"/>
          <p:cNvSpPr txBox="1">
            <a:spLocks noGrp="1"/>
          </p:cNvSpPr>
          <p:nvPr>
            <p:ph type="title"/>
          </p:nvPr>
        </p:nvSpPr>
        <p:spPr>
          <a:xfrm>
            <a:off x="843534" y="731520"/>
            <a:ext cx="6377940" cy="210312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8" name="Google Shape;1108;p88"/>
          <p:cNvSpPr txBox="1">
            <a:spLocks noGrp="1"/>
          </p:cNvSpPr>
          <p:nvPr>
            <p:ph type="body" idx="1"/>
          </p:nvPr>
        </p:nvSpPr>
        <p:spPr>
          <a:xfrm>
            <a:off x="843534" y="2971799"/>
            <a:ext cx="6378893" cy="3111501"/>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dk1"/>
              </a:buClr>
              <a:buSzPts val="1800"/>
              <a:buChar char="–"/>
              <a:defRPr/>
            </a:lvl2pPr>
            <a:lvl3pPr marL="1371600" lvl="2" indent="-342900" algn="l">
              <a:lnSpc>
                <a:spcPct val="100000"/>
              </a:lnSpc>
              <a:spcBef>
                <a:spcPts val="225"/>
              </a:spcBef>
              <a:spcAft>
                <a:spcPts val="0"/>
              </a:spcAft>
              <a:buClr>
                <a:schemeClr val="dk1"/>
              </a:buClr>
              <a:buSzPts val="1800"/>
              <a:buChar char="–"/>
              <a:defRPr/>
            </a:lvl3pPr>
            <a:lvl4pPr marL="1828800" lvl="3" indent="-342900" algn="l">
              <a:lnSpc>
                <a:spcPct val="100000"/>
              </a:lnSpc>
              <a:spcBef>
                <a:spcPts val="225"/>
              </a:spcBef>
              <a:spcAft>
                <a:spcPts val="0"/>
              </a:spcAft>
              <a:buClr>
                <a:schemeClr val="dk1"/>
              </a:buClr>
              <a:buSzPts val="1800"/>
              <a:buChar char="–"/>
              <a:defRPr/>
            </a:lvl4pPr>
            <a:lvl5pPr marL="2286000" lvl="4" indent="-342900" algn="l">
              <a:lnSpc>
                <a:spcPct val="100000"/>
              </a:lnSpc>
              <a:spcBef>
                <a:spcPts val="225"/>
              </a:spcBef>
              <a:spcAft>
                <a:spcPts val="0"/>
              </a:spcAft>
              <a:buClr>
                <a:schemeClr val="dk1"/>
              </a:buClr>
              <a:buSzPts val="1800"/>
              <a:buChar char="–"/>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6066">
          <p15:clr>
            <a:srgbClr val="FBAE40"/>
          </p15:clr>
        </p15:guide>
        <p15:guide id="2" orient="horz" pos="3832">
          <p15:clr>
            <a:srgbClr val="FBAE40"/>
          </p15:clr>
        </p15:guide>
        <p15:guide id="3" orient="horz" pos="4148">
          <p15:clr>
            <a:srgbClr val="FBAE40"/>
          </p15:clr>
        </p15:guide>
        <p15:guide id="4" pos="708">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Section Header Dark Teal">
  <p:cSld name="Section Header Dark Teal">
    <p:bg>
      <p:bgPr>
        <a:solidFill>
          <a:srgbClr val="006E74"/>
        </a:solidFill>
        <a:effectLst/>
      </p:bgPr>
    </p:bg>
    <p:spTree>
      <p:nvGrpSpPr>
        <p:cNvPr id="1" name="Shape 1109"/>
        <p:cNvGrpSpPr/>
        <p:nvPr/>
      </p:nvGrpSpPr>
      <p:grpSpPr>
        <a:xfrm>
          <a:off x="0" y="0"/>
          <a:ext cx="0" cy="0"/>
          <a:chOff x="0" y="0"/>
          <a:chExt cx="0" cy="0"/>
        </a:xfrm>
      </p:grpSpPr>
      <p:sp>
        <p:nvSpPr>
          <p:cNvPr id="1110" name="Google Shape;1110;p89"/>
          <p:cNvSpPr txBox="1">
            <a:spLocks noGrp="1"/>
          </p:cNvSpPr>
          <p:nvPr>
            <p:ph type="title"/>
          </p:nvPr>
        </p:nvSpPr>
        <p:spPr>
          <a:xfrm>
            <a:off x="274320" y="1737360"/>
            <a:ext cx="6377940" cy="210312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11" name="Google Shape;1111;p89"/>
          <p:cNvSpPr txBox="1">
            <a:spLocks noGrp="1"/>
          </p:cNvSpPr>
          <p:nvPr>
            <p:ph type="body" idx="1"/>
          </p:nvPr>
        </p:nvSpPr>
        <p:spPr>
          <a:xfrm>
            <a:off x="274320" y="4114800"/>
            <a:ext cx="6378893" cy="19685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588">
          <p15:clr>
            <a:srgbClr val="FBAE40"/>
          </p15:clr>
        </p15:guide>
        <p15:guide id="2" orient="horz" pos="3832">
          <p15:clr>
            <a:srgbClr val="FBAE40"/>
          </p15:clr>
        </p15:guide>
        <p15:guide id="3" orient="horz" pos="4148">
          <p15:clr>
            <a:srgbClr val="FBAE4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Section Header Light Teal">
  <p:cSld name="Section Header Light Teal">
    <p:bg>
      <p:bgPr>
        <a:solidFill>
          <a:schemeClr val="accent1"/>
        </a:solidFill>
        <a:effectLst/>
      </p:bgPr>
    </p:bg>
    <p:spTree>
      <p:nvGrpSpPr>
        <p:cNvPr id="1" name="Shape 1112"/>
        <p:cNvGrpSpPr/>
        <p:nvPr/>
      </p:nvGrpSpPr>
      <p:grpSpPr>
        <a:xfrm>
          <a:off x="0" y="0"/>
          <a:ext cx="0" cy="0"/>
          <a:chOff x="0" y="0"/>
          <a:chExt cx="0" cy="0"/>
        </a:xfrm>
      </p:grpSpPr>
      <p:sp>
        <p:nvSpPr>
          <p:cNvPr id="1113" name="Google Shape;1113;p90"/>
          <p:cNvSpPr txBox="1">
            <a:spLocks noGrp="1"/>
          </p:cNvSpPr>
          <p:nvPr>
            <p:ph type="title"/>
          </p:nvPr>
        </p:nvSpPr>
        <p:spPr>
          <a:xfrm>
            <a:off x="274320" y="1737360"/>
            <a:ext cx="6377940" cy="210312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14" name="Google Shape;1114;p90"/>
          <p:cNvSpPr txBox="1">
            <a:spLocks noGrp="1"/>
          </p:cNvSpPr>
          <p:nvPr>
            <p:ph type="body" idx="1"/>
          </p:nvPr>
        </p:nvSpPr>
        <p:spPr>
          <a:xfrm>
            <a:off x="274320" y="4114800"/>
            <a:ext cx="6378893" cy="19685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588">
          <p15:clr>
            <a:srgbClr val="FBAE40"/>
          </p15:clr>
        </p15:guide>
        <p15:guide id="2" orient="horz" pos="3832">
          <p15:clr>
            <a:srgbClr val="FBAE40"/>
          </p15:clr>
        </p15:guide>
        <p15:guide id="3" orient="horz" pos="4148">
          <p15:clr>
            <a:srgbClr val="FBAE4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Section Header Black">
  <p:cSld name="Section Header Black">
    <p:bg>
      <p:bgPr>
        <a:solidFill>
          <a:schemeClr val="dk1"/>
        </a:solidFill>
        <a:effectLst/>
      </p:bgPr>
    </p:bg>
    <p:spTree>
      <p:nvGrpSpPr>
        <p:cNvPr id="1" name="Shape 1115"/>
        <p:cNvGrpSpPr/>
        <p:nvPr/>
      </p:nvGrpSpPr>
      <p:grpSpPr>
        <a:xfrm>
          <a:off x="0" y="0"/>
          <a:ext cx="0" cy="0"/>
          <a:chOff x="0" y="0"/>
          <a:chExt cx="0" cy="0"/>
        </a:xfrm>
      </p:grpSpPr>
      <p:sp>
        <p:nvSpPr>
          <p:cNvPr id="1116" name="Google Shape;1116;p91"/>
          <p:cNvSpPr txBox="1">
            <a:spLocks noGrp="1"/>
          </p:cNvSpPr>
          <p:nvPr>
            <p:ph type="title"/>
          </p:nvPr>
        </p:nvSpPr>
        <p:spPr>
          <a:xfrm>
            <a:off x="274320" y="1737360"/>
            <a:ext cx="6377940" cy="210312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17" name="Google Shape;1117;p91"/>
          <p:cNvSpPr txBox="1">
            <a:spLocks noGrp="1"/>
          </p:cNvSpPr>
          <p:nvPr>
            <p:ph type="body" idx="1"/>
          </p:nvPr>
        </p:nvSpPr>
        <p:spPr>
          <a:xfrm>
            <a:off x="274320" y="4114800"/>
            <a:ext cx="6378893" cy="19685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588">
          <p15:clr>
            <a:srgbClr val="FBAE40"/>
          </p15:clr>
        </p15:guide>
        <p15:guide id="2" orient="horz" pos="3832">
          <p15:clr>
            <a:srgbClr val="FBAE40"/>
          </p15:clr>
        </p15:guide>
        <p15:guide id="3" orient="horz" pos="4148">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Section Header - Number">
  <p:cSld name="Section Header - Number">
    <p:bg>
      <p:bgPr>
        <a:solidFill>
          <a:srgbClr val="006E74"/>
        </a:solidFill>
        <a:effectLst/>
      </p:bgPr>
    </p:bg>
    <p:spTree>
      <p:nvGrpSpPr>
        <p:cNvPr id="1" name="Shape 1118"/>
        <p:cNvGrpSpPr/>
        <p:nvPr/>
      </p:nvGrpSpPr>
      <p:grpSpPr>
        <a:xfrm>
          <a:off x="0" y="0"/>
          <a:ext cx="0" cy="0"/>
          <a:chOff x="0" y="0"/>
          <a:chExt cx="0" cy="0"/>
        </a:xfrm>
      </p:grpSpPr>
      <p:sp>
        <p:nvSpPr>
          <p:cNvPr id="1119" name="Google Shape;1119;p92"/>
          <p:cNvSpPr txBox="1">
            <a:spLocks noGrp="1"/>
          </p:cNvSpPr>
          <p:nvPr>
            <p:ph type="body" idx="1"/>
          </p:nvPr>
        </p:nvSpPr>
        <p:spPr>
          <a:xfrm>
            <a:off x="274319" y="2514600"/>
            <a:ext cx="960120" cy="3568700"/>
          </a:xfrm>
          <a:prstGeom prst="rect">
            <a:avLst/>
          </a:prstGeom>
          <a:noFill/>
          <a:ln>
            <a:noFill/>
          </a:ln>
        </p:spPr>
        <p:txBody>
          <a:bodyPr spcFirstLastPara="1" wrap="square" lIns="0" tIns="0" rIns="0" bIns="0" anchor="t" anchorCtr="0">
            <a:noAutofit/>
          </a:bodyPr>
          <a:lstStyle>
            <a:lvl1pPr marL="457200" lvl="0" indent="-228600" algn="r">
              <a:lnSpc>
                <a:spcPct val="85000"/>
              </a:lnSpc>
              <a:spcBef>
                <a:spcPts val="0"/>
              </a:spcBef>
              <a:spcAft>
                <a:spcPts val="0"/>
              </a:spcAft>
              <a:buClr>
                <a:schemeClr val="lt1"/>
              </a:buClr>
              <a:buSzPts val="5400"/>
              <a:buFont typeface="Arial"/>
              <a:buNone/>
              <a:defRPr sz="5400">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1120" name="Google Shape;1120;p92"/>
          <p:cNvSpPr txBox="1">
            <a:spLocks noGrp="1"/>
          </p:cNvSpPr>
          <p:nvPr>
            <p:ph type="title"/>
          </p:nvPr>
        </p:nvSpPr>
        <p:spPr>
          <a:xfrm>
            <a:off x="1371600" y="2514600"/>
            <a:ext cx="7496175" cy="35687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5400"/>
              <a:buFont typeface="Arial"/>
              <a:buNone/>
              <a:defRPr sz="54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Section Header - Number Light teal">
  <p:cSld name="Section Header - Number Light teal">
    <p:bg>
      <p:bgPr>
        <a:solidFill>
          <a:schemeClr val="accent1"/>
        </a:solidFill>
        <a:effectLst/>
      </p:bgPr>
    </p:bg>
    <p:spTree>
      <p:nvGrpSpPr>
        <p:cNvPr id="1" name="Shape 1121"/>
        <p:cNvGrpSpPr/>
        <p:nvPr/>
      </p:nvGrpSpPr>
      <p:grpSpPr>
        <a:xfrm>
          <a:off x="0" y="0"/>
          <a:ext cx="0" cy="0"/>
          <a:chOff x="0" y="0"/>
          <a:chExt cx="0" cy="0"/>
        </a:xfrm>
      </p:grpSpPr>
      <p:sp>
        <p:nvSpPr>
          <p:cNvPr id="1122" name="Google Shape;1122;p93"/>
          <p:cNvSpPr txBox="1">
            <a:spLocks noGrp="1"/>
          </p:cNvSpPr>
          <p:nvPr>
            <p:ph type="body" idx="1"/>
          </p:nvPr>
        </p:nvSpPr>
        <p:spPr>
          <a:xfrm>
            <a:off x="274319" y="2514600"/>
            <a:ext cx="960120" cy="3568700"/>
          </a:xfrm>
          <a:prstGeom prst="rect">
            <a:avLst/>
          </a:prstGeom>
          <a:noFill/>
          <a:ln>
            <a:noFill/>
          </a:ln>
        </p:spPr>
        <p:txBody>
          <a:bodyPr spcFirstLastPara="1" wrap="square" lIns="0" tIns="0" rIns="0" bIns="0" anchor="t" anchorCtr="0">
            <a:noAutofit/>
          </a:bodyPr>
          <a:lstStyle>
            <a:lvl1pPr marL="457200" lvl="0" indent="-228600" algn="r">
              <a:lnSpc>
                <a:spcPct val="85000"/>
              </a:lnSpc>
              <a:spcBef>
                <a:spcPts val="0"/>
              </a:spcBef>
              <a:spcAft>
                <a:spcPts val="0"/>
              </a:spcAft>
              <a:buClr>
                <a:schemeClr val="lt1"/>
              </a:buClr>
              <a:buSzPts val="5400"/>
              <a:buFont typeface="Arial"/>
              <a:buNone/>
              <a:defRPr sz="5400">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1123" name="Google Shape;1123;p93"/>
          <p:cNvSpPr txBox="1">
            <a:spLocks noGrp="1"/>
          </p:cNvSpPr>
          <p:nvPr>
            <p:ph type="title"/>
          </p:nvPr>
        </p:nvSpPr>
        <p:spPr>
          <a:xfrm>
            <a:off x="1371600" y="2514600"/>
            <a:ext cx="7496175" cy="35687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5400"/>
              <a:buFont typeface="Arial"/>
              <a:buNone/>
              <a:defRPr sz="54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Section Header - Number Black">
  <p:cSld name="Section Header - Number Black">
    <p:bg>
      <p:bgPr>
        <a:solidFill>
          <a:schemeClr val="dk1"/>
        </a:solidFill>
        <a:effectLst/>
      </p:bgPr>
    </p:bg>
    <p:spTree>
      <p:nvGrpSpPr>
        <p:cNvPr id="1" name="Shape 1124"/>
        <p:cNvGrpSpPr/>
        <p:nvPr/>
      </p:nvGrpSpPr>
      <p:grpSpPr>
        <a:xfrm>
          <a:off x="0" y="0"/>
          <a:ext cx="0" cy="0"/>
          <a:chOff x="0" y="0"/>
          <a:chExt cx="0" cy="0"/>
        </a:xfrm>
      </p:grpSpPr>
      <p:sp>
        <p:nvSpPr>
          <p:cNvPr id="1125" name="Google Shape;1125;p94"/>
          <p:cNvSpPr txBox="1">
            <a:spLocks noGrp="1"/>
          </p:cNvSpPr>
          <p:nvPr>
            <p:ph type="body" idx="1"/>
          </p:nvPr>
        </p:nvSpPr>
        <p:spPr>
          <a:xfrm>
            <a:off x="274319" y="2514600"/>
            <a:ext cx="960120" cy="3568700"/>
          </a:xfrm>
          <a:prstGeom prst="rect">
            <a:avLst/>
          </a:prstGeom>
          <a:noFill/>
          <a:ln>
            <a:noFill/>
          </a:ln>
        </p:spPr>
        <p:txBody>
          <a:bodyPr spcFirstLastPara="1" wrap="square" lIns="0" tIns="0" rIns="0" bIns="0" anchor="t" anchorCtr="0">
            <a:noAutofit/>
          </a:bodyPr>
          <a:lstStyle>
            <a:lvl1pPr marL="457200" lvl="0" indent="-228600" algn="r">
              <a:lnSpc>
                <a:spcPct val="85000"/>
              </a:lnSpc>
              <a:spcBef>
                <a:spcPts val="0"/>
              </a:spcBef>
              <a:spcAft>
                <a:spcPts val="0"/>
              </a:spcAft>
              <a:buClr>
                <a:schemeClr val="lt1"/>
              </a:buClr>
              <a:buSzPts val="5400"/>
              <a:buFont typeface="Arial"/>
              <a:buNone/>
              <a:defRPr sz="5400">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1126" name="Google Shape;1126;p94"/>
          <p:cNvSpPr txBox="1">
            <a:spLocks noGrp="1"/>
          </p:cNvSpPr>
          <p:nvPr>
            <p:ph type="title"/>
          </p:nvPr>
        </p:nvSpPr>
        <p:spPr>
          <a:xfrm>
            <a:off x="1371600" y="2514600"/>
            <a:ext cx="7496175" cy="35687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5400"/>
              <a:buFont typeface="Arial"/>
              <a:buNone/>
              <a:defRPr sz="54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Section Header - Big Number">
  <p:cSld name="Section Header - Big Number">
    <p:bg>
      <p:bgPr>
        <a:solidFill>
          <a:srgbClr val="006E74"/>
        </a:solidFill>
        <a:effectLst/>
      </p:bgPr>
    </p:bg>
    <p:spTree>
      <p:nvGrpSpPr>
        <p:cNvPr id="1" name="Shape 1127"/>
        <p:cNvGrpSpPr/>
        <p:nvPr/>
      </p:nvGrpSpPr>
      <p:grpSpPr>
        <a:xfrm>
          <a:off x="0" y="0"/>
          <a:ext cx="0" cy="0"/>
          <a:chOff x="0" y="0"/>
          <a:chExt cx="0" cy="0"/>
        </a:xfrm>
      </p:grpSpPr>
      <p:sp>
        <p:nvSpPr>
          <p:cNvPr id="1128" name="Google Shape;1128;p95"/>
          <p:cNvSpPr txBox="1">
            <a:spLocks noGrp="1"/>
          </p:cNvSpPr>
          <p:nvPr>
            <p:ph type="body" idx="1"/>
          </p:nvPr>
        </p:nvSpPr>
        <p:spPr>
          <a:xfrm>
            <a:off x="274318" y="1571626"/>
            <a:ext cx="1904525" cy="1720215"/>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9000"/>
              <a:buFont typeface="Arial"/>
              <a:buNone/>
              <a:defRPr sz="9000" b="0">
                <a:solidFill>
                  <a:schemeClr val="lt1"/>
                </a:solidFill>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1129" name="Google Shape;1129;p95"/>
          <p:cNvSpPr txBox="1">
            <a:spLocks noGrp="1"/>
          </p:cNvSpPr>
          <p:nvPr>
            <p:ph type="title"/>
          </p:nvPr>
        </p:nvSpPr>
        <p:spPr>
          <a:xfrm>
            <a:off x="274320" y="3429000"/>
            <a:ext cx="5875021" cy="26543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Section Header - Big Number Light teal">
  <p:cSld name="Section Header - Big Number Light teal">
    <p:bg>
      <p:bgPr>
        <a:solidFill>
          <a:schemeClr val="accent1"/>
        </a:solidFill>
        <a:effectLst/>
      </p:bgPr>
    </p:bg>
    <p:spTree>
      <p:nvGrpSpPr>
        <p:cNvPr id="1" name="Shape 1130"/>
        <p:cNvGrpSpPr/>
        <p:nvPr/>
      </p:nvGrpSpPr>
      <p:grpSpPr>
        <a:xfrm>
          <a:off x="0" y="0"/>
          <a:ext cx="0" cy="0"/>
          <a:chOff x="0" y="0"/>
          <a:chExt cx="0" cy="0"/>
        </a:xfrm>
      </p:grpSpPr>
      <p:sp>
        <p:nvSpPr>
          <p:cNvPr id="1131" name="Google Shape;1131;p96"/>
          <p:cNvSpPr txBox="1">
            <a:spLocks noGrp="1"/>
          </p:cNvSpPr>
          <p:nvPr>
            <p:ph type="body" idx="1"/>
          </p:nvPr>
        </p:nvSpPr>
        <p:spPr>
          <a:xfrm>
            <a:off x="274318" y="1571626"/>
            <a:ext cx="1904525" cy="1720215"/>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9000"/>
              <a:buFont typeface="Arial"/>
              <a:buNone/>
              <a:defRPr sz="9000" b="0">
                <a:solidFill>
                  <a:schemeClr val="lt1"/>
                </a:solidFill>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1132" name="Google Shape;1132;p96"/>
          <p:cNvSpPr txBox="1">
            <a:spLocks noGrp="1"/>
          </p:cNvSpPr>
          <p:nvPr>
            <p:ph type="title"/>
          </p:nvPr>
        </p:nvSpPr>
        <p:spPr>
          <a:xfrm>
            <a:off x="274320" y="3429000"/>
            <a:ext cx="5875021" cy="26543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2_Section Header - Number Black">
  <p:cSld name="2_Section Header - Number Black">
    <p:bg>
      <p:bgPr>
        <a:solidFill>
          <a:schemeClr val="dk1"/>
        </a:solidFill>
        <a:effectLst/>
      </p:bgPr>
    </p:bg>
    <p:spTree>
      <p:nvGrpSpPr>
        <p:cNvPr id="1" name="Shape 1133"/>
        <p:cNvGrpSpPr/>
        <p:nvPr/>
      </p:nvGrpSpPr>
      <p:grpSpPr>
        <a:xfrm>
          <a:off x="0" y="0"/>
          <a:ext cx="0" cy="0"/>
          <a:chOff x="0" y="0"/>
          <a:chExt cx="0" cy="0"/>
        </a:xfrm>
      </p:grpSpPr>
      <p:sp>
        <p:nvSpPr>
          <p:cNvPr id="1134" name="Google Shape;1134;p97"/>
          <p:cNvSpPr txBox="1">
            <a:spLocks noGrp="1"/>
          </p:cNvSpPr>
          <p:nvPr>
            <p:ph type="body" idx="1"/>
          </p:nvPr>
        </p:nvSpPr>
        <p:spPr>
          <a:xfrm>
            <a:off x="274318" y="1571626"/>
            <a:ext cx="1904525" cy="1720215"/>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9000"/>
              <a:buFont typeface="Arial"/>
              <a:buNone/>
              <a:defRPr sz="9000" b="0">
                <a:solidFill>
                  <a:schemeClr val="lt1"/>
                </a:solidFill>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1135" name="Google Shape;1135;p97"/>
          <p:cNvSpPr txBox="1">
            <a:spLocks noGrp="1"/>
          </p:cNvSpPr>
          <p:nvPr>
            <p:ph type="title"/>
          </p:nvPr>
        </p:nvSpPr>
        <p:spPr>
          <a:xfrm>
            <a:off x="274320" y="3429000"/>
            <a:ext cx="5875021" cy="26543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matchingName="Section Header - Big Number and Image">
  <p:cSld name="Section Header - Big Number and Image">
    <p:bg>
      <p:bgPr>
        <a:solidFill>
          <a:srgbClr val="006E74"/>
        </a:solidFill>
        <a:effectLst/>
      </p:bgPr>
    </p:bg>
    <p:spTree>
      <p:nvGrpSpPr>
        <p:cNvPr id="1" name="Shape 1136"/>
        <p:cNvGrpSpPr/>
        <p:nvPr/>
      </p:nvGrpSpPr>
      <p:grpSpPr>
        <a:xfrm>
          <a:off x="0" y="0"/>
          <a:ext cx="0" cy="0"/>
          <a:chOff x="0" y="0"/>
          <a:chExt cx="0" cy="0"/>
        </a:xfrm>
      </p:grpSpPr>
      <p:sp>
        <p:nvSpPr>
          <p:cNvPr id="1137" name="Google Shape;1137;p98"/>
          <p:cNvSpPr txBox="1">
            <a:spLocks noGrp="1"/>
          </p:cNvSpPr>
          <p:nvPr>
            <p:ph type="body" idx="1"/>
          </p:nvPr>
        </p:nvSpPr>
        <p:spPr>
          <a:xfrm>
            <a:off x="4640580" y="1571626"/>
            <a:ext cx="1904525" cy="1400175"/>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7200"/>
              <a:buFont typeface="Arial"/>
              <a:buNone/>
              <a:defRPr sz="7200" b="0">
                <a:solidFill>
                  <a:schemeClr val="lt1"/>
                </a:solidFill>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1138" name="Google Shape;1138;p98"/>
          <p:cNvSpPr txBox="1">
            <a:spLocks noGrp="1"/>
          </p:cNvSpPr>
          <p:nvPr>
            <p:ph type="title"/>
          </p:nvPr>
        </p:nvSpPr>
        <p:spPr>
          <a:xfrm>
            <a:off x="4640580" y="2971800"/>
            <a:ext cx="4206240" cy="31115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39" name="Google Shape;1139;p98"/>
          <p:cNvSpPr>
            <a:spLocks noGrp="1"/>
          </p:cNvSpPr>
          <p:nvPr>
            <p:ph type="pic" idx="2"/>
          </p:nvPr>
        </p:nvSpPr>
        <p:spPr>
          <a:xfrm>
            <a:off x="0" y="0"/>
            <a:ext cx="4229100" cy="685800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matchingName="Section Header - Big Number and Image Light teal">
  <p:cSld name="Section Header - Big Number and Image Light teal">
    <p:bg>
      <p:bgPr>
        <a:solidFill>
          <a:schemeClr val="accent1"/>
        </a:solidFill>
        <a:effectLst/>
      </p:bgPr>
    </p:bg>
    <p:spTree>
      <p:nvGrpSpPr>
        <p:cNvPr id="1" name="Shape 1140"/>
        <p:cNvGrpSpPr/>
        <p:nvPr/>
      </p:nvGrpSpPr>
      <p:grpSpPr>
        <a:xfrm>
          <a:off x="0" y="0"/>
          <a:ext cx="0" cy="0"/>
          <a:chOff x="0" y="0"/>
          <a:chExt cx="0" cy="0"/>
        </a:xfrm>
      </p:grpSpPr>
      <p:sp>
        <p:nvSpPr>
          <p:cNvPr id="1141" name="Google Shape;1141;p99"/>
          <p:cNvSpPr>
            <a:spLocks noGrp="1"/>
          </p:cNvSpPr>
          <p:nvPr>
            <p:ph type="pic" idx="2"/>
          </p:nvPr>
        </p:nvSpPr>
        <p:spPr>
          <a:xfrm>
            <a:off x="0" y="0"/>
            <a:ext cx="4229100" cy="6858000"/>
          </a:xfrm>
          <a:prstGeom prst="rect">
            <a:avLst/>
          </a:prstGeom>
          <a:solidFill>
            <a:srgbClr val="D7E0E3"/>
          </a:solidFill>
          <a:ln>
            <a:noFill/>
          </a:ln>
        </p:spPr>
      </p:sp>
      <p:sp>
        <p:nvSpPr>
          <p:cNvPr id="1142" name="Google Shape;1142;p99"/>
          <p:cNvSpPr txBox="1">
            <a:spLocks noGrp="1"/>
          </p:cNvSpPr>
          <p:nvPr>
            <p:ph type="body" idx="1"/>
          </p:nvPr>
        </p:nvSpPr>
        <p:spPr>
          <a:xfrm>
            <a:off x="4640580" y="1571626"/>
            <a:ext cx="1904525" cy="1400175"/>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7200"/>
              <a:buFont typeface="Arial"/>
              <a:buNone/>
              <a:defRPr sz="7200" b="0">
                <a:solidFill>
                  <a:schemeClr val="lt1"/>
                </a:solidFill>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1143" name="Google Shape;1143;p99"/>
          <p:cNvSpPr txBox="1">
            <a:spLocks noGrp="1"/>
          </p:cNvSpPr>
          <p:nvPr>
            <p:ph type="title"/>
          </p:nvPr>
        </p:nvSpPr>
        <p:spPr>
          <a:xfrm>
            <a:off x="4640580" y="2971800"/>
            <a:ext cx="4206240" cy="31115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matchingName="Section Header - Big Number and Image Black">
  <p:cSld name="Section Header - Big Number and Image Black">
    <p:bg>
      <p:bgPr>
        <a:solidFill>
          <a:schemeClr val="dk1"/>
        </a:solidFill>
        <a:effectLst/>
      </p:bgPr>
    </p:bg>
    <p:spTree>
      <p:nvGrpSpPr>
        <p:cNvPr id="1" name="Shape 1144"/>
        <p:cNvGrpSpPr/>
        <p:nvPr/>
      </p:nvGrpSpPr>
      <p:grpSpPr>
        <a:xfrm>
          <a:off x="0" y="0"/>
          <a:ext cx="0" cy="0"/>
          <a:chOff x="0" y="0"/>
          <a:chExt cx="0" cy="0"/>
        </a:xfrm>
      </p:grpSpPr>
      <p:sp>
        <p:nvSpPr>
          <p:cNvPr id="1145" name="Google Shape;1145;p100"/>
          <p:cNvSpPr>
            <a:spLocks noGrp="1"/>
          </p:cNvSpPr>
          <p:nvPr>
            <p:ph type="pic" idx="2"/>
          </p:nvPr>
        </p:nvSpPr>
        <p:spPr>
          <a:xfrm>
            <a:off x="0" y="0"/>
            <a:ext cx="4229100" cy="6858000"/>
          </a:xfrm>
          <a:prstGeom prst="rect">
            <a:avLst/>
          </a:prstGeom>
          <a:solidFill>
            <a:srgbClr val="D7E0E3"/>
          </a:solidFill>
          <a:ln>
            <a:noFill/>
          </a:ln>
        </p:spPr>
      </p:sp>
      <p:sp>
        <p:nvSpPr>
          <p:cNvPr id="1146" name="Google Shape;1146;p100"/>
          <p:cNvSpPr txBox="1">
            <a:spLocks noGrp="1"/>
          </p:cNvSpPr>
          <p:nvPr>
            <p:ph type="body" idx="1"/>
          </p:nvPr>
        </p:nvSpPr>
        <p:spPr>
          <a:xfrm>
            <a:off x="4640580" y="1571626"/>
            <a:ext cx="1904525" cy="1400175"/>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7200"/>
              <a:buFont typeface="Arial"/>
              <a:buNone/>
              <a:defRPr sz="7200" b="0">
                <a:solidFill>
                  <a:schemeClr val="lt1"/>
                </a:solidFill>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1147" name="Google Shape;1147;p100"/>
          <p:cNvSpPr txBox="1">
            <a:spLocks noGrp="1"/>
          </p:cNvSpPr>
          <p:nvPr>
            <p:ph type="title"/>
          </p:nvPr>
        </p:nvSpPr>
        <p:spPr>
          <a:xfrm>
            <a:off x="4640580" y="2971800"/>
            <a:ext cx="4206240" cy="31115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matchingName="1_Section Header - Big Number">
  <p:cSld name="1_Section Header - Big Number">
    <p:bg>
      <p:bgPr>
        <a:solidFill>
          <a:srgbClr val="006E74"/>
        </a:solidFill>
        <a:effectLst/>
      </p:bgPr>
    </p:bg>
    <p:spTree>
      <p:nvGrpSpPr>
        <p:cNvPr id="1" name="Shape 1148"/>
        <p:cNvGrpSpPr/>
        <p:nvPr/>
      </p:nvGrpSpPr>
      <p:grpSpPr>
        <a:xfrm>
          <a:off x="0" y="0"/>
          <a:ext cx="0" cy="0"/>
          <a:chOff x="0" y="0"/>
          <a:chExt cx="0" cy="0"/>
        </a:xfrm>
      </p:grpSpPr>
      <p:sp>
        <p:nvSpPr>
          <p:cNvPr id="1149" name="Google Shape;1149;p101"/>
          <p:cNvSpPr txBox="1">
            <a:spLocks noGrp="1"/>
          </p:cNvSpPr>
          <p:nvPr>
            <p:ph type="body" idx="1"/>
          </p:nvPr>
        </p:nvSpPr>
        <p:spPr>
          <a:xfrm>
            <a:off x="274319" y="365126"/>
            <a:ext cx="1894115" cy="3473475"/>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12750"/>
              <a:buFont typeface="Arial"/>
              <a:buNone/>
              <a:defRPr sz="12750">
                <a:latin typeface="Arial"/>
                <a:ea typeface="Arial"/>
                <a:cs typeface="Arial"/>
                <a:sym typeface="Arial"/>
              </a:defRPr>
            </a:lvl1pPr>
            <a:lvl2pPr marL="914400" lvl="1" indent="-228600" algn="l">
              <a:lnSpc>
                <a:spcPct val="85000"/>
              </a:lnSpc>
              <a:spcBef>
                <a:spcPts val="0"/>
              </a:spcBef>
              <a:spcAft>
                <a:spcPts val="0"/>
              </a:spcAft>
              <a:buClr>
                <a:schemeClr val="lt1"/>
              </a:buClr>
              <a:buSzPts val="12750"/>
              <a:buFont typeface="Arial"/>
              <a:buNone/>
              <a:defRPr sz="12750"/>
            </a:lvl2pPr>
            <a:lvl3pPr marL="1371600" lvl="2" indent="-228600" algn="l">
              <a:lnSpc>
                <a:spcPct val="85000"/>
              </a:lnSpc>
              <a:spcBef>
                <a:spcPts val="0"/>
              </a:spcBef>
              <a:spcAft>
                <a:spcPts val="0"/>
              </a:spcAft>
              <a:buClr>
                <a:schemeClr val="lt1"/>
              </a:buClr>
              <a:buSzPts val="12750"/>
              <a:buFont typeface="Arial"/>
              <a:buNone/>
              <a:defRPr sz="12750"/>
            </a:lvl3pPr>
            <a:lvl4pPr marL="1828800" lvl="3" indent="-228600" algn="l">
              <a:lnSpc>
                <a:spcPct val="85000"/>
              </a:lnSpc>
              <a:spcBef>
                <a:spcPts val="0"/>
              </a:spcBef>
              <a:spcAft>
                <a:spcPts val="0"/>
              </a:spcAft>
              <a:buClr>
                <a:schemeClr val="lt1"/>
              </a:buClr>
              <a:buSzPts val="12750"/>
              <a:buFont typeface="Arial"/>
              <a:buNone/>
              <a:defRPr sz="12750"/>
            </a:lvl4pPr>
            <a:lvl5pPr marL="2286000" lvl="4" indent="-228600" algn="l">
              <a:lnSpc>
                <a:spcPct val="85000"/>
              </a:lnSpc>
              <a:spcBef>
                <a:spcPts val="0"/>
              </a:spcBef>
              <a:spcAft>
                <a:spcPts val="0"/>
              </a:spcAft>
              <a:buClr>
                <a:schemeClr val="lt1"/>
              </a:buClr>
              <a:buSzPts val="12750"/>
              <a:buFont typeface="Arial"/>
              <a:buNone/>
              <a:defRPr sz="12750"/>
            </a:lvl5pPr>
            <a:lvl6pPr marL="2743200" lvl="5" indent="-228600" algn="l">
              <a:lnSpc>
                <a:spcPct val="85000"/>
              </a:lnSpc>
              <a:spcBef>
                <a:spcPts val="0"/>
              </a:spcBef>
              <a:spcAft>
                <a:spcPts val="0"/>
              </a:spcAft>
              <a:buClr>
                <a:schemeClr val="lt1"/>
              </a:buClr>
              <a:buSzPts val="12750"/>
              <a:buFont typeface="Arial"/>
              <a:buNone/>
              <a:defRPr sz="12750"/>
            </a:lvl6pPr>
            <a:lvl7pPr marL="3200400" lvl="6" indent="-228600" algn="l">
              <a:lnSpc>
                <a:spcPct val="85000"/>
              </a:lnSpc>
              <a:spcBef>
                <a:spcPts val="0"/>
              </a:spcBef>
              <a:spcAft>
                <a:spcPts val="0"/>
              </a:spcAft>
              <a:buClr>
                <a:schemeClr val="lt1"/>
              </a:buClr>
              <a:buSzPts val="12750"/>
              <a:buFont typeface="Arial"/>
              <a:buNone/>
              <a:defRPr sz="12750"/>
            </a:lvl7pPr>
            <a:lvl8pPr marL="3657600" lvl="7" indent="-228600" algn="l">
              <a:lnSpc>
                <a:spcPct val="85000"/>
              </a:lnSpc>
              <a:spcBef>
                <a:spcPts val="0"/>
              </a:spcBef>
              <a:spcAft>
                <a:spcPts val="0"/>
              </a:spcAft>
              <a:buClr>
                <a:schemeClr val="lt1"/>
              </a:buClr>
              <a:buSzPts val="12750"/>
              <a:buFont typeface="Arial"/>
              <a:buNone/>
              <a:defRPr sz="12750"/>
            </a:lvl8pPr>
            <a:lvl9pPr marL="4114800" lvl="8" indent="-228600" algn="l">
              <a:lnSpc>
                <a:spcPct val="85000"/>
              </a:lnSpc>
              <a:spcBef>
                <a:spcPts val="0"/>
              </a:spcBef>
              <a:spcAft>
                <a:spcPts val="0"/>
              </a:spcAft>
              <a:buClr>
                <a:schemeClr val="lt1"/>
              </a:buClr>
              <a:buSzPts val="12750"/>
              <a:buFont typeface="Arial"/>
              <a:buNone/>
              <a:defRPr sz="12750"/>
            </a:lvl9pPr>
          </a:lstStyle>
          <a:p>
            <a:endParaRPr/>
          </a:p>
        </p:txBody>
      </p:sp>
      <p:sp>
        <p:nvSpPr>
          <p:cNvPr id="1150" name="Google Shape;1150;p101"/>
          <p:cNvSpPr txBox="1">
            <a:spLocks noGrp="1"/>
          </p:cNvSpPr>
          <p:nvPr>
            <p:ph type="title"/>
          </p:nvPr>
        </p:nvSpPr>
        <p:spPr>
          <a:xfrm>
            <a:off x="1371600" y="2329840"/>
            <a:ext cx="7495794" cy="150876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51" name="Google Shape;1151;p101"/>
          <p:cNvSpPr txBox="1">
            <a:spLocks noGrp="1"/>
          </p:cNvSpPr>
          <p:nvPr>
            <p:ph type="body" idx="2"/>
          </p:nvPr>
        </p:nvSpPr>
        <p:spPr>
          <a:xfrm>
            <a:off x="1371599" y="4114800"/>
            <a:ext cx="7495794" cy="19685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matchingName="1_Section Header - Big Number Light teal">
  <p:cSld name="1_Section Header - Big Number Light teal">
    <p:bg>
      <p:bgPr>
        <a:solidFill>
          <a:schemeClr val="accent1"/>
        </a:solidFill>
        <a:effectLst/>
      </p:bgPr>
    </p:bg>
    <p:spTree>
      <p:nvGrpSpPr>
        <p:cNvPr id="1" name="Shape 1152"/>
        <p:cNvGrpSpPr/>
        <p:nvPr/>
      </p:nvGrpSpPr>
      <p:grpSpPr>
        <a:xfrm>
          <a:off x="0" y="0"/>
          <a:ext cx="0" cy="0"/>
          <a:chOff x="0" y="0"/>
          <a:chExt cx="0" cy="0"/>
        </a:xfrm>
      </p:grpSpPr>
      <p:sp>
        <p:nvSpPr>
          <p:cNvPr id="1153" name="Google Shape;1153;p102"/>
          <p:cNvSpPr txBox="1">
            <a:spLocks noGrp="1"/>
          </p:cNvSpPr>
          <p:nvPr>
            <p:ph type="body" idx="1"/>
          </p:nvPr>
        </p:nvSpPr>
        <p:spPr>
          <a:xfrm>
            <a:off x="274319" y="365126"/>
            <a:ext cx="1894115" cy="3473475"/>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12750"/>
              <a:buFont typeface="Arial"/>
              <a:buNone/>
              <a:defRPr sz="12750">
                <a:latin typeface="Arial"/>
                <a:ea typeface="Arial"/>
                <a:cs typeface="Arial"/>
                <a:sym typeface="Arial"/>
              </a:defRPr>
            </a:lvl1pPr>
            <a:lvl2pPr marL="914400" lvl="1" indent="-228600" algn="l">
              <a:lnSpc>
                <a:spcPct val="85000"/>
              </a:lnSpc>
              <a:spcBef>
                <a:spcPts val="0"/>
              </a:spcBef>
              <a:spcAft>
                <a:spcPts val="0"/>
              </a:spcAft>
              <a:buClr>
                <a:schemeClr val="lt1"/>
              </a:buClr>
              <a:buSzPts val="12750"/>
              <a:buFont typeface="Arial"/>
              <a:buNone/>
              <a:defRPr sz="12750"/>
            </a:lvl2pPr>
            <a:lvl3pPr marL="1371600" lvl="2" indent="-228600" algn="l">
              <a:lnSpc>
                <a:spcPct val="85000"/>
              </a:lnSpc>
              <a:spcBef>
                <a:spcPts val="0"/>
              </a:spcBef>
              <a:spcAft>
                <a:spcPts val="0"/>
              </a:spcAft>
              <a:buClr>
                <a:schemeClr val="lt1"/>
              </a:buClr>
              <a:buSzPts val="12750"/>
              <a:buFont typeface="Arial"/>
              <a:buNone/>
              <a:defRPr sz="12750"/>
            </a:lvl3pPr>
            <a:lvl4pPr marL="1828800" lvl="3" indent="-228600" algn="l">
              <a:lnSpc>
                <a:spcPct val="85000"/>
              </a:lnSpc>
              <a:spcBef>
                <a:spcPts val="0"/>
              </a:spcBef>
              <a:spcAft>
                <a:spcPts val="0"/>
              </a:spcAft>
              <a:buClr>
                <a:schemeClr val="lt1"/>
              </a:buClr>
              <a:buSzPts val="12750"/>
              <a:buFont typeface="Arial"/>
              <a:buNone/>
              <a:defRPr sz="12750"/>
            </a:lvl4pPr>
            <a:lvl5pPr marL="2286000" lvl="4" indent="-228600" algn="l">
              <a:lnSpc>
                <a:spcPct val="85000"/>
              </a:lnSpc>
              <a:spcBef>
                <a:spcPts val="0"/>
              </a:spcBef>
              <a:spcAft>
                <a:spcPts val="0"/>
              </a:spcAft>
              <a:buClr>
                <a:schemeClr val="lt1"/>
              </a:buClr>
              <a:buSzPts val="12750"/>
              <a:buFont typeface="Arial"/>
              <a:buNone/>
              <a:defRPr sz="12750"/>
            </a:lvl5pPr>
            <a:lvl6pPr marL="2743200" lvl="5" indent="-228600" algn="l">
              <a:lnSpc>
                <a:spcPct val="85000"/>
              </a:lnSpc>
              <a:spcBef>
                <a:spcPts val="0"/>
              </a:spcBef>
              <a:spcAft>
                <a:spcPts val="0"/>
              </a:spcAft>
              <a:buClr>
                <a:schemeClr val="lt1"/>
              </a:buClr>
              <a:buSzPts val="12750"/>
              <a:buFont typeface="Arial"/>
              <a:buNone/>
              <a:defRPr sz="12750"/>
            </a:lvl6pPr>
            <a:lvl7pPr marL="3200400" lvl="6" indent="-228600" algn="l">
              <a:lnSpc>
                <a:spcPct val="85000"/>
              </a:lnSpc>
              <a:spcBef>
                <a:spcPts val="0"/>
              </a:spcBef>
              <a:spcAft>
                <a:spcPts val="0"/>
              </a:spcAft>
              <a:buClr>
                <a:schemeClr val="lt1"/>
              </a:buClr>
              <a:buSzPts val="12750"/>
              <a:buFont typeface="Arial"/>
              <a:buNone/>
              <a:defRPr sz="12750"/>
            </a:lvl7pPr>
            <a:lvl8pPr marL="3657600" lvl="7" indent="-228600" algn="l">
              <a:lnSpc>
                <a:spcPct val="85000"/>
              </a:lnSpc>
              <a:spcBef>
                <a:spcPts val="0"/>
              </a:spcBef>
              <a:spcAft>
                <a:spcPts val="0"/>
              </a:spcAft>
              <a:buClr>
                <a:schemeClr val="lt1"/>
              </a:buClr>
              <a:buSzPts val="12750"/>
              <a:buFont typeface="Arial"/>
              <a:buNone/>
              <a:defRPr sz="12750"/>
            </a:lvl8pPr>
            <a:lvl9pPr marL="4114800" lvl="8" indent="-228600" algn="l">
              <a:lnSpc>
                <a:spcPct val="85000"/>
              </a:lnSpc>
              <a:spcBef>
                <a:spcPts val="0"/>
              </a:spcBef>
              <a:spcAft>
                <a:spcPts val="0"/>
              </a:spcAft>
              <a:buClr>
                <a:schemeClr val="lt1"/>
              </a:buClr>
              <a:buSzPts val="12750"/>
              <a:buFont typeface="Arial"/>
              <a:buNone/>
              <a:defRPr sz="12750"/>
            </a:lvl9pPr>
          </a:lstStyle>
          <a:p>
            <a:endParaRPr/>
          </a:p>
        </p:txBody>
      </p:sp>
      <p:sp>
        <p:nvSpPr>
          <p:cNvPr id="1154" name="Google Shape;1154;p102"/>
          <p:cNvSpPr txBox="1">
            <a:spLocks noGrp="1"/>
          </p:cNvSpPr>
          <p:nvPr>
            <p:ph type="title"/>
          </p:nvPr>
        </p:nvSpPr>
        <p:spPr>
          <a:xfrm>
            <a:off x="1371600" y="2329840"/>
            <a:ext cx="7495794" cy="150876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55" name="Google Shape;1155;p102"/>
          <p:cNvSpPr txBox="1">
            <a:spLocks noGrp="1"/>
          </p:cNvSpPr>
          <p:nvPr>
            <p:ph type="body" idx="2"/>
          </p:nvPr>
        </p:nvSpPr>
        <p:spPr>
          <a:xfrm>
            <a:off x="1371599" y="4114800"/>
            <a:ext cx="7495794" cy="19685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matchingName="Section Header - Big Number Black">
  <p:cSld name="Section Header - Big Number Black">
    <p:bg>
      <p:bgPr>
        <a:solidFill>
          <a:schemeClr val="dk1"/>
        </a:solidFill>
        <a:effectLst/>
      </p:bgPr>
    </p:bg>
    <p:spTree>
      <p:nvGrpSpPr>
        <p:cNvPr id="1" name="Shape 1156"/>
        <p:cNvGrpSpPr/>
        <p:nvPr/>
      </p:nvGrpSpPr>
      <p:grpSpPr>
        <a:xfrm>
          <a:off x="0" y="0"/>
          <a:ext cx="0" cy="0"/>
          <a:chOff x="0" y="0"/>
          <a:chExt cx="0" cy="0"/>
        </a:xfrm>
      </p:grpSpPr>
      <p:sp>
        <p:nvSpPr>
          <p:cNvPr id="1157" name="Google Shape;1157;p103"/>
          <p:cNvSpPr txBox="1">
            <a:spLocks noGrp="1"/>
          </p:cNvSpPr>
          <p:nvPr>
            <p:ph type="body" idx="1"/>
          </p:nvPr>
        </p:nvSpPr>
        <p:spPr>
          <a:xfrm>
            <a:off x="274319" y="365126"/>
            <a:ext cx="1894115" cy="3473475"/>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12750"/>
              <a:buFont typeface="Arial"/>
              <a:buNone/>
              <a:defRPr sz="12750">
                <a:latin typeface="Arial"/>
                <a:ea typeface="Arial"/>
                <a:cs typeface="Arial"/>
                <a:sym typeface="Arial"/>
              </a:defRPr>
            </a:lvl1pPr>
            <a:lvl2pPr marL="914400" lvl="1" indent="-228600" algn="l">
              <a:lnSpc>
                <a:spcPct val="85000"/>
              </a:lnSpc>
              <a:spcBef>
                <a:spcPts val="0"/>
              </a:spcBef>
              <a:spcAft>
                <a:spcPts val="0"/>
              </a:spcAft>
              <a:buClr>
                <a:schemeClr val="lt1"/>
              </a:buClr>
              <a:buSzPts val="12750"/>
              <a:buFont typeface="Arial"/>
              <a:buNone/>
              <a:defRPr sz="12750"/>
            </a:lvl2pPr>
            <a:lvl3pPr marL="1371600" lvl="2" indent="-228600" algn="l">
              <a:lnSpc>
                <a:spcPct val="85000"/>
              </a:lnSpc>
              <a:spcBef>
                <a:spcPts val="0"/>
              </a:spcBef>
              <a:spcAft>
                <a:spcPts val="0"/>
              </a:spcAft>
              <a:buClr>
                <a:schemeClr val="lt1"/>
              </a:buClr>
              <a:buSzPts val="12750"/>
              <a:buFont typeface="Arial"/>
              <a:buNone/>
              <a:defRPr sz="12750"/>
            </a:lvl3pPr>
            <a:lvl4pPr marL="1828800" lvl="3" indent="-228600" algn="l">
              <a:lnSpc>
                <a:spcPct val="85000"/>
              </a:lnSpc>
              <a:spcBef>
                <a:spcPts val="0"/>
              </a:spcBef>
              <a:spcAft>
                <a:spcPts val="0"/>
              </a:spcAft>
              <a:buClr>
                <a:schemeClr val="lt1"/>
              </a:buClr>
              <a:buSzPts val="12750"/>
              <a:buFont typeface="Arial"/>
              <a:buNone/>
              <a:defRPr sz="12750"/>
            </a:lvl4pPr>
            <a:lvl5pPr marL="2286000" lvl="4" indent="-228600" algn="l">
              <a:lnSpc>
                <a:spcPct val="85000"/>
              </a:lnSpc>
              <a:spcBef>
                <a:spcPts val="0"/>
              </a:spcBef>
              <a:spcAft>
                <a:spcPts val="0"/>
              </a:spcAft>
              <a:buClr>
                <a:schemeClr val="lt1"/>
              </a:buClr>
              <a:buSzPts val="12750"/>
              <a:buFont typeface="Arial"/>
              <a:buNone/>
              <a:defRPr sz="12750"/>
            </a:lvl5pPr>
            <a:lvl6pPr marL="2743200" lvl="5" indent="-228600" algn="l">
              <a:lnSpc>
                <a:spcPct val="85000"/>
              </a:lnSpc>
              <a:spcBef>
                <a:spcPts val="0"/>
              </a:spcBef>
              <a:spcAft>
                <a:spcPts val="0"/>
              </a:spcAft>
              <a:buClr>
                <a:schemeClr val="lt1"/>
              </a:buClr>
              <a:buSzPts val="12750"/>
              <a:buFont typeface="Arial"/>
              <a:buNone/>
              <a:defRPr sz="12750"/>
            </a:lvl6pPr>
            <a:lvl7pPr marL="3200400" lvl="6" indent="-228600" algn="l">
              <a:lnSpc>
                <a:spcPct val="85000"/>
              </a:lnSpc>
              <a:spcBef>
                <a:spcPts val="0"/>
              </a:spcBef>
              <a:spcAft>
                <a:spcPts val="0"/>
              </a:spcAft>
              <a:buClr>
                <a:schemeClr val="lt1"/>
              </a:buClr>
              <a:buSzPts val="12750"/>
              <a:buFont typeface="Arial"/>
              <a:buNone/>
              <a:defRPr sz="12750"/>
            </a:lvl7pPr>
            <a:lvl8pPr marL="3657600" lvl="7" indent="-228600" algn="l">
              <a:lnSpc>
                <a:spcPct val="85000"/>
              </a:lnSpc>
              <a:spcBef>
                <a:spcPts val="0"/>
              </a:spcBef>
              <a:spcAft>
                <a:spcPts val="0"/>
              </a:spcAft>
              <a:buClr>
                <a:schemeClr val="lt1"/>
              </a:buClr>
              <a:buSzPts val="12750"/>
              <a:buFont typeface="Arial"/>
              <a:buNone/>
              <a:defRPr sz="12750"/>
            </a:lvl8pPr>
            <a:lvl9pPr marL="4114800" lvl="8" indent="-228600" algn="l">
              <a:lnSpc>
                <a:spcPct val="85000"/>
              </a:lnSpc>
              <a:spcBef>
                <a:spcPts val="0"/>
              </a:spcBef>
              <a:spcAft>
                <a:spcPts val="0"/>
              </a:spcAft>
              <a:buClr>
                <a:schemeClr val="lt1"/>
              </a:buClr>
              <a:buSzPts val="12750"/>
              <a:buFont typeface="Arial"/>
              <a:buNone/>
              <a:defRPr sz="12750"/>
            </a:lvl9pPr>
          </a:lstStyle>
          <a:p>
            <a:endParaRPr/>
          </a:p>
        </p:txBody>
      </p:sp>
      <p:sp>
        <p:nvSpPr>
          <p:cNvPr id="1158" name="Google Shape;1158;p103"/>
          <p:cNvSpPr txBox="1">
            <a:spLocks noGrp="1"/>
          </p:cNvSpPr>
          <p:nvPr>
            <p:ph type="title"/>
          </p:nvPr>
        </p:nvSpPr>
        <p:spPr>
          <a:xfrm>
            <a:off x="1371600" y="2329840"/>
            <a:ext cx="7495794" cy="150876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59" name="Google Shape;1159;p103"/>
          <p:cNvSpPr txBox="1">
            <a:spLocks noGrp="1"/>
          </p:cNvSpPr>
          <p:nvPr>
            <p:ph type="body" idx="2"/>
          </p:nvPr>
        </p:nvSpPr>
        <p:spPr>
          <a:xfrm>
            <a:off x="1371599" y="4114800"/>
            <a:ext cx="7495794" cy="19685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matchingName="1_Black background">
  <p:cSld name="1_Black background">
    <p:bg>
      <p:bgPr>
        <a:solidFill>
          <a:srgbClr val="231F20"/>
        </a:solidFill>
        <a:effectLst/>
      </p:bgPr>
    </p:bg>
    <p:spTree>
      <p:nvGrpSpPr>
        <p:cNvPr id="1" name="Shape 1160"/>
        <p:cNvGrpSpPr/>
        <p:nvPr/>
      </p:nvGrpSpPr>
      <p:grpSpPr>
        <a:xfrm>
          <a:off x="0" y="0"/>
          <a:ext cx="0" cy="0"/>
          <a:chOff x="0" y="0"/>
          <a:chExt cx="0" cy="0"/>
        </a:xfrm>
      </p:grpSpPr>
      <p:sp>
        <p:nvSpPr>
          <p:cNvPr id="1161" name="Google Shape;1161;p104"/>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494">
          <p15:clr>
            <a:srgbClr val="FBAE4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matchingName="Sand background">
  <p:cSld name="Sand background">
    <p:bg>
      <p:bgPr>
        <a:solidFill>
          <a:schemeClr val="lt2"/>
        </a:solidFill>
        <a:effectLst/>
      </p:bgPr>
    </p:bg>
    <p:spTree>
      <p:nvGrpSpPr>
        <p:cNvPr id="1" name="Shape 1162"/>
        <p:cNvGrpSpPr/>
        <p:nvPr/>
      </p:nvGrpSpPr>
      <p:grpSpPr>
        <a:xfrm>
          <a:off x="0" y="0"/>
          <a:ext cx="0" cy="0"/>
          <a:chOff x="0" y="0"/>
          <a:chExt cx="0" cy="0"/>
        </a:xfrm>
      </p:grpSpPr>
      <p:sp>
        <p:nvSpPr>
          <p:cNvPr id="1163" name="Google Shape;1163;p105"/>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orient="horz" pos="4148">
          <p15:clr>
            <a:srgbClr val="FBAE4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matchingName="Half sand bottom half">
  <p:cSld name="Half sand bottom half">
    <p:bg>
      <p:bgPr>
        <a:solidFill>
          <a:schemeClr val="lt1"/>
        </a:solidFill>
        <a:effectLst/>
      </p:bgPr>
    </p:bg>
    <p:spTree>
      <p:nvGrpSpPr>
        <p:cNvPr id="1" name="Shape 1164"/>
        <p:cNvGrpSpPr/>
        <p:nvPr/>
      </p:nvGrpSpPr>
      <p:grpSpPr>
        <a:xfrm>
          <a:off x="0" y="0"/>
          <a:ext cx="0" cy="0"/>
          <a:chOff x="0" y="0"/>
          <a:chExt cx="0" cy="0"/>
        </a:xfrm>
      </p:grpSpPr>
      <p:sp>
        <p:nvSpPr>
          <p:cNvPr id="1165" name="Google Shape;1165;p106"/>
          <p:cNvSpPr/>
          <p:nvPr/>
        </p:nvSpPr>
        <p:spPr>
          <a:xfrm>
            <a:off x="0" y="3840480"/>
            <a:ext cx="9144000" cy="3017520"/>
          </a:xfrm>
          <a:prstGeom prst="rect">
            <a:avLst/>
          </a:prstGeom>
          <a:solidFill>
            <a:srgbClr val="ECECE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1166" name="Google Shape;1166;p106"/>
          <p:cNvSpPr txBox="1"/>
          <p:nvPr/>
        </p:nvSpPr>
        <p:spPr>
          <a:xfrm>
            <a:off x="-1481036" y="-1750979"/>
            <a:ext cx="0" cy="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dk1"/>
              </a:buClr>
              <a:buSzPts val="1350"/>
              <a:buFont typeface="Arial"/>
              <a:buNone/>
            </a:pPr>
            <a:endParaRPr sz="1350">
              <a:solidFill>
                <a:schemeClr val="dk1"/>
              </a:solidFill>
              <a:latin typeface="Arial"/>
              <a:ea typeface="Arial"/>
              <a:cs typeface="Arial"/>
              <a:sym typeface="Arial"/>
            </a:endParaRPr>
          </a:p>
        </p:txBody>
      </p:sp>
      <p:sp>
        <p:nvSpPr>
          <p:cNvPr id="1167" name="Google Shape;1167;p106"/>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1168" name="Google Shape;1168;p106"/>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1169" name="Google Shape;1169;p106" descr="UST"/>
          <p:cNvSpPr/>
          <p:nvPr/>
        </p:nvSpPr>
        <p:spPr>
          <a:xfrm>
            <a:off x="274320" y="6238277"/>
            <a:ext cx="240030" cy="354090"/>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170" name="Google Shape;1170;p106"/>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748">
          <p15:clr>
            <a:srgbClr val="FBAE40"/>
          </p15:clr>
        </p15:guide>
        <p15:guide id="3" pos="4192">
          <p15:clr>
            <a:srgbClr val="FBAE40"/>
          </p15:clr>
        </p15:guide>
        <p15:guide id="4" pos="4004">
          <p15:clr>
            <a:srgbClr val="FBAE40"/>
          </p15:clr>
        </p15:guide>
        <p15:guide id="5" orient="horz" pos="776">
          <p15:clr>
            <a:srgbClr val="FBAE40"/>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matchingName="Title Only + bottom callout bar">
  <p:cSld name="Title Only + bottom callout bar">
    <p:spTree>
      <p:nvGrpSpPr>
        <p:cNvPr id="1" name="Shape 1171"/>
        <p:cNvGrpSpPr/>
        <p:nvPr/>
      </p:nvGrpSpPr>
      <p:grpSpPr>
        <a:xfrm>
          <a:off x="0" y="0"/>
          <a:ext cx="0" cy="0"/>
          <a:chOff x="0" y="0"/>
          <a:chExt cx="0" cy="0"/>
        </a:xfrm>
      </p:grpSpPr>
      <p:sp>
        <p:nvSpPr>
          <p:cNvPr id="1172" name="Google Shape;1172;p107"/>
          <p:cNvSpPr/>
          <p:nvPr/>
        </p:nvSpPr>
        <p:spPr>
          <a:xfrm>
            <a:off x="-1143" y="6114426"/>
            <a:ext cx="9144000" cy="587316"/>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173" name="Google Shape;1173;p107"/>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174" name="Google Shape;1174;p107" descr="Logo, icon&#10;&#10;Description automatically generated"/>
          <p:cNvPicPr preferRelativeResize="0"/>
          <p:nvPr/>
        </p:nvPicPr>
        <p:blipFill rotWithShape="1">
          <a:blip r:embed="rId2">
            <a:alphaModFix/>
          </a:blip>
          <a:srcRect/>
          <a:stretch/>
        </p:blipFill>
        <p:spPr>
          <a:xfrm>
            <a:off x="274320" y="6234730"/>
            <a:ext cx="243731" cy="359182"/>
          </a:xfrm>
          <a:prstGeom prst="rect">
            <a:avLst/>
          </a:prstGeom>
          <a:noFill/>
          <a:ln>
            <a:noFill/>
          </a:ln>
        </p:spPr>
      </p:pic>
      <p:sp>
        <p:nvSpPr>
          <p:cNvPr id="1175" name="Google Shape;1175;p107"/>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1176" name="Google Shape;1176;p107"/>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orient="horz" pos="4148">
          <p15:clr>
            <a:srgbClr val="FBAE4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matchingName="About UST summary">
  <p:cSld name="About UST summary">
    <p:bg>
      <p:bgPr>
        <a:solidFill>
          <a:schemeClr val="lt1"/>
        </a:solidFill>
        <a:effectLst/>
      </p:bgPr>
    </p:bg>
    <p:spTree>
      <p:nvGrpSpPr>
        <p:cNvPr id="1" name="Shape 1177"/>
        <p:cNvGrpSpPr/>
        <p:nvPr/>
      </p:nvGrpSpPr>
      <p:grpSpPr>
        <a:xfrm>
          <a:off x="0" y="0"/>
          <a:ext cx="0" cy="0"/>
          <a:chOff x="0" y="0"/>
          <a:chExt cx="0" cy="0"/>
        </a:xfrm>
      </p:grpSpPr>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748">
          <p15:clr>
            <a:srgbClr val="FBAE40"/>
          </p15:clr>
        </p15:guide>
        <p15:guide id="3" pos="4192">
          <p15:clr>
            <a:srgbClr val="FBAE40"/>
          </p15:clr>
        </p15:guide>
        <p15:guide id="4" pos="4004">
          <p15:clr>
            <a:srgbClr val="FBAE40"/>
          </p15:clr>
        </p15:guide>
        <p15:guide id="5" orient="horz" pos="776">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178"/>
        <p:cNvGrpSpPr/>
        <p:nvPr/>
      </p:nvGrpSpPr>
      <p:grpSpPr>
        <a:xfrm>
          <a:off x="0" y="0"/>
          <a:ext cx="0" cy="0"/>
          <a:chOff x="0" y="0"/>
          <a:chExt cx="0" cy="0"/>
        </a:xfrm>
      </p:grpSpPr>
      <p:sp>
        <p:nvSpPr>
          <p:cNvPr id="1179" name="Google Shape;1179;p109"/>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orient="horz" pos="4148">
          <p15:clr>
            <a:srgbClr val="FBAE4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180"/>
        <p:cNvGrpSpPr/>
        <p:nvPr/>
      </p:nvGrpSpPr>
      <p:grpSpPr>
        <a:xfrm>
          <a:off x="0" y="0"/>
          <a:ext cx="0" cy="0"/>
          <a:chOff x="0" y="0"/>
          <a:chExt cx="0" cy="0"/>
        </a:xfrm>
      </p:grpSpPr>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guide id="2" orient="horz" pos="4148">
          <p15:clr>
            <a:srgbClr val="FBAE40"/>
          </p15:clr>
        </p15:guide>
        <p15:guide id="3" orient="horz" pos="1152">
          <p15:clr>
            <a:srgbClr val="FBAE4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matchingName="Questions">
  <p:cSld name="Questions">
    <p:spTree>
      <p:nvGrpSpPr>
        <p:cNvPr id="1" name="Shape 1181"/>
        <p:cNvGrpSpPr/>
        <p:nvPr/>
      </p:nvGrpSpPr>
      <p:grpSpPr>
        <a:xfrm>
          <a:off x="0" y="0"/>
          <a:ext cx="0" cy="0"/>
          <a:chOff x="0" y="0"/>
          <a:chExt cx="0" cy="0"/>
        </a:xfrm>
      </p:grpSpPr>
      <p:sp>
        <p:nvSpPr>
          <p:cNvPr id="1182" name="Google Shape;1182;p111"/>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183" name="Google Shape;1183;p111" descr="Icon&#10;&#10;Description automatically generated with medium confidence"/>
          <p:cNvPicPr preferRelativeResize="0"/>
          <p:nvPr/>
        </p:nvPicPr>
        <p:blipFill rotWithShape="1">
          <a:blip r:embed="rId2">
            <a:alphaModFix/>
          </a:blip>
          <a:srcRect/>
          <a:stretch/>
        </p:blipFill>
        <p:spPr>
          <a:xfrm>
            <a:off x="3677697" y="365761"/>
            <a:ext cx="4581421" cy="6108561"/>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orient="horz" pos="4148">
          <p15:clr>
            <a:srgbClr val="FBAE4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matchingName="Closing boundless impact slide 01">
  <p:cSld name="Closing boundless impact slide 01">
    <p:spTree>
      <p:nvGrpSpPr>
        <p:cNvPr id="1" name="Shape 1184"/>
        <p:cNvGrpSpPr/>
        <p:nvPr/>
      </p:nvGrpSpPr>
      <p:grpSpPr>
        <a:xfrm>
          <a:off x="0" y="0"/>
          <a:ext cx="0" cy="0"/>
          <a:chOff x="0" y="0"/>
          <a:chExt cx="0" cy="0"/>
        </a:xfrm>
      </p:grpSpPr>
      <p:sp>
        <p:nvSpPr>
          <p:cNvPr id="1185" name="Google Shape;1185;p112"/>
          <p:cNvSpPr/>
          <p:nvPr/>
        </p:nvSpPr>
        <p:spPr>
          <a:xfrm>
            <a:off x="770467" y="1715911"/>
            <a:ext cx="4453466" cy="3883378"/>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186" name="Google Shape;1186;p112"/>
          <p:cNvSpPr txBox="1"/>
          <p:nvPr/>
        </p:nvSpPr>
        <p:spPr>
          <a:xfrm>
            <a:off x="1028997" y="2997201"/>
            <a:ext cx="3664924" cy="233115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FFFFFF"/>
              </a:buClr>
              <a:buSzPts val="3600"/>
              <a:buFont typeface="Arial"/>
              <a:buNone/>
            </a:pPr>
            <a:r>
              <a:rPr lang="en-US" sz="3600" b="0" i="0" u="none" strike="noStrike" cap="none">
                <a:solidFill>
                  <a:srgbClr val="FFFFFF"/>
                </a:solidFill>
                <a:latin typeface="Arial"/>
                <a:ea typeface="Arial"/>
                <a:cs typeface="Arial"/>
                <a:sym typeface="Arial"/>
              </a:rPr>
              <a:t>Together, we build for boundless impact</a:t>
            </a:r>
            <a:endParaRPr sz="1800" b="0">
              <a:solidFill>
                <a:schemeClr val="dk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p="http://schemas.openxmlformats.org/presentationml/2006/main" matchingName="Closing boundless impact slide">
  <p:cSld name="Closing boundless impact slide">
    <p:bg>
      <p:bgPr>
        <a:solidFill>
          <a:srgbClr val="231F20"/>
        </a:solidFill>
        <a:effectLst/>
      </p:bgPr>
    </p:bg>
    <p:spTree>
      <p:nvGrpSpPr>
        <p:cNvPr id="1" name="Shape 1187"/>
        <p:cNvGrpSpPr/>
        <p:nvPr/>
      </p:nvGrpSpPr>
      <p:grpSpPr>
        <a:xfrm>
          <a:off x="0" y="0"/>
          <a:ext cx="0" cy="0"/>
          <a:chOff x="0" y="0"/>
          <a:chExt cx="0" cy="0"/>
        </a:xfrm>
      </p:grpSpPr>
      <p:sp>
        <p:nvSpPr>
          <p:cNvPr id="1188" name="Google Shape;1188;p113"/>
          <p:cNvSpPr txBox="1"/>
          <p:nvPr/>
        </p:nvSpPr>
        <p:spPr>
          <a:xfrm>
            <a:off x="275463" y="2937933"/>
            <a:ext cx="8593074" cy="982134"/>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FFFFFF"/>
              </a:buClr>
              <a:buSzPts val="3000"/>
              <a:buFont typeface="Arial"/>
              <a:buNone/>
            </a:pPr>
            <a:r>
              <a:rPr lang="en-US" sz="3000" b="1" i="0" u="none" strike="noStrike" cap="none">
                <a:solidFill>
                  <a:srgbClr val="FFFFFF"/>
                </a:solidFill>
                <a:latin typeface="Arial"/>
                <a:ea typeface="Arial"/>
                <a:cs typeface="Arial"/>
                <a:sym typeface="Arial"/>
              </a:rPr>
              <a:t>Together, we build for boundless impact</a:t>
            </a:r>
            <a:endParaRPr sz="1350">
              <a:solidFill>
                <a:schemeClr val="lt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494">
          <p15:clr>
            <a:srgbClr val="FBAE40"/>
          </p15:clr>
        </p15:guide>
      </p15:sldGuideLst>
    </p:ext>
  </p:extLst>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matchingName="End Slide">
  <p:cSld name="End Slide">
    <p:bg>
      <p:bgPr>
        <a:solidFill>
          <a:schemeClr val="lt1"/>
        </a:solidFill>
        <a:effectLst/>
      </p:bgPr>
    </p:bg>
    <p:spTree>
      <p:nvGrpSpPr>
        <p:cNvPr id="1" name="Shape 1189"/>
        <p:cNvGrpSpPr/>
        <p:nvPr/>
      </p:nvGrpSpPr>
      <p:grpSpPr>
        <a:xfrm>
          <a:off x="0" y="0"/>
          <a:ext cx="0" cy="0"/>
          <a:chOff x="0" y="0"/>
          <a:chExt cx="0" cy="0"/>
        </a:xfrm>
      </p:grpSpPr>
      <p:sp>
        <p:nvSpPr>
          <p:cNvPr id="1190" name="Google Shape;1190;p114"/>
          <p:cNvSpPr/>
          <p:nvPr/>
        </p:nvSpPr>
        <p:spPr>
          <a:xfrm>
            <a:off x="891541" y="1234441"/>
            <a:ext cx="8252459" cy="5623559"/>
          </a:xfrm>
          <a:prstGeom prst="rect">
            <a:avLst/>
          </a:prstGeom>
          <a:solidFill>
            <a:srgbClr val="006E7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1191" name="Google Shape;1191;p114" descr="UST"/>
          <p:cNvSpPr/>
          <p:nvPr/>
        </p:nvSpPr>
        <p:spPr>
          <a:xfrm>
            <a:off x="273844" y="358775"/>
            <a:ext cx="548640" cy="809172"/>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192" name="Google Shape;1192;p114"/>
          <p:cNvSpPr txBox="1"/>
          <p:nvPr/>
        </p:nvSpPr>
        <p:spPr>
          <a:xfrm>
            <a:off x="1276540" y="1585468"/>
            <a:ext cx="5383817" cy="2105012"/>
          </a:xfrm>
          <a:prstGeom prst="rect">
            <a:avLst/>
          </a:prstGeom>
          <a:noFill/>
          <a:ln>
            <a:noFill/>
          </a:ln>
        </p:spPr>
        <p:txBody>
          <a:bodyPr spcFirstLastPara="1" wrap="square" lIns="0" tIns="0" rIns="0" bIns="0" anchor="b" anchorCtr="0">
            <a:noAutofit/>
          </a:bodyPr>
          <a:lstStyle/>
          <a:p>
            <a:pPr marL="0" marR="0" lvl="0" indent="0" algn="l" rtl="0">
              <a:lnSpc>
                <a:spcPct val="90000"/>
              </a:lnSpc>
              <a:spcBef>
                <a:spcPts val="0"/>
              </a:spcBef>
              <a:spcAft>
                <a:spcPts val="0"/>
              </a:spcAft>
              <a:buClr>
                <a:schemeClr val="lt1"/>
              </a:buClr>
              <a:buSzPts val="3600"/>
              <a:buFont typeface="Arial"/>
              <a:buNone/>
            </a:pPr>
            <a:r>
              <a:rPr lang="en-US" sz="3600" b="0">
                <a:solidFill>
                  <a:schemeClr val="lt1"/>
                </a:solidFill>
                <a:latin typeface="Arial"/>
                <a:ea typeface="Arial"/>
                <a:cs typeface="Arial"/>
                <a:sym typeface="Arial"/>
              </a:rPr>
              <a:t>Thank you</a:t>
            </a:r>
            <a:endParaRPr/>
          </a:p>
        </p:txBody>
      </p:sp>
      <p:sp>
        <p:nvSpPr>
          <p:cNvPr id="1193" name="Google Shape;1193;p114"/>
          <p:cNvSpPr txBox="1">
            <a:spLocks noGrp="1"/>
          </p:cNvSpPr>
          <p:nvPr>
            <p:ph type="body" idx="1"/>
          </p:nvPr>
        </p:nvSpPr>
        <p:spPr>
          <a:xfrm>
            <a:off x="1276540" y="4893617"/>
            <a:ext cx="5383817" cy="11520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200"/>
              <a:buFont typeface="Arial"/>
              <a:buNone/>
              <a:defRPr sz="1200">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lt1"/>
              </a:buClr>
              <a:buSzPts val="1200"/>
              <a:buFont typeface="Arial"/>
              <a:buNone/>
              <a:defRPr sz="1200">
                <a:solidFill>
                  <a:schemeClr val="lt1"/>
                </a:solidFill>
              </a:defRPr>
            </a:lvl2pPr>
            <a:lvl3pPr marL="1371600" lvl="2" indent="-228600" algn="l">
              <a:lnSpc>
                <a:spcPct val="100000"/>
              </a:lnSpc>
              <a:spcBef>
                <a:spcPts val="0"/>
              </a:spcBef>
              <a:spcAft>
                <a:spcPts val="0"/>
              </a:spcAft>
              <a:buClr>
                <a:schemeClr val="lt1"/>
              </a:buClr>
              <a:buSzPts val="1200"/>
              <a:buFont typeface="Arial"/>
              <a:buNone/>
              <a:defRPr sz="1200">
                <a:solidFill>
                  <a:schemeClr val="lt1"/>
                </a:solidFill>
              </a:defRPr>
            </a:lvl3pPr>
            <a:lvl4pPr marL="1828800" lvl="3" indent="-228600" algn="l">
              <a:lnSpc>
                <a:spcPct val="100000"/>
              </a:lnSpc>
              <a:spcBef>
                <a:spcPts val="0"/>
              </a:spcBef>
              <a:spcAft>
                <a:spcPts val="0"/>
              </a:spcAft>
              <a:buClr>
                <a:schemeClr val="lt1"/>
              </a:buClr>
              <a:buSzPts val="1200"/>
              <a:buFont typeface="Arial"/>
              <a:buNone/>
              <a:defRPr sz="1200">
                <a:solidFill>
                  <a:schemeClr val="lt1"/>
                </a:solidFill>
              </a:defRPr>
            </a:lvl4pPr>
            <a:lvl5pPr marL="2286000" lvl="4" indent="-228600" algn="l">
              <a:lnSpc>
                <a:spcPct val="100000"/>
              </a:lnSpc>
              <a:spcBef>
                <a:spcPts val="0"/>
              </a:spcBef>
              <a:spcAft>
                <a:spcPts val="0"/>
              </a:spcAft>
              <a:buClr>
                <a:schemeClr val="lt1"/>
              </a:buClr>
              <a:buSzPts val="1200"/>
              <a:buFont typeface="Arial"/>
              <a:buNone/>
              <a:defRPr sz="1200">
                <a:solidFill>
                  <a:schemeClr val="lt1"/>
                </a:solidFill>
              </a:defRPr>
            </a:lvl5pPr>
            <a:lvl6pPr marL="2743200" lvl="5" indent="-228600" algn="l">
              <a:lnSpc>
                <a:spcPct val="100000"/>
              </a:lnSpc>
              <a:spcBef>
                <a:spcPts val="0"/>
              </a:spcBef>
              <a:spcAft>
                <a:spcPts val="0"/>
              </a:spcAft>
              <a:buClr>
                <a:schemeClr val="lt1"/>
              </a:buClr>
              <a:buSzPts val="1200"/>
              <a:buFont typeface="Arial"/>
              <a:buNone/>
              <a:defRPr sz="1200">
                <a:solidFill>
                  <a:schemeClr val="lt1"/>
                </a:solidFill>
              </a:defRPr>
            </a:lvl6pPr>
            <a:lvl7pPr marL="3200400" lvl="6" indent="-228600" algn="l">
              <a:lnSpc>
                <a:spcPct val="100000"/>
              </a:lnSpc>
              <a:spcBef>
                <a:spcPts val="0"/>
              </a:spcBef>
              <a:spcAft>
                <a:spcPts val="0"/>
              </a:spcAft>
              <a:buClr>
                <a:schemeClr val="lt1"/>
              </a:buClr>
              <a:buSzPts val="1200"/>
              <a:buFont typeface="Arial"/>
              <a:buNone/>
              <a:defRPr sz="1200">
                <a:solidFill>
                  <a:schemeClr val="lt1"/>
                </a:solidFill>
              </a:defRPr>
            </a:lvl7pPr>
            <a:lvl8pPr marL="3657600" lvl="7" indent="-228600" algn="l">
              <a:lnSpc>
                <a:spcPct val="100000"/>
              </a:lnSpc>
              <a:spcBef>
                <a:spcPts val="0"/>
              </a:spcBef>
              <a:spcAft>
                <a:spcPts val="0"/>
              </a:spcAft>
              <a:buClr>
                <a:schemeClr val="lt1"/>
              </a:buClr>
              <a:buSzPts val="1200"/>
              <a:buFont typeface="Arial"/>
              <a:buNone/>
              <a:defRPr sz="1200">
                <a:solidFill>
                  <a:schemeClr val="lt1"/>
                </a:solidFill>
              </a:defRPr>
            </a:lvl8pPr>
            <a:lvl9pPr marL="4114800" lvl="8" indent="-228600" algn="l">
              <a:lnSpc>
                <a:spcPct val="100000"/>
              </a:lnSpc>
              <a:spcBef>
                <a:spcPts val="0"/>
              </a:spcBef>
              <a:spcAft>
                <a:spcPts val="0"/>
              </a:spcAft>
              <a:buClr>
                <a:schemeClr val="lt1"/>
              </a:buClr>
              <a:buSzPts val="1200"/>
              <a:buFont typeface="Arial"/>
              <a:buNone/>
              <a:defRPr sz="1200">
                <a:solidFill>
                  <a:schemeClr val="lt1"/>
                </a:solidFill>
              </a:defRPr>
            </a:lvl9pPr>
          </a:lstStyle>
          <a:p>
            <a:endParaRPr/>
          </a:p>
        </p:txBody>
      </p:sp>
      <p:sp>
        <p:nvSpPr>
          <p:cNvPr id="1194" name="Google Shape;1194;p114"/>
          <p:cNvSpPr txBox="1"/>
          <p:nvPr/>
        </p:nvSpPr>
        <p:spPr>
          <a:xfrm>
            <a:off x="6891337" y="4893618"/>
            <a:ext cx="1976438" cy="1598624"/>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lt1"/>
              </a:buClr>
              <a:buSzPts val="1200"/>
              <a:buFont typeface="Arial"/>
              <a:buNone/>
            </a:pPr>
            <a:r>
              <a:rPr lang="en-US" sz="1200" b="1">
                <a:solidFill>
                  <a:schemeClr val="lt1"/>
                </a:solidFill>
                <a:latin typeface="Arial"/>
                <a:ea typeface="Arial"/>
                <a:cs typeface="Arial"/>
                <a:sym typeface="Arial"/>
              </a:rPr>
              <a:t>ust.com</a:t>
            </a:r>
            <a:endParaRPr/>
          </a:p>
        </p:txBody>
      </p:sp>
      <p:sp>
        <p:nvSpPr>
          <p:cNvPr id="1195" name="Google Shape;1195;p114"/>
          <p:cNvSpPr txBox="1"/>
          <p:nvPr/>
        </p:nvSpPr>
        <p:spPr>
          <a:xfrm>
            <a:off x="1276539" y="6045617"/>
            <a:ext cx="5383816" cy="446625"/>
          </a:xfrm>
          <a:prstGeom prst="rect">
            <a:avLst/>
          </a:prstGeom>
          <a:noFill/>
          <a:ln>
            <a:noFill/>
          </a:ln>
        </p:spPr>
        <p:txBody>
          <a:bodyPr spcFirstLastPara="1" wrap="square" lIns="0" tIns="0" rIns="0" bIns="0" anchor="b" anchorCtr="0">
            <a:noAutofit/>
          </a:bodyPr>
          <a:lstStyle/>
          <a:p>
            <a:pPr marL="0" marR="0" lvl="0" indent="0" algn="l" rtl="0">
              <a:lnSpc>
                <a:spcPct val="100000"/>
              </a:lnSpc>
              <a:spcBef>
                <a:spcPts val="0"/>
              </a:spcBef>
              <a:spcAft>
                <a:spcPts val="0"/>
              </a:spcAft>
              <a:buClr>
                <a:schemeClr val="lt1"/>
              </a:buClr>
              <a:buSzPts val="1200"/>
              <a:buFont typeface="Arial"/>
              <a:buNone/>
            </a:pPr>
            <a:r>
              <a:rPr lang="en-US" sz="1200" b="1">
                <a:solidFill>
                  <a:schemeClr val="lt1"/>
                </a:solidFill>
                <a:latin typeface="Arial"/>
                <a:ea typeface="Arial"/>
                <a:cs typeface="Arial"/>
                <a:sym typeface="Arial"/>
              </a:rPr>
              <a:t>Digital solutions | Platforms | Engineering, R&amp;D and Products</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788">
          <p15:clr>
            <a:srgbClr val="FBAE40"/>
          </p15:clr>
        </p15:guide>
        <p15:guide id="2" orient="horz" pos="4090">
          <p15:clr>
            <a:srgbClr val="FBAE40"/>
          </p15:clr>
        </p15:guide>
        <p15:guide id="3" pos="5594">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p="http://schemas.openxmlformats.org/presentationml/2006/main" matchingName="Appendix slide">
  <p:cSld name="Appendix slide">
    <p:bg>
      <p:bgPr>
        <a:solidFill>
          <a:srgbClr val="006E74"/>
        </a:solidFill>
        <a:effectLst/>
      </p:bgPr>
    </p:bg>
    <p:spTree>
      <p:nvGrpSpPr>
        <p:cNvPr id="1" name="Shape 1196"/>
        <p:cNvGrpSpPr/>
        <p:nvPr/>
      </p:nvGrpSpPr>
      <p:grpSpPr>
        <a:xfrm>
          <a:off x="0" y="0"/>
          <a:ext cx="0" cy="0"/>
          <a:chOff x="0" y="0"/>
          <a:chExt cx="0" cy="0"/>
        </a:xfrm>
      </p:grpSpPr>
      <p:sp>
        <p:nvSpPr>
          <p:cNvPr id="1197" name="Google Shape;1197;p115"/>
          <p:cNvSpPr txBox="1">
            <a:spLocks noGrp="1"/>
          </p:cNvSpPr>
          <p:nvPr>
            <p:ph type="body" idx="1"/>
          </p:nvPr>
        </p:nvSpPr>
        <p:spPr>
          <a:xfrm>
            <a:off x="274320" y="4114800"/>
            <a:ext cx="6378893" cy="19685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1198" name="Google Shape;1198;p115"/>
          <p:cNvSpPr txBox="1"/>
          <p:nvPr/>
        </p:nvSpPr>
        <p:spPr>
          <a:xfrm>
            <a:off x="274320" y="1737360"/>
            <a:ext cx="5026729" cy="2103120"/>
          </a:xfrm>
          <a:prstGeom prst="rect">
            <a:avLst/>
          </a:prstGeom>
          <a:noFill/>
          <a:ln>
            <a:noFill/>
          </a:ln>
        </p:spPr>
        <p:txBody>
          <a:bodyPr spcFirstLastPara="1" wrap="square" lIns="0" tIns="0" rIns="0" bIns="0" anchor="b" anchorCtr="0">
            <a:noAutofit/>
          </a:bodyPr>
          <a:lstStyle/>
          <a:p>
            <a:pPr marL="0" marR="0" lvl="0" indent="0" algn="l" rtl="0">
              <a:lnSpc>
                <a:spcPct val="100000"/>
              </a:lnSpc>
              <a:spcBef>
                <a:spcPts val="0"/>
              </a:spcBef>
              <a:spcAft>
                <a:spcPts val="0"/>
              </a:spcAft>
              <a:buClr>
                <a:srgbClr val="FFFFFF"/>
              </a:buClr>
              <a:buSzPts val="3600"/>
              <a:buFont typeface="Arial"/>
              <a:buNone/>
            </a:pPr>
            <a:r>
              <a:rPr lang="en-US" sz="3600" b="0" i="0" u="none" strike="noStrike" cap="none">
                <a:solidFill>
                  <a:srgbClr val="FFFFFF"/>
                </a:solidFill>
                <a:latin typeface="Arial"/>
                <a:ea typeface="Arial"/>
                <a:cs typeface="Arial"/>
                <a:sym typeface="Arial"/>
              </a:rPr>
              <a:t>Appendix</a:t>
            </a:r>
            <a:endParaRPr sz="3600" b="0">
              <a:solidFill>
                <a:schemeClr val="lt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588">
          <p15:clr>
            <a:srgbClr val="FBAE40"/>
          </p15:clr>
        </p15:guide>
        <p15:guide id="2" orient="horz" pos="3832">
          <p15:clr>
            <a:srgbClr val="FBAE40"/>
          </p15:clr>
        </p15:guide>
        <p15:guide id="3" orient="horz" pos="4148">
          <p15:clr>
            <a:srgbClr val="FBAE40"/>
          </p15:clr>
        </p15:guide>
      </p15:sldGuideLst>
    </p:ext>
  </p:extLst>
</p:sldLayout>
</file>

<file path=ppt/slideLayouts/slideLayout115.xml><?xml version="1.0" encoding="utf-8"?>
<p:sldLayout xmlns:a="http://schemas.openxmlformats.org/drawingml/2006/main" xmlns:r="http://schemas.openxmlformats.org/officeDocument/2006/relationships" xmlns:p="http://schemas.openxmlformats.org/presentationml/2006/main" matchingName="Copyright and Confidentiality">
  <p:cSld name="Copyright and Confidentiality">
    <p:spTree>
      <p:nvGrpSpPr>
        <p:cNvPr id="1" name="Shape 1199"/>
        <p:cNvGrpSpPr/>
        <p:nvPr/>
      </p:nvGrpSpPr>
      <p:grpSpPr>
        <a:xfrm>
          <a:off x="0" y="0"/>
          <a:ext cx="0" cy="0"/>
          <a:chOff x="0" y="0"/>
          <a:chExt cx="0" cy="0"/>
        </a:xfrm>
      </p:grpSpPr>
      <p:sp>
        <p:nvSpPr>
          <p:cNvPr id="1200" name="Google Shape;1200;p116"/>
          <p:cNvSpPr txBox="1"/>
          <p:nvPr/>
        </p:nvSpPr>
        <p:spPr>
          <a:xfrm>
            <a:off x="274321" y="365760"/>
            <a:ext cx="6138386" cy="9144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dk1"/>
              </a:buClr>
              <a:buSzPts val="2400"/>
              <a:buFont typeface="Arial"/>
              <a:buNone/>
            </a:pPr>
            <a:r>
              <a:rPr lang="en-US" sz="2400" b="0">
                <a:solidFill>
                  <a:schemeClr val="dk1"/>
                </a:solidFill>
                <a:latin typeface="Arial"/>
                <a:ea typeface="Arial"/>
                <a:cs typeface="Arial"/>
                <a:sym typeface="Arial"/>
              </a:rPr>
              <a:t>Copyright and confidentiality notice</a:t>
            </a:r>
            <a:endParaRPr/>
          </a:p>
        </p:txBody>
      </p:sp>
      <p:sp>
        <p:nvSpPr>
          <p:cNvPr id="1201" name="Google Shape;1201;p116"/>
          <p:cNvSpPr txBox="1"/>
          <p:nvPr/>
        </p:nvSpPr>
        <p:spPr>
          <a:xfrm>
            <a:off x="274321" y="1828800"/>
            <a:ext cx="6137909" cy="42519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350">
                <a:solidFill>
                  <a:schemeClr val="dk1"/>
                </a:solidFill>
                <a:latin typeface="Arial"/>
                <a:ea typeface="Arial"/>
                <a:cs typeface="Arial"/>
                <a:sym typeface="Arial"/>
              </a:rPr>
              <a:t>Copyright © 2026 by UST Global Inc. All rights reserved.</a:t>
            </a:r>
            <a:endParaRPr/>
          </a:p>
          <a:p>
            <a:pPr marL="0" marR="0" lvl="0" indent="0" algn="l" rtl="0">
              <a:lnSpc>
                <a:spcPct val="100000"/>
              </a:lnSpc>
              <a:spcBef>
                <a:spcPts val="900"/>
              </a:spcBef>
              <a:spcAft>
                <a:spcPts val="0"/>
              </a:spcAft>
              <a:buNone/>
            </a:pPr>
            <a:r>
              <a:rPr lang="en-US" sz="1350">
                <a:solidFill>
                  <a:schemeClr val="dk1"/>
                </a:solidFill>
                <a:latin typeface="Arial"/>
                <a:ea typeface="Arial"/>
                <a:cs typeface="Arial"/>
                <a:sym typeface="Arial"/>
              </a:rPr>
              <a:t>This document is protected under the copyright laws of United States, India, and other countries as an unpublished work and contains information that shall not be reproduced, published, used in the preparation of derivative works, and/or distributed, in whole or in part, by the recipient for any purpose other than to evaluate this document. Further, all information contained herein is proprietary and confidential to UST Global Inc and may not be disclosed to any third party. Exceptions to this notice are permitted only with the express, written permission of UST Global Inc.</a:t>
            </a:r>
            <a:endParaRPr/>
          </a:p>
          <a:p>
            <a:pPr marL="0" marR="0" lvl="0" indent="0" algn="l" rtl="0">
              <a:lnSpc>
                <a:spcPct val="100000"/>
              </a:lnSpc>
              <a:spcBef>
                <a:spcPts val="900"/>
              </a:spcBef>
              <a:spcAft>
                <a:spcPts val="0"/>
              </a:spcAft>
              <a:buNone/>
            </a:pPr>
            <a:r>
              <a:rPr lang="en-US" sz="1350">
                <a:solidFill>
                  <a:schemeClr val="dk1"/>
                </a:solidFill>
                <a:latin typeface="Arial"/>
                <a:ea typeface="Arial"/>
                <a:cs typeface="Arial"/>
                <a:sym typeface="Arial"/>
              </a:rPr>
              <a:t>UST</a:t>
            </a:r>
            <a:r>
              <a:rPr lang="en-US" sz="1350" baseline="30000">
                <a:solidFill>
                  <a:schemeClr val="dk1"/>
                </a:solidFill>
                <a:latin typeface="Arial"/>
                <a:ea typeface="Arial"/>
                <a:cs typeface="Arial"/>
                <a:sym typeface="Arial"/>
              </a:rPr>
              <a:t>®</a:t>
            </a:r>
            <a:r>
              <a:rPr lang="en-US" sz="1350">
                <a:solidFill>
                  <a:schemeClr val="dk1"/>
                </a:solidFill>
                <a:latin typeface="Arial"/>
                <a:ea typeface="Arial"/>
                <a:cs typeface="Arial"/>
                <a:sym typeface="Arial"/>
              </a:rPr>
              <a:t> is a registered service mark of UST Global Inc.</a:t>
            </a:r>
            <a:endParaRPr/>
          </a:p>
        </p:txBody>
      </p:sp>
      <p:sp>
        <p:nvSpPr>
          <p:cNvPr id="1202" name="Google Shape;1202;p116"/>
          <p:cNvSpPr/>
          <p:nvPr/>
        </p:nvSpPr>
        <p:spPr>
          <a:xfrm>
            <a:off x="6653212" y="1828800"/>
            <a:ext cx="2214182" cy="4254500"/>
          </a:xfrm>
          <a:prstGeom prst="rect">
            <a:avLst/>
          </a:prstGeom>
          <a:solidFill>
            <a:srgbClr val="ECECE1"/>
          </a:solidFill>
          <a:ln>
            <a:noFill/>
          </a:ln>
        </p:spPr>
        <p:txBody>
          <a:bodyPr spcFirstLastPara="1" wrap="square" lIns="240025" tIns="240025" rIns="137150" bIns="617200" anchor="t" anchorCtr="0">
            <a:noAutofit/>
          </a:bodyPr>
          <a:lstStyle/>
          <a:p>
            <a:pPr marL="0" marR="0" lvl="0" indent="0" algn="l" rtl="0">
              <a:lnSpc>
                <a:spcPct val="100000"/>
              </a:lnSpc>
              <a:spcBef>
                <a:spcPts val="0"/>
              </a:spcBef>
              <a:spcAft>
                <a:spcPts val="0"/>
              </a:spcAft>
              <a:buNone/>
            </a:pPr>
            <a:r>
              <a:rPr lang="en-US" sz="1350" b="1">
                <a:solidFill>
                  <a:schemeClr val="dk1"/>
                </a:solidFill>
                <a:latin typeface="Arial"/>
                <a:ea typeface="Arial"/>
                <a:cs typeface="Arial"/>
                <a:sym typeface="Arial"/>
              </a:rPr>
              <a:t>UST</a:t>
            </a:r>
            <a:endParaRPr/>
          </a:p>
          <a:p>
            <a:pPr marL="0" marR="0" lvl="0" indent="0" algn="l" rtl="0">
              <a:lnSpc>
                <a:spcPct val="100000"/>
              </a:lnSpc>
              <a:spcBef>
                <a:spcPts val="0"/>
              </a:spcBef>
              <a:spcAft>
                <a:spcPts val="0"/>
              </a:spcAft>
              <a:buNone/>
            </a:pPr>
            <a:r>
              <a:rPr lang="en-US" sz="1350" b="0">
                <a:solidFill>
                  <a:schemeClr val="dk1"/>
                </a:solidFill>
                <a:latin typeface="Arial"/>
                <a:ea typeface="Arial"/>
                <a:cs typeface="Arial"/>
                <a:sym typeface="Arial"/>
              </a:rPr>
              <a:t>101 Enterprise, Suite 300</a:t>
            </a:r>
            <a:endParaRPr/>
          </a:p>
          <a:p>
            <a:pPr marL="0" marR="0" lvl="0" indent="0" algn="l" rtl="0">
              <a:lnSpc>
                <a:spcPct val="100000"/>
              </a:lnSpc>
              <a:spcBef>
                <a:spcPts val="0"/>
              </a:spcBef>
              <a:spcAft>
                <a:spcPts val="0"/>
              </a:spcAft>
              <a:buNone/>
            </a:pPr>
            <a:r>
              <a:rPr lang="en-US" sz="1350" b="0">
                <a:solidFill>
                  <a:schemeClr val="dk1"/>
                </a:solidFill>
                <a:latin typeface="Arial"/>
                <a:ea typeface="Arial"/>
                <a:cs typeface="Arial"/>
                <a:sym typeface="Arial"/>
              </a:rPr>
              <a:t>Aliso Viejo, CA 92656</a:t>
            </a:r>
            <a:endParaRPr/>
          </a:p>
          <a:p>
            <a:pPr marL="0" marR="0" lvl="0" indent="0" algn="l" rtl="0">
              <a:lnSpc>
                <a:spcPct val="100000"/>
              </a:lnSpc>
              <a:spcBef>
                <a:spcPts val="900"/>
              </a:spcBef>
              <a:spcAft>
                <a:spcPts val="0"/>
              </a:spcAft>
              <a:buNone/>
            </a:pPr>
            <a:r>
              <a:rPr lang="en-US" sz="1350" b="0">
                <a:solidFill>
                  <a:schemeClr val="dk1"/>
                </a:solidFill>
                <a:latin typeface="Arial"/>
                <a:ea typeface="Arial"/>
                <a:cs typeface="Arial"/>
                <a:sym typeface="Arial"/>
              </a:rPr>
              <a:t>T +1 949 716 8757</a:t>
            </a:r>
            <a:endParaRPr/>
          </a:p>
          <a:p>
            <a:pPr marL="0" marR="0" lvl="0" indent="0" algn="l" rtl="0">
              <a:lnSpc>
                <a:spcPct val="100000"/>
              </a:lnSpc>
              <a:spcBef>
                <a:spcPts val="0"/>
              </a:spcBef>
              <a:spcAft>
                <a:spcPts val="0"/>
              </a:spcAft>
              <a:buNone/>
            </a:pPr>
            <a:r>
              <a:rPr lang="en-US" sz="1350" b="0">
                <a:solidFill>
                  <a:schemeClr val="dk1"/>
                </a:solidFill>
                <a:latin typeface="Arial"/>
                <a:ea typeface="Arial"/>
                <a:cs typeface="Arial"/>
                <a:sym typeface="Arial"/>
              </a:rPr>
              <a:t>F +1 949 716 8396</a:t>
            </a:r>
            <a:endParaRPr/>
          </a:p>
          <a:p>
            <a:pPr marL="0" marR="0" lvl="0" indent="0" algn="l" rtl="0">
              <a:lnSpc>
                <a:spcPct val="100000"/>
              </a:lnSpc>
              <a:spcBef>
                <a:spcPts val="900"/>
              </a:spcBef>
              <a:spcAft>
                <a:spcPts val="0"/>
              </a:spcAft>
              <a:buNone/>
            </a:pPr>
            <a:r>
              <a:rPr lang="en-US" sz="1350" b="1">
                <a:solidFill>
                  <a:schemeClr val="dk1"/>
                </a:solidFill>
                <a:latin typeface="Arial"/>
                <a:ea typeface="Arial"/>
                <a:cs typeface="Arial"/>
                <a:sym typeface="Arial"/>
              </a:rPr>
              <a:t>ust.com</a:t>
            </a:r>
            <a:endParaRPr/>
          </a:p>
        </p:txBody>
      </p:sp>
      <p:sp>
        <p:nvSpPr>
          <p:cNvPr id="1203" name="Google Shape;1203;p116">
            <a:hlinkClick r:id="rId2"/>
          </p:cNvPr>
          <p:cNvSpPr/>
          <p:nvPr/>
        </p:nvSpPr>
        <p:spPr>
          <a:xfrm>
            <a:off x="6897853" y="5537235"/>
            <a:ext cx="91373" cy="262851"/>
          </a:xfrm>
          <a:custGeom>
            <a:avLst/>
            <a:gdLst/>
            <a:ahLst/>
            <a:cxnLst/>
            <a:rect l="l" t="t" r="r" b="b"/>
            <a:pathLst>
              <a:path w="321" h="690" extrusionOk="0">
                <a:moveTo>
                  <a:pt x="321" y="223"/>
                </a:moveTo>
                <a:lnTo>
                  <a:pt x="321" y="223"/>
                </a:lnTo>
                <a:lnTo>
                  <a:pt x="212" y="223"/>
                </a:lnTo>
                <a:lnTo>
                  <a:pt x="212" y="152"/>
                </a:lnTo>
                <a:cubicBezTo>
                  <a:pt x="212" y="125"/>
                  <a:pt x="230" y="118"/>
                  <a:pt x="242" y="118"/>
                </a:cubicBezTo>
                <a:lnTo>
                  <a:pt x="319" y="118"/>
                </a:lnTo>
                <a:lnTo>
                  <a:pt x="319" y="0"/>
                </a:lnTo>
                <a:lnTo>
                  <a:pt x="213" y="0"/>
                </a:lnTo>
                <a:cubicBezTo>
                  <a:pt x="95" y="0"/>
                  <a:pt x="69" y="88"/>
                  <a:pt x="69" y="144"/>
                </a:cubicBezTo>
                <a:lnTo>
                  <a:pt x="69" y="223"/>
                </a:lnTo>
                <a:lnTo>
                  <a:pt x="0" y="223"/>
                </a:lnTo>
                <a:lnTo>
                  <a:pt x="0" y="345"/>
                </a:lnTo>
                <a:lnTo>
                  <a:pt x="69" y="345"/>
                </a:lnTo>
                <a:lnTo>
                  <a:pt x="69" y="690"/>
                </a:lnTo>
                <a:lnTo>
                  <a:pt x="212" y="690"/>
                </a:lnTo>
                <a:lnTo>
                  <a:pt x="212" y="345"/>
                </a:lnTo>
                <a:lnTo>
                  <a:pt x="309" y="345"/>
                </a:lnTo>
                <a:lnTo>
                  <a:pt x="321" y="223"/>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04" name="Google Shape;1204;p116">
            <a:hlinkClick r:id="rId3"/>
          </p:cNvPr>
          <p:cNvSpPr/>
          <p:nvPr/>
        </p:nvSpPr>
        <p:spPr>
          <a:xfrm>
            <a:off x="8187422" y="5537234"/>
            <a:ext cx="218072" cy="205198"/>
          </a:xfrm>
          <a:custGeom>
            <a:avLst/>
            <a:gdLst/>
            <a:ahLst/>
            <a:cxnLst/>
            <a:rect l="l" t="t" r="r" b="b"/>
            <a:pathLst>
              <a:path w="768" h="538" extrusionOk="0">
                <a:moveTo>
                  <a:pt x="307" y="384"/>
                </a:moveTo>
                <a:lnTo>
                  <a:pt x="307" y="384"/>
                </a:lnTo>
                <a:lnTo>
                  <a:pt x="307" y="154"/>
                </a:lnTo>
                <a:lnTo>
                  <a:pt x="507" y="269"/>
                </a:lnTo>
                <a:lnTo>
                  <a:pt x="307" y="384"/>
                </a:lnTo>
                <a:close/>
                <a:moveTo>
                  <a:pt x="752" y="84"/>
                </a:moveTo>
                <a:lnTo>
                  <a:pt x="752" y="84"/>
                </a:lnTo>
                <a:cubicBezTo>
                  <a:pt x="743" y="51"/>
                  <a:pt x="717" y="25"/>
                  <a:pt x="684" y="16"/>
                </a:cubicBezTo>
                <a:cubicBezTo>
                  <a:pt x="624" y="0"/>
                  <a:pt x="384" y="0"/>
                  <a:pt x="384" y="0"/>
                </a:cubicBezTo>
                <a:cubicBezTo>
                  <a:pt x="384" y="0"/>
                  <a:pt x="144" y="0"/>
                  <a:pt x="84" y="16"/>
                </a:cubicBezTo>
                <a:cubicBezTo>
                  <a:pt x="51" y="25"/>
                  <a:pt x="25" y="51"/>
                  <a:pt x="16" y="84"/>
                </a:cubicBezTo>
                <a:cubicBezTo>
                  <a:pt x="0" y="144"/>
                  <a:pt x="0" y="269"/>
                  <a:pt x="0" y="269"/>
                </a:cubicBezTo>
                <a:cubicBezTo>
                  <a:pt x="0" y="269"/>
                  <a:pt x="0" y="394"/>
                  <a:pt x="16" y="454"/>
                </a:cubicBezTo>
                <a:cubicBezTo>
                  <a:pt x="25" y="487"/>
                  <a:pt x="51" y="513"/>
                  <a:pt x="84" y="522"/>
                </a:cubicBezTo>
                <a:cubicBezTo>
                  <a:pt x="144" y="538"/>
                  <a:pt x="384" y="538"/>
                  <a:pt x="384" y="538"/>
                </a:cubicBezTo>
                <a:cubicBezTo>
                  <a:pt x="384" y="538"/>
                  <a:pt x="624" y="538"/>
                  <a:pt x="684" y="522"/>
                </a:cubicBezTo>
                <a:cubicBezTo>
                  <a:pt x="717" y="513"/>
                  <a:pt x="743" y="487"/>
                  <a:pt x="752" y="454"/>
                </a:cubicBezTo>
                <a:cubicBezTo>
                  <a:pt x="768" y="394"/>
                  <a:pt x="768" y="269"/>
                  <a:pt x="768" y="269"/>
                </a:cubicBezTo>
                <a:cubicBezTo>
                  <a:pt x="768" y="269"/>
                  <a:pt x="768" y="144"/>
                  <a:pt x="752" y="84"/>
                </a:cubicBez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05" name="Google Shape;1205;p116">
            <a:hlinkClick r:id="rId4"/>
          </p:cNvPr>
          <p:cNvSpPr/>
          <p:nvPr/>
        </p:nvSpPr>
        <p:spPr>
          <a:xfrm>
            <a:off x="7494325" y="5537235"/>
            <a:ext cx="192147" cy="244253"/>
          </a:xfrm>
          <a:custGeom>
            <a:avLst/>
            <a:gdLst/>
            <a:ahLst/>
            <a:cxnLst/>
            <a:rect l="l" t="t" r="r" b="b"/>
            <a:pathLst>
              <a:path w="671" h="641" extrusionOk="0">
                <a:moveTo>
                  <a:pt x="671" y="641"/>
                </a:moveTo>
                <a:lnTo>
                  <a:pt x="671" y="641"/>
                </a:lnTo>
                <a:lnTo>
                  <a:pt x="527" y="641"/>
                </a:lnTo>
                <a:lnTo>
                  <a:pt x="527" y="410"/>
                </a:lnTo>
                <a:cubicBezTo>
                  <a:pt x="527" y="352"/>
                  <a:pt x="506" y="312"/>
                  <a:pt x="454" y="312"/>
                </a:cubicBezTo>
                <a:cubicBezTo>
                  <a:pt x="415" y="312"/>
                  <a:pt x="391" y="339"/>
                  <a:pt x="380" y="365"/>
                </a:cubicBezTo>
                <a:cubicBezTo>
                  <a:pt x="377" y="374"/>
                  <a:pt x="376" y="387"/>
                  <a:pt x="376" y="400"/>
                </a:cubicBezTo>
                <a:lnTo>
                  <a:pt x="376" y="641"/>
                </a:lnTo>
                <a:lnTo>
                  <a:pt x="232" y="641"/>
                </a:lnTo>
                <a:cubicBezTo>
                  <a:pt x="232" y="641"/>
                  <a:pt x="234" y="249"/>
                  <a:pt x="232" y="209"/>
                </a:cubicBezTo>
                <a:lnTo>
                  <a:pt x="376" y="209"/>
                </a:lnTo>
                <a:lnTo>
                  <a:pt x="376" y="270"/>
                </a:lnTo>
                <a:cubicBezTo>
                  <a:pt x="395" y="241"/>
                  <a:pt x="429" y="199"/>
                  <a:pt x="505" y="199"/>
                </a:cubicBezTo>
                <a:cubicBezTo>
                  <a:pt x="600" y="199"/>
                  <a:pt x="671" y="260"/>
                  <a:pt x="671" y="393"/>
                </a:cubicBezTo>
                <a:lnTo>
                  <a:pt x="671" y="641"/>
                </a:lnTo>
                <a:close/>
                <a:moveTo>
                  <a:pt x="81" y="150"/>
                </a:moveTo>
                <a:lnTo>
                  <a:pt x="81" y="150"/>
                </a:lnTo>
                <a:lnTo>
                  <a:pt x="80" y="150"/>
                </a:lnTo>
                <a:cubicBezTo>
                  <a:pt x="31" y="150"/>
                  <a:pt x="0" y="117"/>
                  <a:pt x="0" y="75"/>
                </a:cubicBezTo>
                <a:cubicBezTo>
                  <a:pt x="0" y="33"/>
                  <a:pt x="32" y="0"/>
                  <a:pt x="82" y="0"/>
                </a:cubicBezTo>
                <a:cubicBezTo>
                  <a:pt x="131" y="0"/>
                  <a:pt x="161" y="33"/>
                  <a:pt x="162" y="75"/>
                </a:cubicBezTo>
                <a:cubicBezTo>
                  <a:pt x="162" y="117"/>
                  <a:pt x="131" y="150"/>
                  <a:pt x="81" y="150"/>
                </a:cubicBezTo>
                <a:close/>
                <a:moveTo>
                  <a:pt x="152" y="641"/>
                </a:moveTo>
                <a:lnTo>
                  <a:pt x="152" y="641"/>
                </a:lnTo>
                <a:lnTo>
                  <a:pt x="9" y="641"/>
                </a:lnTo>
                <a:lnTo>
                  <a:pt x="9" y="209"/>
                </a:lnTo>
                <a:lnTo>
                  <a:pt x="152" y="209"/>
                </a:lnTo>
                <a:lnTo>
                  <a:pt x="152" y="641"/>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pic>
        <p:nvPicPr>
          <p:cNvPr id="1206" name="Google Shape;1206;p116">
            <a:hlinkClick r:id="rId5"/>
          </p:cNvPr>
          <p:cNvPicPr preferRelativeResize="0"/>
          <p:nvPr/>
        </p:nvPicPr>
        <p:blipFill rotWithShape="1">
          <a:blip r:embed="rId6">
            <a:alphaModFix/>
          </a:blip>
          <a:srcRect/>
          <a:stretch/>
        </p:blipFill>
        <p:spPr>
          <a:xfrm>
            <a:off x="7140048" y="5537234"/>
            <a:ext cx="203454" cy="245364"/>
          </a:xfrm>
          <a:prstGeom prst="rect">
            <a:avLst/>
          </a:prstGeom>
          <a:noFill/>
          <a:ln>
            <a:noFill/>
          </a:ln>
        </p:spPr>
      </p:pic>
      <p:pic>
        <p:nvPicPr>
          <p:cNvPr id="1207" name="Google Shape;1207;p116"/>
          <p:cNvPicPr preferRelativeResize="0"/>
          <p:nvPr/>
        </p:nvPicPr>
        <p:blipFill rotWithShape="1">
          <a:blip r:embed="rId7">
            <a:alphaModFix/>
          </a:blip>
          <a:srcRect/>
          <a:stretch/>
        </p:blipFill>
        <p:spPr>
          <a:xfrm>
            <a:off x="7837294" y="5539000"/>
            <a:ext cx="199306" cy="265741"/>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0">
          <p15:clr>
            <a:srgbClr val="FBAE40"/>
          </p15:clr>
        </p15:guide>
        <p15:guide id="2" orient="horz" pos="3832">
          <p15:clr>
            <a:srgbClr val="FBAE40"/>
          </p15:clr>
        </p15:guide>
        <p15:guide id="3" pos="5588">
          <p15:clr>
            <a:srgbClr val="FBAE40"/>
          </p15:clr>
        </p15:guide>
        <p15:guide id="4" pos="5786">
          <p15:clr>
            <a:srgbClr val="FBAE40"/>
          </p15:clr>
        </p15:guide>
        <p15:guide id="5" orient="horz" pos="4148">
          <p15:clr>
            <a:srgbClr val="FBAE40"/>
          </p15:clr>
        </p15:guide>
        <p15:guide id="6" pos="5386">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208"/>
        <p:cNvGrpSpPr/>
        <p:nvPr/>
      </p:nvGrpSpPr>
      <p:grpSpPr>
        <a:xfrm>
          <a:off x="0" y="0"/>
          <a:ext cx="0" cy="0"/>
          <a:chOff x="0" y="0"/>
          <a:chExt cx="0" cy="0"/>
        </a:xfrm>
      </p:grpSpPr>
      <p:sp>
        <p:nvSpPr>
          <p:cNvPr id="1209" name="Google Shape;1209;p117"/>
          <p:cNvSpPr txBox="1">
            <a:spLocks noGrp="1"/>
          </p:cNvSpPr>
          <p:nvPr>
            <p:ph type="ctrTitle"/>
          </p:nvPr>
        </p:nvSpPr>
        <p:spPr>
          <a:xfrm>
            <a:off x="685800" y="2130425"/>
            <a:ext cx="7772400" cy="1470025"/>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0" name="Google Shape;1210;p117"/>
          <p:cNvSpPr txBox="1">
            <a:spLocks noGrp="1"/>
          </p:cNvSpPr>
          <p:nvPr>
            <p:ph type="subTitle" idx="1"/>
          </p:nvPr>
        </p:nvSpPr>
        <p:spPr>
          <a:xfrm>
            <a:off x="1371600" y="3886200"/>
            <a:ext cx="6400800" cy="1752600"/>
          </a:xfrm>
          <a:prstGeom prst="rect">
            <a:avLst/>
          </a:prstGeom>
          <a:noFill/>
          <a:ln>
            <a:noFill/>
          </a:ln>
        </p:spPr>
        <p:txBody>
          <a:bodyPr spcFirstLastPara="1" wrap="square" lIns="0" tIns="0" rIns="0" bIns="0" anchor="t" anchorCtr="0">
            <a:normAutofit/>
          </a:bodyPr>
          <a:lstStyle>
            <a:lvl1pPr lvl="0" algn="ctr">
              <a:lnSpc>
                <a:spcPct val="100000"/>
              </a:lnSpc>
              <a:spcBef>
                <a:spcPts val="900"/>
              </a:spcBef>
              <a:spcAft>
                <a:spcPts val="0"/>
              </a:spcAft>
              <a:buClr>
                <a:srgbClr val="8A8A8A"/>
              </a:buClr>
              <a:buSzPts val="1350"/>
              <a:buNone/>
              <a:defRPr>
                <a:solidFill>
                  <a:srgbClr val="8A8A8A"/>
                </a:solidFill>
              </a:defRPr>
            </a:lvl1pPr>
            <a:lvl2pPr lvl="1" algn="ctr">
              <a:lnSpc>
                <a:spcPct val="100000"/>
              </a:lnSpc>
              <a:spcBef>
                <a:spcPts val="225"/>
              </a:spcBef>
              <a:spcAft>
                <a:spcPts val="0"/>
              </a:spcAft>
              <a:buClr>
                <a:srgbClr val="8A8A8A"/>
              </a:buClr>
              <a:buSzPts val="1350"/>
              <a:buNone/>
              <a:defRPr>
                <a:solidFill>
                  <a:srgbClr val="8A8A8A"/>
                </a:solidFill>
              </a:defRPr>
            </a:lvl2pPr>
            <a:lvl3pPr lvl="2" algn="ctr">
              <a:lnSpc>
                <a:spcPct val="100000"/>
              </a:lnSpc>
              <a:spcBef>
                <a:spcPts val="225"/>
              </a:spcBef>
              <a:spcAft>
                <a:spcPts val="0"/>
              </a:spcAft>
              <a:buClr>
                <a:srgbClr val="8A8A8A"/>
              </a:buClr>
              <a:buSzPts val="1350"/>
              <a:buNone/>
              <a:defRPr>
                <a:solidFill>
                  <a:srgbClr val="8A8A8A"/>
                </a:solidFill>
              </a:defRPr>
            </a:lvl3pPr>
            <a:lvl4pPr lvl="3" algn="ctr">
              <a:lnSpc>
                <a:spcPct val="100000"/>
              </a:lnSpc>
              <a:spcBef>
                <a:spcPts val="225"/>
              </a:spcBef>
              <a:spcAft>
                <a:spcPts val="0"/>
              </a:spcAft>
              <a:buClr>
                <a:srgbClr val="8A8A8A"/>
              </a:buClr>
              <a:buSzPts val="1350"/>
              <a:buNone/>
              <a:defRPr>
                <a:solidFill>
                  <a:srgbClr val="8A8A8A"/>
                </a:solidFill>
              </a:defRPr>
            </a:lvl4pPr>
            <a:lvl5pPr lvl="4" algn="ctr">
              <a:lnSpc>
                <a:spcPct val="100000"/>
              </a:lnSpc>
              <a:spcBef>
                <a:spcPts val="225"/>
              </a:spcBef>
              <a:spcAft>
                <a:spcPts val="0"/>
              </a:spcAft>
              <a:buClr>
                <a:srgbClr val="8A8A8A"/>
              </a:buClr>
              <a:buSzPts val="1350"/>
              <a:buNone/>
              <a:defRPr>
                <a:solidFill>
                  <a:srgbClr val="8A8A8A"/>
                </a:solidFill>
              </a:defRPr>
            </a:lvl5pPr>
            <a:lvl6pPr lvl="5" algn="ctr">
              <a:lnSpc>
                <a:spcPct val="100000"/>
              </a:lnSpc>
              <a:spcBef>
                <a:spcPts val="225"/>
              </a:spcBef>
              <a:spcAft>
                <a:spcPts val="0"/>
              </a:spcAft>
              <a:buClr>
                <a:srgbClr val="8A8A8A"/>
              </a:buClr>
              <a:buSzPts val="1350"/>
              <a:buNone/>
              <a:defRPr>
                <a:solidFill>
                  <a:srgbClr val="8A8A8A"/>
                </a:solidFill>
              </a:defRPr>
            </a:lvl6pPr>
            <a:lvl7pPr lvl="6" algn="ctr">
              <a:lnSpc>
                <a:spcPct val="100000"/>
              </a:lnSpc>
              <a:spcBef>
                <a:spcPts val="225"/>
              </a:spcBef>
              <a:spcAft>
                <a:spcPts val="0"/>
              </a:spcAft>
              <a:buClr>
                <a:srgbClr val="8A8A8A"/>
              </a:buClr>
              <a:buSzPts val="1350"/>
              <a:buNone/>
              <a:defRPr>
                <a:solidFill>
                  <a:srgbClr val="8A8A8A"/>
                </a:solidFill>
              </a:defRPr>
            </a:lvl7pPr>
            <a:lvl8pPr lvl="7" algn="ctr">
              <a:lnSpc>
                <a:spcPct val="100000"/>
              </a:lnSpc>
              <a:spcBef>
                <a:spcPts val="225"/>
              </a:spcBef>
              <a:spcAft>
                <a:spcPts val="0"/>
              </a:spcAft>
              <a:buClr>
                <a:srgbClr val="8A8A8A"/>
              </a:buClr>
              <a:buSzPts val="1350"/>
              <a:buNone/>
              <a:defRPr>
                <a:solidFill>
                  <a:srgbClr val="8A8A8A"/>
                </a:solidFill>
              </a:defRPr>
            </a:lvl8pPr>
            <a:lvl9pPr lvl="8" algn="ctr">
              <a:lnSpc>
                <a:spcPct val="100000"/>
              </a:lnSpc>
              <a:spcBef>
                <a:spcPts val="225"/>
              </a:spcBef>
              <a:spcAft>
                <a:spcPts val="0"/>
              </a:spcAft>
              <a:buClr>
                <a:srgbClr val="8A8A8A"/>
              </a:buClr>
              <a:buSzPts val="1350"/>
              <a:buNone/>
              <a:defRPr>
                <a:solidFill>
                  <a:srgbClr val="8A8A8A"/>
                </a:solidFill>
              </a:defRPr>
            </a:lvl9pPr>
          </a:lstStyle>
          <a:p>
            <a:endParaRPr/>
          </a:p>
        </p:txBody>
      </p:sp>
      <p:sp>
        <p:nvSpPr>
          <p:cNvPr id="1211" name="Google Shape;1211;p117"/>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212" name="Google Shape;1212;p117"/>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213" name="Google Shape;1213;p117"/>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Arial"/>
                <a:ea typeface="Arial"/>
                <a:cs typeface="Arial"/>
                <a:sym typeface="Arial"/>
              </a:defRPr>
            </a:lvl1pPr>
            <a:lvl2pPr marL="0" marR="0" lvl="1" indent="0" algn="l" rtl="0">
              <a:spcBef>
                <a:spcPts val="0"/>
              </a:spcBef>
              <a:buNone/>
              <a:defRPr sz="1800">
                <a:solidFill>
                  <a:schemeClr val="dk1"/>
                </a:solidFill>
                <a:latin typeface="Arial"/>
                <a:ea typeface="Arial"/>
                <a:cs typeface="Arial"/>
                <a:sym typeface="Arial"/>
              </a:defRPr>
            </a:lvl2pPr>
            <a:lvl3pPr marL="0" marR="0" lvl="2" indent="0" algn="l" rtl="0">
              <a:spcBef>
                <a:spcPts val="0"/>
              </a:spcBef>
              <a:buNone/>
              <a:defRPr sz="1800">
                <a:solidFill>
                  <a:schemeClr val="dk1"/>
                </a:solidFill>
                <a:latin typeface="Arial"/>
                <a:ea typeface="Arial"/>
                <a:cs typeface="Arial"/>
                <a:sym typeface="Arial"/>
              </a:defRPr>
            </a:lvl3pPr>
            <a:lvl4pPr marL="0" marR="0" lvl="3" indent="0" algn="l" rtl="0">
              <a:spcBef>
                <a:spcPts val="0"/>
              </a:spcBef>
              <a:buNone/>
              <a:defRPr sz="1800">
                <a:solidFill>
                  <a:schemeClr val="dk1"/>
                </a:solidFill>
                <a:latin typeface="Arial"/>
                <a:ea typeface="Arial"/>
                <a:cs typeface="Arial"/>
                <a:sym typeface="Arial"/>
              </a:defRPr>
            </a:lvl4pPr>
            <a:lvl5pPr marL="0" marR="0" lvl="4" indent="0" algn="l" rtl="0">
              <a:spcBef>
                <a:spcPts val="0"/>
              </a:spcBef>
              <a:buNone/>
              <a:defRPr sz="1800">
                <a:solidFill>
                  <a:schemeClr val="dk1"/>
                </a:solidFill>
                <a:latin typeface="Arial"/>
                <a:ea typeface="Arial"/>
                <a:cs typeface="Arial"/>
                <a:sym typeface="Arial"/>
              </a:defRPr>
            </a:lvl5pPr>
            <a:lvl6pPr marL="0" marR="0" lvl="5" indent="0" algn="l" rtl="0">
              <a:spcBef>
                <a:spcPts val="0"/>
              </a:spcBef>
              <a:buNone/>
              <a:defRPr sz="1800">
                <a:solidFill>
                  <a:schemeClr val="dk1"/>
                </a:solidFill>
                <a:latin typeface="Arial"/>
                <a:ea typeface="Arial"/>
                <a:cs typeface="Arial"/>
                <a:sym typeface="Arial"/>
              </a:defRPr>
            </a:lvl6pPr>
            <a:lvl7pPr marL="0" marR="0" lvl="6" indent="0" algn="l" rtl="0">
              <a:spcBef>
                <a:spcPts val="0"/>
              </a:spcBef>
              <a:buNone/>
              <a:defRPr sz="1800">
                <a:solidFill>
                  <a:schemeClr val="dk1"/>
                </a:solidFill>
                <a:latin typeface="Arial"/>
                <a:ea typeface="Arial"/>
                <a:cs typeface="Arial"/>
                <a:sym typeface="Arial"/>
              </a:defRPr>
            </a:lvl7pPr>
            <a:lvl8pPr marL="0" marR="0" lvl="7" indent="0" algn="l" rtl="0">
              <a:spcBef>
                <a:spcPts val="0"/>
              </a:spcBef>
              <a:buNone/>
              <a:defRPr sz="1800">
                <a:solidFill>
                  <a:schemeClr val="dk1"/>
                </a:solidFill>
                <a:latin typeface="Arial"/>
                <a:ea typeface="Arial"/>
                <a:cs typeface="Arial"/>
                <a:sym typeface="Arial"/>
              </a:defRPr>
            </a:lvl8pPr>
            <a:lvl9pPr marL="0" marR="0" lvl="8" indent="0" algn="l" rtl="0">
              <a:spcBef>
                <a:spcPts val="0"/>
              </a:spcBef>
              <a:buNone/>
              <a:defRPr sz="1800">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matchingName="Section Header Dark Teal">
  <p:cSld name="Section Header Dark Teal">
    <p:bg>
      <p:bgPr>
        <a:solidFill>
          <a:srgbClr val="006E74"/>
        </a:solidFill>
        <a:effectLst/>
      </p:bgPr>
    </p:bg>
    <p:spTree>
      <p:nvGrpSpPr>
        <p:cNvPr id="1" name="Shape 1220"/>
        <p:cNvGrpSpPr/>
        <p:nvPr/>
      </p:nvGrpSpPr>
      <p:grpSpPr>
        <a:xfrm>
          <a:off x="0" y="0"/>
          <a:ext cx="0" cy="0"/>
          <a:chOff x="0" y="0"/>
          <a:chExt cx="0" cy="0"/>
        </a:xfrm>
      </p:grpSpPr>
      <p:sp>
        <p:nvSpPr>
          <p:cNvPr id="1221" name="Google Shape;1221;p119"/>
          <p:cNvSpPr txBox="1">
            <a:spLocks noGrp="1"/>
          </p:cNvSpPr>
          <p:nvPr>
            <p:ph type="title"/>
          </p:nvPr>
        </p:nvSpPr>
        <p:spPr>
          <a:xfrm>
            <a:off x="274320" y="1737360"/>
            <a:ext cx="6378000" cy="21030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22" name="Google Shape;1222;p119"/>
          <p:cNvSpPr txBox="1">
            <a:spLocks noGrp="1"/>
          </p:cNvSpPr>
          <p:nvPr>
            <p:ph type="body" idx="1"/>
          </p:nvPr>
        </p:nvSpPr>
        <p:spPr>
          <a:xfrm>
            <a:off x="274320" y="4114800"/>
            <a:ext cx="6378900" cy="19686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588">
          <p15:clr>
            <a:srgbClr val="FBAE40"/>
          </p15:clr>
        </p15:guide>
        <p15:guide id="2" orient="horz" pos="3832">
          <p15:clr>
            <a:srgbClr val="FBAE40"/>
          </p15:clr>
        </p15:guide>
        <p15:guide id="3" orient="horz" pos="4148">
          <p15:clr>
            <a:srgbClr val="FBAE4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matchingName="7_Worldwide office locations Updated">
  <p:cSld name="7_Worldwide office locations Updated">
    <p:bg>
      <p:bgPr>
        <a:solidFill>
          <a:schemeClr val="lt1"/>
        </a:solidFill>
        <a:effectLst/>
      </p:bgPr>
    </p:bg>
    <p:spTree>
      <p:nvGrpSpPr>
        <p:cNvPr id="1" name="Shape 1223"/>
        <p:cNvGrpSpPr/>
        <p:nvPr/>
      </p:nvGrpSpPr>
      <p:grpSpPr>
        <a:xfrm>
          <a:off x="0" y="0"/>
          <a:ext cx="0" cy="0"/>
          <a:chOff x="0" y="0"/>
          <a:chExt cx="0" cy="0"/>
        </a:xfrm>
      </p:grpSpPr>
      <p:sp>
        <p:nvSpPr>
          <p:cNvPr id="1224" name="Google Shape;1224;p120"/>
          <p:cNvSpPr txBox="1"/>
          <p:nvPr/>
        </p:nvSpPr>
        <p:spPr>
          <a:xfrm>
            <a:off x="274320" y="365760"/>
            <a:ext cx="7479000" cy="9144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dk1"/>
              </a:buClr>
              <a:buSzPts val="2400"/>
              <a:buFont typeface="Arial"/>
              <a:buNone/>
            </a:pPr>
            <a:r>
              <a:rPr lang="en-US" sz="2400" b="0">
                <a:solidFill>
                  <a:schemeClr val="dk1"/>
                </a:solidFill>
                <a:latin typeface="Arial"/>
                <a:ea typeface="Arial"/>
                <a:cs typeface="Arial"/>
                <a:sym typeface="Arial"/>
              </a:rPr>
              <a:t>Engineering change </a:t>
            </a:r>
            <a:br>
              <a:rPr lang="en-US" sz="2400" b="0">
                <a:solidFill>
                  <a:schemeClr val="dk1"/>
                </a:solidFill>
                <a:latin typeface="Arial"/>
                <a:ea typeface="Arial"/>
                <a:cs typeface="Arial"/>
                <a:sym typeface="Arial"/>
              </a:rPr>
            </a:br>
            <a:r>
              <a:rPr lang="en-US" sz="2400" b="0">
                <a:solidFill>
                  <a:schemeClr val="dk1"/>
                </a:solidFill>
                <a:latin typeface="Arial"/>
                <a:ea typeface="Arial"/>
                <a:cs typeface="Arial"/>
                <a:sym typeface="Arial"/>
              </a:rPr>
              <a:t>all over the world</a:t>
            </a:r>
            <a:endParaRPr/>
          </a:p>
        </p:txBody>
      </p:sp>
      <p:sp>
        <p:nvSpPr>
          <p:cNvPr id="1225" name="Google Shape;1225;p120">
            <a:hlinkClick r:id="rId2"/>
          </p:cNvPr>
          <p:cNvSpPr txBox="1"/>
          <p:nvPr/>
        </p:nvSpPr>
        <p:spPr>
          <a:xfrm>
            <a:off x="273844" y="1385476"/>
            <a:ext cx="1859400" cy="332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788" i="0">
                <a:solidFill>
                  <a:schemeClr val="dk1"/>
                </a:solidFill>
                <a:latin typeface="Arial"/>
                <a:ea typeface="Arial"/>
                <a:cs typeface="Arial"/>
                <a:sym typeface="Arial"/>
              </a:rPr>
              <a:t>*To see a list of all offices, visit </a:t>
            </a:r>
            <a:r>
              <a:rPr lang="en-US" sz="788" b="1" i="0" u="sng">
                <a:solidFill>
                  <a:schemeClr val="dk1"/>
                </a:solidFill>
                <a:latin typeface="Arial"/>
                <a:ea typeface="Arial"/>
                <a:cs typeface="Arial"/>
                <a:sym typeface="Arial"/>
              </a:rPr>
              <a:t>ust.com</a:t>
            </a:r>
            <a:endParaRPr/>
          </a:p>
        </p:txBody>
      </p:sp>
      <p:grpSp>
        <p:nvGrpSpPr>
          <p:cNvPr id="1226" name="Google Shape;1226;p120"/>
          <p:cNvGrpSpPr/>
          <p:nvPr/>
        </p:nvGrpSpPr>
        <p:grpSpPr>
          <a:xfrm>
            <a:off x="273844" y="5468864"/>
            <a:ext cx="1429394" cy="479454"/>
            <a:chOff x="505022" y="1208296"/>
            <a:chExt cx="1905859" cy="479454"/>
          </a:xfrm>
        </p:grpSpPr>
        <p:sp>
          <p:nvSpPr>
            <p:cNvPr id="1227" name="Google Shape;1227;p120"/>
            <p:cNvSpPr txBox="1"/>
            <p:nvPr/>
          </p:nvSpPr>
          <p:spPr>
            <a:xfrm>
              <a:off x="775881" y="1456750"/>
              <a:ext cx="737400" cy="231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50">
                  <a:solidFill>
                    <a:schemeClr val="dk1"/>
                  </a:solidFill>
                  <a:latin typeface="Arial"/>
                  <a:ea typeface="Arial"/>
                  <a:cs typeface="Arial"/>
                  <a:sym typeface="Arial"/>
                </a:rPr>
                <a:t>Other Centers</a:t>
              </a:r>
              <a:endParaRPr/>
            </a:p>
          </p:txBody>
        </p:sp>
        <p:sp>
          <p:nvSpPr>
            <p:cNvPr id="1228" name="Google Shape;1228;p120"/>
            <p:cNvSpPr/>
            <p:nvPr/>
          </p:nvSpPr>
          <p:spPr>
            <a:xfrm>
              <a:off x="505022" y="1236605"/>
              <a:ext cx="131596" cy="131432"/>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229" name="Google Shape;1229;p120"/>
            <p:cNvSpPr/>
            <p:nvPr/>
          </p:nvSpPr>
          <p:spPr>
            <a:xfrm>
              <a:off x="505022" y="1464413"/>
              <a:ext cx="131596" cy="131432"/>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chemeClr val="dk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230" name="Google Shape;1230;p120"/>
            <p:cNvSpPr txBox="1"/>
            <p:nvPr/>
          </p:nvSpPr>
          <p:spPr>
            <a:xfrm>
              <a:off x="775881" y="1208296"/>
              <a:ext cx="1635000" cy="231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50">
                  <a:solidFill>
                    <a:schemeClr val="dk1"/>
                  </a:solidFill>
                  <a:latin typeface="Arial"/>
                  <a:ea typeface="Arial"/>
                  <a:cs typeface="Arial"/>
                  <a:sym typeface="Arial"/>
                </a:rPr>
                <a:t>Main Offices &amp; Innovation Labs</a:t>
              </a:r>
              <a:endParaRPr/>
            </a:p>
          </p:txBody>
        </p:sp>
      </p:grpSp>
      <p:sp>
        <p:nvSpPr>
          <p:cNvPr id="1231" name="Google Shape;1231;p120"/>
          <p:cNvSpPr/>
          <p:nvPr/>
        </p:nvSpPr>
        <p:spPr>
          <a:xfrm>
            <a:off x="273844" y="1966988"/>
            <a:ext cx="1506000" cy="18429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1232" name="Google Shape;1232;p120"/>
          <p:cNvSpPr/>
          <p:nvPr/>
        </p:nvSpPr>
        <p:spPr>
          <a:xfrm>
            <a:off x="394139" y="2233661"/>
            <a:ext cx="1323000" cy="774300"/>
          </a:xfrm>
          <a:prstGeom prst="rect">
            <a:avLst/>
          </a:prstGeom>
          <a:noFill/>
          <a:ln>
            <a:noFill/>
          </a:ln>
        </p:spPr>
        <p:txBody>
          <a:bodyPr spcFirstLastPara="1" wrap="square" lIns="91425" tIns="45700" rIns="91425" bIns="45700" anchor="ctr" anchorCtr="0">
            <a:noAutofit/>
          </a:bodyPr>
          <a:lstStyle/>
          <a:p>
            <a:pPr marL="0" marR="0" lvl="2" indent="0" algn="l" rtl="0">
              <a:lnSpc>
                <a:spcPct val="120000"/>
              </a:lnSpc>
              <a:spcBef>
                <a:spcPts val="0"/>
              </a:spcBef>
              <a:spcAft>
                <a:spcPts val="0"/>
              </a:spcAft>
              <a:buNone/>
            </a:pPr>
            <a:r>
              <a:rPr lang="en-US" sz="750" b="0" i="0" u="none" strike="noStrike" cap="none">
                <a:solidFill>
                  <a:schemeClr val="lt1"/>
                </a:solidFill>
                <a:latin typeface="Arial"/>
                <a:ea typeface="Arial"/>
                <a:cs typeface="Arial"/>
                <a:sym typeface="Arial"/>
              </a:rPr>
              <a:t>86% of our global footprint is ISO 14001:2015 (Environmental Management System)</a:t>
            </a:r>
            <a:endParaRPr sz="750" b="0" i="0" u="none" strike="noStrike" cap="none">
              <a:solidFill>
                <a:schemeClr val="lt1"/>
              </a:solidFill>
              <a:latin typeface="Arial"/>
              <a:ea typeface="Arial"/>
              <a:cs typeface="Arial"/>
              <a:sym typeface="Arial"/>
            </a:endParaRPr>
          </a:p>
        </p:txBody>
      </p:sp>
      <p:sp>
        <p:nvSpPr>
          <p:cNvPr id="1233" name="Google Shape;1233;p120"/>
          <p:cNvSpPr/>
          <p:nvPr/>
        </p:nvSpPr>
        <p:spPr>
          <a:xfrm>
            <a:off x="394139" y="3102454"/>
            <a:ext cx="1323000" cy="388200"/>
          </a:xfrm>
          <a:prstGeom prst="rect">
            <a:avLst/>
          </a:prstGeom>
          <a:noFill/>
          <a:ln>
            <a:noFill/>
          </a:ln>
        </p:spPr>
        <p:txBody>
          <a:bodyPr spcFirstLastPara="1" wrap="square" lIns="91425" tIns="45700" rIns="91425" bIns="45700" anchor="ctr" anchorCtr="0">
            <a:noAutofit/>
          </a:bodyPr>
          <a:lstStyle/>
          <a:p>
            <a:pPr marL="0" marR="0" lvl="2" indent="0" algn="l" rtl="0">
              <a:lnSpc>
                <a:spcPct val="120000"/>
              </a:lnSpc>
              <a:spcBef>
                <a:spcPts val="0"/>
              </a:spcBef>
              <a:spcAft>
                <a:spcPts val="0"/>
              </a:spcAft>
              <a:buNone/>
            </a:pPr>
            <a:r>
              <a:rPr lang="en-US" sz="750" b="0" i="0" u="none" strike="noStrike" cap="none">
                <a:solidFill>
                  <a:schemeClr val="lt1"/>
                </a:solidFill>
                <a:latin typeface="Arial"/>
                <a:ea typeface="Arial"/>
                <a:cs typeface="Arial"/>
                <a:sym typeface="Arial"/>
              </a:rPr>
              <a:t>43% of our global footprint is LEED Gold Certified</a:t>
            </a:r>
            <a:endParaRPr sz="750" b="0" i="0" u="none" strike="noStrike" cap="none">
              <a:solidFill>
                <a:schemeClr val="lt1"/>
              </a:solidFill>
              <a:latin typeface="Arial"/>
              <a:ea typeface="Arial"/>
              <a:cs typeface="Arial"/>
              <a:sym typeface="Arial"/>
            </a:endParaRPr>
          </a:p>
        </p:txBody>
      </p:sp>
      <p:sp>
        <p:nvSpPr>
          <p:cNvPr id="1234" name="Google Shape;1234;p120"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chemeClr val="lt1"/>
              </a:buClr>
              <a:buSzPts val="1350"/>
              <a:buFont typeface="Arial"/>
              <a:buNone/>
            </a:pPr>
            <a:endParaRPr sz="1350" b="0" i="0" u="none" strike="noStrike" cap="none">
              <a:solidFill>
                <a:srgbClr val="231F20"/>
              </a:solidFill>
              <a:latin typeface="Arial"/>
              <a:ea typeface="Arial"/>
              <a:cs typeface="Arial"/>
              <a:sym typeface="Arial"/>
            </a:endParaRPr>
          </a:p>
        </p:txBody>
      </p:sp>
      <p:sp>
        <p:nvSpPr>
          <p:cNvPr id="1235" name="Google Shape;1235;p120"/>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1236" name="Google Shape;1236;p120"/>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grpSp>
        <p:nvGrpSpPr>
          <p:cNvPr id="1237" name="Google Shape;1237;p120"/>
          <p:cNvGrpSpPr/>
          <p:nvPr/>
        </p:nvGrpSpPr>
        <p:grpSpPr>
          <a:xfrm>
            <a:off x="2105887" y="1020802"/>
            <a:ext cx="6794760" cy="5104202"/>
            <a:chOff x="2807849" y="1020802"/>
            <a:chExt cx="9059680" cy="5104202"/>
          </a:xfrm>
        </p:grpSpPr>
        <p:grpSp>
          <p:nvGrpSpPr>
            <p:cNvPr id="1238" name="Google Shape;1238;p120"/>
            <p:cNvGrpSpPr/>
            <p:nvPr/>
          </p:nvGrpSpPr>
          <p:grpSpPr>
            <a:xfrm>
              <a:off x="2807849" y="1020802"/>
              <a:ext cx="8852623" cy="5104202"/>
              <a:chOff x="2845949" y="1020802"/>
              <a:chExt cx="8852623" cy="5104202"/>
            </a:xfrm>
          </p:grpSpPr>
          <p:sp>
            <p:nvSpPr>
              <p:cNvPr id="1239" name="Google Shape;1239;p120"/>
              <p:cNvSpPr txBox="1"/>
              <p:nvPr/>
            </p:nvSpPr>
            <p:spPr>
              <a:xfrm>
                <a:off x="2845949" y="2336626"/>
                <a:ext cx="1072800" cy="2418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dk1"/>
                    </a:solidFill>
                    <a:latin typeface="Arial"/>
                    <a:ea typeface="Arial"/>
                    <a:cs typeface="Arial"/>
                    <a:sym typeface="Arial"/>
                  </a:rPr>
                  <a:t>AMERICAS</a:t>
                </a:r>
                <a:endParaRPr/>
              </a:p>
              <a:p>
                <a:pPr marL="0" marR="0" lvl="0" indent="0" algn="l" rtl="0">
                  <a:lnSpc>
                    <a:spcPct val="110000"/>
                  </a:lnSpc>
                  <a:spcBef>
                    <a:spcPts val="75"/>
                  </a:spcBef>
                  <a:spcAft>
                    <a:spcPts val="0"/>
                  </a:spcAft>
                  <a:buNone/>
                </a:pPr>
                <a:r>
                  <a:rPr lang="en-US" sz="750">
                    <a:solidFill>
                      <a:schemeClr val="accent6"/>
                    </a:solidFill>
                    <a:latin typeface="Arial"/>
                    <a:ea typeface="Arial"/>
                    <a:cs typeface="Arial"/>
                    <a:sym typeface="Arial"/>
                  </a:rPr>
                  <a:t>Global HQ – Orange </a:t>
                </a:r>
                <a:br>
                  <a:rPr lang="en-US" sz="750">
                    <a:solidFill>
                      <a:schemeClr val="accent6"/>
                    </a:solidFill>
                    <a:latin typeface="Arial"/>
                    <a:ea typeface="Arial"/>
                    <a:cs typeface="Arial"/>
                    <a:sym typeface="Arial"/>
                  </a:rPr>
                </a:br>
                <a:r>
                  <a:rPr lang="en-US" sz="750">
                    <a:solidFill>
                      <a:schemeClr val="accent6"/>
                    </a:solidFill>
                    <a:latin typeface="Arial"/>
                    <a:ea typeface="Arial"/>
                    <a:cs typeface="Arial"/>
                    <a:sym typeface="Arial"/>
                  </a:rPr>
                  <a:t>County, CA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Bentonville, AR</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Chicago, IL </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Norfolk, VA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Atlanta, GA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Seattle, WA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Toronto, CA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Vancouver, CA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Guadalajara, MX</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Leon, MX</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San Jose, CR</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Santiago, CL</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Lima, PE</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Sao Paulo, BR</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Bogota, CO</a:t>
                </a:r>
                <a:endParaRPr/>
              </a:p>
            </p:txBody>
          </p:sp>
          <p:sp>
            <p:nvSpPr>
              <p:cNvPr id="1240" name="Google Shape;1240;p120"/>
              <p:cNvSpPr txBox="1"/>
              <p:nvPr/>
            </p:nvSpPr>
            <p:spPr>
              <a:xfrm>
                <a:off x="8669029" y="3791605"/>
                <a:ext cx="1073100" cy="1385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dk1"/>
                    </a:solidFill>
                    <a:latin typeface="Arial"/>
                    <a:ea typeface="Arial"/>
                    <a:cs typeface="Arial"/>
                    <a:sym typeface="Arial"/>
                  </a:rPr>
                  <a:t>INDIA</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Trivandrum</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Bangalore</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Chennai</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Hyderabad</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Kochi</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Delhi</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Coimbatore </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Hosur </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Pune</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Kolkata</a:t>
                </a:r>
                <a:endParaRPr/>
              </a:p>
            </p:txBody>
          </p:sp>
          <p:sp>
            <p:nvSpPr>
              <p:cNvPr id="1241" name="Google Shape;1241;p120"/>
              <p:cNvSpPr txBox="1"/>
              <p:nvPr/>
            </p:nvSpPr>
            <p:spPr>
              <a:xfrm>
                <a:off x="5910806" y="2284867"/>
                <a:ext cx="837900" cy="1258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dk1"/>
                    </a:solidFill>
                    <a:latin typeface="Arial"/>
                    <a:ea typeface="Arial"/>
                    <a:cs typeface="Arial"/>
                    <a:sym typeface="Arial"/>
                  </a:rPr>
                  <a:t>EMEA</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London, UK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Leeds, UK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Nottingham, UK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Dublin, IE</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Madrid,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Tel Aviv, IS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Cologne, DE</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Lisbon, PT</a:t>
                </a:r>
                <a:endParaRPr/>
              </a:p>
            </p:txBody>
          </p:sp>
          <p:sp>
            <p:nvSpPr>
              <p:cNvPr id="1242" name="Google Shape;1242;p120"/>
              <p:cNvSpPr txBox="1"/>
              <p:nvPr/>
            </p:nvSpPr>
            <p:spPr>
              <a:xfrm>
                <a:off x="6318430" y="3850704"/>
                <a:ext cx="867900" cy="22743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Paris, FR</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Gdansk, PL</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Bucharest, RO</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Sofia, BG</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Helmond, NL</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Barcelona, ES</a:t>
                </a:r>
                <a:endParaRPr/>
              </a:p>
              <a:p>
                <a:pPr marL="0" marR="0" lvl="0" indent="0" algn="l" rtl="0">
                  <a:lnSpc>
                    <a:spcPct val="110000"/>
                  </a:lnSpc>
                  <a:spcBef>
                    <a:spcPts val="0"/>
                  </a:spcBef>
                  <a:spcAft>
                    <a:spcPts val="0"/>
                  </a:spcAft>
                  <a:buNone/>
                </a:pPr>
                <a:r>
                  <a:rPr lang="en-US" sz="750" b="0">
                    <a:solidFill>
                      <a:schemeClr val="dk1"/>
                    </a:solidFill>
                    <a:latin typeface="Arial"/>
                    <a:ea typeface="Arial"/>
                    <a:cs typeface="Arial"/>
                    <a:sym typeface="Arial"/>
                  </a:rPr>
                  <a:t>Bilbao,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Salamanca,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Valencia,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Zaragoza,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Copenhagen, DK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Zurich, CH</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Kyiv, UA</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Prague, CZ</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Cape Town, ZA</a:t>
                </a:r>
                <a:endParaRPr/>
              </a:p>
            </p:txBody>
          </p:sp>
          <p:sp>
            <p:nvSpPr>
              <p:cNvPr id="1243" name="Google Shape;1243;p120"/>
              <p:cNvSpPr/>
              <p:nvPr/>
            </p:nvSpPr>
            <p:spPr>
              <a:xfrm>
                <a:off x="3054484" y="1020802"/>
                <a:ext cx="8644088" cy="4481042"/>
              </a:xfrm>
              <a:custGeom>
                <a:avLst/>
                <a:gdLst/>
                <a:ahLst/>
                <a:cxnLst/>
                <a:rect l="l" t="t" r="r" b="b"/>
                <a:pathLst>
                  <a:path w="8611" h="4463" extrusionOk="0">
                    <a:moveTo>
                      <a:pt x="7449" y="1700"/>
                    </a:moveTo>
                    <a:lnTo>
                      <a:pt x="7449" y="1700"/>
                    </a:lnTo>
                    <a:lnTo>
                      <a:pt x="7510" y="1700"/>
                    </a:lnTo>
                    <a:lnTo>
                      <a:pt x="7510" y="1277"/>
                    </a:lnTo>
                    <a:lnTo>
                      <a:pt x="7449" y="1277"/>
                    </a:lnTo>
                    <a:lnTo>
                      <a:pt x="7449" y="1700"/>
                    </a:lnTo>
                    <a:close/>
                    <a:moveTo>
                      <a:pt x="6916" y="2980"/>
                    </a:moveTo>
                    <a:lnTo>
                      <a:pt x="6916" y="2980"/>
                    </a:lnTo>
                    <a:lnTo>
                      <a:pt x="6996" y="2980"/>
                    </a:lnTo>
                    <a:lnTo>
                      <a:pt x="6996" y="2869"/>
                    </a:lnTo>
                    <a:lnTo>
                      <a:pt x="6916" y="2869"/>
                    </a:lnTo>
                    <a:lnTo>
                      <a:pt x="6916" y="2980"/>
                    </a:lnTo>
                    <a:close/>
                    <a:moveTo>
                      <a:pt x="7155" y="3150"/>
                    </a:moveTo>
                    <a:lnTo>
                      <a:pt x="7155" y="3150"/>
                    </a:lnTo>
                    <a:lnTo>
                      <a:pt x="6945" y="3360"/>
                    </a:lnTo>
                    <a:lnTo>
                      <a:pt x="6803" y="3360"/>
                    </a:lnTo>
                    <a:lnTo>
                      <a:pt x="6803" y="3741"/>
                    </a:lnTo>
                    <a:lnTo>
                      <a:pt x="7014" y="3741"/>
                    </a:lnTo>
                    <a:lnTo>
                      <a:pt x="7083" y="3672"/>
                    </a:lnTo>
                    <a:lnTo>
                      <a:pt x="7246" y="3672"/>
                    </a:lnTo>
                    <a:lnTo>
                      <a:pt x="7428" y="3854"/>
                    </a:lnTo>
                    <a:lnTo>
                      <a:pt x="7578" y="3854"/>
                    </a:lnTo>
                    <a:lnTo>
                      <a:pt x="7751" y="3682"/>
                    </a:lnTo>
                    <a:lnTo>
                      <a:pt x="7751" y="3453"/>
                    </a:lnTo>
                    <a:lnTo>
                      <a:pt x="7447" y="3150"/>
                    </a:lnTo>
                    <a:lnTo>
                      <a:pt x="7155" y="3150"/>
                    </a:lnTo>
                    <a:close/>
                    <a:moveTo>
                      <a:pt x="6938" y="2386"/>
                    </a:moveTo>
                    <a:lnTo>
                      <a:pt x="6938" y="2386"/>
                    </a:lnTo>
                    <a:lnTo>
                      <a:pt x="6938" y="2494"/>
                    </a:lnTo>
                    <a:lnTo>
                      <a:pt x="6989" y="2545"/>
                    </a:lnTo>
                    <a:lnTo>
                      <a:pt x="6989" y="2707"/>
                    </a:lnTo>
                    <a:lnTo>
                      <a:pt x="7091" y="2707"/>
                    </a:lnTo>
                    <a:lnTo>
                      <a:pt x="7091" y="2566"/>
                    </a:lnTo>
                    <a:lnTo>
                      <a:pt x="6997" y="2472"/>
                    </a:lnTo>
                    <a:lnTo>
                      <a:pt x="6997" y="2386"/>
                    </a:lnTo>
                    <a:lnTo>
                      <a:pt x="6938" y="2386"/>
                    </a:lnTo>
                    <a:close/>
                    <a:moveTo>
                      <a:pt x="8059" y="4075"/>
                    </a:moveTo>
                    <a:lnTo>
                      <a:pt x="8059" y="4075"/>
                    </a:lnTo>
                    <a:lnTo>
                      <a:pt x="8118" y="4134"/>
                    </a:lnTo>
                    <a:lnTo>
                      <a:pt x="8358" y="3894"/>
                    </a:lnTo>
                    <a:lnTo>
                      <a:pt x="8299" y="3835"/>
                    </a:lnTo>
                    <a:lnTo>
                      <a:pt x="8059" y="4075"/>
                    </a:lnTo>
                    <a:close/>
                    <a:moveTo>
                      <a:pt x="7322" y="2914"/>
                    </a:moveTo>
                    <a:lnTo>
                      <a:pt x="7322" y="2914"/>
                    </a:lnTo>
                    <a:lnTo>
                      <a:pt x="7529" y="3121"/>
                    </a:lnTo>
                    <a:lnTo>
                      <a:pt x="7598" y="3053"/>
                    </a:lnTo>
                    <a:lnTo>
                      <a:pt x="7390" y="2845"/>
                    </a:lnTo>
                    <a:lnTo>
                      <a:pt x="7322" y="2914"/>
                    </a:lnTo>
                    <a:close/>
                    <a:moveTo>
                      <a:pt x="7859" y="432"/>
                    </a:moveTo>
                    <a:lnTo>
                      <a:pt x="7859" y="432"/>
                    </a:lnTo>
                    <a:lnTo>
                      <a:pt x="7690" y="263"/>
                    </a:lnTo>
                    <a:lnTo>
                      <a:pt x="7189" y="263"/>
                    </a:lnTo>
                    <a:lnTo>
                      <a:pt x="7117" y="191"/>
                    </a:lnTo>
                    <a:lnTo>
                      <a:pt x="6732" y="191"/>
                    </a:lnTo>
                    <a:lnTo>
                      <a:pt x="6732" y="0"/>
                    </a:lnTo>
                    <a:lnTo>
                      <a:pt x="6062" y="0"/>
                    </a:lnTo>
                    <a:lnTo>
                      <a:pt x="5852" y="209"/>
                    </a:lnTo>
                    <a:lnTo>
                      <a:pt x="5697" y="209"/>
                    </a:lnTo>
                    <a:lnTo>
                      <a:pt x="5643" y="262"/>
                    </a:lnTo>
                    <a:lnTo>
                      <a:pt x="5643" y="489"/>
                    </a:lnTo>
                    <a:lnTo>
                      <a:pt x="5243" y="489"/>
                    </a:lnTo>
                    <a:lnTo>
                      <a:pt x="4953" y="779"/>
                    </a:lnTo>
                    <a:lnTo>
                      <a:pt x="4867" y="779"/>
                    </a:lnTo>
                    <a:lnTo>
                      <a:pt x="4865" y="675"/>
                    </a:lnTo>
                    <a:lnTo>
                      <a:pt x="4919" y="675"/>
                    </a:lnTo>
                    <a:lnTo>
                      <a:pt x="5004" y="590"/>
                    </a:lnTo>
                    <a:lnTo>
                      <a:pt x="4777" y="363"/>
                    </a:lnTo>
                    <a:lnTo>
                      <a:pt x="4578" y="363"/>
                    </a:lnTo>
                    <a:lnTo>
                      <a:pt x="4128" y="813"/>
                    </a:lnTo>
                    <a:lnTo>
                      <a:pt x="4128" y="1077"/>
                    </a:lnTo>
                    <a:lnTo>
                      <a:pt x="4216" y="1077"/>
                    </a:lnTo>
                    <a:lnTo>
                      <a:pt x="4341" y="1201"/>
                    </a:lnTo>
                    <a:lnTo>
                      <a:pt x="4434" y="1108"/>
                    </a:lnTo>
                    <a:lnTo>
                      <a:pt x="4434" y="848"/>
                    </a:lnTo>
                    <a:lnTo>
                      <a:pt x="4567" y="714"/>
                    </a:lnTo>
                    <a:lnTo>
                      <a:pt x="4599" y="745"/>
                    </a:lnTo>
                    <a:lnTo>
                      <a:pt x="4494" y="849"/>
                    </a:lnTo>
                    <a:lnTo>
                      <a:pt x="4494" y="1009"/>
                    </a:lnTo>
                    <a:lnTo>
                      <a:pt x="4695" y="1009"/>
                    </a:lnTo>
                    <a:lnTo>
                      <a:pt x="4468" y="1236"/>
                    </a:lnTo>
                    <a:lnTo>
                      <a:pt x="4208" y="1237"/>
                    </a:lnTo>
                    <a:lnTo>
                      <a:pt x="3961" y="1484"/>
                    </a:lnTo>
                    <a:lnTo>
                      <a:pt x="3961" y="1645"/>
                    </a:lnTo>
                    <a:lnTo>
                      <a:pt x="3784" y="1645"/>
                    </a:lnTo>
                    <a:lnTo>
                      <a:pt x="3784" y="1867"/>
                    </a:lnTo>
                    <a:lnTo>
                      <a:pt x="3946" y="1868"/>
                    </a:lnTo>
                    <a:lnTo>
                      <a:pt x="4188" y="1625"/>
                    </a:lnTo>
                    <a:lnTo>
                      <a:pt x="4377" y="1813"/>
                    </a:lnTo>
                    <a:lnTo>
                      <a:pt x="4424" y="1767"/>
                    </a:lnTo>
                    <a:lnTo>
                      <a:pt x="4307" y="1650"/>
                    </a:lnTo>
                    <a:lnTo>
                      <a:pt x="4307" y="1580"/>
                    </a:lnTo>
                    <a:lnTo>
                      <a:pt x="4476" y="1749"/>
                    </a:lnTo>
                    <a:lnTo>
                      <a:pt x="4476" y="1788"/>
                    </a:lnTo>
                    <a:lnTo>
                      <a:pt x="4532" y="1844"/>
                    </a:lnTo>
                    <a:lnTo>
                      <a:pt x="4649" y="1844"/>
                    </a:lnTo>
                    <a:lnTo>
                      <a:pt x="4727" y="1922"/>
                    </a:lnTo>
                    <a:lnTo>
                      <a:pt x="4864" y="1922"/>
                    </a:lnTo>
                    <a:lnTo>
                      <a:pt x="4864" y="2062"/>
                    </a:lnTo>
                    <a:lnTo>
                      <a:pt x="4425" y="2062"/>
                    </a:lnTo>
                    <a:lnTo>
                      <a:pt x="4283" y="1920"/>
                    </a:lnTo>
                    <a:lnTo>
                      <a:pt x="3886" y="1920"/>
                    </a:lnTo>
                    <a:lnTo>
                      <a:pt x="3577" y="2229"/>
                    </a:lnTo>
                    <a:lnTo>
                      <a:pt x="3577" y="2540"/>
                    </a:lnTo>
                    <a:lnTo>
                      <a:pt x="3732" y="2695"/>
                    </a:lnTo>
                    <a:lnTo>
                      <a:pt x="4212" y="2695"/>
                    </a:lnTo>
                    <a:lnTo>
                      <a:pt x="4212" y="2859"/>
                    </a:lnTo>
                    <a:lnTo>
                      <a:pt x="4315" y="2961"/>
                    </a:lnTo>
                    <a:lnTo>
                      <a:pt x="4315" y="3459"/>
                    </a:lnTo>
                    <a:lnTo>
                      <a:pt x="4439" y="3583"/>
                    </a:lnTo>
                    <a:lnTo>
                      <a:pt x="4439" y="3737"/>
                    </a:lnTo>
                    <a:lnTo>
                      <a:pt x="4552" y="3737"/>
                    </a:lnTo>
                    <a:lnTo>
                      <a:pt x="4795" y="3494"/>
                    </a:lnTo>
                    <a:lnTo>
                      <a:pt x="4795" y="3425"/>
                    </a:lnTo>
                    <a:lnTo>
                      <a:pt x="4992" y="3228"/>
                    </a:lnTo>
                    <a:lnTo>
                      <a:pt x="4992" y="2911"/>
                    </a:lnTo>
                    <a:lnTo>
                      <a:pt x="5215" y="2687"/>
                    </a:lnTo>
                    <a:lnTo>
                      <a:pt x="5215" y="2591"/>
                    </a:lnTo>
                    <a:lnTo>
                      <a:pt x="5101" y="2591"/>
                    </a:lnTo>
                    <a:lnTo>
                      <a:pt x="4831" y="2321"/>
                    </a:lnTo>
                    <a:lnTo>
                      <a:pt x="4875" y="2277"/>
                    </a:lnTo>
                    <a:lnTo>
                      <a:pt x="5112" y="2514"/>
                    </a:lnTo>
                    <a:lnTo>
                      <a:pt x="5267" y="2514"/>
                    </a:lnTo>
                    <a:lnTo>
                      <a:pt x="5461" y="2320"/>
                    </a:lnTo>
                    <a:lnTo>
                      <a:pt x="5237" y="2094"/>
                    </a:lnTo>
                    <a:lnTo>
                      <a:pt x="5263" y="2068"/>
                    </a:lnTo>
                    <a:lnTo>
                      <a:pt x="5395" y="2200"/>
                    </a:lnTo>
                    <a:lnTo>
                      <a:pt x="5600" y="2200"/>
                    </a:lnTo>
                    <a:lnTo>
                      <a:pt x="5715" y="2314"/>
                    </a:lnTo>
                    <a:lnTo>
                      <a:pt x="5779" y="2314"/>
                    </a:lnTo>
                    <a:lnTo>
                      <a:pt x="5779" y="2505"/>
                    </a:lnTo>
                    <a:lnTo>
                      <a:pt x="5907" y="2632"/>
                    </a:lnTo>
                    <a:lnTo>
                      <a:pt x="5963" y="2575"/>
                    </a:lnTo>
                    <a:lnTo>
                      <a:pt x="5963" y="2445"/>
                    </a:lnTo>
                    <a:lnTo>
                      <a:pt x="6162" y="2289"/>
                    </a:lnTo>
                    <a:lnTo>
                      <a:pt x="6218" y="2289"/>
                    </a:lnTo>
                    <a:lnTo>
                      <a:pt x="6307" y="2378"/>
                    </a:lnTo>
                    <a:cubicBezTo>
                      <a:pt x="6307" y="2378"/>
                      <a:pt x="6300" y="2447"/>
                      <a:pt x="6307" y="2447"/>
                    </a:cubicBezTo>
                    <a:lnTo>
                      <a:pt x="6379" y="2447"/>
                    </a:lnTo>
                    <a:lnTo>
                      <a:pt x="6579" y="2647"/>
                    </a:lnTo>
                    <a:lnTo>
                      <a:pt x="6583" y="2651"/>
                    </a:lnTo>
                    <a:lnTo>
                      <a:pt x="6669" y="2564"/>
                    </a:lnTo>
                    <a:lnTo>
                      <a:pt x="6669" y="2478"/>
                    </a:lnTo>
                    <a:lnTo>
                      <a:pt x="6567" y="2376"/>
                    </a:lnTo>
                    <a:lnTo>
                      <a:pt x="6628" y="2316"/>
                    </a:lnTo>
                    <a:lnTo>
                      <a:pt x="6749" y="2316"/>
                    </a:lnTo>
                    <a:lnTo>
                      <a:pt x="6965" y="2099"/>
                    </a:lnTo>
                    <a:lnTo>
                      <a:pt x="6965" y="1959"/>
                    </a:lnTo>
                    <a:lnTo>
                      <a:pt x="6863" y="1857"/>
                    </a:lnTo>
                    <a:lnTo>
                      <a:pt x="6947" y="1774"/>
                    </a:lnTo>
                    <a:lnTo>
                      <a:pt x="7091" y="1918"/>
                    </a:lnTo>
                    <a:lnTo>
                      <a:pt x="7153" y="1918"/>
                    </a:lnTo>
                    <a:lnTo>
                      <a:pt x="7153" y="1799"/>
                    </a:lnTo>
                    <a:lnTo>
                      <a:pt x="7371" y="1582"/>
                    </a:lnTo>
                    <a:lnTo>
                      <a:pt x="7371" y="1100"/>
                    </a:lnTo>
                    <a:lnTo>
                      <a:pt x="7450" y="1021"/>
                    </a:lnTo>
                    <a:lnTo>
                      <a:pt x="7770" y="1021"/>
                    </a:lnTo>
                    <a:lnTo>
                      <a:pt x="7883" y="908"/>
                    </a:lnTo>
                    <a:lnTo>
                      <a:pt x="8002" y="908"/>
                    </a:lnTo>
                    <a:lnTo>
                      <a:pt x="8002" y="958"/>
                    </a:lnTo>
                    <a:lnTo>
                      <a:pt x="7799" y="1162"/>
                    </a:lnTo>
                    <a:lnTo>
                      <a:pt x="7799" y="1388"/>
                    </a:lnTo>
                    <a:lnTo>
                      <a:pt x="7842" y="1388"/>
                    </a:lnTo>
                    <a:lnTo>
                      <a:pt x="7985" y="1244"/>
                    </a:lnTo>
                    <a:lnTo>
                      <a:pt x="7985" y="1119"/>
                    </a:lnTo>
                    <a:cubicBezTo>
                      <a:pt x="7985" y="1119"/>
                      <a:pt x="8427" y="699"/>
                      <a:pt x="8431" y="699"/>
                    </a:cubicBezTo>
                    <a:lnTo>
                      <a:pt x="8526" y="794"/>
                    </a:lnTo>
                    <a:lnTo>
                      <a:pt x="8611" y="709"/>
                    </a:lnTo>
                    <a:lnTo>
                      <a:pt x="8334" y="432"/>
                    </a:lnTo>
                    <a:lnTo>
                      <a:pt x="7859" y="432"/>
                    </a:lnTo>
                    <a:close/>
                    <a:moveTo>
                      <a:pt x="7254" y="1916"/>
                    </a:moveTo>
                    <a:lnTo>
                      <a:pt x="7254" y="1916"/>
                    </a:lnTo>
                    <a:lnTo>
                      <a:pt x="7311" y="1974"/>
                    </a:lnTo>
                    <a:lnTo>
                      <a:pt x="7498" y="1787"/>
                    </a:lnTo>
                    <a:lnTo>
                      <a:pt x="7441" y="1729"/>
                    </a:lnTo>
                    <a:lnTo>
                      <a:pt x="7254" y="1916"/>
                    </a:lnTo>
                    <a:close/>
                    <a:moveTo>
                      <a:pt x="7541" y="4030"/>
                    </a:moveTo>
                    <a:lnTo>
                      <a:pt x="7541" y="4030"/>
                    </a:lnTo>
                    <a:lnTo>
                      <a:pt x="7639" y="4030"/>
                    </a:lnTo>
                    <a:lnTo>
                      <a:pt x="7639" y="3946"/>
                    </a:lnTo>
                    <a:lnTo>
                      <a:pt x="7541" y="3946"/>
                    </a:lnTo>
                    <a:lnTo>
                      <a:pt x="7541" y="4030"/>
                    </a:lnTo>
                    <a:close/>
                    <a:moveTo>
                      <a:pt x="5088" y="3476"/>
                    </a:moveTo>
                    <a:lnTo>
                      <a:pt x="5088" y="3476"/>
                    </a:lnTo>
                    <a:lnTo>
                      <a:pt x="5208" y="3476"/>
                    </a:lnTo>
                    <a:lnTo>
                      <a:pt x="5208" y="3193"/>
                    </a:lnTo>
                    <a:lnTo>
                      <a:pt x="5088" y="3193"/>
                    </a:lnTo>
                    <a:lnTo>
                      <a:pt x="5088" y="3476"/>
                    </a:lnTo>
                    <a:close/>
                    <a:moveTo>
                      <a:pt x="2594" y="2576"/>
                    </a:moveTo>
                    <a:lnTo>
                      <a:pt x="2594" y="2576"/>
                    </a:lnTo>
                    <a:lnTo>
                      <a:pt x="2242" y="2576"/>
                    </a:lnTo>
                    <a:lnTo>
                      <a:pt x="2071" y="2747"/>
                    </a:lnTo>
                    <a:lnTo>
                      <a:pt x="2071" y="2999"/>
                    </a:lnTo>
                    <a:lnTo>
                      <a:pt x="2265" y="3193"/>
                    </a:lnTo>
                    <a:lnTo>
                      <a:pt x="2265" y="4354"/>
                    </a:lnTo>
                    <a:lnTo>
                      <a:pt x="2373" y="4463"/>
                    </a:lnTo>
                    <a:lnTo>
                      <a:pt x="2429" y="4463"/>
                    </a:lnTo>
                    <a:lnTo>
                      <a:pt x="2429" y="4071"/>
                    </a:lnTo>
                    <a:lnTo>
                      <a:pt x="3166" y="3334"/>
                    </a:lnTo>
                    <a:lnTo>
                      <a:pt x="3166" y="2956"/>
                    </a:lnTo>
                    <a:lnTo>
                      <a:pt x="2975" y="2956"/>
                    </a:lnTo>
                    <a:lnTo>
                      <a:pt x="2594" y="2576"/>
                    </a:lnTo>
                    <a:close/>
                    <a:moveTo>
                      <a:pt x="1937" y="787"/>
                    </a:moveTo>
                    <a:lnTo>
                      <a:pt x="1937" y="787"/>
                    </a:lnTo>
                    <a:lnTo>
                      <a:pt x="2037" y="887"/>
                    </a:lnTo>
                    <a:lnTo>
                      <a:pt x="2114" y="811"/>
                    </a:lnTo>
                    <a:lnTo>
                      <a:pt x="2013" y="710"/>
                    </a:lnTo>
                    <a:lnTo>
                      <a:pt x="1937" y="787"/>
                    </a:lnTo>
                    <a:close/>
                    <a:moveTo>
                      <a:pt x="3552" y="128"/>
                    </a:moveTo>
                    <a:lnTo>
                      <a:pt x="3552" y="128"/>
                    </a:lnTo>
                    <a:lnTo>
                      <a:pt x="2633" y="128"/>
                    </a:lnTo>
                    <a:lnTo>
                      <a:pt x="2633" y="262"/>
                    </a:lnTo>
                    <a:lnTo>
                      <a:pt x="2784" y="262"/>
                    </a:lnTo>
                    <a:cubicBezTo>
                      <a:pt x="2784" y="262"/>
                      <a:pt x="2787" y="688"/>
                      <a:pt x="2784" y="685"/>
                    </a:cubicBezTo>
                    <a:lnTo>
                      <a:pt x="2896" y="685"/>
                    </a:lnTo>
                    <a:lnTo>
                      <a:pt x="3050" y="531"/>
                    </a:lnTo>
                    <a:lnTo>
                      <a:pt x="3270" y="531"/>
                    </a:lnTo>
                    <a:lnTo>
                      <a:pt x="3552" y="249"/>
                    </a:lnTo>
                    <a:lnTo>
                      <a:pt x="3552" y="128"/>
                    </a:lnTo>
                    <a:close/>
                    <a:moveTo>
                      <a:pt x="3901" y="1399"/>
                    </a:moveTo>
                    <a:lnTo>
                      <a:pt x="3901" y="1399"/>
                    </a:lnTo>
                    <a:lnTo>
                      <a:pt x="4001" y="1399"/>
                    </a:lnTo>
                    <a:lnTo>
                      <a:pt x="4001" y="1208"/>
                    </a:lnTo>
                    <a:lnTo>
                      <a:pt x="3873" y="1080"/>
                    </a:lnTo>
                    <a:lnTo>
                      <a:pt x="3855" y="1080"/>
                    </a:lnTo>
                    <a:lnTo>
                      <a:pt x="3761" y="1173"/>
                    </a:lnTo>
                    <a:lnTo>
                      <a:pt x="3761" y="1342"/>
                    </a:lnTo>
                    <a:lnTo>
                      <a:pt x="3843" y="1342"/>
                    </a:lnTo>
                    <a:lnTo>
                      <a:pt x="3901" y="1399"/>
                    </a:lnTo>
                    <a:close/>
                    <a:moveTo>
                      <a:pt x="6870" y="2711"/>
                    </a:moveTo>
                    <a:lnTo>
                      <a:pt x="6870" y="2711"/>
                    </a:lnTo>
                    <a:lnTo>
                      <a:pt x="6830" y="2672"/>
                    </a:lnTo>
                    <a:lnTo>
                      <a:pt x="6671" y="2831"/>
                    </a:lnTo>
                    <a:lnTo>
                      <a:pt x="6671" y="2876"/>
                    </a:lnTo>
                    <a:lnTo>
                      <a:pt x="6727" y="2932"/>
                    </a:lnTo>
                    <a:lnTo>
                      <a:pt x="6870" y="2932"/>
                    </a:lnTo>
                    <a:lnTo>
                      <a:pt x="6870" y="2711"/>
                    </a:lnTo>
                    <a:close/>
                    <a:moveTo>
                      <a:pt x="1815" y="2319"/>
                    </a:moveTo>
                    <a:lnTo>
                      <a:pt x="1815" y="2319"/>
                    </a:lnTo>
                    <a:lnTo>
                      <a:pt x="1713" y="2319"/>
                    </a:lnTo>
                    <a:lnTo>
                      <a:pt x="1714" y="2085"/>
                    </a:lnTo>
                    <a:lnTo>
                      <a:pt x="2032" y="2085"/>
                    </a:lnTo>
                    <a:lnTo>
                      <a:pt x="2034" y="2177"/>
                    </a:lnTo>
                    <a:lnTo>
                      <a:pt x="2115" y="2177"/>
                    </a:lnTo>
                    <a:lnTo>
                      <a:pt x="2115" y="1900"/>
                    </a:lnTo>
                    <a:lnTo>
                      <a:pt x="2611" y="1404"/>
                    </a:lnTo>
                    <a:lnTo>
                      <a:pt x="2696" y="1404"/>
                    </a:lnTo>
                    <a:lnTo>
                      <a:pt x="2697" y="1282"/>
                    </a:lnTo>
                    <a:lnTo>
                      <a:pt x="2691" y="1277"/>
                    </a:lnTo>
                    <a:lnTo>
                      <a:pt x="2297" y="883"/>
                    </a:lnTo>
                    <a:lnTo>
                      <a:pt x="2171" y="883"/>
                    </a:lnTo>
                    <a:lnTo>
                      <a:pt x="2171" y="1188"/>
                    </a:lnTo>
                    <a:lnTo>
                      <a:pt x="1812" y="1188"/>
                    </a:lnTo>
                    <a:lnTo>
                      <a:pt x="1812" y="864"/>
                    </a:lnTo>
                    <a:lnTo>
                      <a:pt x="2099" y="578"/>
                    </a:lnTo>
                    <a:lnTo>
                      <a:pt x="2362" y="841"/>
                    </a:lnTo>
                    <a:lnTo>
                      <a:pt x="2432" y="841"/>
                    </a:lnTo>
                    <a:cubicBezTo>
                      <a:pt x="2432" y="841"/>
                      <a:pt x="2594" y="676"/>
                      <a:pt x="2594" y="676"/>
                    </a:cubicBezTo>
                    <a:lnTo>
                      <a:pt x="2182" y="265"/>
                    </a:lnTo>
                    <a:lnTo>
                      <a:pt x="1181" y="265"/>
                    </a:lnTo>
                    <a:lnTo>
                      <a:pt x="1050" y="396"/>
                    </a:lnTo>
                    <a:lnTo>
                      <a:pt x="163" y="396"/>
                    </a:lnTo>
                    <a:lnTo>
                      <a:pt x="0" y="560"/>
                    </a:lnTo>
                    <a:lnTo>
                      <a:pt x="0" y="953"/>
                    </a:lnTo>
                    <a:lnTo>
                      <a:pt x="159" y="1112"/>
                    </a:lnTo>
                    <a:lnTo>
                      <a:pt x="380" y="1112"/>
                    </a:lnTo>
                    <a:lnTo>
                      <a:pt x="380" y="978"/>
                    </a:lnTo>
                    <a:lnTo>
                      <a:pt x="577" y="978"/>
                    </a:lnTo>
                    <a:lnTo>
                      <a:pt x="1000" y="1401"/>
                    </a:lnTo>
                    <a:lnTo>
                      <a:pt x="1000" y="1829"/>
                    </a:lnTo>
                    <a:lnTo>
                      <a:pt x="1651" y="2481"/>
                    </a:lnTo>
                    <a:lnTo>
                      <a:pt x="1808" y="2481"/>
                    </a:lnTo>
                    <a:lnTo>
                      <a:pt x="1999" y="2671"/>
                    </a:lnTo>
                    <a:lnTo>
                      <a:pt x="2083" y="2587"/>
                    </a:lnTo>
                    <a:lnTo>
                      <a:pt x="1815" y="2319"/>
                    </a:lnTo>
                    <a:close/>
                    <a:moveTo>
                      <a:pt x="6560" y="2743"/>
                    </a:moveTo>
                    <a:lnTo>
                      <a:pt x="6560" y="2743"/>
                    </a:lnTo>
                    <a:lnTo>
                      <a:pt x="6539" y="2722"/>
                    </a:lnTo>
                    <a:lnTo>
                      <a:pt x="6406" y="2589"/>
                    </a:lnTo>
                    <a:cubicBezTo>
                      <a:pt x="6407" y="2588"/>
                      <a:pt x="6369" y="2625"/>
                      <a:pt x="6369" y="2625"/>
                    </a:cubicBezTo>
                    <a:lnTo>
                      <a:pt x="6523" y="2780"/>
                    </a:lnTo>
                    <a:lnTo>
                      <a:pt x="6560" y="2743"/>
                    </a:lnTo>
                    <a:close/>
                    <a:moveTo>
                      <a:pt x="6393" y="2695"/>
                    </a:moveTo>
                    <a:lnTo>
                      <a:pt x="6393" y="2695"/>
                    </a:lnTo>
                    <a:cubicBezTo>
                      <a:pt x="6395" y="2693"/>
                      <a:pt x="6346" y="2743"/>
                      <a:pt x="6346" y="2743"/>
                    </a:cubicBezTo>
                    <a:lnTo>
                      <a:pt x="6579" y="2979"/>
                    </a:lnTo>
                    <a:lnTo>
                      <a:pt x="6628" y="2930"/>
                    </a:lnTo>
                    <a:lnTo>
                      <a:pt x="6595" y="2896"/>
                    </a:lnTo>
                    <a:lnTo>
                      <a:pt x="6393" y="2695"/>
                    </a:lnTo>
                    <a:close/>
                    <a:moveTo>
                      <a:pt x="5948" y="2706"/>
                    </a:moveTo>
                    <a:lnTo>
                      <a:pt x="5948" y="2706"/>
                    </a:lnTo>
                    <a:lnTo>
                      <a:pt x="6008" y="2706"/>
                    </a:lnTo>
                    <a:lnTo>
                      <a:pt x="6008" y="2622"/>
                    </a:lnTo>
                    <a:lnTo>
                      <a:pt x="5948" y="2622"/>
                    </a:lnTo>
                    <a:lnTo>
                      <a:pt x="5948" y="2706"/>
                    </a:lnTo>
                    <a:close/>
                    <a:moveTo>
                      <a:pt x="3654" y="811"/>
                    </a:moveTo>
                    <a:lnTo>
                      <a:pt x="3654" y="811"/>
                    </a:lnTo>
                    <a:lnTo>
                      <a:pt x="3436" y="811"/>
                    </a:lnTo>
                    <a:lnTo>
                      <a:pt x="3436" y="660"/>
                    </a:lnTo>
                    <a:lnTo>
                      <a:pt x="3654" y="660"/>
                    </a:lnTo>
                    <a:lnTo>
                      <a:pt x="3654" y="811"/>
                    </a:lnTo>
                    <a:close/>
                  </a:path>
                </a:pathLst>
              </a:custGeom>
              <a:solidFill>
                <a:srgbClr val="ECECE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44" name="Google Shape;1244;p120"/>
              <p:cNvSpPr/>
              <p:nvPr/>
            </p:nvSpPr>
            <p:spPr>
              <a:xfrm>
                <a:off x="4051148" y="2799766"/>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45" name="Google Shape;1245;p120"/>
              <p:cNvSpPr/>
              <p:nvPr/>
            </p:nvSpPr>
            <p:spPr>
              <a:xfrm>
                <a:off x="4931739" y="240462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46" name="Google Shape;1246;p120"/>
              <p:cNvSpPr/>
              <p:nvPr/>
            </p:nvSpPr>
            <p:spPr>
              <a:xfrm>
                <a:off x="5151701" y="27807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47" name="Google Shape;1247;p120"/>
              <p:cNvSpPr/>
              <p:nvPr/>
            </p:nvSpPr>
            <p:spPr>
              <a:xfrm>
                <a:off x="4839521" y="27807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48" name="Google Shape;1248;p120"/>
              <p:cNvSpPr/>
              <p:nvPr/>
            </p:nvSpPr>
            <p:spPr>
              <a:xfrm>
                <a:off x="5117220" y="255754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49" name="Google Shape;1249;p120"/>
              <p:cNvSpPr/>
              <p:nvPr/>
            </p:nvSpPr>
            <p:spPr>
              <a:xfrm>
                <a:off x="4990497" y="28991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50" name="Google Shape;1250;p120"/>
              <p:cNvSpPr/>
              <p:nvPr/>
            </p:nvSpPr>
            <p:spPr>
              <a:xfrm>
                <a:off x="4760996" y="294269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51" name="Google Shape;1251;p120"/>
              <p:cNvSpPr/>
              <p:nvPr/>
            </p:nvSpPr>
            <p:spPr>
              <a:xfrm>
                <a:off x="4586118" y="243190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52" name="Google Shape;1252;p120"/>
              <p:cNvSpPr/>
              <p:nvPr/>
            </p:nvSpPr>
            <p:spPr>
              <a:xfrm>
                <a:off x="5297034" y="2298468"/>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53" name="Google Shape;1253;p120"/>
              <p:cNvSpPr/>
              <p:nvPr/>
            </p:nvSpPr>
            <p:spPr>
              <a:xfrm>
                <a:off x="4799123" y="340378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54" name="Google Shape;1254;p120"/>
              <p:cNvSpPr/>
              <p:nvPr/>
            </p:nvSpPr>
            <p:spPr>
              <a:xfrm>
                <a:off x="4645418" y="332607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55" name="Google Shape;1255;p120"/>
              <p:cNvSpPr/>
              <p:nvPr/>
            </p:nvSpPr>
            <p:spPr>
              <a:xfrm>
                <a:off x="4936641" y="348866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56" name="Google Shape;1256;p120"/>
              <p:cNvSpPr/>
              <p:nvPr/>
            </p:nvSpPr>
            <p:spPr>
              <a:xfrm>
                <a:off x="5319945" y="464194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57" name="Google Shape;1257;p120"/>
              <p:cNvSpPr/>
              <p:nvPr/>
            </p:nvSpPr>
            <p:spPr>
              <a:xfrm>
                <a:off x="5220779" y="407906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58" name="Google Shape;1258;p120"/>
              <p:cNvSpPr/>
              <p:nvPr/>
            </p:nvSpPr>
            <p:spPr>
              <a:xfrm>
                <a:off x="5872653" y="458348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59" name="Google Shape;1259;p120"/>
              <p:cNvSpPr/>
              <p:nvPr/>
            </p:nvSpPr>
            <p:spPr>
              <a:xfrm>
                <a:off x="6966396" y="232903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60" name="Google Shape;1260;p120"/>
              <p:cNvSpPr/>
              <p:nvPr/>
            </p:nvSpPr>
            <p:spPr>
              <a:xfrm>
                <a:off x="8861447" y="3594187"/>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61" name="Google Shape;1261;p120"/>
              <p:cNvSpPr/>
              <p:nvPr/>
            </p:nvSpPr>
            <p:spPr>
              <a:xfrm>
                <a:off x="9490780" y="361931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62" name="Google Shape;1262;p120"/>
              <p:cNvSpPr/>
              <p:nvPr/>
            </p:nvSpPr>
            <p:spPr>
              <a:xfrm>
                <a:off x="6947333" y="222080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63" name="Google Shape;1263;p120"/>
              <p:cNvSpPr/>
              <p:nvPr/>
            </p:nvSpPr>
            <p:spPr>
              <a:xfrm>
                <a:off x="10072856" y="355767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64" name="Google Shape;1264;p120"/>
              <p:cNvSpPr/>
              <p:nvPr/>
            </p:nvSpPr>
            <p:spPr>
              <a:xfrm>
                <a:off x="10761695" y="462157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65" name="Google Shape;1265;p120"/>
              <p:cNvSpPr/>
              <p:nvPr/>
            </p:nvSpPr>
            <p:spPr>
              <a:xfrm>
                <a:off x="10761695" y="446699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66" name="Google Shape;1266;p120"/>
              <p:cNvSpPr/>
              <p:nvPr/>
            </p:nvSpPr>
            <p:spPr>
              <a:xfrm>
                <a:off x="9565034" y="373273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67" name="Google Shape;1267;p120"/>
              <p:cNvSpPr/>
              <p:nvPr/>
            </p:nvSpPr>
            <p:spPr>
              <a:xfrm>
                <a:off x="9946198" y="310791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68" name="Google Shape;1268;p120"/>
              <p:cNvSpPr/>
              <p:nvPr/>
            </p:nvSpPr>
            <p:spPr>
              <a:xfrm>
                <a:off x="9783772" y="327162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69" name="Google Shape;1269;p120"/>
              <p:cNvSpPr/>
              <p:nvPr/>
            </p:nvSpPr>
            <p:spPr>
              <a:xfrm>
                <a:off x="7168798" y="239784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70" name="Google Shape;1270;p120"/>
              <p:cNvSpPr/>
              <p:nvPr/>
            </p:nvSpPr>
            <p:spPr>
              <a:xfrm>
                <a:off x="6854597" y="275201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71" name="Google Shape;1271;p120"/>
              <p:cNvSpPr/>
              <p:nvPr/>
            </p:nvSpPr>
            <p:spPr>
              <a:xfrm>
                <a:off x="7114847" y="250248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72" name="Google Shape;1272;p120"/>
              <p:cNvSpPr/>
              <p:nvPr/>
            </p:nvSpPr>
            <p:spPr>
              <a:xfrm>
                <a:off x="7425211" y="226799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73" name="Google Shape;1273;p120"/>
              <p:cNvSpPr/>
              <p:nvPr/>
            </p:nvSpPr>
            <p:spPr>
              <a:xfrm>
                <a:off x="8116379" y="262820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74" name="Google Shape;1274;p120"/>
              <p:cNvSpPr/>
              <p:nvPr/>
            </p:nvSpPr>
            <p:spPr>
              <a:xfrm>
                <a:off x="8024873" y="271789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75" name="Google Shape;1275;p120"/>
              <p:cNvSpPr/>
              <p:nvPr/>
            </p:nvSpPr>
            <p:spPr>
              <a:xfrm>
                <a:off x="8833524" y="349284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76" name="Google Shape;1276;p120"/>
              <p:cNvSpPr/>
              <p:nvPr/>
            </p:nvSpPr>
            <p:spPr>
              <a:xfrm>
                <a:off x="8931926" y="335076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77" name="Google Shape;1277;p120"/>
              <p:cNvSpPr/>
              <p:nvPr/>
            </p:nvSpPr>
            <p:spPr>
              <a:xfrm>
                <a:off x="8785192" y="3121953"/>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78" name="Google Shape;1278;p120"/>
              <p:cNvSpPr/>
              <p:nvPr/>
            </p:nvSpPr>
            <p:spPr>
              <a:xfrm>
                <a:off x="6801823" y="229846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79" name="Google Shape;1279;p120"/>
              <p:cNvSpPr/>
              <p:nvPr/>
            </p:nvSpPr>
            <p:spPr>
              <a:xfrm>
                <a:off x="7904611" y="308387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80" name="Google Shape;1280;p120"/>
              <p:cNvSpPr/>
              <p:nvPr/>
            </p:nvSpPr>
            <p:spPr>
              <a:xfrm>
                <a:off x="10543292" y="476231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281" name="Google Shape;1281;p120"/>
              <p:cNvSpPr/>
              <p:nvPr/>
            </p:nvSpPr>
            <p:spPr>
              <a:xfrm>
                <a:off x="10479645" y="273915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82" name="Google Shape;1282;p120"/>
              <p:cNvSpPr/>
              <p:nvPr/>
            </p:nvSpPr>
            <p:spPr>
              <a:xfrm>
                <a:off x="4019380" y="2398563"/>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83" name="Google Shape;1283;p120"/>
              <p:cNvSpPr/>
              <p:nvPr/>
            </p:nvSpPr>
            <p:spPr>
              <a:xfrm>
                <a:off x="5150929" y="376474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284" name="Google Shape;1284;p120"/>
              <p:cNvSpPr/>
              <p:nvPr/>
            </p:nvSpPr>
            <p:spPr>
              <a:xfrm>
                <a:off x="9616458" y="350719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grpSp>
        <p:sp>
          <p:nvSpPr>
            <p:cNvPr id="1285" name="Google Shape;1285;p120"/>
            <p:cNvSpPr txBox="1"/>
            <p:nvPr/>
          </p:nvSpPr>
          <p:spPr>
            <a:xfrm>
              <a:off x="10845129" y="2428150"/>
              <a:ext cx="1022400" cy="1766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dk1"/>
                  </a:solidFill>
                  <a:latin typeface="Arial"/>
                  <a:ea typeface="Arial"/>
                  <a:cs typeface="Arial"/>
                  <a:sym typeface="Arial"/>
                </a:rPr>
                <a:t>APAC</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Singapore, SG</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Manila, PH</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Sydney, AU</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Melbourne, AU</a:t>
              </a:r>
              <a:endParaRPr/>
            </a:p>
            <a:p>
              <a:pPr marL="0" marR="0" lvl="0" indent="0" algn="l" rtl="0">
                <a:lnSpc>
                  <a:spcPct val="110000"/>
                </a:lnSpc>
                <a:spcBef>
                  <a:spcPts val="0"/>
                </a:spcBef>
                <a:spcAft>
                  <a:spcPts val="0"/>
                </a:spcAft>
                <a:buClr>
                  <a:schemeClr val="dk1"/>
                </a:buClr>
                <a:buSzPts val="750"/>
                <a:buFont typeface="Arial"/>
                <a:buNone/>
              </a:pPr>
              <a:r>
                <a:rPr lang="en-US" sz="750">
                  <a:solidFill>
                    <a:schemeClr val="dk1"/>
                  </a:solidFill>
                  <a:latin typeface="Arial"/>
                  <a:ea typeface="Arial"/>
                  <a:cs typeface="Arial"/>
                  <a:sym typeface="Arial"/>
                </a:rPr>
                <a:t>Brisbane, AU</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Penang, MY</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Kuala Lumpur, MY</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Shanghai, CN</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Taipei, TW</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Hong Kong, HK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Tokyo, JP</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Ho chin min, VN</a:t>
              </a:r>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494">
          <p15:clr>
            <a:srgbClr val="FBAE4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292"/>
        <p:cNvGrpSpPr/>
        <p:nvPr/>
      </p:nvGrpSpPr>
      <p:grpSpPr>
        <a:xfrm>
          <a:off x="0" y="0"/>
          <a:ext cx="0" cy="0"/>
          <a:chOff x="0" y="0"/>
          <a:chExt cx="0" cy="0"/>
        </a:xfrm>
      </p:grpSpPr>
      <p:sp>
        <p:nvSpPr>
          <p:cNvPr id="1293" name="Google Shape;1293;p122"/>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94" name="Google Shape;1294;p122"/>
          <p:cNvSpPr txBox="1">
            <a:spLocks noGrp="1"/>
          </p:cNvSpPr>
          <p:nvPr>
            <p:ph type="body" idx="1"/>
          </p:nvPr>
        </p:nvSpPr>
        <p:spPr>
          <a:xfrm>
            <a:off x="274320" y="1828800"/>
            <a:ext cx="63780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pos="5588">
          <p15:clr>
            <a:srgbClr val="FBAE40"/>
          </p15:clr>
        </p15:guide>
        <p15:guide id="4" orient="horz" pos="4148">
          <p15:clr>
            <a:srgbClr val="FBAE40"/>
          </p15:clr>
        </p15:guide>
        <p15:guide id="5" pos="5788">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1295"/>
        <p:cNvGrpSpPr/>
        <p:nvPr/>
      </p:nvGrpSpPr>
      <p:grpSpPr>
        <a:xfrm>
          <a:off x="0" y="0"/>
          <a:ext cx="0" cy="0"/>
          <a:chOff x="0" y="0"/>
          <a:chExt cx="0" cy="0"/>
        </a:xfrm>
      </p:grpSpPr>
      <p:sp>
        <p:nvSpPr>
          <p:cNvPr id="1296" name="Google Shape;1296;p123"/>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97" name="Google Shape;1297;p123"/>
          <p:cNvSpPr txBox="1">
            <a:spLocks noGrp="1"/>
          </p:cNvSpPr>
          <p:nvPr>
            <p:ph type="body" idx="1"/>
          </p:nvPr>
        </p:nvSpPr>
        <p:spPr>
          <a:xfrm>
            <a:off x="274320" y="1828800"/>
            <a:ext cx="41835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298" name="Google Shape;1298;p123"/>
          <p:cNvSpPr txBox="1">
            <a:spLocks noGrp="1"/>
          </p:cNvSpPr>
          <p:nvPr>
            <p:ph type="body" idx="2"/>
          </p:nvPr>
        </p:nvSpPr>
        <p:spPr>
          <a:xfrm>
            <a:off x="4684014" y="1828800"/>
            <a:ext cx="41835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744">
          <p15:clr>
            <a:srgbClr val="FBAE40"/>
          </p15:clr>
        </p15:guide>
        <p15:guide id="2" pos="3934">
          <p15:clr>
            <a:srgbClr val="FBAE40"/>
          </p15:clr>
        </p15:guide>
        <p15:guide id="3" orient="horz" pos="3832">
          <p15:clr>
            <a:srgbClr val="FBAE40"/>
          </p15:clr>
        </p15:guide>
        <p15:guide id="4" orient="horz" pos="1152">
          <p15:clr>
            <a:srgbClr val="FBAE40"/>
          </p15:clr>
        </p15:guide>
        <p15:guide id="5" orient="horz" pos="4148">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matchingName="Sidebar Left">
  <p:cSld name="Sidebar Left">
    <p:spTree>
      <p:nvGrpSpPr>
        <p:cNvPr id="1" name="Shape 1299"/>
        <p:cNvGrpSpPr/>
        <p:nvPr/>
      </p:nvGrpSpPr>
      <p:grpSpPr>
        <a:xfrm>
          <a:off x="0" y="0"/>
          <a:ext cx="0" cy="0"/>
          <a:chOff x="0" y="0"/>
          <a:chExt cx="0" cy="0"/>
        </a:xfrm>
      </p:grpSpPr>
      <p:sp>
        <p:nvSpPr>
          <p:cNvPr id="1300" name="Google Shape;1300;p124"/>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01" name="Google Shape;1301;p124"/>
          <p:cNvSpPr txBox="1">
            <a:spLocks noGrp="1"/>
          </p:cNvSpPr>
          <p:nvPr>
            <p:ph type="body" idx="1"/>
          </p:nvPr>
        </p:nvSpPr>
        <p:spPr>
          <a:xfrm>
            <a:off x="274320" y="1828800"/>
            <a:ext cx="27090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302" name="Google Shape;1302;p124"/>
          <p:cNvSpPr txBox="1">
            <a:spLocks noGrp="1"/>
          </p:cNvSpPr>
          <p:nvPr>
            <p:ph type="body" idx="2"/>
          </p:nvPr>
        </p:nvSpPr>
        <p:spPr>
          <a:xfrm>
            <a:off x="3216402" y="1828800"/>
            <a:ext cx="56511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matchingName="Three Quarters Black">
  <p:cSld name="Three Quarters Black">
    <p:bg>
      <p:bgPr>
        <a:blipFill>
          <a:blip r:embed="rId2">
            <a:alphaModFix/>
          </a:blip>
          <a:stretch>
            <a:fillRect/>
          </a:stretch>
        </a:blipFill>
        <a:effectLst/>
      </p:bgPr>
    </p:bg>
    <p:spTree>
      <p:nvGrpSpPr>
        <p:cNvPr id="1" name="Shape 1303"/>
        <p:cNvGrpSpPr/>
        <p:nvPr/>
      </p:nvGrpSpPr>
      <p:grpSpPr>
        <a:xfrm>
          <a:off x="0" y="0"/>
          <a:ext cx="0" cy="0"/>
          <a:chOff x="0" y="0"/>
          <a:chExt cx="0" cy="0"/>
        </a:xfrm>
      </p:grpSpPr>
      <p:sp>
        <p:nvSpPr>
          <p:cNvPr id="1304" name="Google Shape;1304;p125"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lt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305" name="Google Shape;1305;p125"/>
          <p:cNvSpPr txBox="1">
            <a:spLocks noGrp="1"/>
          </p:cNvSpPr>
          <p:nvPr>
            <p:ph type="title"/>
          </p:nvPr>
        </p:nvSpPr>
        <p:spPr>
          <a:xfrm>
            <a:off x="274321" y="365760"/>
            <a:ext cx="61530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06" name="Google Shape;1306;p125"/>
          <p:cNvSpPr txBox="1">
            <a:spLocks noGrp="1"/>
          </p:cNvSpPr>
          <p:nvPr>
            <p:ph type="body" idx="1"/>
          </p:nvPr>
        </p:nvSpPr>
        <p:spPr>
          <a:xfrm>
            <a:off x="274320" y="1828800"/>
            <a:ext cx="61530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sz="1350">
                <a:solidFill>
                  <a:schemeClr val="lt1"/>
                </a:solidFill>
                <a:latin typeface="Arial"/>
                <a:ea typeface="Arial"/>
                <a:cs typeface="Arial"/>
                <a:sym typeface="Arial"/>
              </a:defRPr>
            </a:lvl1pPr>
            <a:lvl2pPr marL="914400" lvl="1" indent="-314325" algn="l">
              <a:lnSpc>
                <a:spcPct val="100000"/>
              </a:lnSpc>
              <a:spcBef>
                <a:spcPts val="225"/>
              </a:spcBef>
              <a:spcAft>
                <a:spcPts val="0"/>
              </a:spcAft>
              <a:buClr>
                <a:schemeClr val="lt1"/>
              </a:buClr>
              <a:buSzPts val="1350"/>
              <a:buChar char="–"/>
              <a:defRPr sz="1350">
                <a:solidFill>
                  <a:schemeClr val="lt1"/>
                </a:solidFill>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sz="1350">
                <a:solidFill>
                  <a:schemeClr val="lt1"/>
                </a:solidFill>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sz="1350">
                <a:solidFill>
                  <a:schemeClr val="lt1"/>
                </a:solidFill>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sz="1350">
                <a:solidFill>
                  <a:schemeClr val="lt1"/>
                </a:solidFill>
                <a:latin typeface="Arial"/>
                <a:ea typeface="Arial"/>
                <a:cs typeface="Arial"/>
                <a:sym typeface="Arial"/>
              </a:defRPr>
            </a:lvl5pPr>
            <a:lvl6pPr marL="2743200" lvl="5" indent="-314325" algn="l">
              <a:lnSpc>
                <a:spcPct val="100000"/>
              </a:lnSpc>
              <a:spcBef>
                <a:spcPts val="225"/>
              </a:spcBef>
              <a:spcAft>
                <a:spcPts val="0"/>
              </a:spcAft>
              <a:buClr>
                <a:schemeClr val="lt1"/>
              </a:buClr>
              <a:buSzPts val="1350"/>
              <a:buChar char="–"/>
              <a:defRPr sz="1350">
                <a:solidFill>
                  <a:schemeClr val="lt1"/>
                </a:solidFill>
              </a:defRPr>
            </a:lvl6pPr>
            <a:lvl7pPr marL="3200400" lvl="6" indent="-314325" algn="l">
              <a:lnSpc>
                <a:spcPct val="100000"/>
              </a:lnSpc>
              <a:spcBef>
                <a:spcPts val="225"/>
              </a:spcBef>
              <a:spcAft>
                <a:spcPts val="0"/>
              </a:spcAft>
              <a:buClr>
                <a:schemeClr val="lt1"/>
              </a:buClr>
              <a:buSzPts val="1350"/>
              <a:buChar char="–"/>
              <a:defRPr sz="1350">
                <a:solidFill>
                  <a:schemeClr val="lt1"/>
                </a:solidFill>
              </a:defRPr>
            </a:lvl7pPr>
            <a:lvl8pPr marL="3657600" lvl="7" indent="-314325" algn="l">
              <a:lnSpc>
                <a:spcPct val="100000"/>
              </a:lnSpc>
              <a:spcBef>
                <a:spcPts val="225"/>
              </a:spcBef>
              <a:spcAft>
                <a:spcPts val="0"/>
              </a:spcAft>
              <a:buClr>
                <a:schemeClr val="lt1"/>
              </a:buClr>
              <a:buSzPts val="1350"/>
              <a:buChar char="–"/>
              <a:defRPr sz="1350">
                <a:solidFill>
                  <a:schemeClr val="lt1"/>
                </a:solidFill>
              </a:defRPr>
            </a:lvl8pPr>
            <a:lvl9pPr marL="4114800" lvl="8" indent="-314325" algn="l">
              <a:lnSpc>
                <a:spcPct val="100000"/>
              </a:lnSpc>
              <a:spcBef>
                <a:spcPts val="225"/>
              </a:spcBef>
              <a:spcAft>
                <a:spcPts val="0"/>
              </a:spcAft>
              <a:buClr>
                <a:schemeClr val="lt1"/>
              </a:buClr>
              <a:buSzPts val="1350"/>
              <a:buChar char="–"/>
              <a:defRPr sz="1350">
                <a:solidFill>
                  <a:schemeClr val="lt1"/>
                </a:solidFill>
              </a:defRPr>
            </a:lvl9pPr>
          </a:lstStyle>
          <a:p>
            <a:endParaRPr/>
          </a:p>
        </p:txBody>
      </p:sp>
      <p:sp>
        <p:nvSpPr>
          <p:cNvPr id="1307" name="Google Shape;1307;p125"/>
          <p:cNvSpPr txBox="1">
            <a:spLocks noGrp="1"/>
          </p:cNvSpPr>
          <p:nvPr>
            <p:ph type="body" idx="2"/>
          </p:nvPr>
        </p:nvSpPr>
        <p:spPr>
          <a:xfrm>
            <a:off x="6891337" y="1828800"/>
            <a:ext cx="1976100" cy="425190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solidFill>
                  <a:schemeClr val="dk1"/>
                </a:solidFill>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solidFill>
                  <a:schemeClr val="dk1"/>
                </a:solidFill>
              </a:defRPr>
            </a:lvl6pPr>
            <a:lvl7pPr marL="3200400" lvl="6" indent="-304800" algn="l">
              <a:lnSpc>
                <a:spcPct val="100000"/>
              </a:lnSpc>
              <a:spcBef>
                <a:spcPts val="225"/>
              </a:spcBef>
              <a:spcAft>
                <a:spcPts val="0"/>
              </a:spcAft>
              <a:buClr>
                <a:schemeClr val="dk1"/>
              </a:buClr>
              <a:buSzPts val="1200"/>
              <a:buChar char="–"/>
              <a:defRPr sz="1200">
                <a:solidFill>
                  <a:schemeClr val="dk1"/>
                </a:solidFill>
              </a:defRPr>
            </a:lvl7pPr>
            <a:lvl8pPr marL="3657600" lvl="7" indent="-304800" algn="l">
              <a:lnSpc>
                <a:spcPct val="100000"/>
              </a:lnSpc>
              <a:spcBef>
                <a:spcPts val="225"/>
              </a:spcBef>
              <a:spcAft>
                <a:spcPts val="0"/>
              </a:spcAft>
              <a:buClr>
                <a:schemeClr val="dk1"/>
              </a:buClr>
              <a:buSzPts val="1200"/>
              <a:buChar char="–"/>
              <a:defRPr sz="1200">
                <a:solidFill>
                  <a:schemeClr val="dk1"/>
                </a:solidFill>
              </a:defRPr>
            </a:lvl8pPr>
            <a:lvl9pPr marL="4114800" lvl="8" indent="-304800" algn="l">
              <a:lnSpc>
                <a:spcPct val="100000"/>
              </a:lnSpc>
              <a:spcBef>
                <a:spcPts val="225"/>
              </a:spcBef>
              <a:spcAft>
                <a:spcPts val="0"/>
              </a:spcAft>
              <a:buClr>
                <a:schemeClr val="dk1"/>
              </a:buClr>
              <a:buSzPts val="1200"/>
              <a:buChar char="–"/>
              <a:defRPr sz="1200">
                <a:solidFill>
                  <a:schemeClr val="dk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788">
          <p15:clr>
            <a:srgbClr val="FBAE40"/>
          </p15:clr>
        </p15:guide>
        <p15:guide id="2" orient="horz" pos="1152">
          <p15:clr>
            <a:srgbClr val="FBAE40"/>
          </p15:clr>
        </p15:guide>
        <p15:guide id="3" orient="horz" pos="3832">
          <p15:clr>
            <a:srgbClr val="FBAE40"/>
          </p15:clr>
        </p15:guide>
        <p15:guide id="4" orient="horz" pos="4148">
          <p15:clr>
            <a:srgbClr val="FBAE40"/>
          </p15:clr>
        </p15:guide>
        <p15:guide id="5" pos="5400">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matchingName="Cover slide option 3">
  <p:cSld name="Cover slide option 3">
    <p:bg>
      <p:bgPr>
        <a:solidFill>
          <a:schemeClr val="lt1"/>
        </a:solidFill>
        <a:effectLst/>
      </p:bgPr>
    </p:bg>
    <p:spTree>
      <p:nvGrpSpPr>
        <p:cNvPr id="1" name="Shape 1308"/>
        <p:cNvGrpSpPr/>
        <p:nvPr/>
      </p:nvGrpSpPr>
      <p:grpSpPr>
        <a:xfrm>
          <a:off x="0" y="0"/>
          <a:ext cx="0" cy="0"/>
          <a:chOff x="0" y="0"/>
          <a:chExt cx="0" cy="0"/>
        </a:xfrm>
      </p:grpSpPr>
      <p:sp>
        <p:nvSpPr>
          <p:cNvPr id="1309" name="Google Shape;1309;p126" descr="UST"/>
          <p:cNvSpPr/>
          <p:nvPr/>
        </p:nvSpPr>
        <p:spPr>
          <a:xfrm>
            <a:off x="273844" y="358775"/>
            <a:ext cx="548636" cy="809170"/>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310" name="Google Shape;1310;p126"/>
          <p:cNvSpPr txBox="1">
            <a:spLocks noGrp="1"/>
          </p:cNvSpPr>
          <p:nvPr>
            <p:ph type="ctrTitle"/>
          </p:nvPr>
        </p:nvSpPr>
        <p:spPr>
          <a:xfrm>
            <a:off x="4993005" y="365759"/>
            <a:ext cx="3874800" cy="3200400"/>
          </a:xfrm>
          <a:prstGeom prst="rect">
            <a:avLst/>
          </a:prstGeom>
          <a:solidFill>
            <a:srgbClr val="006E74"/>
          </a:solidFill>
          <a:ln>
            <a:noFill/>
          </a:ln>
        </p:spPr>
        <p:txBody>
          <a:bodyPr spcFirstLastPara="1" wrap="square" lIns="274300" tIns="274300" rIns="274300" bIns="274300" anchor="t" anchorCtr="0">
            <a:noAutofit/>
          </a:bodyPr>
          <a:lstStyle>
            <a:lvl1pPr lvl="0" algn="l">
              <a:lnSpc>
                <a:spcPct val="90000"/>
              </a:lnSpc>
              <a:spcBef>
                <a:spcPts val="0"/>
              </a:spcBef>
              <a:spcAft>
                <a:spcPts val="0"/>
              </a:spcAft>
              <a:buClr>
                <a:schemeClr val="lt1"/>
              </a:buClr>
              <a:buSzPts val="2400"/>
              <a:buFont typeface="Arial"/>
              <a:buNone/>
              <a:defRPr sz="24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11" name="Google Shape;1311;p126"/>
          <p:cNvSpPr txBox="1">
            <a:spLocks noGrp="1"/>
          </p:cNvSpPr>
          <p:nvPr>
            <p:ph type="subTitle" idx="1"/>
          </p:nvPr>
        </p:nvSpPr>
        <p:spPr>
          <a:xfrm>
            <a:off x="5198364" y="2651760"/>
            <a:ext cx="3463200" cy="6858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500"/>
              <a:buNone/>
              <a:defRPr sz="1500" b="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1312" name="Google Shape;1312;p126"/>
          <p:cNvSpPr txBox="1">
            <a:spLocks noGrp="1"/>
          </p:cNvSpPr>
          <p:nvPr>
            <p:ph type="body" idx="2"/>
          </p:nvPr>
        </p:nvSpPr>
        <p:spPr>
          <a:xfrm>
            <a:off x="4993005" y="5577840"/>
            <a:ext cx="3874800"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dk1"/>
              </a:buClr>
              <a:buSzPts val="1200"/>
              <a:buFont typeface="Arial"/>
              <a:buNone/>
              <a:defRPr sz="120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1313" name="Google Shape;1313;p126"/>
          <p:cNvSpPr>
            <a:spLocks noGrp="1"/>
          </p:cNvSpPr>
          <p:nvPr>
            <p:ph type="pic" idx="3"/>
          </p:nvPr>
        </p:nvSpPr>
        <p:spPr>
          <a:xfrm>
            <a:off x="891540" y="1234440"/>
            <a:ext cx="3874800" cy="525780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matchingName="6_Worldwide office locations Updated">
  <p:cSld name="6_Worldwide office locations Updated">
    <p:bg>
      <p:bgPr>
        <a:solidFill>
          <a:srgbClr val="231F20"/>
        </a:solidFill>
        <a:effectLst/>
      </p:bgPr>
    </p:bg>
    <p:spTree>
      <p:nvGrpSpPr>
        <p:cNvPr id="1" name="Shape 1314"/>
        <p:cNvGrpSpPr/>
        <p:nvPr/>
      </p:nvGrpSpPr>
      <p:grpSpPr>
        <a:xfrm>
          <a:off x="0" y="0"/>
          <a:ext cx="0" cy="0"/>
          <a:chOff x="0" y="0"/>
          <a:chExt cx="0" cy="0"/>
        </a:xfrm>
      </p:grpSpPr>
      <p:sp>
        <p:nvSpPr>
          <p:cNvPr id="1315" name="Google Shape;1315;p127"/>
          <p:cNvSpPr txBox="1"/>
          <p:nvPr/>
        </p:nvSpPr>
        <p:spPr>
          <a:xfrm>
            <a:off x="274320" y="365760"/>
            <a:ext cx="7479000" cy="9144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lt1"/>
              </a:buClr>
              <a:buSzPts val="2400"/>
              <a:buFont typeface="Arial"/>
              <a:buNone/>
            </a:pPr>
            <a:r>
              <a:rPr lang="en-US" sz="2400" b="0">
                <a:solidFill>
                  <a:schemeClr val="lt1"/>
                </a:solidFill>
                <a:latin typeface="Arial"/>
                <a:ea typeface="Arial"/>
                <a:cs typeface="Arial"/>
                <a:sym typeface="Arial"/>
              </a:rPr>
              <a:t>Engineering change </a:t>
            </a:r>
            <a:br>
              <a:rPr lang="en-US" sz="2400" b="0">
                <a:solidFill>
                  <a:schemeClr val="lt1"/>
                </a:solidFill>
                <a:latin typeface="Arial"/>
                <a:ea typeface="Arial"/>
                <a:cs typeface="Arial"/>
                <a:sym typeface="Arial"/>
              </a:rPr>
            </a:br>
            <a:r>
              <a:rPr lang="en-US" sz="2400" b="0">
                <a:solidFill>
                  <a:schemeClr val="lt1"/>
                </a:solidFill>
                <a:latin typeface="Arial"/>
                <a:ea typeface="Arial"/>
                <a:cs typeface="Arial"/>
                <a:sym typeface="Arial"/>
              </a:rPr>
              <a:t>all over the world</a:t>
            </a:r>
            <a:endParaRPr/>
          </a:p>
        </p:txBody>
      </p:sp>
      <p:sp>
        <p:nvSpPr>
          <p:cNvPr id="1316" name="Google Shape;1316;p127">
            <a:hlinkClick r:id="rId2"/>
          </p:cNvPr>
          <p:cNvSpPr txBox="1"/>
          <p:nvPr/>
        </p:nvSpPr>
        <p:spPr>
          <a:xfrm>
            <a:off x="273844" y="1385476"/>
            <a:ext cx="1859400" cy="332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788" i="0">
                <a:solidFill>
                  <a:schemeClr val="lt1"/>
                </a:solidFill>
                <a:latin typeface="Arial"/>
                <a:ea typeface="Arial"/>
                <a:cs typeface="Arial"/>
                <a:sym typeface="Arial"/>
              </a:rPr>
              <a:t>*To see a list of all offices, visit </a:t>
            </a:r>
            <a:r>
              <a:rPr lang="en-US" sz="788" b="1" i="0" u="sng">
                <a:solidFill>
                  <a:schemeClr val="lt1"/>
                </a:solidFill>
                <a:latin typeface="Arial"/>
                <a:ea typeface="Arial"/>
                <a:cs typeface="Arial"/>
                <a:sym typeface="Arial"/>
              </a:rPr>
              <a:t>ust.com</a:t>
            </a:r>
            <a:endParaRPr/>
          </a:p>
        </p:txBody>
      </p:sp>
      <p:grpSp>
        <p:nvGrpSpPr>
          <p:cNvPr id="1317" name="Google Shape;1317;p127"/>
          <p:cNvGrpSpPr/>
          <p:nvPr/>
        </p:nvGrpSpPr>
        <p:grpSpPr>
          <a:xfrm>
            <a:off x="273844" y="5468864"/>
            <a:ext cx="1429394" cy="479454"/>
            <a:chOff x="505022" y="1208296"/>
            <a:chExt cx="1905859" cy="479454"/>
          </a:xfrm>
        </p:grpSpPr>
        <p:sp>
          <p:nvSpPr>
            <p:cNvPr id="1318" name="Google Shape;1318;p127"/>
            <p:cNvSpPr txBox="1"/>
            <p:nvPr/>
          </p:nvSpPr>
          <p:spPr>
            <a:xfrm>
              <a:off x="775881" y="1456750"/>
              <a:ext cx="737400" cy="231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50">
                  <a:solidFill>
                    <a:schemeClr val="lt1"/>
                  </a:solidFill>
                  <a:latin typeface="Arial"/>
                  <a:ea typeface="Arial"/>
                  <a:cs typeface="Arial"/>
                  <a:sym typeface="Arial"/>
                </a:rPr>
                <a:t>Other Centers</a:t>
              </a:r>
              <a:endParaRPr/>
            </a:p>
          </p:txBody>
        </p:sp>
        <p:sp>
          <p:nvSpPr>
            <p:cNvPr id="1319" name="Google Shape;1319;p127"/>
            <p:cNvSpPr/>
            <p:nvPr/>
          </p:nvSpPr>
          <p:spPr>
            <a:xfrm>
              <a:off x="505022" y="1236605"/>
              <a:ext cx="131596" cy="131432"/>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20" name="Google Shape;1320;p127"/>
            <p:cNvSpPr/>
            <p:nvPr/>
          </p:nvSpPr>
          <p:spPr>
            <a:xfrm>
              <a:off x="505022" y="1464413"/>
              <a:ext cx="131596" cy="131432"/>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chemeClr val="dk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21" name="Google Shape;1321;p127"/>
            <p:cNvSpPr txBox="1"/>
            <p:nvPr/>
          </p:nvSpPr>
          <p:spPr>
            <a:xfrm>
              <a:off x="775881" y="1208296"/>
              <a:ext cx="1635000" cy="231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50">
                  <a:solidFill>
                    <a:schemeClr val="lt1"/>
                  </a:solidFill>
                  <a:latin typeface="Arial"/>
                  <a:ea typeface="Arial"/>
                  <a:cs typeface="Arial"/>
                  <a:sym typeface="Arial"/>
                </a:rPr>
                <a:t>Main Offices &amp; Innovation Labs</a:t>
              </a:r>
              <a:endParaRPr/>
            </a:p>
          </p:txBody>
        </p:sp>
      </p:grpSp>
      <p:sp>
        <p:nvSpPr>
          <p:cNvPr id="1322" name="Google Shape;1322;p127"/>
          <p:cNvSpPr/>
          <p:nvPr/>
        </p:nvSpPr>
        <p:spPr>
          <a:xfrm>
            <a:off x="273844" y="1966988"/>
            <a:ext cx="1506000" cy="18429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1323" name="Google Shape;1323;p127"/>
          <p:cNvSpPr/>
          <p:nvPr/>
        </p:nvSpPr>
        <p:spPr>
          <a:xfrm>
            <a:off x="394139" y="2233661"/>
            <a:ext cx="1323000" cy="774300"/>
          </a:xfrm>
          <a:prstGeom prst="rect">
            <a:avLst/>
          </a:prstGeom>
          <a:noFill/>
          <a:ln>
            <a:noFill/>
          </a:ln>
        </p:spPr>
        <p:txBody>
          <a:bodyPr spcFirstLastPara="1" wrap="square" lIns="91425" tIns="45700" rIns="91425" bIns="45700" anchor="ctr" anchorCtr="0">
            <a:noAutofit/>
          </a:bodyPr>
          <a:lstStyle/>
          <a:p>
            <a:pPr marL="0" marR="0" lvl="2" indent="0" algn="l" rtl="0">
              <a:lnSpc>
                <a:spcPct val="120000"/>
              </a:lnSpc>
              <a:spcBef>
                <a:spcPts val="0"/>
              </a:spcBef>
              <a:spcAft>
                <a:spcPts val="0"/>
              </a:spcAft>
              <a:buNone/>
            </a:pPr>
            <a:r>
              <a:rPr lang="en-US" sz="750" b="0" i="0" u="none" strike="noStrike" cap="none">
                <a:solidFill>
                  <a:schemeClr val="lt1"/>
                </a:solidFill>
                <a:latin typeface="Arial"/>
                <a:ea typeface="Arial"/>
                <a:cs typeface="Arial"/>
                <a:sym typeface="Arial"/>
              </a:rPr>
              <a:t>86% of our global footprint is ISO 14001:2015 (Environmental Management System)</a:t>
            </a:r>
            <a:endParaRPr sz="750" b="0" i="0" u="none" strike="noStrike" cap="none">
              <a:solidFill>
                <a:schemeClr val="lt1"/>
              </a:solidFill>
              <a:latin typeface="Arial"/>
              <a:ea typeface="Arial"/>
              <a:cs typeface="Arial"/>
              <a:sym typeface="Arial"/>
            </a:endParaRPr>
          </a:p>
        </p:txBody>
      </p:sp>
      <p:sp>
        <p:nvSpPr>
          <p:cNvPr id="1324" name="Google Shape;1324;p127"/>
          <p:cNvSpPr/>
          <p:nvPr/>
        </p:nvSpPr>
        <p:spPr>
          <a:xfrm>
            <a:off x="394139" y="3102454"/>
            <a:ext cx="1323000" cy="388200"/>
          </a:xfrm>
          <a:prstGeom prst="rect">
            <a:avLst/>
          </a:prstGeom>
          <a:noFill/>
          <a:ln>
            <a:noFill/>
          </a:ln>
        </p:spPr>
        <p:txBody>
          <a:bodyPr spcFirstLastPara="1" wrap="square" lIns="91425" tIns="45700" rIns="91425" bIns="45700" anchor="ctr" anchorCtr="0">
            <a:noAutofit/>
          </a:bodyPr>
          <a:lstStyle/>
          <a:p>
            <a:pPr marL="0" marR="0" lvl="2" indent="0" algn="l" rtl="0">
              <a:lnSpc>
                <a:spcPct val="120000"/>
              </a:lnSpc>
              <a:spcBef>
                <a:spcPts val="0"/>
              </a:spcBef>
              <a:spcAft>
                <a:spcPts val="0"/>
              </a:spcAft>
              <a:buNone/>
            </a:pPr>
            <a:r>
              <a:rPr lang="en-US" sz="750" b="0" i="0" u="none" strike="noStrike" cap="none">
                <a:solidFill>
                  <a:schemeClr val="lt1"/>
                </a:solidFill>
                <a:latin typeface="Arial"/>
                <a:ea typeface="Arial"/>
                <a:cs typeface="Arial"/>
                <a:sym typeface="Arial"/>
              </a:rPr>
              <a:t>43% of our global footprint is LEED Gold Certified</a:t>
            </a:r>
            <a:endParaRPr sz="750" b="0" i="0" u="none" strike="noStrike" cap="none">
              <a:solidFill>
                <a:schemeClr val="lt1"/>
              </a:solidFill>
              <a:latin typeface="Arial"/>
              <a:ea typeface="Arial"/>
              <a:cs typeface="Arial"/>
              <a:sym typeface="Arial"/>
            </a:endParaRPr>
          </a:p>
        </p:txBody>
      </p:sp>
      <p:grpSp>
        <p:nvGrpSpPr>
          <p:cNvPr id="1325" name="Google Shape;1325;p127"/>
          <p:cNvGrpSpPr/>
          <p:nvPr/>
        </p:nvGrpSpPr>
        <p:grpSpPr>
          <a:xfrm>
            <a:off x="2105887" y="1020802"/>
            <a:ext cx="6794760" cy="5104202"/>
            <a:chOff x="2845949" y="1020802"/>
            <a:chExt cx="9059680" cy="5104202"/>
          </a:xfrm>
        </p:grpSpPr>
        <p:sp>
          <p:nvSpPr>
            <p:cNvPr id="1326" name="Google Shape;1326;p127"/>
            <p:cNvSpPr txBox="1"/>
            <p:nvPr/>
          </p:nvSpPr>
          <p:spPr>
            <a:xfrm>
              <a:off x="2845949" y="2336626"/>
              <a:ext cx="1072800" cy="2418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lt1"/>
                  </a:solidFill>
                  <a:latin typeface="Arial"/>
                  <a:ea typeface="Arial"/>
                  <a:cs typeface="Arial"/>
                  <a:sym typeface="Arial"/>
                </a:rPr>
                <a:t>AMERICAS</a:t>
              </a:r>
              <a:endParaRPr/>
            </a:p>
            <a:p>
              <a:pPr marL="0" marR="0" lvl="0" indent="0" algn="l" rtl="0">
                <a:lnSpc>
                  <a:spcPct val="110000"/>
                </a:lnSpc>
                <a:spcBef>
                  <a:spcPts val="75"/>
                </a:spcBef>
                <a:spcAft>
                  <a:spcPts val="0"/>
                </a:spcAft>
                <a:buNone/>
              </a:pPr>
              <a:r>
                <a:rPr lang="en-US" sz="750">
                  <a:solidFill>
                    <a:schemeClr val="accent6"/>
                  </a:solidFill>
                  <a:latin typeface="Arial"/>
                  <a:ea typeface="Arial"/>
                  <a:cs typeface="Arial"/>
                  <a:sym typeface="Arial"/>
                </a:rPr>
                <a:t>Global HQ – Orange </a:t>
              </a:r>
              <a:br>
                <a:rPr lang="en-US" sz="750">
                  <a:solidFill>
                    <a:schemeClr val="accent6"/>
                  </a:solidFill>
                  <a:latin typeface="Arial"/>
                  <a:ea typeface="Arial"/>
                  <a:cs typeface="Arial"/>
                  <a:sym typeface="Arial"/>
                </a:rPr>
              </a:br>
              <a:r>
                <a:rPr lang="en-US" sz="750">
                  <a:solidFill>
                    <a:schemeClr val="accent6"/>
                  </a:solidFill>
                  <a:latin typeface="Arial"/>
                  <a:ea typeface="Arial"/>
                  <a:cs typeface="Arial"/>
                  <a:sym typeface="Arial"/>
                </a:rPr>
                <a:t>County, CA</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Bentonville, AR</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Chicago, IL </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Norfolk, VA</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Atlanta, GA</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Seattle, WA</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Toronto, CA</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Vancouver, CA</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Guadalajara, MX</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Leon, MX</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San Jose, CR</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Santiago, CL</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Lima, PE</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Sao Paulo, BR</a:t>
              </a:r>
              <a:endParaRPr/>
            </a:p>
            <a:p>
              <a:pPr marL="0" marR="0" lvl="0" indent="0" algn="l" rtl="0">
                <a:lnSpc>
                  <a:spcPct val="110000"/>
                </a:lnSpc>
                <a:spcBef>
                  <a:spcPts val="75"/>
                </a:spcBef>
                <a:spcAft>
                  <a:spcPts val="0"/>
                </a:spcAft>
                <a:buNone/>
              </a:pPr>
              <a:r>
                <a:rPr lang="en-US" sz="750">
                  <a:solidFill>
                    <a:schemeClr val="lt1"/>
                  </a:solidFill>
                  <a:latin typeface="Arial"/>
                  <a:ea typeface="Arial"/>
                  <a:cs typeface="Arial"/>
                  <a:sym typeface="Arial"/>
                </a:rPr>
                <a:t>Bogota, CO</a:t>
              </a:r>
              <a:endParaRPr/>
            </a:p>
          </p:txBody>
        </p:sp>
        <p:sp>
          <p:nvSpPr>
            <p:cNvPr id="1327" name="Google Shape;1327;p127"/>
            <p:cNvSpPr txBox="1"/>
            <p:nvPr/>
          </p:nvSpPr>
          <p:spPr>
            <a:xfrm>
              <a:off x="8669029" y="3791605"/>
              <a:ext cx="1073100" cy="1385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lt1"/>
                  </a:solidFill>
                  <a:latin typeface="Arial"/>
                  <a:ea typeface="Arial"/>
                  <a:cs typeface="Arial"/>
                  <a:sym typeface="Arial"/>
                </a:rPr>
                <a:t>INDIA</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Trivandrum</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Bangalore</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Chennai</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Hyderabad</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Kochi</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Delhi</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Coimbatore </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Hosur </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Pune</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Kolkata</a:t>
              </a:r>
              <a:endParaRPr/>
            </a:p>
          </p:txBody>
        </p:sp>
        <p:sp>
          <p:nvSpPr>
            <p:cNvPr id="1328" name="Google Shape;1328;p127"/>
            <p:cNvSpPr txBox="1"/>
            <p:nvPr/>
          </p:nvSpPr>
          <p:spPr>
            <a:xfrm>
              <a:off x="5910808" y="2284867"/>
              <a:ext cx="837900" cy="1258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lt1"/>
                  </a:solidFill>
                  <a:latin typeface="Arial"/>
                  <a:ea typeface="Arial"/>
                  <a:cs typeface="Arial"/>
                  <a:sym typeface="Arial"/>
                </a:rPr>
                <a:t>EMEA</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London, UK</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Leeds, UK</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Nottingham, UK</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Dublin, IE</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Madrid, ES</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Tel Aviv, IS</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Cologne, DE</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Lisbon, PT</a:t>
              </a:r>
              <a:endParaRPr/>
            </a:p>
          </p:txBody>
        </p:sp>
        <p:sp>
          <p:nvSpPr>
            <p:cNvPr id="1329" name="Google Shape;1329;p127"/>
            <p:cNvSpPr txBox="1"/>
            <p:nvPr/>
          </p:nvSpPr>
          <p:spPr>
            <a:xfrm>
              <a:off x="6318430" y="3850704"/>
              <a:ext cx="867900" cy="22743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Paris, FR</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Gdansk, PL</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Bucharest, RO</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Sofia, BG</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Helmond, NL</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Barcelona, ES</a:t>
              </a:r>
              <a:endParaRPr/>
            </a:p>
            <a:p>
              <a:pPr marL="0" marR="0" lvl="0" indent="0" algn="l" rtl="0">
                <a:lnSpc>
                  <a:spcPct val="110000"/>
                </a:lnSpc>
                <a:spcBef>
                  <a:spcPts val="0"/>
                </a:spcBef>
                <a:spcAft>
                  <a:spcPts val="0"/>
                </a:spcAft>
                <a:buNone/>
              </a:pPr>
              <a:r>
                <a:rPr lang="en-US" sz="750" b="0">
                  <a:solidFill>
                    <a:schemeClr val="lt1"/>
                  </a:solidFill>
                  <a:latin typeface="Arial"/>
                  <a:ea typeface="Arial"/>
                  <a:cs typeface="Arial"/>
                  <a:sym typeface="Arial"/>
                </a:rPr>
                <a:t>Bilbao, ES</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Salamanca, ES</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Valencia, ES</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Zaragoza, ES</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Copenhagen, DK</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Zurich, CH</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Kyiv, UA</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Prague, CZ</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Cape Town, ZA</a:t>
              </a:r>
              <a:endParaRPr/>
            </a:p>
          </p:txBody>
        </p:sp>
        <p:sp>
          <p:nvSpPr>
            <p:cNvPr id="1330" name="Google Shape;1330;p127"/>
            <p:cNvSpPr/>
            <p:nvPr/>
          </p:nvSpPr>
          <p:spPr>
            <a:xfrm>
              <a:off x="3054484" y="1020802"/>
              <a:ext cx="8644088" cy="4481042"/>
            </a:xfrm>
            <a:custGeom>
              <a:avLst/>
              <a:gdLst/>
              <a:ahLst/>
              <a:cxnLst/>
              <a:rect l="l" t="t" r="r" b="b"/>
              <a:pathLst>
                <a:path w="8611" h="4463" extrusionOk="0">
                  <a:moveTo>
                    <a:pt x="7449" y="1700"/>
                  </a:moveTo>
                  <a:lnTo>
                    <a:pt x="7449" y="1700"/>
                  </a:lnTo>
                  <a:lnTo>
                    <a:pt x="7510" y="1700"/>
                  </a:lnTo>
                  <a:lnTo>
                    <a:pt x="7510" y="1277"/>
                  </a:lnTo>
                  <a:lnTo>
                    <a:pt x="7449" y="1277"/>
                  </a:lnTo>
                  <a:lnTo>
                    <a:pt x="7449" y="1700"/>
                  </a:lnTo>
                  <a:close/>
                  <a:moveTo>
                    <a:pt x="6916" y="2980"/>
                  </a:moveTo>
                  <a:lnTo>
                    <a:pt x="6916" y="2980"/>
                  </a:lnTo>
                  <a:lnTo>
                    <a:pt x="6996" y="2980"/>
                  </a:lnTo>
                  <a:lnTo>
                    <a:pt x="6996" y="2869"/>
                  </a:lnTo>
                  <a:lnTo>
                    <a:pt x="6916" y="2869"/>
                  </a:lnTo>
                  <a:lnTo>
                    <a:pt x="6916" y="2980"/>
                  </a:lnTo>
                  <a:close/>
                  <a:moveTo>
                    <a:pt x="7155" y="3150"/>
                  </a:moveTo>
                  <a:lnTo>
                    <a:pt x="7155" y="3150"/>
                  </a:lnTo>
                  <a:lnTo>
                    <a:pt x="6945" y="3360"/>
                  </a:lnTo>
                  <a:lnTo>
                    <a:pt x="6803" y="3360"/>
                  </a:lnTo>
                  <a:lnTo>
                    <a:pt x="6803" y="3741"/>
                  </a:lnTo>
                  <a:lnTo>
                    <a:pt x="7014" y="3741"/>
                  </a:lnTo>
                  <a:lnTo>
                    <a:pt x="7083" y="3672"/>
                  </a:lnTo>
                  <a:lnTo>
                    <a:pt x="7246" y="3672"/>
                  </a:lnTo>
                  <a:lnTo>
                    <a:pt x="7428" y="3854"/>
                  </a:lnTo>
                  <a:lnTo>
                    <a:pt x="7578" y="3854"/>
                  </a:lnTo>
                  <a:lnTo>
                    <a:pt x="7751" y="3682"/>
                  </a:lnTo>
                  <a:lnTo>
                    <a:pt x="7751" y="3453"/>
                  </a:lnTo>
                  <a:lnTo>
                    <a:pt x="7447" y="3150"/>
                  </a:lnTo>
                  <a:lnTo>
                    <a:pt x="7155" y="3150"/>
                  </a:lnTo>
                  <a:close/>
                  <a:moveTo>
                    <a:pt x="6938" y="2386"/>
                  </a:moveTo>
                  <a:lnTo>
                    <a:pt x="6938" y="2386"/>
                  </a:lnTo>
                  <a:lnTo>
                    <a:pt x="6938" y="2494"/>
                  </a:lnTo>
                  <a:lnTo>
                    <a:pt x="6989" y="2545"/>
                  </a:lnTo>
                  <a:lnTo>
                    <a:pt x="6989" y="2707"/>
                  </a:lnTo>
                  <a:lnTo>
                    <a:pt x="7091" y="2707"/>
                  </a:lnTo>
                  <a:lnTo>
                    <a:pt x="7091" y="2566"/>
                  </a:lnTo>
                  <a:lnTo>
                    <a:pt x="6997" y="2472"/>
                  </a:lnTo>
                  <a:lnTo>
                    <a:pt x="6997" y="2386"/>
                  </a:lnTo>
                  <a:lnTo>
                    <a:pt x="6938" y="2386"/>
                  </a:lnTo>
                  <a:close/>
                  <a:moveTo>
                    <a:pt x="8059" y="4075"/>
                  </a:moveTo>
                  <a:lnTo>
                    <a:pt x="8059" y="4075"/>
                  </a:lnTo>
                  <a:lnTo>
                    <a:pt x="8118" y="4134"/>
                  </a:lnTo>
                  <a:lnTo>
                    <a:pt x="8358" y="3894"/>
                  </a:lnTo>
                  <a:lnTo>
                    <a:pt x="8299" y="3835"/>
                  </a:lnTo>
                  <a:lnTo>
                    <a:pt x="8059" y="4075"/>
                  </a:lnTo>
                  <a:close/>
                  <a:moveTo>
                    <a:pt x="7322" y="2914"/>
                  </a:moveTo>
                  <a:lnTo>
                    <a:pt x="7322" y="2914"/>
                  </a:lnTo>
                  <a:lnTo>
                    <a:pt x="7529" y="3121"/>
                  </a:lnTo>
                  <a:lnTo>
                    <a:pt x="7598" y="3053"/>
                  </a:lnTo>
                  <a:lnTo>
                    <a:pt x="7390" y="2845"/>
                  </a:lnTo>
                  <a:lnTo>
                    <a:pt x="7322" y="2914"/>
                  </a:lnTo>
                  <a:close/>
                  <a:moveTo>
                    <a:pt x="7859" y="432"/>
                  </a:moveTo>
                  <a:lnTo>
                    <a:pt x="7859" y="432"/>
                  </a:lnTo>
                  <a:lnTo>
                    <a:pt x="7690" y="263"/>
                  </a:lnTo>
                  <a:lnTo>
                    <a:pt x="7189" y="263"/>
                  </a:lnTo>
                  <a:lnTo>
                    <a:pt x="7117" y="191"/>
                  </a:lnTo>
                  <a:lnTo>
                    <a:pt x="6732" y="191"/>
                  </a:lnTo>
                  <a:lnTo>
                    <a:pt x="6732" y="0"/>
                  </a:lnTo>
                  <a:lnTo>
                    <a:pt x="6062" y="0"/>
                  </a:lnTo>
                  <a:lnTo>
                    <a:pt x="5852" y="209"/>
                  </a:lnTo>
                  <a:lnTo>
                    <a:pt x="5697" y="209"/>
                  </a:lnTo>
                  <a:lnTo>
                    <a:pt x="5643" y="262"/>
                  </a:lnTo>
                  <a:lnTo>
                    <a:pt x="5643" y="489"/>
                  </a:lnTo>
                  <a:lnTo>
                    <a:pt x="5243" y="489"/>
                  </a:lnTo>
                  <a:lnTo>
                    <a:pt x="4953" y="779"/>
                  </a:lnTo>
                  <a:lnTo>
                    <a:pt x="4867" y="779"/>
                  </a:lnTo>
                  <a:lnTo>
                    <a:pt x="4865" y="675"/>
                  </a:lnTo>
                  <a:lnTo>
                    <a:pt x="4919" y="675"/>
                  </a:lnTo>
                  <a:lnTo>
                    <a:pt x="5004" y="590"/>
                  </a:lnTo>
                  <a:lnTo>
                    <a:pt x="4777" y="363"/>
                  </a:lnTo>
                  <a:lnTo>
                    <a:pt x="4578" y="363"/>
                  </a:lnTo>
                  <a:lnTo>
                    <a:pt x="4128" y="813"/>
                  </a:lnTo>
                  <a:lnTo>
                    <a:pt x="4128" y="1077"/>
                  </a:lnTo>
                  <a:lnTo>
                    <a:pt x="4216" y="1077"/>
                  </a:lnTo>
                  <a:lnTo>
                    <a:pt x="4341" y="1201"/>
                  </a:lnTo>
                  <a:lnTo>
                    <a:pt x="4434" y="1108"/>
                  </a:lnTo>
                  <a:lnTo>
                    <a:pt x="4434" y="848"/>
                  </a:lnTo>
                  <a:lnTo>
                    <a:pt x="4567" y="714"/>
                  </a:lnTo>
                  <a:lnTo>
                    <a:pt x="4599" y="745"/>
                  </a:lnTo>
                  <a:lnTo>
                    <a:pt x="4494" y="849"/>
                  </a:lnTo>
                  <a:lnTo>
                    <a:pt x="4494" y="1009"/>
                  </a:lnTo>
                  <a:lnTo>
                    <a:pt x="4695" y="1009"/>
                  </a:lnTo>
                  <a:lnTo>
                    <a:pt x="4468" y="1236"/>
                  </a:lnTo>
                  <a:lnTo>
                    <a:pt x="4208" y="1237"/>
                  </a:lnTo>
                  <a:lnTo>
                    <a:pt x="3961" y="1484"/>
                  </a:lnTo>
                  <a:lnTo>
                    <a:pt x="3961" y="1645"/>
                  </a:lnTo>
                  <a:lnTo>
                    <a:pt x="3784" y="1645"/>
                  </a:lnTo>
                  <a:lnTo>
                    <a:pt x="3784" y="1867"/>
                  </a:lnTo>
                  <a:lnTo>
                    <a:pt x="3946" y="1868"/>
                  </a:lnTo>
                  <a:lnTo>
                    <a:pt x="4188" y="1625"/>
                  </a:lnTo>
                  <a:lnTo>
                    <a:pt x="4377" y="1813"/>
                  </a:lnTo>
                  <a:lnTo>
                    <a:pt x="4424" y="1767"/>
                  </a:lnTo>
                  <a:lnTo>
                    <a:pt x="4307" y="1650"/>
                  </a:lnTo>
                  <a:lnTo>
                    <a:pt x="4307" y="1580"/>
                  </a:lnTo>
                  <a:lnTo>
                    <a:pt x="4476" y="1749"/>
                  </a:lnTo>
                  <a:lnTo>
                    <a:pt x="4476" y="1788"/>
                  </a:lnTo>
                  <a:lnTo>
                    <a:pt x="4532" y="1844"/>
                  </a:lnTo>
                  <a:lnTo>
                    <a:pt x="4649" y="1844"/>
                  </a:lnTo>
                  <a:lnTo>
                    <a:pt x="4727" y="1922"/>
                  </a:lnTo>
                  <a:lnTo>
                    <a:pt x="4864" y="1922"/>
                  </a:lnTo>
                  <a:lnTo>
                    <a:pt x="4864" y="2062"/>
                  </a:lnTo>
                  <a:lnTo>
                    <a:pt x="4425" y="2062"/>
                  </a:lnTo>
                  <a:lnTo>
                    <a:pt x="4283" y="1920"/>
                  </a:lnTo>
                  <a:lnTo>
                    <a:pt x="3886" y="1920"/>
                  </a:lnTo>
                  <a:lnTo>
                    <a:pt x="3577" y="2229"/>
                  </a:lnTo>
                  <a:lnTo>
                    <a:pt x="3577" y="2540"/>
                  </a:lnTo>
                  <a:lnTo>
                    <a:pt x="3732" y="2695"/>
                  </a:lnTo>
                  <a:lnTo>
                    <a:pt x="4212" y="2695"/>
                  </a:lnTo>
                  <a:lnTo>
                    <a:pt x="4212" y="2859"/>
                  </a:lnTo>
                  <a:lnTo>
                    <a:pt x="4315" y="2961"/>
                  </a:lnTo>
                  <a:lnTo>
                    <a:pt x="4315" y="3459"/>
                  </a:lnTo>
                  <a:lnTo>
                    <a:pt x="4439" y="3583"/>
                  </a:lnTo>
                  <a:lnTo>
                    <a:pt x="4439" y="3737"/>
                  </a:lnTo>
                  <a:lnTo>
                    <a:pt x="4552" y="3737"/>
                  </a:lnTo>
                  <a:lnTo>
                    <a:pt x="4795" y="3494"/>
                  </a:lnTo>
                  <a:lnTo>
                    <a:pt x="4795" y="3425"/>
                  </a:lnTo>
                  <a:lnTo>
                    <a:pt x="4992" y="3228"/>
                  </a:lnTo>
                  <a:lnTo>
                    <a:pt x="4992" y="2911"/>
                  </a:lnTo>
                  <a:lnTo>
                    <a:pt x="5215" y="2687"/>
                  </a:lnTo>
                  <a:lnTo>
                    <a:pt x="5215" y="2591"/>
                  </a:lnTo>
                  <a:lnTo>
                    <a:pt x="5101" y="2591"/>
                  </a:lnTo>
                  <a:lnTo>
                    <a:pt x="4831" y="2321"/>
                  </a:lnTo>
                  <a:lnTo>
                    <a:pt x="4875" y="2277"/>
                  </a:lnTo>
                  <a:lnTo>
                    <a:pt x="5112" y="2514"/>
                  </a:lnTo>
                  <a:lnTo>
                    <a:pt x="5267" y="2514"/>
                  </a:lnTo>
                  <a:lnTo>
                    <a:pt x="5461" y="2320"/>
                  </a:lnTo>
                  <a:lnTo>
                    <a:pt x="5237" y="2094"/>
                  </a:lnTo>
                  <a:lnTo>
                    <a:pt x="5263" y="2068"/>
                  </a:lnTo>
                  <a:lnTo>
                    <a:pt x="5395" y="2200"/>
                  </a:lnTo>
                  <a:lnTo>
                    <a:pt x="5600" y="2200"/>
                  </a:lnTo>
                  <a:lnTo>
                    <a:pt x="5715" y="2314"/>
                  </a:lnTo>
                  <a:lnTo>
                    <a:pt x="5779" y="2314"/>
                  </a:lnTo>
                  <a:lnTo>
                    <a:pt x="5779" y="2505"/>
                  </a:lnTo>
                  <a:lnTo>
                    <a:pt x="5907" y="2632"/>
                  </a:lnTo>
                  <a:lnTo>
                    <a:pt x="5963" y="2575"/>
                  </a:lnTo>
                  <a:lnTo>
                    <a:pt x="5963" y="2445"/>
                  </a:lnTo>
                  <a:lnTo>
                    <a:pt x="6162" y="2289"/>
                  </a:lnTo>
                  <a:lnTo>
                    <a:pt x="6218" y="2289"/>
                  </a:lnTo>
                  <a:lnTo>
                    <a:pt x="6307" y="2378"/>
                  </a:lnTo>
                  <a:cubicBezTo>
                    <a:pt x="6307" y="2378"/>
                    <a:pt x="6300" y="2447"/>
                    <a:pt x="6307" y="2447"/>
                  </a:cubicBezTo>
                  <a:lnTo>
                    <a:pt x="6379" y="2447"/>
                  </a:lnTo>
                  <a:lnTo>
                    <a:pt x="6579" y="2647"/>
                  </a:lnTo>
                  <a:lnTo>
                    <a:pt x="6583" y="2651"/>
                  </a:lnTo>
                  <a:lnTo>
                    <a:pt x="6669" y="2564"/>
                  </a:lnTo>
                  <a:lnTo>
                    <a:pt x="6669" y="2478"/>
                  </a:lnTo>
                  <a:lnTo>
                    <a:pt x="6567" y="2376"/>
                  </a:lnTo>
                  <a:lnTo>
                    <a:pt x="6628" y="2316"/>
                  </a:lnTo>
                  <a:lnTo>
                    <a:pt x="6749" y="2316"/>
                  </a:lnTo>
                  <a:lnTo>
                    <a:pt x="6965" y="2099"/>
                  </a:lnTo>
                  <a:lnTo>
                    <a:pt x="6965" y="1959"/>
                  </a:lnTo>
                  <a:lnTo>
                    <a:pt x="6863" y="1857"/>
                  </a:lnTo>
                  <a:lnTo>
                    <a:pt x="6947" y="1774"/>
                  </a:lnTo>
                  <a:lnTo>
                    <a:pt x="7091" y="1918"/>
                  </a:lnTo>
                  <a:lnTo>
                    <a:pt x="7153" y="1918"/>
                  </a:lnTo>
                  <a:lnTo>
                    <a:pt x="7153" y="1799"/>
                  </a:lnTo>
                  <a:lnTo>
                    <a:pt x="7371" y="1582"/>
                  </a:lnTo>
                  <a:lnTo>
                    <a:pt x="7371" y="1100"/>
                  </a:lnTo>
                  <a:lnTo>
                    <a:pt x="7450" y="1021"/>
                  </a:lnTo>
                  <a:lnTo>
                    <a:pt x="7770" y="1021"/>
                  </a:lnTo>
                  <a:lnTo>
                    <a:pt x="7883" y="908"/>
                  </a:lnTo>
                  <a:lnTo>
                    <a:pt x="8002" y="908"/>
                  </a:lnTo>
                  <a:lnTo>
                    <a:pt x="8002" y="958"/>
                  </a:lnTo>
                  <a:lnTo>
                    <a:pt x="7799" y="1162"/>
                  </a:lnTo>
                  <a:lnTo>
                    <a:pt x="7799" y="1388"/>
                  </a:lnTo>
                  <a:lnTo>
                    <a:pt x="7842" y="1388"/>
                  </a:lnTo>
                  <a:lnTo>
                    <a:pt x="7985" y="1244"/>
                  </a:lnTo>
                  <a:lnTo>
                    <a:pt x="7985" y="1119"/>
                  </a:lnTo>
                  <a:cubicBezTo>
                    <a:pt x="7985" y="1119"/>
                    <a:pt x="8427" y="699"/>
                    <a:pt x="8431" y="699"/>
                  </a:cubicBezTo>
                  <a:lnTo>
                    <a:pt x="8526" y="794"/>
                  </a:lnTo>
                  <a:lnTo>
                    <a:pt x="8611" y="709"/>
                  </a:lnTo>
                  <a:lnTo>
                    <a:pt x="8334" y="432"/>
                  </a:lnTo>
                  <a:lnTo>
                    <a:pt x="7859" y="432"/>
                  </a:lnTo>
                  <a:close/>
                  <a:moveTo>
                    <a:pt x="7254" y="1916"/>
                  </a:moveTo>
                  <a:lnTo>
                    <a:pt x="7254" y="1916"/>
                  </a:lnTo>
                  <a:lnTo>
                    <a:pt x="7311" y="1974"/>
                  </a:lnTo>
                  <a:lnTo>
                    <a:pt x="7498" y="1787"/>
                  </a:lnTo>
                  <a:lnTo>
                    <a:pt x="7441" y="1729"/>
                  </a:lnTo>
                  <a:lnTo>
                    <a:pt x="7254" y="1916"/>
                  </a:lnTo>
                  <a:close/>
                  <a:moveTo>
                    <a:pt x="7541" y="4030"/>
                  </a:moveTo>
                  <a:lnTo>
                    <a:pt x="7541" y="4030"/>
                  </a:lnTo>
                  <a:lnTo>
                    <a:pt x="7639" y="4030"/>
                  </a:lnTo>
                  <a:lnTo>
                    <a:pt x="7639" y="3946"/>
                  </a:lnTo>
                  <a:lnTo>
                    <a:pt x="7541" y="3946"/>
                  </a:lnTo>
                  <a:lnTo>
                    <a:pt x="7541" y="4030"/>
                  </a:lnTo>
                  <a:close/>
                  <a:moveTo>
                    <a:pt x="5088" y="3476"/>
                  </a:moveTo>
                  <a:lnTo>
                    <a:pt x="5088" y="3476"/>
                  </a:lnTo>
                  <a:lnTo>
                    <a:pt x="5208" y="3476"/>
                  </a:lnTo>
                  <a:lnTo>
                    <a:pt x="5208" y="3193"/>
                  </a:lnTo>
                  <a:lnTo>
                    <a:pt x="5088" y="3193"/>
                  </a:lnTo>
                  <a:lnTo>
                    <a:pt x="5088" y="3476"/>
                  </a:lnTo>
                  <a:close/>
                  <a:moveTo>
                    <a:pt x="2594" y="2576"/>
                  </a:moveTo>
                  <a:lnTo>
                    <a:pt x="2594" y="2576"/>
                  </a:lnTo>
                  <a:lnTo>
                    <a:pt x="2242" y="2576"/>
                  </a:lnTo>
                  <a:lnTo>
                    <a:pt x="2071" y="2747"/>
                  </a:lnTo>
                  <a:lnTo>
                    <a:pt x="2071" y="2999"/>
                  </a:lnTo>
                  <a:lnTo>
                    <a:pt x="2265" y="3193"/>
                  </a:lnTo>
                  <a:lnTo>
                    <a:pt x="2265" y="4354"/>
                  </a:lnTo>
                  <a:lnTo>
                    <a:pt x="2373" y="4463"/>
                  </a:lnTo>
                  <a:lnTo>
                    <a:pt x="2429" y="4463"/>
                  </a:lnTo>
                  <a:lnTo>
                    <a:pt x="2429" y="4071"/>
                  </a:lnTo>
                  <a:lnTo>
                    <a:pt x="3166" y="3334"/>
                  </a:lnTo>
                  <a:lnTo>
                    <a:pt x="3166" y="2956"/>
                  </a:lnTo>
                  <a:lnTo>
                    <a:pt x="2975" y="2956"/>
                  </a:lnTo>
                  <a:lnTo>
                    <a:pt x="2594" y="2576"/>
                  </a:lnTo>
                  <a:close/>
                  <a:moveTo>
                    <a:pt x="1937" y="787"/>
                  </a:moveTo>
                  <a:lnTo>
                    <a:pt x="1937" y="787"/>
                  </a:lnTo>
                  <a:lnTo>
                    <a:pt x="2037" y="887"/>
                  </a:lnTo>
                  <a:lnTo>
                    <a:pt x="2114" y="811"/>
                  </a:lnTo>
                  <a:lnTo>
                    <a:pt x="2013" y="710"/>
                  </a:lnTo>
                  <a:lnTo>
                    <a:pt x="1937" y="787"/>
                  </a:lnTo>
                  <a:close/>
                  <a:moveTo>
                    <a:pt x="3552" y="128"/>
                  </a:moveTo>
                  <a:lnTo>
                    <a:pt x="3552" y="128"/>
                  </a:lnTo>
                  <a:lnTo>
                    <a:pt x="2633" y="128"/>
                  </a:lnTo>
                  <a:lnTo>
                    <a:pt x="2633" y="262"/>
                  </a:lnTo>
                  <a:lnTo>
                    <a:pt x="2784" y="262"/>
                  </a:lnTo>
                  <a:cubicBezTo>
                    <a:pt x="2784" y="262"/>
                    <a:pt x="2787" y="688"/>
                    <a:pt x="2784" y="685"/>
                  </a:cubicBezTo>
                  <a:lnTo>
                    <a:pt x="2896" y="685"/>
                  </a:lnTo>
                  <a:lnTo>
                    <a:pt x="3050" y="531"/>
                  </a:lnTo>
                  <a:lnTo>
                    <a:pt x="3270" y="531"/>
                  </a:lnTo>
                  <a:lnTo>
                    <a:pt x="3552" y="249"/>
                  </a:lnTo>
                  <a:lnTo>
                    <a:pt x="3552" y="128"/>
                  </a:lnTo>
                  <a:close/>
                  <a:moveTo>
                    <a:pt x="3901" y="1399"/>
                  </a:moveTo>
                  <a:lnTo>
                    <a:pt x="3901" y="1399"/>
                  </a:lnTo>
                  <a:lnTo>
                    <a:pt x="4001" y="1399"/>
                  </a:lnTo>
                  <a:lnTo>
                    <a:pt x="4001" y="1208"/>
                  </a:lnTo>
                  <a:lnTo>
                    <a:pt x="3873" y="1080"/>
                  </a:lnTo>
                  <a:lnTo>
                    <a:pt x="3855" y="1080"/>
                  </a:lnTo>
                  <a:lnTo>
                    <a:pt x="3761" y="1173"/>
                  </a:lnTo>
                  <a:lnTo>
                    <a:pt x="3761" y="1342"/>
                  </a:lnTo>
                  <a:lnTo>
                    <a:pt x="3843" y="1342"/>
                  </a:lnTo>
                  <a:lnTo>
                    <a:pt x="3901" y="1399"/>
                  </a:lnTo>
                  <a:close/>
                  <a:moveTo>
                    <a:pt x="6870" y="2711"/>
                  </a:moveTo>
                  <a:lnTo>
                    <a:pt x="6870" y="2711"/>
                  </a:lnTo>
                  <a:lnTo>
                    <a:pt x="6830" y="2672"/>
                  </a:lnTo>
                  <a:lnTo>
                    <a:pt x="6671" y="2831"/>
                  </a:lnTo>
                  <a:lnTo>
                    <a:pt x="6671" y="2876"/>
                  </a:lnTo>
                  <a:lnTo>
                    <a:pt x="6727" y="2932"/>
                  </a:lnTo>
                  <a:lnTo>
                    <a:pt x="6870" y="2932"/>
                  </a:lnTo>
                  <a:lnTo>
                    <a:pt x="6870" y="2711"/>
                  </a:lnTo>
                  <a:close/>
                  <a:moveTo>
                    <a:pt x="1815" y="2319"/>
                  </a:moveTo>
                  <a:lnTo>
                    <a:pt x="1815" y="2319"/>
                  </a:lnTo>
                  <a:lnTo>
                    <a:pt x="1713" y="2319"/>
                  </a:lnTo>
                  <a:lnTo>
                    <a:pt x="1714" y="2085"/>
                  </a:lnTo>
                  <a:lnTo>
                    <a:pt x="2032" y="2085"/>
                  </a:lnTo>
                  <a:lnTo>
                    <a:pt x="2034" y="2177"/>
                  </a:lnTo>
                  <a:lnTo>
                    <a:pt x="2115" y="2177"/>
                  </a:lnTo>
                  <a:lnTo>
                    <a:pt x="2115" y="1900"/>
                  </a:lnTo>
                  <a:lnTo>
                    <a:pt x="2611" y="1404"/>
                  </a:lnTo>
                  <a:lnTo>
                    <a:pt x="2696" y="1404"/>
                  </a:lnTo>
                  <a:lnTo>
                    <a:pt x="2697" y="1282"/>
                  </a:lnTo>
                  <a:lnTo>
                    <a:pt x="2691" y="1277"/>
                  </a:lnTo>
                  <a:lnTo>
                    <a:pt x="2297" y="883"/>
                  </a:lnTo>
                  <a:lnTo>
                    <a:pt x="2171" y="883"/>
                  </a:lnTo>
                  <a:lnTo>
                    <a:pt x="2171" y="1188"/>
                  </a:lnTo>
                  <a:lnTo>
                    <a:pt x="1812" y="1188"/>
                  </a:lnTo>
                  <a:lnTo>
                    <a:pt x="1812" y="864"/>
                  </a:lnTo>
                  <a:lnTo>
                    <a:pt x="2099" y="578"/>
                  </a:lnTo>
                  <a:lnTo>
                    <a:pt x="2362" y="841"/>
                  </a:lnTo>
                  <a:lnTo>
                    <a:pt x="2432" y="841"/>
                  </a:lnTo>
                  <a:cubicBezTo>
                    <a:pt x="2432" y="841"/>
                    <a:pt x="2594" y="676"/>
                    <a:pt x="2594" y="676"/>
                  </a:cubicBezTo>
                  <a:lnTo>
                    <a:pt x="2182" y="265"/>
                  </a:lnTo>
                  <a:lnTo>
                    <a:pt x="1181" y="265"/>
                  </a:lnTo>
                  <a:lnTo>
                    <a:pt x="1050" y="396"/>
                  </a:lnTo>
                  <a:lnTo>
                    <a:pt x="163" y="396"/>
                  </a:lnTo>
                  <a:lnTo>
                    <a:pt x="0" y="560"/>
                  </a:lnTo>
                  <a:lnTo>
                    <a:pt x="0" y="953"/>
                  </a:lnTo>
                  <a:lnTo>
                    <a:pt x="159" y="1112"/>
                  </a:lnTo>
                  <a:lnTo>
                    <a:pt x="380" y="1112"/>
                  </a:lnTo>
                  <a:lnTo>
                    <a:pt x="380" y="978"/>
                  </a:lnTo>
                  <a:lnTo>
                    <a:pt x="577" y="978"/>
                  </a:lnTo>
                  <a:lnTo>
                    <a:pt x="1000" y="1401"/>
                  </a:lnTo>
                  <a:lnTo>
                    <a:pt x="1000" y="1829"/>
                  </a:lnTo>
                  <a:lnTo>
                    <a:pt x="1651" y="2481"/>
                  </a:lnTo>
                  <a:lnTo>
                    <a:pt x="1808" y="2481"/>
                  </a:lnTo>
                  <a:lnTo>
                    <a:pt x="1999" y="2671"/>
                  </a:lnTo>
                  <a:lnTo>
                    <a:pt x="2083" y="2587"/>
                  </a:lnTo>
                  <a:lnTo>
                    <a:pt x="1815" y="2319"/>
                  </a:lnTo>
                  <a:close/>
                  <a:moveTo>
                    <a:pt x="6560" y="2743"/>
                  </a:moveTo>
                  <a:lnTo>
                    <a:pt x="6560" y="2743"/>
                  </a:lnTo>
                  <a:lnTo>
                    <a:pt x="6539" y="2722"/>
                  </a:lnTo>
                  <a:lnTo>
                    <a:pt x="6406" y="2589"/>
                  </a:lnTo>
                  <a:cubicBezTo>
                    <a:pt x="6407" y="2588"/>
                    <a:pt x="6369" y="2625"/>
                    <a:pt x="6369" y="2625"/>
                  </a:cubicBezTo>
                  <a:lnTo>
                    <a:pt x="6523" y="2780"/>
                  </a:lnTo>
                  <a:lnTo>
                    <a:pt x="6560" y="2743"/>
                  </a:lnTo>
                  <a:close/>
                  <a:moveTo>
                    <a:pt x="6393" y="2695"/>
                  </a:moveTo>
                  <a:lnTo>
                    <a:pt x="6393" y="2695"/>
                  </a:lnTo>
                  <a:cubicBezTo>
                    <a:pt x="6395" y="2693"/>
                    <a:pt x="6346" y="2743"/>
                    <a:pt x="6346" y="2743"/>
                  </a:cubicBezTo>
                  <a:lnTo>
                    <a:pt x="6579" y="2979"/>
                  </a:lnTo>
                  <a:lnTo>
                    <a:pt x="6628" y="2930"/>
                  </a:lnTo>
                  <a:lnTo>
                    <a:pt x="6595" y="2896"/>
                  </a:lnTo>
                  <a:lnTo>
                    <a:pt x="6393" y="2695"/>
                  </a:lnTo>
                  <a:close/>
                  <a:moveTo>
                    <a:pt x="5948" y="2706"/>
                  </a:moveTo>
                  <a:lnTo>
                    <a:pt x="5948" y="2706"/>
                  </a:lnTo>
                  <a:lnTo>
                    <a:pt x="6008" y="2706"/>
                  </a:lnTo>
                  <a:lnTo>
                    <a:pt x="6008" y="2622"/>
                  </a:lnTo>
                  <a:lnTo>
                    <a:pt x="5948" y="2622"/>
                  </a:lnTo>
                  <a:lnTo>
                    <a:pt x="5948" y="2706"/>
                  </a:lnTo>
                  <a:close/>
                  <a:moveTo>
                    <a:pt x="3654" y="811"/>
                  </a:moveTo>
                  <a:lnTo>
                    <a:pt x="3654" y="811"/>
                  </a:lnTo>
                  <a:lnTo>
                    <a:pt x="3436" y="811"/>
                  </a:lnTo>
                  <a:lnTo>
                    <a:pt x="3436" y="660"/>
                  </a:lnTo>
                  <a:lnTo>
                    <a:pt x="3654" y="660"/>
                  </a:lnTo>
                  <a:lnTo>
                    <a:pt x="3654" y="811"/>
                  </a:lnTo>
                  <a:close/>
                </a:path>
              </a:pathLst>
            </a:custGeom>
            <a:solidFill>
              <a:srgbClr val="ECECE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31" name="Google Shape;1331;p127"/>
            <p:cNvSpPr/>
            <p:nvPr/>
          </p:nvSpPr>
          <p:spPr>
            <a:xfrm>
              <a:off x="4051148" y="2799766"/>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32" name="Google Shape;1332;p127"/>
            <p:cNvSpPr/>
            <p:nvPr/>
          </p:nvSpPr>
          <p:spPr>
            <a:xfrm>
              <a:off x="4931739" y="240462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33" name="Google Shape;1333;p127"/>
            <p:cNvSpPr/>
            <p:nvPr/>
          </p:nvSpPr>
          <p:spPr>
            <a:xfrm>
              <a:off x="5151701" y="27807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34" name="Google Shape;1334;p127"/>
            <p:cNvSpPr/>
            <p:nvPr/>
          </p:nvSpPr>
          <p:spPr>
            <a:xfrm>
              <a:off x="4839521" y="27807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35" name="Google Shape;1335;p127"/>
            <p:cNvSpPr/>
            <p:nvPr/>
          </p:nvSpPr>
          <p:spPr>
            <a:xfrm>
              <a:off x="5117220" y="255754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36" name="Google Shape;1336;p127"/>
            <p:cNvSpPr/>
            <p:nvPr/>
          </p:nvSpPr>
          <p:spPr>
            <a:xfrm>
              <a:off x="4990497" y="28991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37" name="Google Shape;1337;p127"/>
            <p:cNvSpPr/>
            <p:nvPr/>
          </p:nvSpPr>
          <p:spPr>
            <a:xfrm>
              <a:off x="4760996" y="294269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38" name="Google Shape;1338;p127"/>
            <p:cNvSpPr/>
            <p:nvPr/>
          </p:nvSpPr>
          <p:spPr>
            <a:xfrm>
              <a:off x="4586118" y="243190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39" name="Google Shape;1339;p127"/>
            <p:cNvSpPr/>
            <p:nvPr/>
          </p:nvSpPr>
          <p:spPr>
            <a:xfrm>
              <a:off x="5297034" y="2298468"/>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40" name="Google Shape;1340;p127"/>
            <p:cNvSpPr/>
            <p:nvPr/>
          </p:nvSpPr>
          <p:spPr>
            <a:xfrm>
              <a:off x="4799123" y="340378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41" name="Google Shape;1341;p127"/>
            <p:cNvSpPr/>
            <p:nvPr/>
          </p:nvSpPr>
          <p:spPr>
            <a:xfrm>
              <a:off x="4645418" y="332607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42" name="Google Shape;1342;p127"/>
            <p:cNvSpPr/>
            <p:nvPr/>
          </p:nvSpPr>
          <p:spPr>
            <a:xfrm>
              <a:off x="4936641" y="348866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43" name="Google Shape;1343;p127"/>
            <p:cNvSpPr/>
            <p:nvPr/>
          </p:nvSpPr>
          <p:spPr>
            <a:xfrm>
              <a:off x="5319945" y="464194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44" name="Google Shape;1344;p127"/>
            <p:cNvSpPr/>
            <p:nvPr/>
          </p:nvSpPr>
          <p:spPr>
            <a:xfrm>
              <a:off x="5220779" y="407906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45" name="Google Shape;1345;p127"/>
            <p:cNvSpPr/>
            <p:nvPr/>
          </p:nvSpPr>
          <p:spPr>
            <a:xfrm>
              <a:off x="5872653" y="458348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46" name="Google Shape;1346;p127"/>
            <p:cNvSpPr/>
            <p:nvPr/>
          </p:nvSpPr>
          <p:spPr>
            <a:xfrm>
              <a:off x="6966396" y="232903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47" name="Google Shape;1347;p127"/>
            <p:cNvSpPr/>
            <p:nvPr/>
          </p:nvSpPr>
          <p:spPr>
            <a:xfrm>
              <a:off x="8861447" y="3594187"/>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48" name="Google Shape;1348;p127"/>
            <p:cNvSpPr/>
            <p:nvPr/>
          </p:nvSpPr>
          <p:spPr>
            <a:xfrm>
              <a:off x="9490780" y="361931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49" name="Google Shape;1349;p127"/>
            <p:cNvSpPr/>
            <p:nvPr/>
          </p:nvSpPr>
          <p:spPr>
            <a:xfrm>
              <a:off x="6947333" y="222080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50" name="Google Shape;1350;p127"/>
            <p:cNvSpPr/>
            <p:nvPr/>
          </p:nvSpPr>
          <p:spPr>
            <a:xfrm>
              <a:off x="10072856" y="355767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51" name="Google Shape;1351;p127"/>
            <p:cNvSpPr/>
            <p:nvPr/>
          </p:nvSpPr>
          <p:spPr>
            <a:xfrm>
              <a:off x="10761695" y="462157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52" name="Google Shape;1352;p127"/>
            <p:cNvSpPr/>
            <p:nvPr/>
          </p:nvSpPr>
          <p:spPr>
            <a:xfrm>
              <a:off x="10761695" y="446699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53" name="Google Shape;1353;p127"/>
            <p:cNvSpPr/>
            <p:nvPr/>
          </p:nvSpPr>
          <p:spPr>
            <a:xfrm>
              <a:off x="9565034" y="373273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54" name="Google Shape;1354;p127"/>
            <p:cNvSpPr/>
            <p:nvPr/>
          </p:nvSpPr>
          <p:spPr>
            <a:xfrm>
              <a:off x="9946198" y="310791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55" name="Google Shape;1355;p127"/>
            <p:cNvSpPr/>
            <p:nvPr/>
          </p:nvSpPr>
          <p:spPr>
            <a:xfrm>
              <a:off x="9783772" y="327162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56" name="Google Shape;1356;p127"/>
            <p:cNvSpPr/>
            <p:nvPr/>
          </p:nvSpPr>
          <p:spPr>
            <a:xfrm>
              <a:off x="7168798" y="239784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57" name="Google Shape;1357;p127"/>
            <p:cNvSpPr/>
            <p:nvPr/>
          </p:nvSpPr>
          <p:spPr>
            <a:xfrm>
              <a:off x="6854597" y="275201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58" name="Google Shape;1358;p127"/>
            <p:cNvSpPr/>
            <p:nvPr/>
          </p:nvSpPr>
          <p:spPr>
            <a:xfrm>
              <a:off x="7114847" y="250248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59" name="Google Shape;1359;p127"/>
            <p:cNvSpPr/>
            <p:nvPr/>
          </p:nvSpPr>
          <p:spPr>
            <a:xfrm>
              <a:off x="7425211" y="226799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60" name="Google Shape;1360;p127"/>
            <p:cNvSpPr/>
            <p:nvPr/>
          </p:nvSpPr>
          <p:spPr>
            <a:xfrm>
              <a:off x="8116379" y="262820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61" name="Google Shape;1361;p127"/>
            <p:cNvSpPr/>
            <p:nvPr/>
          </p:nvSpPr>
          <p:spPr>
            <a:xfrm>
              <a:off x="8024873" y="271789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62" name="Google Shape;1362;p127"/>
            <p:cNvSpPr/>
            <p:nvPr/>
          </p:nvSpPr>
          <p:spPr>
            <a:xfrm>
              <a:off x="8833524" y="349284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63" name="Google Shape;1363;p127"/>
            <p:cNvSpPr/>
            <p:nvPr/>
          </p:nvSpPr>
          <p:spPr>
            <a:xfrm>
              <a:off x="8931926" y="335076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64" name="Google Shape;1364;p127"/>
            <p:cNvSpPr/>
            <p:nvPr/>
          </p:nvSpPr>
          <p:spPr>
            <a:xfrm>
              <a:off x="8785192" y="3121953"/>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65" name="Google Shape;1365;p127"/>
            <p:cNvSpPr/>
            <p:nvPr/>
          </p:nvSpPr>
          <p:spPr>
            <a:xfrm>
              <a:off x="6801823" y="229846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66" name="Google Shape;1366;p127"/>
            <p:cNvSpPr/>
            <p:nvPr/>
          </p:nvSpPr>
          <p:spPr>
            <a:xfrm>
              <a:off x="7904611" y="308387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67" name="Google Shape;1367;p127"/>
            <p:cNvSpPr/>
            <p:nvPr/>
          </p:nvSpPr>
          <p:spPr>
            <a:xfrm>
              <a:off x="10543292" y="476231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68" name="Google Shape;1368;p127"/>
            <p:cNvSpPr txBox="1"/>
            <p:nvPr/>
          </p:nvSpPr>
          <p:spPr>
            <a:xfrm>
              <a:off x="10883229" y="2428150"/>
              <a:ext cx="1022400" cy="1766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lt1"/>
                  </a:solidFill>
                  <a:latin typeface="Arial"/>
                  <a:ea typeface="Arial"/>
                  <a:cs typeface="Arial"/>
                  <a:sym typeface="Arial"/>
                </a:rPr>
                <a:t>APAC</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Singapore, SG</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Manila, PH</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Sydney, AU</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Melbourne, AU</a:t>
              </a:r>
              <a:endParaRPr/>
            </a:p>
            <a:p>
              <a:pPr marL="0" marR="0" lvl="0" indent="0" algn="l" rtl="0">
                <a:lnSpc>
                  <a:spcPct val="110000"/>
                </a:lnSpc>
                <a:spcBef>
                  <a:spcPts val="0"/>
                </a:spcBef>
                <a:spcAft>
                  <a:spcPts val="0"/>
                </a:spcAft>
                <a:buClr>
                  <a:schemeClr val="lt1"/>
                </a:buClr>
                <a:buSzPts val="750"/>
                <a:buFont typeface="Arial"/>
                <a:buNone/>
              </a:pPr>
              <a:r>
                <a:rPr lang="en-US" sz="750">
                  <a:solidFill>
                    <a:schemeClr val="lt1"/>
                  </a:solidFill>
                  <a:latin typeface="Arial"/>
                  <a:ea typeface="Arial"/>
                  <a:cs typeface="Arial"/>
                  <a:sym typeface="Arial"/>
                </a:rPr>
                <a:t>Brisbane, AU</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Penang, MY</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Kuala Lumpur, MY</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Shanghai, CN</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Taipei, TW</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Hong Kong, HK</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Tokyo, JP</a:t>
              </a:r>
              <a:endParaRPr/>
            </a:p>
            <a:p>
              <a:pPr marL="0" marR="0" lvl="0" indent="0" algn="l" rtl="0">
                <a:lnSpc>
                  <a:spcPct val="110000"/>
                </a:lnSpc>
                <a:spcBef>
                  <a:spcPts val="0"/>
                </a:spcBef>
                <a:spcAft>
                  <a:spcPts val="0"/>
                </a:spcAft>
                <a:buNone/>
              </a:pPr>
              <a:r>
                <a:rPr lang="en-US" sz="750">
                  <a:solidFill>
                    <a:schemeClr val="lt1"/>
                  </a:solidFill>
                  <a:latin typeface="Arial"/>
                  <a:ea typeface="Arial"/>
                  <a:cs typeface="Arial"/>
                  <a:sym typeface="Arial"/>
                </a:rPr>
                <a:t>Ho chin min, VN</a:t>
              </a:r>
              <a:endParaRPr/>
            </a:p>
          </p:txBody>
        </p:sp>
        <p:sp>
          <p:nvSpPr>
            <p:cNvPr id="1369" name="Google Shape;1369;p127"/>
            <p:cNvSpPr/>
            <p:nvPr/>
          </p:nvSpPr>
          <p:spPr>
            <a:xfrm>
              <a:off x="10479645" y="273915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70" name="Google Shape;1370;p127"/>
            <p:cNvSpPr/>
            <p:nvPr/>
          </p:nvSpPr>
          <p:spPr>
            <a:xfrm>
              <a:off x="4019380" y="2398563"/>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71" name="Google Shape;1371;p127"/>
            <p:cNvSpPr/>
            <p:nvPr/>
          </p:nvSpPr>
          <p:spPr>
            <a:xfrm>
              <a:off x="5150929" y="376474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72" name="Google Shape;1372;p127"/>
            <p:cNvSpPr/>
            <p:nvPr/>
          </p:nvSpPr>
          <p:spPr>
            <a:xfrm>
              <a:off x="9616458" y="350719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494">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matchingName="7_Worldwide office locations Updated">
  <p:cSld name="7_Worldwide office locations Updated">
    <p:bg>
      <p:bgPr>
        <a:solidFill>
          <a:schemeClr val="lt1"/>
        </a:solidFill>
        <a:effectLst/>
      </p:bgPr>
    </p:bg>
    <p:spTree>
      <p:nvGrpSpPr>
        <p:cNvPr id="1" name="Shape 1373"/>
        <p:cNvGrpSpPr/>
        <p:nvPr/>
      </p:nvGrpSpPr>
      <p:grpSpPr>
        <a:xfrm>
          <a:off x="0" y="0"/>
          <a:ext cx="0" cy="0"/>
          <a:chOff x="0" y="0"/>
          <a:chExt cx="0" cy="0"/>
        </a:xfrm>
      </p:grpSpPr>
      <p:sp>
        <p:nvSpPr>
          <p:cNvPr id="1374" name="Google Shape;1374;p128"/>
          <p:cNvSpPr txBox="1"/>
          <p:nvPr/>
        </p:nvSpPr>
        <p:spPr>
          <a:xfrm>
            <a:off x="274320" y="365760"/>
            <a:ext cx="7479000" cy="9144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dk1"/>
              </a:buClr>
              <a:buSzPts val="2400"/>
              <a:buFont typeface="Arial"/>
              <a:buNone/>
            </a:pPr>
            <a:r>
              <a:rPr lang="en-US" sz="2400" b="0">
                <a:solidFill>
                  <a:schemeClr val="dk1"/>
                </a:solidFill>
                <a:latin typeface="Arial"/>
                <a:ea typeface="Arial"/>
                <a:cs typeface="Arial"/>
                <a:sym typeface="Arial"/>
              </a:rPr>
              <a:t>Engineering change </a:t>
            </a:r>
            <a:br>
              <a:rPr lang="en-US" sz="2400" b="0">
                <a:solidFill>
                  <a:schemeClr val="dk1"/>
                </a:solidFill>
                <a:latin typeface="Arial"/>
                <a:ea typeface="Arial"/>
                <a:cs typeface="Arial"/>
                <a:sym typeface="Arial"/>
              </a:rPr>
            </a:br>
            <a:r>
              <a:rPr lang="en-US" sz="2400" b="0">
                <a:solidFill>
                  <a:schemeClr val="dk1"/>
                </a:solidFill>
                <a:latin typeface="Arial"/>
                <a:ea typeface="Arial"/>
                <a:cs typeface="Arial"/>
                <a:sym typeface="Arial"/>
              </a:rPr>
              <a:t>all over the world</a:t>
            </a:r>
            <a:endParaRPr/>
          </a:p>
        </p:txBody>
      </p:sp>
      <p:sp>
        <p:nvSpPr>
          <p:cNvPr id="1375" name="Google Shape;1375;p128">
            <a:hlinkClick r:id="rId2"/>
          </p:cNvPr>
          <p:cNvSpPr txBox="1"/>
          <p:nvPr/>
        </p:nvSpPr>
        <p:spPr>
          <a:xfrm>
            <a:off x="273844" y="1385476"/>
            <a:ext cx="1859400" cy="332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788" i="0">
                <a:solidFill>
                  <a:schemeClr val="dk1"/>
                </a:solidFill>
                <a:latin typeface="Arial"/>
                <a:ea typeface="Arial"/>
                <a:cs typeface="Arial"/>
                <a:sym typeface="Arial"/>
              </a:rPr>
              <a:t>*To see a list of all offices, visit </a:t>
            </a:r>
            <a:r>
              <a:rPr lang="en-US" sz="788" b="1" i="0" u="sng">
                <a:solidFill>
                  <a:schemeClr val="dk1"/>
                </a:solidFill>
                <a:latin typeface="Arial"/>
                <a:ea typeface="Arial"/>
                <a:cs typeface="Arial"/>
                <a:sym typeface="Arial"/>
              </a:rPr>
              <a:t>ust.com</a:t>
            </a:r>
            <a:endParaRPr/>
          </a:p>
        </p:txBody>
      </p:sp>
      <p:grpSp>
        <p:nvGrpSpPr>
          <p:cNvPr id="1376" name="Google Shape;1376;p128"/>
          <p:cNvGrpSpPr/>
          <p:nvPr/>
        </p:nvGrpSpPr>
        <p:grpSpPr>
          <a:xfrm>
            <a:off x="273844" y="5468864"/>
            <a:ext cx="1429394" cy="479454"/>
            <a:chOff x="505022" y="1208296"/>
            <a:chExt cx="1905859" cy="479454"/>
          </a:xfrm>
        </p:grpSpPr>
        <p:sp>
          <p:nvSpPr>
            <p:cNvPr id="1377" name="Google Shape;1377;p128"/>
            <p:cNvSpPr txBox="1"/>
            <p:nvPr/>
          </p:nvSpPr>
          <p:spPr>
            <a:xfrm>
              <a:off x="775881" y="1456750"/>
              <a:ext cx="737400" cy="231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50">
                  <a:solidFill>
                    <a:schemeClr val="dk1"/>
                  </a:solidFill>
                  <a:latin typeface="Arial"/>
                  <a:ea typeface="Arial"/>
                  <a:cs typeface="Arial"/>
                  <a:sym typeface="Arial"/>
                </a:rPr>
                <a:t>Other Centers</a:t>
              </a:r>
              <a:endParaRPr/>
            </a:p>
          </p:txBody>
        </p:sp>
        <p:sp>
          <p:nvSpPr>
            <p:cNvPr id="1378" name="Google Shape;1378;p128"/>
            <p:cNvSpPr/>
            <p:nvPr/>
          </p:nvSpPr>
          <p:spPr>
            <a:xfrm>
              <a:off x="505022" y="1236605"/>
              <a:ext cx="131596" cy="131432"/>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79" name="Google Shape;1379;p128"/>
            <p:cNvSpPr/>
            <p:nvPr/>
          </p:nvSpPr>
          <p:spPr>
            <a:xfrm>
              <a:off x="505022" y="1464413"/>
              <a:ext cx="131596" cy="131432"/>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chemeClr val="dk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380" name="Google Shape;1380;p128"/>
            <p:cNvSpPr txBox="1"/>
            <p:nvPr/>
          </p:nvSpPr>
          <p:spPr>
            <a:xfrm>
              <a:off x="775881" y="1208296"/>
              <a:ext cx="1635000" cy="231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50">
                  <a:solidFill>
                    <a:schemeClr val="dk1"/>
                  </a:solidFill>
                  <a:latin typeface="Arial"/>
                  <a:ea typeface="Arial"/>
                  <a:cs typeface="Arial"/>
                  <a:sym typeface="Arial"/>
                </a:rPr>
                <a:t>Main Offices &amp; Innovation Labs</a:t>
              </a:r>
              <a:endParaRPr/>
            </a:p>
          </p:txBody>
        </p:sp>
      </p:grpSp>
      <p:sp>
        <p:nvSpPr>
          <p:cNvPr id="1381" name="Google Shape;1381;p128"/>
          <p:cNvSpPr/>
          <p:nvPr/>
        </p:nvSpPr>
        <p:spPr>
          <a:xfrm>
            <a:off x="273844" y="1966988"/>
            <a:ext cx="1506000" cy="18429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1382" name="Google Shape;1382;p128"/>
          <p:cNvSpPr/>
          <p:nvPr/>
        </p:nvSpPr>
        <p:spPr>
          <a:xfrm>
            <a:off x="394139" y="2233661"/>
            <a:ext cx="1323000" cy="774300"/>
          </a:xfrm>
          <a:prstGeom prst="rect">
            <a:avLst/>
          </a:prstGeom>
          <a:noFill/>
          <a:ln>
            <a:noFill/>
          </a:ln>
        </p:spPr>
        <p:txBody>
          <a:bodyPr spcFirstLastPara="1" wrap="square" lIns="91425" tIns="45700" rIns="91425" bIns="45700" anchor="ctr" anchorCtr="0">
            <a:noAutofit/>
          </a:bodyPr>
          <a:lstStyle/>
          <a:p>
            <a:pPr marL="0" marR="0" lvl="2" indent="0" algn="l" rtl="0">
              <a:lnSpc>
                <a:spcPct val="120000"/>
              </a:lnSpc>
              <a:spcBef>
                <a:spcPts val="0"/>
              </a:spcBef>
              <a:spcAft>
                <a:spcPts val="0"/>
              </a:spcAft>
              <a:buNone/>
            </a:pPr>
            <a:r>
              <a:rPr lang="en-US" sz="750" b="0" i="0" u="none" strike="noStrike" cap="none">
                <a:solidFill>
                  <a:schemeClr val="lt1"/>
                </a:solidFill>
                <a:latin typeface="Arial"/>
                <a:ea typeface="Arial"/>
                <a:cs typeface="Arial"/>
                <a:sym typeface="Arial"/>
              </a:rPr>
              <a:t>86% of our global footprint is ISO 14001:2015 (Environmental Management System)</a:t>
            </a:r>
            <a:endParaRPr sz="750" b="0" i="0" u="none" strike="noStrike" cap="none">
              <a:solidFill>
                <a:schemeClr val="lt1"/>
              </a:solidFill>
              <a:latin typeface="Arial"/>
              <a:ea typeface="Arial"/>
              <a:cs typeface="Arial"/>
              <a:sym typeface="Arial"/>
            </a:endParaRPr>
          </a:p>
        </p:txBody>
      </p:sp>
      <p:sp>
        <p:nvSpPr>
          <p:cNvPr id="1383" name="Google Shape;1383;p128"/>
          <p:cNvSpPr/>
          <p:nvPr/>
        </p:nvSpPr>
        <p:spPr>
          <a:xfrm>
            <a:off x="394139" y="3102454"/>
            <a:ext cx="1323000" cy="388200"/>
          </a:xfrm>
          <a:prstGeom prst="rect">
            <a:avLst/>
          </a:prstGeom>
          <a:noFill/>
          <a:ln>
            <a:noFill/>
          </a:ln>
        </p:spPr>
        <p:txBody>
          <a:bodyPr spcFirstLastPara="1" wrap="square" lIns="91425" tIns="45700" rIns="91425" bIns="45700" anchor="ctr" anchorCtr="0">
            <a:noAutofit/>
          </a:bodyPr>
          <a:lstStyle/>
          <a:p>
            <a:pPr marL="0" marR="0" lvl="2" indent="0" algn="l" rtl="0">
              <a:lnSpc>
                <a:spcPct val="120000"/>
              </a:lnSpc>
              <a:spcBef>
                <a:spcPts val="0"/>
              </a:spcBef>
              <a:spcAft>
                <a:spcPts val="0"/>
              </a:spcAft>
              <a:buNone/>
            </a:pPr>
            <a:r>
              <a:rPr lang="en-US" sz="750" b="0" i="0" u="none" strike="noStrike" cap="none">
                <a:solidFill>
                  <a:schemeClr val="lt1"/>
                </a:solidFill>
                <a:latin typeface="Arial"/>
                <a:ea typeface="Arial"/>
                <a:cs typeface="Arial"/>
                <a:sym typeface="Arial"/>
              </a:rPr>
              <a:t>43% of our global footprint is LEED Gold Certified</a:t>
            </a:r>
            <a:endParaRPr sz="750" b="0" i="0" u="none" strike="noStrike" cap="none">
              <a:solidFill>
                <a:schemeClr val="lt1"/>
              </a:solidFill>
              <a:latin typeface="Arial"/>
              <a:ea typeface="Arial"/>
              <a:cs typeface="Arial"/>
              <a:sym typeface="Arial"/>
            </a:endParaRPr>
          </a:p>
        </p:txBody>
      </p:sp>
      <p:sp>
        <p:nvSpPr>
          <p:cNvPr id="1384" name="Google Shape;1384;p128"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chemeClr val="lt1"/>
              </a:buClr>
              <a:buSzPts val="1350"/>
              <a:buFont typeface="Arial"/>
              <a:buNone/>
            </a:pPr>
            <a:endParaRPr sz="1350" b="0" i="0" u="none" strike="noStrike" cap="none">
              <a:solidFill>
                <a:srgbClr val="231F20"/>
              </a:solidFill>
              <a:latin typeface="Arial"/>
              <a:ea typeface="Arial"/>
              <a:cs typeface="Arial"/>
              <a:sym typeface="Arial"/>
            </a:endParaRPr>
          </a:p>
        </p:txBody>
      </p:sp>
      <p:sp>
        <p:nvSpPr>
          <p:cNvPr id="1385" name="Google Shape;1385;p128"/>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1386" name="Google Shape;1386;p128"/>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grpSp>
        <p:nvGrpSpPr>
          <p:cNvPr id="1387" name="Google Shape;1387;p128"/>
          <p:cNvGrpSpPr/>
          <p:nvPr/>
        </p:nvGrpSpPr>
        <p:grpSpPr>
          <a:xfrm>
            <a:off x="2105887" y="1020802"/>
            <a:ext cx="6794760" cy="5104202"/>
            <a:chOff x="2807849" y="1020802"/>
            <a:chExt cx="9059680" cy="5104202"/>
          </a:xfrm>
        </p:grpSpPr>
        <p:grpSp>
          <p:nvGrpSpPr>
            <p:cNvPr id="1388" name="Google Shape;1388;p128"/>
            <p:cNvGrpSpPr/>
            <p:nvPr/>
          </p:nvGrpSpPr>
          <p:grpSpPr>
            <a:xfrm>
              <a:off x="2807849" y="1020802"/>
              <a:ext cx="8852623" cy="5104202"/>
              <a:chOff x="2845949" y="1020802"/>
              <a:chExt cx="8852623" cy="5104202"/>
            </a:xfrm>
          </p:grpSpPr>
          <p:sp>
            <p:nvSpPr>
              <p:cNvPr id="1389" name="Google Shape;1389;p128"/>
              <p:cNvSpPr txBox="1"/>
              <p:nvPr/>
            </p:nvSpPr>
            <p:spPr>
              <a:xfrm>
                <a:off x="2845949" y="2336626"/>
                <a:ext cx="1072800" cy="2418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dk1"/>
                    </a:solidFill>
                    <a:latin typeface="Arial"/>
                    <a:ea typeface="Arial"/>
                    <a:cs typeface="Arial"/>
                    <a:sym typeface="Arial"/>
                  </a:rPr>
                  <a:t>AMERICAS</a:t>
                </a:r>
                <a:endParaRPr/>
              </a:p>
              <a:p>
                <a:pPr marL="0" marR="0" lvl="0" indent="0" algn="l" rtl="0">
                  <a:lnSpc>
                    <a:spcPct val="110000"/>
                  </a:lnSpc>
                  <a:spcBef>
                    <a:spcPts val="75"/>
                  </a:spcBef>
                  <a:spcAft>
                    <a:spcPts val="0"/>
                  </a:spcAft>
                  <a:buNone/>
                </a:pPr>
                <a:r>
                  <a:rPr lang="en-US" sz="750">
                    <a:solidFill>
                      <a:schemeClr val="accent6"/>
                    </a:solidFill>
                    <a:latin typeface="Arial"/>
                    <a:ea typeface="Arial"/>
                    <a:cs typeface="Arial"/>
                    <a:sym typeface="Arial"/>
                  </a:rPr>
                  <a:t>Global HQ – Orange </a:t>
                </a:r>
                <a:br>
                  <a:rPr lang="en-US" sz="750">
                    <a:solidFill>
                      <a:schemeClr val="accent6"/>
                    </a:solidFill>
                    <a:latin typeface="Arial"/>
                    <a:ea typeface="Arial"/>
                    <a:cs typeface="Arial"/>
                    <a:sym typeface="Arial"/>
                  </a:rPr>
                </a:br>
                <a:r>
                  <a:rPr lang="en-US" sz="750">
                    <a:solidFill>
                      <a:schemeClr val="accent6"/>
                    </a:solidFill>
                    <a:latin typeface="Arial"/>
                    <a:ea typeface="Arial"/>
                    <a:cs typeface="Arial"/>
                    <a:sym typeface="Arial"/>
                  </a:rPr>
                  <a:t>County, CA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Bentonville, AR</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Chicago, IL </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Norfolk, VA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Atlanta, GA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Seattle, WA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Toronto, CA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Vancouver, CA</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Guadalajara, MX</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Leon, MX</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San Jose, CR</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Santiago, CL</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Lima, PE</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Sao Paulo, BR</a:t>
                </a:r>
                <a:endParaRPr/>
              </a:p>
              <a:p>
                <a:pPr marL="0" marR="0" lvl="0" indent="0" algn="l" rtl="0">
                  <a:lnSpc>
                    <a:spcPct val="110000"/>
                  </a:lnSpc>
                  <a:spcBef>
                    <a:spcPts val="75"/>
                  </a:spcBef>
                  <a:spcAft>
                    <a:spcPts val="0"/>
                  </a:spcAft>
                  <a:buNone/>
                </a:pPr>
                <a:r>
                  <a:rPr lang="en-US" sz="750">
                    <a:solidFill>
                      <a:schemeClr val="dk1"/>
                    </a:solidFill>
                    <a:latin typeface="Arial"/>
                    <a:ea typeface="Arial"/>
                    <a:cs typeface="Arial"/>
                    <a:sym typeface="Arial"/>
                  </a:rPr>
                  <a:t>Bogota, CO</a:t>
                </a:r>
                <a:endParaRPr/>
              </a:p>
            </p:txBody>
          </p:sp>
          <p:sp>
            <p:nvSpPr>
              <p:cNvPr id="1390" name="Google Shape;1390;p128"/>
              <p:cNvSpPr txBox="1"/>
              <p:nvPr/>
            </p:nvSpPr>
            <p:spPr>
              <a:xfrm>
                <a:off x="8669029" y="3791605"/>
                <a:ext cx="1073100" cy="1385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dk1"/>
                    </a:solidFill>
                    <a:latin typeface="Arial"/>
                    <a:ea typeface="Arial"/>
                    <a:cs typeface="Arial"/>
                    <a:sym typeface="Arial"/>
                  </a:rPr>
                  <a:t>INDIA</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Trivandrum</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Bangalore</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Chennai</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Hyderabad</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Kochi</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Delhi</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Coimbatore </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Hosur </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Pune</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Kolkata</a:t>
                </a:r>
                <a:endParaRPr/>
              </a:p>
            </p:txBody>
          </p:sp>
          <p:sp>
            <p:nvSpPr>
              <p:cNvPr id="1391" name="Google Shape;1391;p128"/>
              <p:cNvSpPr txBox="1"/>
              <p:nvPr/>
            </p:nvSpPr>
            <p:spPr>
              <a:xfrm>
                <a:off x="5910806" y="2284867"/>
                <a:ext cx="837900" cy="1258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dk1"/>
                    </a:solidFill>
                    <a:latin typeface="Arial"/>
                    <a:ea typeface="Arial"/>
                    <a:cs typeface="Arial"/>
                    <a:sym typeface="Arial"/>
                  </a:rPr>
                  <a:t>EMEA</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London, UK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Leeds, UK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Nottingham, UK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Dublin, IE</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Madrid,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Tel Aviv, IS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Cologne, DE</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Lisbon, PT</a:t>
                </a:r>
                <a:endParaRPr/>
              </a:p>
            </p:txBody>
          </p:sp>
          <p:sp>
            <p:nvSpPr>
              <p:cNvPr id="1392" name="Google Shape;1392;p128"/>
              <p:cNvSpPr txBox="1"/>
              <p:nvPr/>
            </p:nvSpPr>
            <p:spPr>
              <a:xfrm>
                <a:off x="6318430" y="3850704"/>
                <a:ext cx="867900" cy="22743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Paris, FR</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Gdansk, PL</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Bucharest, RO</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Sofia, BG</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Helmond, NL</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Barcelona, ES</a:t>
                </a:r>
                <a:endParaRPr/>
              </a:p>
              <a:p>
                <a:pPr marL="0" marR="0" lvl="0" indent="0" algn="l" rtl="0">
                  <a:lnSpc>
                    <a:spcPct val="110000"/>
                  </a:lnSpc>
                  <a:spcBef>
                    <a:spcPts val="0"/>
                  </a:spcBef>
                  <a:spcAft>
                    <a:spcPts val="0"/>
                  </a:spcAft>
                  <a:buNone/>
                </a:pPr>
                <a:r>
                  <a:rPr lang="en-US" sz="750" b="0">
                    <a:solidFill>
                      <a:schemeClr val="dk1"/>
                    </a:solidFill>
                    <a:latin typeface="Arial"/>
                    <a:ea typeface="Arial"/>
                    <a:cs typeface="Arial"/>
                    <a:sym typeface="Arial"/>
                  </a:rPr>
                  <a:t>Bilbao,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Salamanca,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Valencia,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Zaragoza, ES</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Copenhagen, DK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Zurich, CH</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Kyiv, UA</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Prague, CZ</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Cape Town, ZA</a:t>
                </a:r>
                <a:endParaRPr/>
              </a:p>
            </p:txBody>
          </p:sp>
          <p:sp>
            <p:nvSpPr>
              <p:cNvPr id="1393" name="Google Shape;1393;p128"/>
              <p:cNvSpPr/>
              <p:nvPr/>
            </p:nvSpPr>
            <p:spPr>
              <a:xfrm>
                <a:off x="3054484" y="1020802"/>
                <a:ext cx="8644088" cy="4481042"/>
              </a:xfrm>
              <a:custGeom>
                <a:avLst/>
                <a:gdLst/>
                <a:ahLst/>
                <a:cxnLst/>
                <a:rect l="l" t="t" r="r" b="b"/>
                <a:pathLst>
                  <a:path w="8611" h="4463" extrusionOk="0">
                    <a:moveTo>
                      <a:pt x="7449" y="1700"/>
                    </a:moveTo>
                    <a:lnTo>
                      <a:pt x="7449" y="1700"/>
                    </a:lnTo>
                    <a:lnTo>
                      <a:pt x="7510" y="1700"/>
                    </a:lnTo>
                    <a:lnTo>
                      <a:pt x="7510" y="1277"/>
                    </a:lnTo>
                    <a:lnTo>
                      <a:pt x="7449" y="1277"/>
                    </a:lnTo>
                    <a:lnTo>
                      <a:pt x="7449" y="1700"/>
                    </a:lnTo>
                    <a:close/>
                    <a:moveTo>
                      <a:pt x="6916" y="2980"/>
                    </a:moveTo>
                    <a:lnTo>
                      <a:pt x="6916" y="2980"/>
                    </a:lnTo>
                    <a:lnTo>
                      <a:pt x="6996" y="2980"/>
                    </a:lnTo>
                    <a:lnTo>
                      <a:pt x="6996" y="2869"/>
                    </a:lnTo>
                    <a:lnTo>
                      <a:pt x="6916" y="2869"/>
                    </a:lnTo>
                    <a:lnTo>
                      <a:pt x="6916" y="2980"/>
                    </a:lnTo>
                    <a:close/>
                    <a:moveTo>
                      <a:pt x="7155" y="3150"/>
                    </a:moveTo>
                    <a:lnTo>
                      <a:pt x="7155" y="3150"/>
                    </a:lnTo>
                    <a:lnTo>
                      <a:pt x="6945" y="3360"/>
                    </a:lnTo>
                    <a:lnTo>
                      <a:pt x="6803" y="3360"/>
                    </a:lnTo>
                    <a:lnTo>
                      <a:pt x="6803" y="3741"/>
                    </a:lnTo>
                    <a:lnTo>
                      <a:pt x="7014" y="3741"/>
                    </a:lnTo>
                    <a:lnTo>
                      <a:pt x="7083" y="3672"/>
                    </a:lnTo>
                    <a:lnTo>
                      <a:pt x="7246" y="3672"/>
                    </a:lnTo>
                    <a:lnTo>
                      <a:pt x="7428" y="3854"/>
                    </a:lnTo>
                    <a:lnTo>
                      <a:pt x="7578" y="3854"/>
                    </a:lnTo>
                    <a:lnTo>
                      <a:pt x="7751" y="3682"/>
                    </a:lnTo>
                    <a:lnTo>
                      <a:pt x="7751" y="3453"/>
                    </a:lnTo>
                    <a:lnTo>
                      <a:pt x="7447" y="3150"/>
                    </a:lnTo>
                    <a:lnTo>
                      <a:pt x="7155" y="3150"/>
                    </a:lnTo>
                    <a:close/>
                    <a:moveTo>
                      <a:pt x="6938" y="2386"/>
                    </a:moveTo>
                    <a:lnTo>
                      <a:pt x="6938" y="2386"/>
                    </a:lnTo>
                    <a:lnTo>
                      <a:pt x="6938" y="2494"/>
                    </a:lnTo>
                    <a:lnTo>
                      <a:pt x="6989" y="2545"/>
                    </a:lnTo>
                    <a:lnTo>
                      <a:pt x="6989" y="2707"/>
                    </a:lnTo>
                    <a:lnTo>
                      <a:pt x="7091" y="2707"/>
                    </a:lnTo>
                    <a:lnTo>
                      <a:pt x="7091" y="2566"/>
                    </a:lnTo>
                    <a:lnTo>
                      <a:pt x="6997" y="2472"/>
                    </a:lnTo>
                    <a:lnTo>
                      <a:pt x="6997" y="2386"/>
                    </a:lnTo>
                    <a:lnTo>
                      <a:pt x="6938" y="2386"/>
                    </a:lnTo>
                    <a:close/>
                    <a:moveTo>
                      <a:pt x="8059" y="4075"/>
                    </a:moveTo>
                    <a:lnTo>
                      <a:pt x="8059" y="4075"/>
                    </a:lnTo>
                    <a:lnTo>
                      <a:pt x="8118" y="4134"/>
                    </a:lnTo>
                    <a:lnTo>
                      <a:pt x="8358" y="3894"/>
                    </a:lnTo>
                    <a:lnTo>
                      <a:pt x="8299" y="3835"/>
                    </a:lnTo>
                    <a:lnTo>
                      <a:pt x="8059" y="4075"/>
                    </a:lnTo>
                    <a:close/>
                    <a:moveTo>
                      <a:pt x="7322" y="2914"/>
                    </a:moveTo>
                    <a:lnTo>
                      <a:pt x="7322" y="2914"/>
                    </a:lnTo>
                    <a:lnTo>
                      <a:pt x="7529" y="3121"/>
                    </a:lnTo>
                    <a:lnTo>
                      <a:pt x="7598" y="3053"/>
                    </a:lnTo>
                    <a:lnTo>
                      <a:pt x="7390" y="2845"/>
                    </a:lnTo>
                    <a:lnTo>
                      <a:pt x="7322" y="2914"/>
                    </a:lnTo>
                    <a:close/>
                    <a:moveTo>
                      <a:pt x="7859" y="432"/>
                    </a:moveTo>
                    <a:lnTo>
                      <a:pt x="7859" y="432"/>
                    </a:lnTo>
                    <a:lnTo>
                      <a:pt x="7690" y="263"/>
                    </a:lnTo>
                    <a:lnTo>
                      <a:pt x="7189" y="263"/>
                    </a:lnTo>
                    <a:lnTo>
                      <a:pt x="7117" y="191"/>
                    </a:lnTo>
                    <a:lnTo>
                      <a:pt x="6732" y="191"/>
                    </a:lnTo>
                    <a:lnTo>
                      <a:pt x="6732" y="0"/>
                    </a:lnTo>
                    <a:lnTo>
                      <a:pt x="6062" y="0"/>
                    </a:lnTo>
                    <a:lnTo>
                      <a:pt x="5852" y="209"/>
                    </a:lnTo>
                    <a:lnTo>
                      <a:pt x="5697" y="209"/>
                    </a:lnTo>
                    <a:lnTo>
                      <a:pt x="5643" y="262"/>
                    </a:lnTo>
                    <a:lnTo>
                      <a:pt x="5643" y="489"/>
                    </a:lnTo>
                    <a:lnTo>
                      <a:pt x="5243" y="489"/>
                    </a:lnTo>
                    <a:lnTo>
                      <a:pt x="4953" y="779"/>
                    </a:lnTo>
                    <a:lnTo>
                      <a:pt x="4867" y="779"/>
                    </a:lnTo>
                    <a:lnTo>
                      <a:pt x="4865" y="675"/>
                    </a:lnTo>
                    <a:lnTo>
                      <a:pt x="4919" y="675"/>
                    </a:lnTo>
                    <a:lnTo>
                      <a:pt x="5004" y="590"/>
                    </a:lnTo>
                    <a:lnTo>
                      <a:pt x="4777" y="363"/>
                    </a:lnTo>
                    <a:lnTo>
                      <a:pt x="4578" y="363"/>
                    </a:lnTo>
                    <a:lnTo>
                      <a:pt x="4128" y="813"/>
                    </a:lnTo>
                    <a:lnTo>
                      <a:pt x="4128" y="1077"/>
                    </a:lnTo>
                    <a:lnTo>
                      <a:pt x="4216" y="1077"/>
                    </a:lnTo>
                    <a:lnTo>
                      <a:pt x="4341" y="1201"/>
                    </a:lnTo>
                    <a:lnTo>
                      <a:pt x="4434" y="1108"/>
                    </a:lnTo>
                    <a:lnTo>
                      <a:pt x="4434" y="848"/>
                    </a:lnTo>
                    <a:lnTo>
                      <a:pt x="4567" y="714"/>
                    </a:lnTo>
                    <a:lnTo>
                      <a:pt x="4599" y="745"/>
                    </a:lnTo>
                    <a:lnTo>
                      <a:pt x="4494" y="849"/>
                    </a:lnTo>
                    <a:lnTo>
                      <a:pt x="4494" y="1009"/>
                    </a:lnTo>
                    <a:lnTo>
                      <a:pt x="4695" y="1009"/>
                    </a:lnTo>
                    <a:lnTo>
                      <a:pt x="4468" y="1236"/>
                    </a:lnTo>
                    <a:lnTo>
                      <a:pt x="4208" y="1237"/>
                    </a:lnTo>
                    <a:lnTo>
                      <a:pt x="3961" y="1484"/>
                    </a:lnTo>
                    <a:lnTo>
                      <a:pt x="3961" y="1645"/>
                    </a:lnTo>
                    <a:lnTo>
                      <a:pt x="3784" y="1645"/>
                    </a:lnTo>
                    <a:lnTo>
                      <a:pt x="3784" y="1867"/>
                    </a:lnTo>
                    <a:lnTo>
                      <a:pt x="3946" y="1868"/>
                    </a:lnTo>
                    <a:lnTo>
                      <a:pt x="4188" y="1625"/>
                    </a:lnTo>
                    <a:lnTo>
                      <a:pt x="4377" y="1813"/>
                    </a:lnTo>
                    <a:lnTo>
                      <a:pt x="4424" y="1767"/>
                    </a:lnTo>
                    <a:lnTo>
                      <a:pt x="4307" y="1650"/>
                    </a:lnTo>
                    <a:lnTo>
                      <a:pt x="4307" y="1580"/>
                    </a:lnTo>
                    <a:lnTo>
                      <a:pt x="4476" y="1749"/>
                    </a:lnTo>
                    <a:lnTo>
                      <a:pt x="4476" y="1788"/>
                    </a:lnTo>
                    <a:lnTo>
                      <a:pt x="4532" y="1844"/>
                    </a:lnTo>
                    <a:lnTo>
                      <a:pt x="4649" y="1844"/>
                    </a:lnTo>
                    <a:lnTo>
                      <a:pt x="4727" y="1922"/>
                    </a:lnTo>
                    <a:lnTo>
                      <a:pt x="4864" y="1922"/>
                    </a:lnTo>
                    <a:lnTo>
                      <a:pt x="4864" y="2062"/>
                    </a:lnTo>
                    <a:lnTo>
                      <a:pt x="4425" y="2062"/>
                    </a:lnTo>
                    <a:lnTo>
                      <a:pt x="4283" y="1920"/>
                    </a:lnTo>
                    <a:lnTo>
                      <a:pt x="3886" y="1920"/>
                    </a:lnTo>
                    <a:lnTo>
                      <a:pt x="3577" y="2229"/>
                    </a:lnTo>
                    <a:lnTo>
                      <a:pt x="3577" y="2540"/>
                    </a:lnTo>
                    <a:lnTo>
                      <a:pt x="3732" y="2695"/>
                    </a:lnTo>
                    <a:lnTo>
                      <a:pt x="4212" y="2695"/>
                    </a:lnTo>
                    <a:lnTo>
                      <a:pt x="4212" y="2859"/>
                    </a:lnTo>
                    <a:lnTo>
                      <a:pt x="4315" y="2961"/>
                    </a:lnTo>
                    <a:lnTo>
                      <a:pt x="4315" y="3459"/>
                    </a:lnTo>
                    <a:lnTo>
                      <a:pt x="4439" y="3583"/>
                    </a:lnTo>
                    <a:lnTo>
                      <a:pt x="4439" y="3737"/>
                    </a:lnTo>
                    <a:lnTo>
                      <a:pt x="4552" y="3737"/>
                    </a:lnTo>
                    <a:lnTo>
                      <a:pt x="4795" y="3494"/>
                    </a:lnTo>
                    <a:lnTo>
                      <a:pt x="4795" y="3425"/>
                    </a:lnTo>
                    <a:lnTo>
                      <a:pt x="4992" y="3228"/>
                    </a:lnTo>
                    <a:lnTo>
                      <a:pt x="4992" y="2911"/>
                    </a:lnTo>
                    <a:lnTo>
                      <a:pt x="5215" y="2687"/>
                    </a:lnTo>
                    <a:lnTo>
                      <a:pt x="5215" y="2591"/>
                    </a:lnTo>
                    <a:lnTo>
                      <a:pt x="5101" y="2591"/>
                    </a:lnTo>
                    <a:lnTo>
                      <a:pt x="4831" y="2321"/>
                    </a:lnTo>
                    <a:lnTo>
                      <a:pt x="4875" y="2277"/>
                    </a:lnTo>
                    <a:lnTo>
                      <a:pt x="5112" y="2514"/>
                    </a:lnTo>
                    <a:lnTo>
                      <a:pt x="5267" y="2514"/>
                    </a:lnTo>
                    <a:lnTo>
                      <a:pt x="5461" y="2320"/>
                    </a:lnTo>
                    <a:lnTo>
                      <a:pt x="5237" y="2094"/>
                    </a:lnTo>
                    <a:lnTo>
                      <a:pt x="5263" y="2068"/>
                    </a:lnTo>
                    <a:lnTo>
                      <a:pt x="5395" y="2200"/>
                    </a:lnTo>
                    <a:lnTo>
                      <a:pt x="5600" y="2200"/>
                    </a:lnTo>
                    <a:lnTo>
                      <a:pt x="5715" y="2314"/>
                    </a:lnTo>
                    <a:lnTo>
                      <a:pt x="5779" y="2314"/>
                    </a:lnTo>
                    <a:lnTo>
                      <a:pt x="5779" y="2505"/>
                    </a:lnTo>
                    <a:lnTo>
                      <a:pt x="5907" y="2632"/>
                    </a:lnTo>
                    <a:lnTo>
                      <a:pt x="5963" y="2575"/>
                    </a:lnTo>
                    <a:lnTo>
                      <a:pt x="5963" y="2445"/>
                    </a:lnTo>
                    <a:lnTo>
                      <a:pt x="6162" y="2289"/>
                    </a:lnTo>
                    <a:lnTo>
                      <a:pt x="6218" y="2289"/>
                    </a:lnTo>
                    <a:lnTo>
                      <a:pt x="6307" y="2378"/>
                    </a:lnTo>
                    <a:cubicBezTo>
                      <a:pt x="6307" y="2378"/>
                      <a:pt x="6300" y="2447"/>
                      <a:pt x="6307" y="2447"/>
                    </a:cubicBezTo>
                    <a:lnTo>
                      <a:pt x="6379" y="2447"/>
                    </a:lnTo>
                    <a:lnTo>
                      <a:pt x="6579" y="2647"/>
                    </a:lnTo>
                    <a:lnTo>
                      <a:pt x="6583" y="2651"/>
                    </a:lnTo>
                    <a:lnTo>
                      <a:pt x="6669" y="2564"/>
                    </a:lnTo>
                    <a:lnTo>
                      <a:pt x="6669" y="2478"/>
                    </a:lnTo>
                    <a:lnTo>
                      <a:pt x="6567" y="2376"/>
                    </a:lnTo>
                    <a:lnTo>
                      <a:pt x="6628" y="2316"/>
                    </a:lnTo>
                    <a:lnTo>
                      <a:pt x="6749" y="2316"/>
                    </a:lnTo>
                    <a:lnTo>
                      <a:pt x="6965" y="2099"/>
                    </a:lnTo>
                    <a:lnTo>
                      <a:pt x="6965" y="1959"/>
                    </a:lnTo>
                    <a:lnTo>
                      <a:pt x="6863" y="1857"/>
                    </a:lnTo>
                    <a:lnTo>
                      <a:pt x="6947" y="1774"/>
                    </a:lnTo>
                    <a:lnTo>
                      <a:pt x="7091" y="1918"/>
                    </a:lnTo>
                    <a:lnTo>
                      <a:pt x="7153" y="1918"/>
                    </a:lnTo>
                    <a:lnTo>
                      <a:pt x="7153" y="1799"/>
                    </a:lnTo>
                    <a:lnTo>
                      <a:pt x="7371" y="1582"/>
                    </a:lnTo>
                    <a:lnTo>
                      <a:pt x="7371" y="1100"/>
                    </a:lnTo>
                    <a:lnTo>
                      <a:pt x="7450" y="1021"/>
                    </a:lnTo>
                    <a:lnTo>
                      <a:pt x="7770" y="1021"/>
                    </a:lnTo>
                    <a:lnTo>
                      <a:pt x="7883" y="908"/>
                    </a:lnTo>
                    <a:lnTo>
                      <a:pt x="8002" y="908"/>
                    </a:lnTo>
                    <a:lnTo>
                      <a:pt x="8002" y="958"/>
                    </a:lnTo>
                    <a:lnTo>
                      <a:pt x="7799" y="1162"/>
                    </a:lnTo>
                    <a:lnTo>
                      <a:pt x="7799" y="1388"/>
                    </a:lnTo>
                    <a:lnTo>
                      <a:pt x="7842" y="1388"/>
                    </a:lnTo>
                    <a:lnTo>
                      <a:pt x="7985" y="1244"/>
                    </a:lnTo>
                    <a:lnTo>
                      <a:pt x="7985" y="1119"/>
                    </a:lnTo>
                    <a:cubicBezTo>
                      <a:pt x="7985" y="1119"/>
                      <a:pt x="8427" y="699"/>
                      <a:pt x="8431" y="699"/>
                    </a:cubicBezTo>
                    <a:lnTo>
                      <a:pt x="8526" y="794"/>
                    </a:lnTo>
                    <a:lnTo>
                      <a:pt x="8611" y="709"/>
                    </a:lnTo>
                    <a:lnTo>
                      <a:pt x="8334" y="432"/>
                    </a:lnTo>
                    <a:lnTo>
                      <a:pt x="7859" y="432"/>
                    </a:lnTo>
                    <a:close/>
                    <a:moveTo>
                      <a:pt x="7254" y="1916"/>
                    </a:moveTo>
                    <a:lnTo>
                      <a:pt x="7254" y="1916"/>
                    </a:lnTo>
                    <a:lnTo>
                      <a:pt x="7311" y="1974"/>
                    </a:lnTo>
                    <a:lnTo>
                      <a:pt x="7498" y="1787"/>
                    </a:lnTo>
                    <a:lnTo>
                      <a:pt x="7441" y="1729"/>
                    </a:lnTo>
                    <a:lnTo>
                      <a:pt x="7254" y="1916"/>
                    </a:lnTo>
                    <a:close/>
                    <a:moveTo>
                      <a:pt x="7541" y="4030"/>
                    </a:moveTo>
                    <a:lnTo>
                      <a:pt x="7541" y="4030"/>
                    </a:lnTo>
                    <a:lnTo>
                      <a:pt x="7639" y="4030"/>
                    </a:lnTo>
                    <a:lnTo>
                      <a:pt x="7639" y="3946"/>
                    </a:lnTo>
                    <a:lnTo>
                      <a:pt x="7541" y="3946"/>
                    </a:lnTo>
                    <a:lnTo>
                      <a:pt x="7541" y="4030"/>
                    </a:lnTo>
                    <a:close/>
                    <a:moveTo>
                      <a:pt x="5088" y="3476"/>
                    </a:moveTo>
                    <a:lnTo>
                      <a:pt x="5088" y="3476"/>
                    </a:lnTo>
                    <a:lnTo>
                      <a:pt x="5208" y="3476"/>
                    </a:lnTo>
                    <a:lnTo>
                      <a:pt x="5208" y="3193"/>
                    </a:lnTo>
                    <a:lnTo>
                      <a:pt x="5088" y="3193"/>
                    </a:lnTo>
                    <a:lnTo>
                      <a:pt x="5088" y="3476"/>
                    </a:lnTo>
                    <a:close/>
                    <a:moveTo>
                      <a:pt x="2594" y="2576"/>
                    </a:moveTo>
                    <a:lnTo>
                      <a:pt x="2594" y="2576"/>
                    </a:lnTo>
                    <a:lnTo>
                      <a:pt x="2242" y="2576"/>
                    </a:lnTo>
                    <a:lnTo>
                      <a:pt x="2071" y="2747"/>
                    </a:lnTo>
                    <a:lnTo>
                      <a:pt x="2071" y="2999"/>
                    </a:lnTo>
                    <a:lnTo>
                      <a:pt x="2265" y="3193"/>
                    </a:lnTo>
                    <a:lnTo>
                      <a:pt x="2265" y="4354"/>
                    </a:lnTo>
                    <a:lnTo>
                      <a:pt x="2373" y="4463"/>
                    </a:lnTo>
                    <a:lnTo>
                      <a:pt x="2429" y="4463"/>
                    </a:lnTo>
                    <a:lnTo>
                      <a:pt x="2429" y="4071"/>
                    </a:lnTo>
                    <a:lnTo>
                      <a:pt x="3166" y="3334"/>
                    </a:lnTo>
                    <a:lnTo>
                      <a:pt x="3166" y="2956"/>
                    </a:lnTo>
                    <a:lnTo>
                      <a:pt x="2975" y="2956"/>
                    </a:lnTo>
                    <a:lnTo>
                      <a:pt x="2594" y="2576"/>
                    </a:lnTo>
                    <a:close/>
                    <a:moveTo>
                      <a:pt x="1937" y="787"/>
                    </a:moveTo>
                    <a:lnTo>
                      <a:pt x="1937" y="787"/>
                    </a:lnTo>
                    <a:lnTo>
                      <a:pt x="2037" y="887"/>
                    </a:lnTo>
                    <a:lnTo>
                      <a:pt x="2114" y="811"/>
                    </a:lnTo>
                    <a:lnTo>
                      <a:pt x="2013" y="710"/>
                    </a:lnTo>
                    <a:lnTo>
                      <a:pt x="1937" y="787"/>
                    </a:lnTo>
                    <a:close/>
                    <a:moveTo>
                      <a:pt x="3552" y="128"/>
                    </a:moveTo>
                    <a:lnTo>
                      <a:pt x="3552" y="128"/>
                    </a:lnTo>
                    <a:lnTo>
                      <a:pt x="2633" y="128"/>
                    </a:lnTo>
                    <a:lnTo>
                      <a:pt x="2633" y="262"/>
                    </a:lnTo>
                    <a:lnTo>
                      <a:pt x="2784" y="262"/>
                    </a:lnTo>
                    <a:cubicBezTo>
                      <a:pt x="2784" y="262"/>
                      <a:pt x="2787" y="688"/>
                      <a:pt x="2784" y="685"/>
                    </a:cubicBezTo>
                    <a:lnTo>
                      <a:pt x="2896" y="685"/>
                    </a:lnTo>
                    <a:lnTo>
                      <a:pt x="3050" y="531"/>
                    </a:lnTo>
                    <a:lnTo>
                      <a:pt x="3270" y="531"/>
                    </a:lnTo>
                    <a:lnTo>
                      <a:pt x="3552" y="249"/>
                    </a:lnTo>
                    <a:lnTo>
                      <a:pt x="3552" y="128"/>
                    </a:lnTo>
                    <a:close/>
                    <a:moveTo>
                      <a:pt x="3901" y="1399"/>
                    </a:moveTo>
                    <a:lnTo>
                      <a:pt x="3901" y="1399"/>
                    </a:lnTo>
                    <a:lnTo>
                      <a:pt x="4001" y="1399"/>
                    </a:lnTo>
                    <a:lnTo>
                      <a:pt x="4001" y="1208"/>
                    </a:lnTo>
                    <a:lnTo>
                      <a:pt x="3873" y="1080"/>
                    </a:lnTo>
                    <a:lnTo>
                      <a:pt x="3855" y="1080"/>
                    </a:lnTo>
                    <a:lnTo>
                      <a:pt x="3761" y="1173"/>
                    </a:lnTo>
                    <a:lnTo>
                      <a:pt x="3761" y="1342"/>
                    </a:lnTo>
                    <a:lnTo>
                      <a:pt x="3843" y="1342"/>
                    </a:lnTo>
                    <a:lnTo>
                      <a:pt x="3901" y="1399"/>
                    </a:lnTo>
                    <a:close/>
                    <a:moveTo>
                      <a:pt x="6870" y="2711"/>
                    </a:moveTo>
                    <a:lnTo>
                      <a:pt x="6870" y="2711"/>
                    </a:lnTo>
                    <a:lnTo>
                      <a:pt x="6830" y="2672"/>
                    </a:lnTo>
                    <a:lnTo>
                      <a:pt x="6671" y="2831"/>
                    </a:lnTo>
                    <a:lnTo>
                      <a:pt x="6671" y="2876"/>
                    </a:lnTo>
                    <a:lnTo>
                      <a:pt x="6727" y="2932"/>
                    </a:lnTo>
                    <a:lnTo>
                      <a:pt x="6870" y="2932"/>
                    </a:lnTo>
                    <a:lnTo>
                      <a:pt x="6870" y="2711"/>
                    </a:lnTo>
                    <a:close/>
                    <a:moveTo>
                      <a:pt x="1815" y="2319"/>
                    </a:moveTo>
                    <a:lnTo>
                      <a:pt x="1815" y="2319"/>
                    </a:lnTo>
                    <a:lnTo>
                      <a:pt x="1713" y="2319"/>
                    </a:lnTo>
                    <a:lnTo>
                      <a:pt x="1714" y="2085"/>
                    </a:lnTo>
                    <a:lnTo>
                      <a:pt x="2032" y="2085"/>
                    </a:lnTo>
                    <a:lnTo>
                      <a:pt x="2034" y="2177"/>
                    </a:lnTo>
                    <a:lnTo>
                      <a:pt x="2115" y="2177"/>
                    </a:lnTo>
                    <a:lnTo>
                      <a:pt x="2115" y="1900"/>
                    </a:lnTo>
                    <a:lnTo>
                      <a:pt x="2611" y="1404"/>
                    </a:lnTo>
                    <a:lnTo>
                      <a:pt x="2696" y="1404"/>
                    </a:lnTo>
                    <a:lnTo>
                      <a:pt x="2697" y="1282"/>
                    </a:lnTo>
                    <a:lnTo>
                      <a:pt x="2691" y="1277"/>
                    </a:lnTo>
                    <a:lnTo>
                      <a:pt x="2297" y="883"/>
                    </a:lnTo>
                    <a:lnTo>
                      <a:pt x="2171" y="883"/>
                    </a:lnTo>
                    <a:lnTo>
                      <a:pt x="2171" y="1188"/>
                    </a:lnTo>
                    <a:lnTo>
                      <a:pt x="1812" y="1188"/>
                    </a:lnTo>
                    <a:lnTo>
                      <a:pt x="1812" y="864"/>
                    </a:lnTo>
                    <a:lnTo>
                      <a:pt x="2099" y="578"/>
                    </a:lnTo>
                    <a:lnTo>
                      <a:pt x="2362" y="841"/>
                    </a:lnTo>
                    <a:lnTo>
                      <a:pt x="2432" y="841"/>
                    </a:lnTo>
                    <a:cubicBezTo>
                      <a:pt x="2432" y="841"/>
                      <a:pt x="2594" y="676"/>
                      <a:pt x="2594" y="676"/>
                    </a:cubicBezTo>
                    <a:lnTo>
                      <a:pt x="2182" y="265"/>
                    </a:lnTo>
                    <a:lnTo>
                      <a:pt x="1181" y="265"/>
                    </a:lnTo>
                    <a:lnTo>
                      <a:pt x="1050" y="396"/>
                    </a:lnTo>
                    <a:lnTo>
                      <a:pt x="163" y="396"/>
                    </a:lnTo>
                    <a:lnTo>
                      <a:pt x="0" y="560"/>
                    </a:lnTo>
                    <a:lnTo>
                      <a:pt x="0" y="953"/>
                    </a:lnTo>
                    <a:lnTo>
                      <a:pt x="159" y="1112"/>
                    </a:lnTo>
                    <a:lnTo>
                      <a:pt x="380" y="1112"/>
                    </a:lnTo>
                    <a:lnTo>
                      <a:pt x="380" y="978"/>
                    </a:lnTo>
                    <a:lnTo>
                      <a:pt x="577" y="978"/>
                    </a:lnTo>
                    <a:lnTo>
                      <a:pt x="1000" y="1401"/>
                    </a:lnTo>
                    <a:lnTo>
                      <a:pt x="1000" y="1829"/>
                    </a:lnTo>
                    <a:lnTo>
                      <a:pt x="1651" y="2481"/>
                    </a:lnTo>
                    <a:lnTo>
                      <a:pt x="1808" y="2481"/>
                    </a:lnTo>
                    <a:lnTo>
                      <a:pt x="1999" y="2671"/>
                    </a:lnTo>
                    <a:lnTo>
                      <a:pt x="2083" y="2587"/>
                    </a:lnTo>
                    <a:lnTo>
                      <a:pt x="1815" y="2319"/>
                    </a:lnTo>
                    <a:close/>
                    <a:moveTo>
                      <a:pt x="6560" y="2743"/>
                    </a:moveTo>
                    <a:lnTo>
                      <a:pt x="6560" y="2743"/>
                    </a:lnTo>
                    <a:lnTo>
                      <a:pt x="6539" y="2722"/>
                    </a:lnTo>
                    <a:lnTo>
                      <a:pt x="6406" y="2589"/>
                    </a:lnTo>
                    <a:cubicBezTo>
                      <a:pt x="6407" y="2588"/>
                      <a:pt x="6369" y="2625"/>
                      <a:pt x="6369" y="2625"/>
                    </a:cubicBezTo>
                    <a:lnTo>
                      <a:pt x="6523" y="2780"/>
                    </a:lnTo>
                    <a:lnTo>
                      <a:pt x="6560" y="2743"/>
                    </a:lnTo>
                    <a:close/>
                    <a:moveTo>
                      <a:pt x="6393" y="2695"/>
                    </a:moveTo>
                    <a:lnTo>
                      <a:pt x="6393" y="2695"/>
                    </a:lnTo>
                    <a:cubicBezTo>
                      <a:pt x="6395" y="2693"/>
                      <a:pt x="6346" y="2743"/>
                      <a:pt x="6346" y="2743"/>
                    </a:cubicBezTo>
                    <a:lnTo>
                      <a:pt x="6579" y="2979"/>
                    </a:lnTo>
                    <a:lnTo>
                      <a:pt x="6628" y="2930"/>
                    </a:lnTo>
                    <a:lnTo>
                      <a:pt x="6595" y="2896"/>
                    </a:lnTo>
                    <a:lnTo>
                      <a:pt x="6393" y="2695"/>
                    </a:lnTo>
                    <a:close/>
                    <a:moveTo>
                      <a:pt x="5948" y="2706"/>
                    </a:moveTo>
                    <a:lnTo>
                      <a:pt x="5948" y="2706"/>
                    </a:lnTo>
                    <a:lnTo>
                      <a:pt x="6008" y="2706"/>
                    </a:lnTo>
                    <a:lnTo>
                      <a:pt x="6008" y="2622"/>
                    </a:lnTo>
                    <a:lnTo>
                      <a:pt x="5948" y="2622"/>
                    </a:lnTo>
                    <a:lnTo>
                      <a:pt x="5948" y="2706"/>
                    </a:lnTo>
                    <a:close/>
                    <a:moveTo>
                      <a:pt x="3654" y="811"/>
                    </a:moveTo>
                    <a:lnTo>
                      <a:pt x="3654" y="811"/>
                    </a:lnTo>
                    <a:lnTo>
                      <a:pt x="3436" y="811"/>
                    </a:lnTo>
                    <a:lnTo>
                      <a:pt x="3436" y="660"/>
                    </a:lnTo>
                    <a:lnTo>
                      <a:pt x="3654" y="660"/>
                    </a:lnTo>
                    <a:lnTo>
                      <a:pt x="3654" y="811"/>
                    </a:lnTo>
                    <a:close/>
                  </a:path>
                </a:pathLst>
              </a:custGeom>
              <a:solidFill>
                <a:srgbClr val="ECECE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94" name="Google Shape;1394;p128"/>
              <p:cNvSpPr/>
              <p:nvPr/>
            </p:nvSpPr>
            <p:spPr>
              <a:xfrm>
                <a:off x="4051148" y="2799766"/>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95" name="Google Shape;1395;p128"/>
              <p:cNvSpPr/>
              <p:nvPr/>
            </p:nvSpPr>
            <p:spPr>
              <a:xfrm>
                <a:off x="4931739" y="240462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96" name="Google Shape;1396;p128"/>
              <p:cNvSpPr/>
              <p:nvPr/>
            </p:nvSpPr>
            <p:spPr>
              <a:xfrm>
                <a:off x="5151701" y="27807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97" name="Google Shape;1397;p128"/>
              <p:cNvSpPr/>
              <p:nvPr/>
            </p:nvSpPr>
            <p:spPr>
              <a:xfrm>
                <a:off x="4839521" y="27807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98" name="Google Shape;1398;p128"/>
              <p:cNvSpPr/>
              <p:nvPr/>
            </p:nvSpPr>
            <p:spPr>
              <a:xfrm>
                <a:off x="5117220" y="255754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399" name="Google Shape;1399;p128"/>
              <p:cNvSpPr/>
              <p:nvPr/>
            </p:nvSpPr>
            <p:spPr>
              <a:xfrm>
                <a:off x="4990497" y="289912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00" name="Google Shape;1400;p128"/>
              <p:cNvSpPr/>
              <p:nvPr/>
            </p:nvSpPr>
            <p:spPr>
              <a:xfrm>
                <a:off x="4760996" y="294269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01" name="Google Shape;1401;p128"/>
              <p:cNvSpPr/>
              <p:nvPr/>
            </p:nvSpPr>
            <p:spPr>
              <a:xfrm>
                <a:off x="4586118" y="243190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02" name="Google Shape;1402;p128"/>
              <p:cNvSpPr/>
              <p:nvPr/>
            </p:nvSpPr>
            <p:spPr>
              <a:xfrm>
                <a:off x="5297034" y="2298468"/>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03" name="Google Shape;1403;p128"/>
              <p:cNvSpPr/>
              <p:nvPr/>
            </p:nvSpPr>
            <p:spPr>
              <a:xfrm>
                <a:off x="4799123" y="340378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04" name="Google Shape;1404;p128"/>
              <p:cNvSpPr/>
              <p:nvPr/>
            </p:nvSpPr>
            <p:spPr>
              <a:xfrm>
                <a:off x="4645418" y="332607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05" name="Google Shape;1405;p128"/>
              <p:cNvSpPr/>
              <p:nvPr/>
            </p:nvSpPr>
            <p:spPr>
              <a:xfrm>
                <a:off x="4936641" y="348866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06" name="Google Shape;1406;p128"/>
              <p:cNvSpPr/>
              <p:nvPr/>
            </p:nvSpPr>
            <p:spPr>
              <a:xfrm>
                <a:off x="5319945" y="464194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07" name="Google Shape;1407;p128"/>
              <p:cNvSpPr/>
              <p:nvPr/>
            </p:nvSpPr>
            <p:spPr>
              <a:xfrm>
                <a:off x="5220779" y="407906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08" name="Google Shape;1408;p128"/>
              <p:cNvSpPr/>
              <p:nvPr/>
            </p:nvSpPr>
            <p:spPr>
              <a:xfrm>
                <a:off x="5872653" y="458348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09" name="Google Shape;1409;p128"/>
              <p:cNvSpPr/>
              <p:nvPr/>
            </p:nvSpPr>
            <p:spPr>
              <a:xfrm>
                <a:off x="6966396" y="232903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10" name="Google Shape;1410;p128"/>
              <p:cNvSpPr/>
              <p:nvPr/>
            </p:nvSpPr>
            <p:spPr>
              <a:xfrm>
                <a:off x="8861447" y="3594187"/>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11" name="Google Shape;1411;p128"/>
              <p:cNvSpPr/>
              <p:nvPr/>
            </p:nvSpPr>
            <p:spPr>
              <a:xfrm>
                <a:off x="9490780" y="361931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12" name="Google Shape;1412;p128"/>
              <p:cNvSpPr/>
              <p:nvPr/>
            </p:nvSpPr>
            <p:spPr>
              <a:xfrm>
                <a:off x="6947333" y="222080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13" name="Google Shape;1413;p128"/>
              <p:cNvSpPr/>
              <p:nvPr/>
            </p:nvSpPr>
            <p:spPr>
              <a:xfrm>
                <a:off x="10072856" y="355767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14" name="Google Shape;1414;p128"/>
              <p:cNvSpPr/>
              <p:nvPr/>
            </p:nvSpPr>
            <p:spPr>
              <a:xfrm>
                <a:off x="10761695" y="462157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15" name="Google Shape;1415;p128"/>
              <p:cNvSpPr/>
              <p:nvPr/>
            </p:nvSpPr>
            <p:spPr>
              <a:xfrm>
                <a:off x="10761695" y="446699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16" name="Google Shape;1416;p128"/>
              <p:cNvSpPr/>
              <p:nvPr/>
            </p:nvSpPr>
            <p:spPr>
              <a:xfrm>
                <a:off x="9565034" y="373273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17" name="Google Shape;1417;p128"/>
              <p:cNvSpPr/>
              <p:nvPr/>
            </p:nvSpPr>
            <p:spPr>
              <a:xfrm>
                <a:off x="9946198" y="310791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18" name="Google Shape;1418;p128"/>
              <p:cNvSpPr/>
              <p:nvPr/>
            </p:nvSpPr>
            <p:spPr>
              <a:xfrm>
                <a:off x="9783772" y="327162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19" name="Google Shape;1419;p128"/>
              <p:cNvSpPr/>
              <p:nvPr/>
            </p:nvSpPr>
            <p:spPr>
              <a:xfrm>
                <a:off x="7168798" y="2397849"/>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20" name="Google Shape;1420;p128"/>
              <p:cNvSpPr/>
              <p:nvPr/>
            </p:nvSpPr>
            <p:spPr>
              <a:xfrm>
                <a:off x="6854597" y="275201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21" name="Google Shape;1421;p128"/>
              <p:cNvSpPr/>
              <p:nvPr/>
            </p:nvSpPr>
            <p:spPr>
              <a:xfrm>
                <a:off x="7114847" y="2502484"/>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22" name="Google Shape;1422;p128"/>
              <p:cNvSpPr/>
              <p:nvPr/>
            </p:nvSpPr>
            <p:spPr>
              <a:xfrm>
                <a:off x="7425211" y="2267991"/>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23" name="Google Shape;1423;p128"/>
              <p:cNvSpPr/>
              <p:nvPr/>
            </p:nvSpPr>
            <p:spPr>
              <a:xfrm>
                <a:off x="8116379" y="2628205"/>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24" name="Google Shape;1424;p128"/>
              <p:cNvSpPr/>
              <p:nvPr/>
            </p:nvSpPr>
            <p:spPr>
              <a:xfrm>
                <a:off x="8024873" y="271789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25" name="Google Shape;1425;p128"/>
              <p:cNvSpPr/>
              <p:nvPr/>
            </p:nvSpPr>
            <p:spPr>
              <a:xfrm>
                <a:off x="8833524" y="349284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26" name="Google Shape;1426;p128"/>
              <p:cNvSpPr/>
              <p:nvPr/>
            </p:nvSpPr>
            <p:spPr>
              <a:xfrm>
                <a:off x="8931926" y="335076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27" name="Google Shape;1427;p128"/>
              <p:cNvSpPr/>
              <p:nvPr/>
            </p:nvSpPr>
            <p:spPr>
              <a:xfrm>
                <a:off x="8785192" y="3121953"/>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28" name="Google Shape;1428;p128"/>
              <p:cNvSpPr/>
              <p:nvPr/>
            </p:nvSpPr>
            <p:spPr>
              <a:xfrm>
                <a:off x="6801823" y="2298467"/>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29" name="Google Shape;1429;p128"/>
              <p:cNvSpPr/>
              <p:nvPr/>
            </p:nvSpPr>
            <p:spPr>
              <a:xfrm>
                <a:off x="7904611" y="3083872"/>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30" name="Google Shape;1430;p128"/>
              <p:cNvSpPr/>
              <p:nvPr/>
            </p:nvSpPr>
            <p:spPr>
              <a:xfrm>
                <a:off x="10543292" y="4762314"/>
                <a:ext cx="114384" cy="114243"/>
              </a:xfrm>
              <a:custGeom>
                <a:avLst/>
                <a:gdLst/>
                <a:ahLst/>
                <a:cxnLst/>
                <a:rect l="l" t="t" r="r" b="b"/>
                <a:pathLst>
                  <a:path w="185" h="185" extrusionOk="0">
                    <a:moveTo>
                      <a:pt x="185" y="185"/>
                    </a:moveTo>
                    <a:lnTo>
                      <a:pt x="185" y="185"/>
                    </a:lnTo>
                    <a:lnTo>
                      <a:pt x="0" y="185"/>
                    </a:lnTo>
                    <a:lnTo>
                      <a:pt x="0" y="0"/>
                    </a:lnTo>
                    <a:lnTo>
                      <a:pt x="185" y="0"/>
                    </a:lnTo>
                    <a:lnTo>
                      <a:pt x="185" y="185"/>
                    </a:lnTo>
                    <a:close/>
                  </a:path>
                </a:pathLst>
              </a:custGeom>
              <a:solidFill>
                <a:srgbClr val="881E8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lt1"/>
                  </a:solidFill>
                  <a:latin typeface="Arial"/>
                  <a:ea typeface="Arial"/>
                  <a:cs typeface="Arial"/>
                  <a:sym typeface="Arial"/>
                </a:endParaRPr>
              </a:p>
            </p:txBody>
          </p:sp>
          <p:sp>
            <p:nvSpPr>
              <p:cNvPr id="1431" name="Google Shape;1431;p128"/>
              <p:cNvSpPr/>
              <p:nvPr/>
            </p:nvSpPr>
            <p:spPr>
              <a:xfrm>
                <a:off x="10479645" y="2739156"/>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32" name="Google Shape;1432;p128"/>
              <p:cNvSpPr/>
              <p:nvPr/>
            </p:nvSpPr>
            <p:spPr>
              <a:xfrm>
                <a:off x="4019380" y="2398563"/>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33" name="Google Shape;1433;p128"/>
              <p:cNvSpPr/>
              <p:nvPr/>
            </p:nvSpPr>
            <p:spPr>
              <a:xfrm>
                <a:off x="5150929" y="376474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434" name="Google Shape;1434;p128"/>
              <p:cNvSpPr/>
              <p:nvPr/>
            </p:nvSpPr>
            <p:spPr>
              <a:xfrm>
                <a:off x="9616458" y="3507190"/>
                <a:ext cx="76255" cy="76162"/>
              </a:xfrm>
              <a:custGeom>
                <a:avLst/>
                <a:gdLst/>
                <a:ahLst/>
                <a:cxnLst/>
                <a:rect l="l" t="t" r="r" b="b"/>
                <a:pathLst>
                  <a:path w="121" h="121" extrusionOk="0">
                    <a:moveTo>
                      <a:pt x="121" y="121"/>
                    </a:moveTo>
                    <a:lnTo>
                      <a:pt x="121" y="121"/>
                    </a:lnTo>
                    <a:lnTo>
                      <a:pt x="0" y="121"/>
                    </a:lnTo>
                    <a:lnTo>
                      <a:pt x="0" y="0"/>
                    </a:lnTo>
                    <a:lnTo>
                      <a:pt x="121" y="0"/>
                    </a:lnTo>
                    <a:lnTo>
                      <a:pt x="121" y="121"/>
                    </a:lnTo>
                    <a:close/>
                  </a:path>
                </a:pathLst>
              </a:custGeom>
              <a:solidFill>
                <a:srgbClr val="006E7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grpSp>
        <p:sp>
          <p:nvSpPr>
            <p:cNvPr id="1435" name="Google Shape;1435;p128"/>
            <p:cNvSpPr txBox="1"/>
            <p:nvPr/>
          </p:nvSpPr>
          <p:spPr>
            <a:xfrm>
              <a:off x="10845129" y="2428150"/>
              <a:ext cx="1022400" cy="1766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750" b="1">
                  <a:solidFill>
                    <a:schemeClr val="dk1"/>
                  </a:solidFill>
                  <a:latin typeface="Arial"/>
                  <a:ea typeface="Arial"/>
                  <a:cs typeface="Arial"/>
                  <a:sym typeface="Arial"/>
                </a:rPr>
                <a:t>APAC</a:t>
              </a:r>
              <a:endParaRPr/>
            </a:p>
            <a:p>
              <a:pPr marL="0" marR="0" lvl="0" indent="0" algn="l" rtl="0">
                <a:lnSpc>
                  <a:spcPct val="110000"/>
                </a:lnSpc>
                <a:spcBef>
                  <a:spcPts val="0"/>
                </a:spcBef>
                <a:spcAft>
                  <a:spcPts val="0"/>
                </a:spcAft>
                <a:buNone/>
              </a:pPr>
              <a:r>
                <a:rPr lang="en-US" sz="750">
                  <a:solidFill>
                    <a:schemeClr val="accent3"/>
                  </a:solidFill>
                  <a:latin typeface="Arial"/>
                  <a:ea typeface="Arial"/>
                  <a:cs typeface="Arial"/>
                  <a:sym typeface="Arial"/>
                </a:rPr>
                <a:t>Singapore, SG</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Manila, PH</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Sydney, AU</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Melbourne, AU</a:t>
              </a:r>
              <a:endParaRPr/>
            </a:p>
            <a:p>
              <a:pPr marL="0" marR="0" lvl="0" indent="0" algn="l" rtl="0">
                <a:lnSpc>
                  <a:spcPct val="110000"/>
                </a:lnSpc>
                <a:spcBef>
                  <a:spcPts val="0"/>
                </a:spcBef>
                <a:spcAft>
                  <a:spcPts val="0"/>
                </a:spcAft>
                <a:buClr>
                  <a:schemeClr val="dk1"/>
                </a:buClr>
                <a:buSzPts val="750"/>
                <a:buFont typeface="Arial"/>
                <a:buNone/>
              </a:pPr>
              <a:r>
                <a:rPr lang="en-US" sz="750">
                  <a:solidFill>
                    <a:schemeClr val="dk1"/>
                  </a:solidFill>
                  <a:latin typeface="Arial"/>
                  <a:ea typeface="Arial"/>
                  <a:cs typeface="Arial"/>
                  <a:sym typeface="Arial"/>
                </a:rPr>
                <a:t>Brisbane, AU</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Penang, MY</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Kuala Lumpur, MY</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Shanghai, CN</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Taipei, TW</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Hong Kong, HK</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Tokyo, JP</a:t>
              </a:r>
              <a:endParaRPr/>
            </a:p>
            <a:p>
              <a:pPr marL="0" marR="0" lvl="0" indent="0" algn="l" rtl="0">
                <a:lnSpc>
                  <a:spcPct val="110000"/>
                </a:lnSpc>
                <a:spcBef>
                  <a:spcPts val="0"/>
                </a:spcBef>
                <a:spcAft>
                  <a:spcPts val="0"/>
                </a:spcAft>
                <a:buNone/>
              </a:pPr>
              <a:r>
                <a:rPr lang="en-US" sz="750">
                  <a:solidFill>
                    <a:schemeClr val="dk1"/>
                  </a:solidFill>
                  <a:latin typeface="Arial"/>
                  <a:ea typeface="Arial"/>
                  <a:cs typeface="Arial"/>
                  <a:sym typeface="Arial"/>
                </a:rPr>
                <a:t>Ho chin min, VN</a:t>
              </a:r>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494">
          <p15:clr>
            <a:srgbClr val="FBAE4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matchingName="Boundless Impact">
  <p:cSld name="Boundless Impact">
    <p:bg>
      <p:bgPr>
        <a:solidFill>
          <a:schemeClr val="lt2"/>
        </a:solidFill>
        <a:effectLst/>
      </p:bgPr>
    </p:bg>
    <p:spTree>
      <p:nvGrpSpPr>
        <p:cNvPr id="1" name="Shape 1436"/>
        <p:cNvGrpSpPr/>
        <p:nvPr/>
      </p:nvGrpSpPr>
      <p:grpSpPr>
        <a:xfrm>
          <a:off x="0" y="0"/>
          <a:ext cx="0" cy="0"/>
          <a:chOff x="0" y="0"/>
          <a:chExt cx="0" cy="0"/>
        </a:xfrm>
      </p:grpSpPr>
      <p:sp>
        <p:nvSpPr>
          <p:cNvPr id="1437" name="Google Shape;1437;p129"/>
          <p:cNvSpPr/>
          <p:nvPr/>
        </p:nvSpPr>
        <p:spPr>
          <a:xfrm>
            <a:off x="0" y="1280160"/>
            <a:ext cx="5392200" cy="3488700"/>
          </a:xfrm>
          <a:prstGeom prst="roundRect">
            <a:avLst>
              <a:gd name="adj" fmla="val 0"/>
            </a:avLst>
          </a:prstGeom>
          <a:solidFill>
            <a:schemeClr val="dk1"/>
          </a:solidFill>
          <a:ln>
            <a:noFill/>
          </a:ln>
        </p:spPr>
        <p:txBody>
          <a:bodyPr spcFirstLastPara="1" wrap="square" lIns="411475" tIns="137150" rIns="91425" bIns="45700" anchor="ctr" anchorCtr="0">
            <a:noAutofit/>
          </a:bodyPr>
          <a:lstStyle/>
          <a:p>
            <a:pPr marL="0" marR="0" lvl="0" indent="0" algn="l" rtl="0">
              <a:spcBef>
                <a:spcPts val="0"/>
              </a:spcBef>
              <a:spcAft>
                <a:spcPts val="0"/>
              </a:spcAft>
              <a:buNone/>
            </a:pPr>
            <a:r>
              <a:rPr lang="en-US" sz="1500" b="1">
                <a:solidFill>
                  <a:schemeClr val="lt1"/>
                </a:solidFill>
                <a:latin typeface="Arial"/>
                <a:ea typeface="Arial"/>
                <a:cs typeface="Arial"/>
                <a:sym typeface="Arial"/>
              </a:rPr>
              <a:t>We transform lives through the power of technology. </a:t>
            </a:r>
            <a:endParaRPr/>
          </a:p>
          <a:p>
            <a:pPr marL="0" marR="0" lvl="0" indent="0" algn="l" rtl="0">
              <a:spcBef>
                <a:spcPts val="0"/>
              </a:spcBef>
              <a:spcAft>
                <a:spcPts val="0"/>
              </a:spcAft>
              <a:buNone/>
            </a:pPr>
            <a:endParaRPr sz="1500" b="1">
              <a:solidFill>
                <a:schemeClr val="lt1"/>
              </a:solidFill>
              <a:latin typeface="Arial"/>
              <a:ea typeface="Arial"/>
              <a:cs typeface="Arial"/>
              <a:sym typeface="Arial"/>
            </a:endParaRPr>
          </a:p>
          <a:p>
            <a:pPr marL="0" marR="0" lvl="0" indent="0" algn="l" rtl="0">
              <a:spcBef>
                <a:spcPts val="0"/>
              </a:spcBef>
              <a:spcAft>
                <a:spcPts val="0"/>
              </a:spcAft>
              <a:buNone/>
            </a:pPr>
            <a:r>
              <a:rPr lang="en-US" sz="1500" b="1">
                <a:solidFill>
                  <a:schemeClr val="lt1"/>
                </a:solidFill>
                <a:latin typeface="Arial"/>
                <a:ea typeface="Arial"/>
                <a:cs typeface="Arial"/>
                <a:sym typeface="Arial"/>
              </a:rPr>
              <a:t>We do it collaboratively, in partnership with our clients and communities. </a:t>
            </a:r>
            <a:endParaRPr/>
          </a:p>
          <a:p>
            <a:pPr marL="0" marR="0" lvl="0" indent="0" algn="l" rtl="0">
              <a:spcBef>
                <a:spcPts val="0"/>
              </a:spcBef>
              <a:spcAft>
                <a:spcPts val="0"/>
              </a:spcAft>
              <a:buNone/>
            </a:pPr>
            <a:endParaRPr sz="1500" b="1">
              <a:solidFill>
                <a:schemeClr val="lt1"/>
              </a:solidFill>
              <a:latin typeface="Arial"/>
              <a:ea typeface="Arial"/>
              <a:cs typeface="Arial"/>
              <a:sym typeface="Arial"/>
            </a:endParaRPr>
          </a:p>
          <a:p>
            <a:pPr marL="0" marR="0" lvl="0" indent="0" algn="l" rtl="0">
              <a:spcBef>
                <a:spcPts val="0"/>
              </a:spcBef>
              <a:spcAft>
                <a:spcPts val="0"/>
              </a:spcAft>
              <a:buNone/>
            </a:pPr>
            <a:r>
              <a:rPr lang="en-US" sz="1500" b="1">
                <a:solidFill>
                  <a:schemeClr val="lt1"/>
                </a:solidFill>
                <a:latin typeface="Arial"/>
                <a:ea typeface="Arial"/>
                <a:cs typeface="Arial"/>
                <a:sym typeface="Arial"/>
              </a:rPr>
              <a:t>And we do it sustainably, building enduring, boundless impact.</a:t>
            </a:r>
            <a:endParaRPr/>
          </a:p>
          <a:p>
            <a:pPr marL="0" marR="0" lvl="0" indent="0" algn="l" rtl="0">
              <a:lnSpc>
                <a:spcPct val="100000"/>
              </a:lnSpc>
              <a:spcBef>
                <a:spcPts val="0"/>
              </a:spcBef>
              <a:spcAft>
                <a:spcPts val="0"/>
              </a:spcAft>
              <a:buClr>
                <a:schemeClr val="lt1"/>
              </a:buClr>
              <a:buSzPts val="1200"/>
              <a:buFont typeface="Arial"/>
              <a:buNone/>
            </a:pPr>
            <a:endParaRPr sz="1200" b="1"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200"/>
              <a:buFont typeface="Arial"/>
              <a:buNone/>
            </a:pPr>
            <a:endParaRPr sz="1200" b="1"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200"/>
              <a:buFont typeface="Arial"/>
              <a:buNone/>
            </a:pPr>
            <a:endParaRPr sz="1200" b="0" i="0" u="none" strike="noStrike" cap="none">
              <a:solidFill>
                <a:srgbClr val="FFFFFF"/>
              </a:solidFill>
              <a:latin typeface="Arial"/>
              <a:ea typeface="Arial"/>
              <a:cs typeface="Arial"/>
              <a:sym typeface="Arial"/>
            </a:endParaRPr>
          </a:p>
        </p:txBody>
      </p:sp>
      <p:grpSp>
        <p:nvGrpSpPr>
          <p:cNvPr id="1438" name="Google Shape;1438;p129"/>
          <p:cNvGrpSpPr/>
          <p:nvPr/>
        </p:nvGrpSpPr>
        <p:grpSpPr>
          <a:xfrm>
            <a:off x="175995" y="4004751"/>
            <a:ext cx="4782990" cy="389986"/>
            <a:chOff x="234660" y="3540516"/>
            <a:chExt cx="6377320" cy="389986"/>
          </a:xfrm>
        </p:grpSpPr>
        <p:sp>
          <p:nvSpPr>
            <p:cNvPr id="1439" name="Google Shape;1439;p129"/>
            <p:cNvSpPr/>
            <p:nvPr/>
          </p:nvSpPr>
          <p:spPr>
            <a:xfrm>
              <a:off x="234660" y="3540516"/>
              <a:ext cx="1497300" cy="361800"/>
            </a:xfrm>
            <a:prstGeom prst="roundRect">
              <a:avLst>
                <a:gd name="adj" fmla="val 50000"/>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050"/>
                <a:buFont typeface="Arial"/>
                <a:buNone/>
              </a:pPr>
              <a:r>
                <a:rPr lang="en-US" sz="1050" b="0" i="0" u="none" strike="noStrike" cap="none">
                  <a:solidFill>
                    <a:srgbClr val="FFFFFF"/>
                  </a:solidFill>
                  <a:latin typeface="Arial"/>
                  <a:ea typeface="Arial"/>
                  <a:cs typeface="Arial"/>
                  <a:sym typeface="Arial"/>
                </a:rPr>
                <a:t>Customers</a:t>
              </a:r>
              <a:endParaRPr sz="1050" b="0" i="0" u="none" strike="noStrike" cap="none">
                <a:solidFill>
                  <a:srgbClr val="FFFFFF"/>
                </a:solidFill>
                <a:latin typeface="Arial"/>
                <a:ea typeface="Arial"/>
                <a:cs typeface="Arial"/>
                <a:sym typeface="Arial"/>
              </a:endParaRPr>
            </a:p>
          </p:txBody>
        </p:sp>
        <p:sp>
          <p:nvSpPr>
            <p:cNvPr id="1440" name="Google Shape;1440;p129"/>
            <p:cNvSpPr/>
            <p:nvPr/>
          </p:nvSpPr>
          <p:spPr>
            <a:xfrm>
              <a:off x="1833890" y="3568702"/>
              <a:ext cx="1497300" cy="361800"/>
            </a:xfrm>
            <a:prstGeom prst="roundRect">
              <a:avLst>
                <a:gd name="adj" fmla="val 50000"/>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050"/>
                <a:buFont typeface="Arial"/>
                <a:buNone/>
              </a:pPr>
              <a:r>
                <a:rPr lang="en-US" sz="1050" b="0" i="0" u="none" strike="noStrike" cap="none">
                  <a:solidFill>
                    <a:srgbClr val="FFFFFF"/>
                  </a:solidFill>
                  <a:latin typeface="Arial"/>
                  <a:ea typeface="Arial"/>
                  <a:cs typeface="Arial"/>
                  <a:sym typeface="Arial"/>
                </a:rPr>
                <a:t>Consumers</a:t>
              </a:r>
              <a:endParaRPr sz="1050" b="0" i="0" u="none" strike="noStrike" cap="none">
                <a:solidFill>
                  <a:srgbClr val="FFFFFF"/>
                </a:solidFill>
                <a:latin typeface="Arial"/>
                <a:ea typeface="Arial"/>
                <a:cs typeface="Arial"/>
                <a:sym typeface="Arial"/>
              </a:endParaRPr>
            </a:p>
          </p:txBody>
        </p:sp>
        <p:sp>
          <p:nvSpPr>
            <p:cNvPr id="1441" name="Google Shape;1441;p129"/>
            <p:cNvSpPr/>
            <p:nvPr/>
          </p:nvSpPr>
          <p:spPr>
            <a:xfrm>
              <a:off x="3370635" y="3568701"/>
              <a:ext cx="1497300" cy="361800"/>
            </a:xfrm>
            <a:prstGeom prst="roundRect">
              <a:avLst>
                <a:gd name="adj" fmla="val 50000"/>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050"/>
                <a:buFont typeface="Arial"/>
                <a:buNone/>
              </a:pPr>
              <a:r>
                <a:rPr lang="en-US" sz="1050" b="0" i="0" u="none" strike="noStrike" cap="none">
                  <a:solidFill>
                    <a:srgbClr val="FFFFFF"/>
                  </a:solidFill>
                  <a:latin typeface="Arial"/>
                  <a:ea typeface="Arial"/>
                  <a:cs typeface="Arial"/>
                  <a:sym typeface="Arial"/>
                </a:rPr>
                <a:t>Employees</a:t>
              </a:r>
              <a:endParaRPr sz="1050" b="0" i="0" u="none" strike="noStrike" cap="none">
                <a:solidFill>
                  <a:srgbClr val="FFFFFF"/>
                </a:solidFill>
                <a:latin typeface="Arial"/>
                <a:ea typeface="Arial"/>
                <a:cs typeface="Arial"/>
                <a:sym typeface="Arial"/>
              </a:endParaRPr>
            </a:p>
          </p:txBody>
        </p:sp>
        <p:sp>
          <p:nvSpPr>
            <p:cNvPr id="1442" name="Google Shape;1442;p129"/>
            <p:cNvSpPr/>
            <p:nvPr/>
          </p:nvSpPr>
          <p:spPr>
            <a:xfrm>
              <a:off x="4907380" y="3568700"/>
              <a:ext cx="1704600" cy="361800"/>
            </a:xfrm>
            <a:prstGeom prst="roundRect">
              <a:avLst>
                <a:gd name="adj" fmla="val 50000"/>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050"/>
                <a:buFont typeface="Arial"/>
                <a:buNone/>
              </a:pPr>
              <a:r>
                <a:rPr lang="en-US" sz="1050" b="0" i="0" u="none" strike="noStrike" cap="none">
                  <a:solidFill>
                    <a:srgbClr val="FFFFFF"/>
                  </a:solidFill>
                  <a:latin typeface="Arial"/>
                  <a:ea typeface="Arial"/>
                  <a:cs typeface="Arial"/>
                  <a:sym typeface="Arial"/>
                </a:rPr>
                <a:t>Communities</a:t>
              </a:r>
              <a:endParaRPr sz="1050" b="0" i="0" u="none" strike="noStrike" cap="none">
                <a:solidFill>
                  <a:srgbClr val="FFFFFF"/>
                </a:solidFill>
                <a:latin typeface="Arial"/>
                <a:ea typeface="Arial"/>
                <a:cs typeface="Arial"/>
                <a:sym typeface="Arial"/>
              </a:endParaRPr>
            </a:p>
          </p:txBody>
        </p:sp>
        <p:cxnSp>
          <p:nvCxnSpPr>
            <p:cNvPr id="1443" name="Google Shape;1443;p129"/>
            <p:cNvCxnSpPr/>
            <p:nvPr/>
          </p:nvCxnSpPr>
          <p:spPr>
            <a:xfrm>
              <a:off x="1598337" y="3749582"/>
              <a:ext cx="408000" cy="0"/>
            </a:xfrm>
            <a:prstGeom prst="straightConnector1">
              <a:avLst/>
            </a:prstGeom>
            <a:noFill/>
            <a:ln w="12700" cap="sq" cmpd="sng">
              <a:solidFill>
                <a:schemeClr val="lt1"/>
              </a:solidFill>
              <a:prstDash val="solid"/>
              <a:round/>
              <a:headEnd type="none" w="sm" len="sm"/>
              <a:tailEnd type="none" w="sm" len="sm"/>
            </a:ln>
          </p:spPr>
        </p:cxnSp>
        <p:cxnSp>
          <p:nvCxnSpPr>
            <p:cNvPr id="1444" name="Google Shape;1444;p129"/>
            <p:cNvCxnSpPr/>
            <p:nvPr/>
          </p:nvCxnSpPr>
          <p:spPr>
            <a:xfrm>
              <a:off x="3145783" y="3749582"/>
              <a:ext cx="408000" cy="0"/>
            </a:xfrm>
            <a:prstGeom prst="straightConnector1">
              <a:avLst/>
            </a:prstGeom>
            <a:noFill/>
            <a:ln w="12700" cap="sq" cmpd="sng">
              <a:solidFill>
                <a:schemeClr val="lt1"/>
              </a:solidFill>
              <a:prstDash val="solid"/>
              <a:round/>
              <a:headEnd type="none" w="sm" len="sm"/>
              <a:tailEnd type="none" w="sm" len="sm"/>
            </a:ln>
          </p:spPr>
        </p:cxnSp>
        <p:cxnSp>
          <p:nvCxnSpPr>
            <p:cNvPr id="1445" name="Google Shape;1445;p129"/>
            <p:cNvCxnSpPr/>
            <p:nvPr/>
          </p:nvCxnSpPr>
          <p:spPr>
            <a:xfrm>
              <a:off x="4693229" y="3749582"/>
              <a:ext cx="408000" cy="0"/>
            </a:xfrm>
            <a:prstGeom prst="straightConnector1">
              <a:avLst/>
            </a:prstGeom>
            <a:noFill/>
            <a:ln w="12700" cap="sq" cmpd="sng">
              <a:solidFill>
                <a:schemeClr val="lt1"/>
              </a:solidFill>
              <a:prstDash val="solid"/>
              <a:round/>
              <a:headEnd type="none" w="sm" len="sm"/>
              <a:tailEnd type="none" w="sm" len="sm"/>
            </a:ln>
          </p:spPr>
        </p:cxnSp>
      </p:grpSp>
      <p:pic>
        <p:nvPicPr>
          <p:cNvPr id="1446" name="Google Shape;1446;p129" descr="Qr code&#10;&#10;Description automatically generated"/>
          <p:cNvPicPr preferRelativeResize="0"/>
          <p:nvPr/>
        </p:nvPicPr>
        <p:blipFill rotWithShape="1">
          <a:blip r:embed="rId2">
            <a:alphaModFix/>
          </a:blip>
          <a:srcRect/>
          <a:stretch/>
        </p:blipFill>
        <p:spPr>
          <a:xfrm>
            <a:off x="5887329" y="2789897"/>
            <a:ext cx="2335096" cy="3113461"/>
          </a:xfrm>
          <a:prstGeom prst="rect">
            <a:avLst/>
          </a:prstGeom>
          <a:noFill/>
          <a:ln>
            <a:noFill/>
          </a:ln>
        </p:spPr>
      </p:pic>
      <p:sp>
        <p:nvSpPr>
          <p:cNvPr id="1447" name="Google Shape;1447;p129"/>
          <p:cNvSpPr txBox="1"/>
          <p:nvPr/>
        </p:nvSpPr>
        <p:spPr>
          <a:xfrm>
            <a:off x="274320" y="365760"/>
            <a:ext cx="7479000" cy="9144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1"/>
              </a:buClr>
              <a:buSzPts val="2400"/>
              <a:buFont typeface="Arial"/>
              <a:buNone/>
            </a:pPr>
            <a:r>
              <a:rPr lang="en-US" sz="2400" b="0">
                <a:solidFill>
                  <a:schemeClr val="dk1"/>
                </a:solidFill>
                <a:latin typeface="Arial"/>
                <a:ea typeface="Arial"/>
                <a:cs typeface="Arial"/>
                <a:sym typeface="Arial"/>
              </a:rPr>
              <a:t>Together, we build for boundless impact</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orient="horz" pos="4148">
          <p15:clr>
            <a:srgbClr val="FBAE4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matchingName="1_Timeline history">
  <p:cSld name="1_Timeline history">
    <p:spTree>
      <p:nvGrpSpPr>
        <p:cNvPr id="1" name="Shape 1448"/>
        <p:cNvGrpSpPr/>
        <p:nvPr/>
      </p:nvGrpSpPr>
      <p:grpSpPr>
        <a:xfrm>
          <a:off x="0" y="0"/>
          <a:ext cx="0" cy="0"/>
          <a:chOff x="0" y="0"/>
          <a:chExt cx="0" cy="0"/>
        </a:xfrm>
      </p:grpSpPr>
      <p:sp>
        <p:nvSpPr>
          <p:cNvPr id="1449" name="Google Shape;1449;p130"/>
          <p:cNvSpPr txBox="1"/>
          <p:nvPr/>
        </p:nvSpPr>
        <p:spPr>
          <a:xfrm>
            <a:off x="274320" y="365760"/>
            <a:ext cx="3052800" cy="9144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dk1"/>
              </a:buClr>
              <a:buSzPts val="2400"/>
              <a:buFont typeface="Arial"/>
              <a:buNone/>
            </a:pPr>
            <a:r>
              <a:rPr lang="en-US" sz="2400" b="0">
                <a:solidFill>
                  <a:schemeClr val="dk1"/>
                </a:solidFill>
                <a:latin typeface="Arial"/>
                <a:ea typeface="Arial"/>
                <a:cs typeface="Arial"/>
                <a:sym typeface="Arial"/>
              </a:rPr>
              <a:t>UST’s evolution</a:t>
            </a:r>
            <a:endParaRPr/>
          </a:p>
          <a:p>
            <a:pPr marL="0" marR="0" lvl="0" indent="0" algn="l" rtl="0">
              <a:lnSpc>
                <a:spcPct val="90000"/>
              </a:lnSpc>
              <a:spcBef>
                <a:spcPts val="0"/>
              </a:spcBef>
              <a:spcAft>
                <a:spcPts val="0"/>
              </a:spcAft>
              <a:buClr>
                <a:schemeClr val="dk1"/>
              </a:buClr>
              <a:buSzPts val="1800"/>
              <a:buFont typeface="Arial"/>
              <a:buNone/>
            </a:pPr>
            <a:r>
              <a:rPr lang="en-US" sz="1800" b="0">
                <a:solidFill>
                  <a:schemeClr val="dk1"/>
                </a:solidFill>
                <a:latin typeface="Arial"/>
                <a:ea typeface="Arial"/>
                <a:cs typeface="Arial"/>
                <a:sym typeface="Arial"/>
              </a:rPr>
              <a:t>Digital from day one</a:t>
            </a:r>
            <a:endParaRPr/>
          </a:p>
        </p:txBody>
      </p:sp>
      <p:grpSp>
        <p:nvGrpSpPr>
          <p:cNvPr id="1450" name="Google Shape;1450;p130"/>
          <p:cNvGrpSpPr/>
          <p:nvPr/>
        </p:nvGrpSpPr>
        <p:grpSpPr>
          <a:xfrm>
            <a:off x="1" y="0"/>
            <a:ext cx="9143894" cy="6172329"/>
            <a:chOff x="1" y="0"/>
            <a:chExt cx="12191859" cy="6172329"/>
          </a:xfrm>
        </p:grpSpPr>
        <p:sp>
          <p:nvSpPr>
            <p:cNvPr id="1451" name="Google Shape;1451;p130"/>
            <p:cNvSpPr/>
            <p:nvPr/>
          </p:nvSpPr>
          <p:spPr>
            <a:xfrm>
              <a:off x="5258260" y="0"/>
              <a:ext cx="6933600" cy="6172200"/>
            </a:xfrm>
            <a:prstGeom prst="rect">
              <a:avLst/>
            </a:prstGeom>
            <a:solidFill>
              <a:srgbClr val="C2BCBE"/>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452" name="Google Shape;1452;p130"/>
            <p:cNvSpPr/>
            <p:nvPr/>
          </p:nvSpPr>
          <p:spPr>
            <a:xfrm>
              <a:off x="2183622" y="1764129"/>
              <a:ext cx="3077700" cy="4408200"/>
            </a:xfrm>
            <a:prstGeom prst="rect">
              <a:avLst/>
            </a:prstGeom>
            <a:solidFill>
              <a:srgbClr val="D7E0E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453" name="Google Shape;1453;p130"/>
            <p:cNvSpPr/>
            <p:nvPr/>
          </p:nvSpPr>
          <p:spPr>
            <a:xfrm>
              <a:off x="1" y="2734540"/>
              <a:ext cx="2187300" cy="3437700"/>
            </a:xfrm>
            <a:prstGeom prst="rect">
              <a:avLst/>
            </a:prstGeom>
            <a:solidFill>
              <a:srgbClr val="F2F7F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454" name="Google Shape;1454;p130"/>
            <p:cNvSpPr txBox="1"/>
            <p:nvPr/>
          </p:nvSpPr>
          <p:spPr>
            <a:xfrm>
              <a:off x="328336" y="3068582"/>
              <a:ext cx="1176300" cy="28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350" b="1">
                  <a:solidFill>
                    <a:schemeClr val="dk1"/>
                  </a:solidFill>
                  <a:latin typeface="Arial"/>
                  <a:ea typeface="Arial"/>
                  <a:cs typeface="Arial"/>
                  <a:sym typeface="Arial"/>
                </a:rPr>
                <a:t>1999 – 2005</a:t>
              </a:r>
              <a:endParaRPr/>
            </a:p>
          </p:txBody>
        </p:sp>
        <p:sp>
          <p:nvSpPr>
            <p:cNvPr id="1455" name="Google Shape;1455;p130"/>
            <p:cNvSpPr txBox="1"/>
            <p:nvPr/>
          </p:nvSpPr>
          <p:spPr>
            <a:xfrm>
              <a:off x="2416036" y="2043150"/>
              <a:ext cx="1176300" cy="28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350" b="1">
                  <a:solidFill>
                    <a:schemeClr val="dk1"/>
                  </a:solidFill>
                  <a:latin typeface="Arial"/>
                  <a:ea typeface="Arial"/>
                  <a:cs typeface="Arial"/>
                  <a:sym typeface="Arial"/>
                </a:rPr>
                <a:t>2006 – 2016 </a:t>
              </a:r>
              <a:endParaRPr/>
            </a:p>
          </p:txBody>
        </p:sp>
        <p:sp>
          <p:nvSpPr>
            <p:cNvPr id="1456" name="Google Shape;1456;p130"/>
            <p:cNvSpPr txBox="1"/>
            <p:nvPr/>
          </p:nvSpPr>
          <p:spPr>
            <a:xfrm>
              <a:off x="5511911" y="340426"/>
              <a:ext cx="1176300" cy="281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350" b="1">
                  <a:solidFill>
                    <a:schemeClr val="dk1"/>
                  </a:solidFill>
                  <a:latin typeface="Arial"/>
                  <a:ea typeface="Arial"/>
                  <a:cs typeface="Arial"/>
                  <a:sym typeface="Arial"/>
                </a:rPr>
                <a:t>2017 – 2025</a:t>
              </a:r>
              <a:endParaRPr/>
            </a:p>
          </p:txBody>
        </p:sp>
        <p:cxnSp>
          <p:nvCxnSpPr>
            <p:cNvPr id="1457" name="Google Shape;1457;p130"/>
            <p:cNvCxnSpPr/>
            <p:nvPr/>
          </p:nvCxnSpPr>
          <p:spPr>
            <a:xfrm rot="10800000">
              <a:off x="6426804" y="2788024"/>
              <a:ext cx="0" cy="594000"/>
            </a:xfrm>
            <a:prstGeom prst="straightConnector1">
              <a:avLst/>
            </a:prstGeom>
            <a:noFill/>
            <a:ln w="12700" cap="sq" cmpd="sng">
              <a:solidFill>
                <a:srgbClr val="231F20"/>
              </a:solidFill>
              <a:prstDash val="solid"/>
              <a:round/>
              <a:headEnd type="none" w="sm" len="sm"/>
              <a:tailEnd type="none" w="sm" len="sm"/>
            </a:ln>
          </p:spPr>
        </p:cxnSp>
        <p:cxnSp>
          <p:nvCxnSpPr>
            <p:cNvPr id="1458" name="Google Shape;1458;p130"/>
            <p:cNvCxnSpPr/>
            <p:nvPr/>
          </p:nvCxnSpPr>
          <p:spPr>
            <a:xfrm rot="10800000">
              <a:off x="6118713" y="2338780"/>
              <a:ext cx="0" cy="404100"/>
            </a:xfrm>
            <a:prstGeom prst="straightConnector1">
              <a:avLst/>
            </a:prstGeom>
            <a:noFill/>
            <a:ln w="12700" cap="sq" cmpd="sng">
              <a:solidFill>
                <a:srgbClr val="231F20"/>
              </a:solidFill>
              <a:prstDash val="solid"/>
              <a:round/>
              <a:headEnd type="none" w="sm" len="sm"/>
              <a:tailEnd type="none" w="sm" len="sm"/>
            </a:ln>
          </p:spPr>
        </p:cxnSp>
        <p:sp>
          <p:nvSpPr>
            <p:cNvPr id="1459" name="Google Shape;1459;p130"/>
            <p:cNvSpPr txBox="1"/>
            <p:nvPr/>
          </p:nvSpPr>
          <p:spPr>
            <a:xfrm>
              <a:off x="2731139" y="3301316"/>
              <a:ext cx="828300" cy="377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2009</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Expanded into Latin America</a:t>
              </a:r>
              <a:endParaRPr/>
            </a:p>
          </p:txBody>
        </p:sp>
        <p:cxnSp>
          <p:nvCxnSpPr>
            <p:cNvPr id="1460" name="Google Shape;1460;p130"/>
            <p:cNvCxnSpPr/>
            <p:nvPr/>
          </p:nvCxnSpPr>
          <p:spPr>
            <a:xfrm rot="10800000">
              <a:off x="2795527" y="3848953"/>
              <a:ext cx="0" cy="532500"/>
            </a:xfrm>
            <a:prstGeom prst="straightConnector1">
              <a:avLst/>
            </a:prstGeom>
            <a:noFill/>
            <a:ln w="12700" cap="sq" cmpd="sng">
              <a:solidFill>
                <a:srgbClr val="231F20"/>
              </a:solidFill>
              <a:prstDash val="solid"/>
              <a:round/>
              <a:headEnd type="none" w="sm" len="sm"/>
              <a:tailEnd type="none" w="sm" len="sm"/>
            </a:ln>
          </p:spPr>
        </p:cxnSp>
        <p:cxnSp>
          <p:nvCxnSpPr>
            <p:cNvPr id="1461" name="Google Shape;1461;p130"/>
            <p:cNvCxnSpPr/>
            <p:nvPr/>
          </p:nvCxnSpPr>
          <p:spPr>
            <a:xfrm rot="10800000">
              <a:off x="2472420" y="4522311"/>
              <a:ext cx="0" cy="780600"/>
            </a:xfrm>
            <a:prstGeom prst="straightConnector1">
              <a:avLst/>
            </a:prstGeom>
            <a:noFill/>
            <a:ln w="12700" cap="sq" cmpd="sng">
              <a:solidFill>
                <a:srgbClr val="231F20"/>
              </a:solidFill>
              <a:prstDash val="solid"/>
              <a:round/>
              <a:headEnd type="none" w="sm" len="sm"/>
              <a:tailEnd type="none" w="sm" len="sm"/>
            </a:ln>
          </p:spPr>
        </p:cxnSp>
        <p:cxnSp>
          <p:nvCxnSpPr>
            <p:cNvPr id="1462" name="Google Shape;1462;p130"/>
            <p:cNvCxnSpPr/>
            <p:nvPr/>
          </p:nvCxnSpPr>
          <p:spPr>
            <a:xfrm rot="10800000">
              <a:off x="1139979" y="4743823"/>
              <a:ext cx="0" cy="102600"/>
            </a:xfrm>
            <a:prstGeom prst="straightConnector1">
              <a:avLst/>
            </a:prstGeom>
            <a:noFill/>
            <a:ln w="12700" cap="sq" cmpd="sng">
              <a:solidFill>
                <a:srgbClr val="231F20"/>
              </a:solidFill>
              <a:prstDash val="solid"/>
              <a:round/>
              <a:headEnd type="none" w="sm" len="sm"/>
              <a:tailEnd type="none" w="sm" len="sm"/>
            </a:ln>
          </p:spPr>
        </p:cxnSp>
        <p:sp>
          <p:nvSpPr>
            <p:cNvPr id="1463" name="Google Shape;1463;p130"/>
            <p:cNvSpPr txBox="1"/>
            <p:nvPr/>
          </p:nvSpPr>
          <p:spPr>
            <a:xfrm>
              <a:off x="2416818" y="5363583"/>
              <a:ext cx="1608300" cy="492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2006</a:t>
              </a:r>
              <a:endParaRPr sz="825" b="1" i="0" u="none" strike="noStrike" cap="none">
                <a:solidFill>
                  <a:srgbClr val="231F20"/>
                </a:solidFill>
                <a:latin typeface="Arial"/>
                <a:ea typeface="Arial"/>
                <a:cs typeface="Arial"/>
                <a:sym typeface="Arial"/>
              </a:endParaRPr>
            </a:p>
            <a:p>
              <a:pPr marL="0" marR="0" lvl="0" indent="0" algn="l" rtl="0">
                <a:spcBef>
                  <a:spcPts val="150"/>
                </a:spcBef>
                <a:spcAft>
                  <a:spcPts val="0"/>
                </a:spcAft>
                <a:buNone/>
              </a:pPr>
              <a:r>
                <a:rPr lang="en-US" sz="750">
                  <a:solidFill>
                    <a:schemeClr val="dk1"/>
                  </a:solidFill>
                  <a:latin typeface="Arial"/>
                  <a:ea typeface="Arial"/>
                  <a:cs typeface="Arial"/>
                  <a:sym typeface="Arial"/>
                </a:rPr>
                <a:t>Opened operations in the UK, expanding its EU footprint</a:t>
              </a:r>
              <a:endParaRPr/>
            </a:p>
          </p:txBody>
        </p:sp>
        <p:sp>
          <p:nvSpPr>
            <p:cNvPr id="1464" name="Google Shape;1464;p130"/>
            <p:cNvSpPr txBox="1"/>
            <p:nvPr/>
          </p:nvSpPr>
          <p:spPr>
            <a:xfrm>
              <a:off x="3105258" y="4932445"/>
              <a:ext cx="989100" cy="377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2013</a:t>
              </a:r>
              <a:endParaRPr/>
            </a:p>
            <a:p>
              <a:pPr marL="0" marR="0" lvl="0" indent="0" algn="l" rtl="0">
                <a:lnSpc>
                  <a:spcPct val="100000"/>
                </a:lnSpc>
                <a:spcBef>
                  <a:spcPts val="150"/>
                </a:spcBef>
                <a:spcAft>
                  <a:spcPts val="0"/>
                </a:spcAft>
                <a:buClr>
                  <a:schemeClr val="dk1"/>
                </a:buClr>
                <a:buSzPts val="750"/>
                <a:buFont typeface="Arial"/>
                <a:buNone/>
              </a:pPr>
              <a:r>
                <a:rPr lang="en-US" sz="750">
                  <a:solidFill>
                    <a:schemeClr val="dk1"/>
                  </a:solidFill>
                  <a:latin typeface="Arial"/>
                  <a:ea typeface="Arial"/>
                  <a:cs typeface="Arial"/>
                  <a:sym typeface="Arial"/>
                </a:rPr>
                <a:t>10,000 employees</a:t>
              </a:r>
              <a:endParaRPr/>
            </a:p>
          </p:txBody>
        </p:sp>
        <p:sp>
          <p:nvSpPr>
            <p:cNvPr id="1465" name="Google Shape;1465;p130"/>
            <p:cNvSpPr txBox="1"/>
            <p:nvPr/>
          </p:nvSpPr>
          <p:spPr>
            <a:xfrm>
              <a:off x="6053240" y="1809997"/>
              <a:ext cx="915900" cy="377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2018</a:t>
              </a:r>
              <a:endParaRPr/>
            </a:p>
            <a:p>
              <a:pPr marL="0" marR="0" lvl="0" indent="0" algn="l" rtl="0">
                <a:spcBef>
                  <a:spcPts val="150"/>
                </a:spcBef>
                <a:spcAft>
                  <a:spcPts val="0"/>
                </a:spcAft>
                <a:buNone/>
              </a:pPr>
              <a:r>
                <a:rPr lang="en-US" sz="750" b="0">
                  <a:solidFill>
                    <a:srgbClr val="231F20"/>
                  </a:solidFill>
                  <a:latin typeface="Arial"/>
                  <a:ea typeface="Arial"/>
                  <a:cs typeface="Arial"/>
                  <a:sym typeface="Arial"/>
                </a:rPr>
                <a:t>Temasek invested $250M</a:t>
              </a:r>
              <a:endParaRPr/>
            </a:p>
          </p:txBody>
        </p:sp>
        <p:sp>
          <p:nvSpPr>
            <p:cNvPr id="1466" name="Google Shape;1466;p130"/>
            <p:cNvSpPr txBox="1"/>
            <p:nvPr/>
          </p:nvSpPr>
          <p:spPr>
            <a:xfrm>
              <a:off x="6361657" y="3427651"/>
              <a:ext cx="904200" cy="492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2018</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Reached 20,000 employees</a:t>
              </a:r>
              <a:endParaRPr/>
            </a:p>
          </p:txBody>
        </p:sp>
        <p:sp>
          <p:nvSpPr>
            <p:cNvPr id="1467" name="Google Shape;1467;p130"/>
            <p:cNvSpPr txBox="1"/>
            <p:nvPr/>
          </p:nvSpPr>
          <p:spPr>
            <a:xfrm>
              <a:off x="3573406" y="2859614"/>
              <a:ext cx="854400" cy="492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2013</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Launched Step IT Up America</a:t>
              </a:r>
              <a:endParaRPr/>
            </a:p>
          </p:txBody>
        </p:sp>
        <p:sp>
          <p:nvSpPr>
            <p:cNvPr id="1468" name="Google Shape;1468;p130"/>
            <p:cNvSpPr/>
            <p:nvPr/>
          </p:nvSpPr>
          <p:spPr>
            <a:xfrm>
              <a:off x="343694" y="221010"/>
              <a:ext cx="11177635" cy="4735329"/>
            </a:xfrm>
            <a:custGeom>
              <a:avLst/>
              <a:gdLst/>
              <a:ahLst/>
              <a:cxnLst/>
              <a:rect l="l" t="t" r="r" b="b"/>
              <a:pathLst>
                <a:path w="9472572" h="5637297" extrusionOk="0">
                  <a:moveTo>
                    <a:pt x="0" y="5637297"/>
                  </a:moveTo>
                  <a:lnTo>
                    <a:pt x="1070776" y="5171083"/>
                  </a:lnTo>
                  <a:lnTo>
                    <a:pt x="2105921" y="5032851"/>
                  </a:lnTo>
                  <a:lnTo>
                    <a:pt x="3075739" y="4219697"/>
                  </a:lnTo>
                  <a:lnTo>
                    <a:pt x="4199252" y="3907202"/>
                  </a:lnTo>
                  <a:lnTo>
                    <a:pt x="4886514" y="3019811"/>
                  </a:lnTo>
                  <a:lnTo>
                    <a:pt x="5817988" y="2847529"/>
                  </a:lnTo>
                  <a:lnTo>
                    <a:pt x="5827248" y="2846783"/>
                  </a:lnTo>
                  <a:lnTo>
                    <a:pt x="6652279" y="2532041"/>
                  </a:lnTo>
                  <a:cubicBezTo>
                    <a:pt x="6969070" y="2322677"/>
                    <a:pt x="7219885" y="2281251"/>
                    <a:pt x="7601696" y="1948337"/>
                  </a:cubicBezTo>
                  <a:lnTo>
                    <a:pt x="8181173" y="1416313"/>
                  </a:lnTo>
                  <a:cubicBezTo>
                    <a:pt x="8350966" y="1223294"/>
                    <a:pt x="9302779" y="193019"/>
                    <a:pt x="9472572" y="0"/>
                  </a:cubicBezTo>
                </a:path>
              </a:pathLst>
            </a:cu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050"/>
                <a:buFont typeface="Arial"/>
                <a:buNone/>
              </a:pPr>
              <a:endParaRPr sz="1050" b="0" i="0" u="none" strike="noStrike" cap="none">
                <a:solidFill>
                  <a:srgbClr val="525252"/>
                </a:solidFill>
                <a:latin typeface="Arial"/>
                <a:ea typeface="Arial"/>
                <a:cs typeface="Arial"/>
                <a:sym typeface="Arial"/>
              </a:endParaRPr>
            </a:p>
          </p:txBody>
        </p:sp>
        <p:sp>
          <p:nvSpPr>
            <p:cNvPr id="1469" name="Google Shape;1469;p130"/>
            <p:cNvSpPr txBox="1"/>
            <p:nvPr/>
          </p:nvSpPr>
          <p:spPr>
            <a:xfrm>
              <a:off x="8563121" y="905854"/>
              <a:ext cx="1196100" cy="608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2021</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Certified “Top Employer of the year” in US, UK and Spain</a:t>
              </a:r>
              <a:endParaRPr sz="675" b="1" i="0" u="none" strike="noStrike" cap="none">
                <a:solidFill>
                  <a:schemeClr val="dk1"/>
                </a:solidFill>
                <a:latin typeface="Arial"/>
                <a:ea typeface="Arial"/>
                <a:cs typeface="Arial"/>
                <a:sym typeface="Arial"/>
              </a:endParaRPr>
            </a:p>
          </p:txBody>
        </p:sp>
        <p:sp>
          <p:nvSpPr>
            <p:cNvPr id="1470" name="Google Shape;1470;p130"/>
            <p:cNvSpPr/>
            <p:nvPr/>
          </p:nvSpPr>
          <p:spPr>
            <a:xfrm>
              <a:off x="1081049" y="4606900"/>
              <a:ext cx="130200" cy="1356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471" name="Google Shape;1471;p130"/>
            <p:cNvSpPr/>
            <p:nvPr/>
          </p:nvSpPr>
          <p:spPr>
            <a:xfrm>
              <a:off x="2407273" y="4417303"/>
              <a:ext cx="130200" cy="13560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472" name="Google Shape;1472;p130"/>
            <p:cNvSpPr/>
            <p:nvPr/>
          </p:nvSpPr>
          <p:spPr>
            <a:xfrm>
              <a:off x="2730380" y="4380198"/>
              <a:ext cx="130200" cy="13560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473" name="Google Shape;1473;p130"/>
            <p:cNvSpPr/>
            <p:nvPr/>
          </p:nvSpPr>
          <p:spPr>
            <a:xfrm>
              <a:off x="6053240" y="2710692"/>
              <a:ext cx="130200" cy="1356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474" name="Google Shape;1474;p130"/>
            <p:cNvSpPr/>
            <p:nvPr/>
          </p:nvSpPr>
          <p:spPr>
            <a:xfrm>
              <a:off x="6361657" y="2652424"/>
              <a:ext cx="130200" cy="1356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475" name="Google Shape;1475;p130"/>
            <p:cNvSpPr txBox="1"/>
            <p:nvPr/>
          </p:nvSpPr>
          <p:spPr>
            <a:xfrm>
              <a:off x="1069317" y="4898729"/>
              <a:ext cx="950100" cy="377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2002</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Launched UST’s Colors Program</a:t>
              </a:r>
              <a:endParaRPr/>
            </a:p>
          </p:txBody>
        </p:sp>
        <p:sp>
          <p:nvSpPr>
            <p:cNvPr id="1476" name="Google Shape;1476;p130"/>
            <p:cNvSpPr txBox="1"/>
            <p:nvPr/>
          </p:nvSpPr>
          <p:spPr>
            <a:xfrm>
              <a:off x="5523777" y="5474567"/>
              <a:ext cx="1356300" cy="377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2017</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Launched CyberProof and UST SmartOps</a:t>
              </a:r>
              <a:endParaRPr/>
            </a:p>
          </p:txBody>
        </p:sp>
        <p:sp>
          <p:nvSpPr>
            <p:cNvPr id="1477" name="Google Shape;1477;p130"/>
            <p:cNvSpPr txBox="1"/>
            <p:nvPr/>
          </p:nvSpPr>
          <p:spPr>
            <a:xfrm>
              <a:off x="7545392" y="1609648"/>
              <a:ext cx="873000" cy="377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2020</a:t>
              </a:r>
              <a:endParaRPr/>
            </a:p>
            <a:p>
              <a:pPr marL="0" marR="0" lvl="0" indent="0" algn="l" rtl="0">
                <a:lnSpc>
                  <a:spcPct val="100000"/>
                </a:lnSpc>
                <a:spcBef>
                  <a:spcPts val="150"/>
                </a:spcBef>
                <a:spcAft>
                  <a:spcPts val="0"/>
                </a:spcAft>
                <a:buClr>
                  <a:schemeClr val="dk1"/>
                </a:buClr>
                <a:buSzPts val="750"/>
                <a:buFont typeface="Arial"/>
                <a:buNone/>
              </a:pPr>
              <a:r>
                <a:rPr lang="en-US" sz="750" i="0" u="none" strike="noStrike" cap="none">
                  <a:solidFill>
                    <a:schemeClr val="dk1"/>
                  </a:solidFill>
                  <a:latin typeface="Arial"/>
                  <a:ea typeface="Arial"/>
                  <a:cs typeface="Arial"/>
                  <a:sym typeface="Arial"/>
                </a:rPr>
                <a:t>Glassdoor Best Places to Work</a:t>
              </a:r>
              <a:endParaRPr sz="675" i="0" u="none" strike="noStrike" cap="none">
                <a:solidFill>
                  <a:schemeClr val="dk1"/>
                </a:solidFill>
                <a:latin typeface="Arial"/>
                <a:ea typeface="Arial"/>
                <a:cs typeface="Arial"/>
                <a:sym typeface="Arial"/>
              </a:endParaRPr>
            </a:p>
          </p:txBody>
        </p:sp>
        <p:sp>
          <p:nvSpPr>
            <p:cNvPr id="1478" name="Google Shape;1478;p130"/>
            <p:cNvSpPr txBox="1"/>
            <p:nvPr/>
          </p:nvSpPr>
          <p:spPr>
            <a:xfrm>
              <a:off x="6895934" y="1009879"/>
              <a:ext cx="960900" cy="377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2019</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Launched UST HealthProof</a:t>
              </a:r>
              <a:endParaRPr/>
            </a:p>
          </p:txBody>
        </p:sp>
        <p:cxnSp>
          <p:nvCxnSpPr>
            <p:cNvPr id="1479" name="Google Shape;1479;p130"/>
            <p:cNvCxnSpPr>
              <a:endCxn id="1480" idx="0"/>
            </p:cNvCxnSpPr>
            <p:nvPr/>
          </p:nvCxnSpPr>
          <p:spPr>
            <a:xfrm>
              <a:off x="7610492" y="2139669"/>
              <a:ext cx="0" cy="278700"/>
            </a:xfrm>
            <a:prstGeom prst="straightConnector1">
              <a:avLst/>
            </a:prstGeom>
            <a:noFill/>
            <a:ln w="12700" cap="sq" cmpd="sng">
              <a:solidFill>
                <a:srgbClr val="231F20"/>
              </a:solidFill>
              <a:prstDash val="solid"/>
              <a:round/>
              <a:headEnd type="none" w="sm" len="sm"/>
              <a:tailEnd type="none" w="sm" len="sm"/>
            </a:ln>
          </p:spPr>
        </p:cxnSp>
        <p:sp>
          <p:nvSpPr>
            <p:cNvPr id="1481" name="Google Shape;1481;p130"/>
            <p:cNvSpPr txBox="1"/>
            <p:nvPr/>
          </p:nvSpPr>
          <p:spPr>
            <a:xfrm>
              <a:off x="7901885" y="5159246"/>
              <a:ext cx="1164600" cy="492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2020</a:t>
              </a:r>
              <a:endParaRPr/>
            </a:p>
            <a:p>
              <a:pPr marL="0" marR="0" lvl="0" indent="0" algn="l" rtl="0">
                <a:spcBef>
                  <a:spcPts val="150"/>
                </a:spcBef>
                <a:spcAft>
                  <a:spcPts val="0"/>
                </a:spcAft>
                <a:buNone/>
              </a:pPr>
              <a:r>
                <a:rPr lang="en-US" sz="750" b="0">
                  <a:solidFill>
                    <a:srgbClr val="231F20"/>
                  </a:solidFill>
                  <a:latin typeface="Arial"/>
                  <a:ea typeface="Arial"/>
                  <a:cs typeface="Arial"/>
                  <a:sym typeface="Arial"/>
                </a:rPr>
                <a:t>Temasek follow on investment of $120M</a:t>
              </a:r>
              <a:endParaRPr/>
            </a:p>
          </p:txBody>
        </p:sp>
        <p:cxnSp>
          <p:nvCxnSpPr>
            <p:cNvPr id="1482" name="Google Shape;1482;p130"/>
            <p:cNvCxnSpPr/>
            <p:nvPr/>
          </p:nvCxnSpPr>
          <p:spPr>
            <a:xfrm rot="10800000">
              <a:off x="7308226" y="2585265"/>
              <a:ext cx="0" cy="3021600"/>
            </a:xfrm>
            <a:prstGeom prst="straightConnector1">
              <a:avLst/>
            </a:prstGeom>
            <a:noFill/>
            <a:ln w="12700" cap="sq" cmpd="sng">
              <a:solidFill>
                <a:srgbClr val="231F20"/>
              </a:solidFill>
              <a:prstDash val="solid"/>
              <a:round/>
              <a:headEnd type="none" w="sm" len="sm"/>
              <a:tailEnd type="none" w="sm" len="sm"/>
            </a:ln>
          </p:spPr>
        </p:cxnSp>
        <p:sp>
          <p:nvSpPr>
            <p:cNvPr id="1483" name="Google Shape;1483;p130"/>
            <p:cNvSpPr/>
            <p:nvPr/>
          </p:nvSpPr>
          <p:spPr>
            <a:xfrm>
              <a:off x="7243078" y="2518935"/>
              <a:ext cx="130200" cy="13560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484" name="Google Shape;1484;p130"/>
            <p:cNvSpPr txBox="1"/>
            <p:nvPr/>
          </p:nvSpPr>
          <p:spPr>
            <a:xfrm>
              <a:off x="7243078" y="5628456"/>
              <a:ext cx="1823400" cy="261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2020</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Acquired Advalent healthcare</a:t>
              </a:r>
              <a:endParaRPr/>
            </a:p>
          </p:txBody>
        </p:sp>
        <p:sp>
          <p:nvSpPr>
            <p:cNvPr id="1485" name="Google Shape;1485;p130"/>
            <p:cNvSpPr txBox="1"/>
            <p:nvPr/>
          </p:nvSpPr>
          <p:spPr>
            <a:xfrm>
              <a:off x="8896975" y="4387027"/>
              <a:ext cx="1115400" cy="261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2022</a:t>
              </a:r>
              <a:endParaRPr/>
            </a:p>
            <a:p>
              <a:pPr marL="0" marR="0" lvl="0" indent="0" algn="l" rtl="0">
                <a:spcBef>
                  <a:spcPts val="150"/>
                </a:spcBef>
                <a:spcAft>
                  <a:spcPts val="0"/>
                </a:spcAft>
                <a:buNone/>
              </a:pPr>
              <a:r>
                <a:rPr lang="en-US" sz="750" b="0">
                  <a:solidFill>
                    <a:srgbClr val="231F20"/>
                  </a:solidFill>
                  <a:latin typeface="Arial"/>
                  <a:ea typeface="Arial"/>
                  <a:cs typeface="Arial"/>
                  <a:sym typeface="Arial"/>
                </a:rPr>
                <a:t>30,000+ employees</a:t>
              </a:r>
              <a:endParaRPr sz="675" b="0" i="0" u="none" strike="noStrike" cap="none">
                <a:solidFill>
                  <a:srgbClr val="231F20"/>
                </a:solidFill>
                <a:latin typeface="Arial"/>
                <a:ea typeface="Arial"/>
                <a:cs typeface="Arial"/>
                <a:sym typeface="Arial"/>
              </a:endParaRPr>
            </a:p>
          </p:txBody>
        </p:sp>
        <p:cxnSp>
          <p:nvCxnSpPr>
            <p:cNvPr id="1486" name="Google Shape;1486;p130"/>
            <p:cNvCxnSpPr/>
            <p:nvPr/>
          </p:nvCxnSpPr>
          <p:spPr>
            <a:xfrm rot="10800000">
              <a:off x="347365" y="5022927"/>
              <a:ext cx="0" cy="242100"/>
            </a:xfrm>
            <a:prstGeom prst="straightConnector1">
              <a:avLst/>
            </a:prstGeom>
            <a:noFill/>
            <a:ln w="12700" cap="sq" cmpd="sng">
              <a:solidFill>
                <a:srgbClr val="231F20"/>
              </a:solidFill>
              <a:prstDash val="solid"/>
              <a:round/>
              <a:headEnd type="none" w="sm" len="sm"/>
              <a:tailEnd type="none" w="sm" len="sm"/>
            </a:ln>
          </p:spPr>
        </p:cxnSp>
        <p:sp>
          <p:nvSpPr>
            <p:cNvPr id="1487" name="Google Shape;1487;p130"/>
            <p:cNvSpPr txBox="1"/>
            <p:nvPr/>
          </p:nvSpPr>
          <p:spPr>
            <a:xfrm>
              <a:off x="558737" y="3824376"/>
              <a:ext cx="1121400" cy="377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1999</a:t>
              </a:r>
              <a:endParaRPr/>
            </a:p>
            <a:p>
              <a:pPr marL="0" marR="0" lvl="0" indent="0" algn="l" rtl="0">
                <a:spcBef>
                  <a:spcPts val="150"/>
                </a:spcBef>
                <a:spcAft>
                  <a:spcPts val="0"/>
                </a:spcAft>
                <a:buNone/>
              </a:pPr>
              <a:r>
                <a:rPr lang="en-US" sz="750" b="0">
                  <a:solidFill>
                    <a:srgbClr val="231F20"/>
                  </a:solidFill>
                  <a:latin typeface="Arial"/>
                  <a:ea typeface="Arial"/>
                  <a:cs typeface="Arial"/>
                  <a:sym typeface="Arial"/>
                </a:rPr>
                <a:t>Born digital with 14 employees</a:t>
              </a:r>
              <a:endParaRPr/>
            </a:p>
          </p:txBody>
        </p:sp>
        <p:sp>
          <p:nvSpPr>
            <p:cNvPr id="1488" name="Google Shape;1488;p130"/>
            <p:cNvSpPr/>
            <p:nvPr/>
          </p:nvSpPr>
          <p:spPr>
            <a:xfrm>
              <a:off x="282218" y="4905711"/>
              <a:ext cx="130200" cy="1356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489" name="Google Shape;1489;p130"/>
            <p:cNvSpPr txBox="1"/>
            <p:nvPr/>
          </p:nvSpPr>
          <p:spPr>
            <a:xfrm>
              <a:off x="4456146" y="2168372"/>
              <a:ext cx="694500" cy="377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2016</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Acquired BlueConch</a:t>
              </a:r>
              <a:endParaRPr/>
            </a:p>
          </p:txBody>
        </p:sp>
        <p:cxnSp>
          <p:nvCxnSpPr>
            <p:cNvPr id="1490" name="Google Shape;1490;p130"/>
            <p:cNvCxnSpPr/>
            <p:nvPr/>
          </p:nvCxnSpPr>
          <p:spPr>
            <a:xfrm rot="10800000">
              <a:off x="4518594" y="2722601"/>
              <a:ext cx="0" cy="878100"/>
            </a:xfrm>
            <a:prstGeom prst="straightConnector1">
              <a:avLst/>
            </a:prstGeom>
            <a:noFill/>
            <a:ln w="12700" cap="sq" cmpd="sng">
              <a:solidFill>
                <a:srgbClr val="231F20"/>
              </a:solidFill>
              <a:prstDash val="solid"/>
              <a:round/>
              <a:headEnd type="none" w="sm" len="sm"/>
              <a:tailEnd type="none" w="sm" len="sm"/>
            </a:ln>
          </p:spPr>
        </p:cxnSp>
        <p:sp>
          <p:nvSpPr>
            <p:cNvPr id="1491" name="Google Shape;1491;p130"/>
            <p:cNvSpPr/>
            <p:nvPr/>
          </p:nvSpPr>
          <p:spPr>
            <a:xfrm>
              <a:off x="4456146" y="3565148"/>
              <a:ext cx="130200" cy="13560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492" name="Google Shape;1492;p130"/>
            <p:cNvSpPr txBox="1"/>
            <p:nvPr/>
          </p:nvSpPr>
          <p:spPr>
            <a:xfrm>
              <a:off x="3913242" y="4141727"/>
              <a:ext cx="1042800" cy="261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2014</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Acquired Moonraft</a:t>
              </a:r>
              <a:endParaRPr/>
            </a:p>
          </p:txBody>
        </p:sp>
        <p:cxnSp>
          <p:nvCxnSpPr>
            <p:cNvPr id="1493" name="Google Shape;1493;p130"/>
            <p:cNvCxnSpPr/>
            <p:nvPr/>
          </p:nvCxnSpPr>
          <p:spPr>
            <a:xfrm rot="10800000">
              <a:off x="3978390" y="3775132"/>
              <a:ext cx="0" cy="316500"/>
            </a:xfrm>
            <a:prstGeom prst="straightConnector1">
              <a:avLst/>
            </a:prstGeom>
            <a:noFill/>
            <a:ln w="12700" cap="sq" cmpd="sng">
              <a:solidFill>
                <a:srgbClr val="231F20"/>
              </a:solidFill>
              <a:prstDash val="solid"/>
              <a:round/>
              <a:headEnd type="none" w="sm" len="sm"/>
              <a:tailEnd type="none" w="sm" len="sm"/>
            </a:ln>
          </p:spPr>
        </p:cxnSp>
        <p:sp>
          <p:nvSpPr>
            <p:cNvPr id="1494" name="Google Shape;1494;p130"/>
            <p:cNvSpPr/>
            <p:nvPr/>
          </p:nvSpPr>
          <p:spPr>
            <a:xfrm>
              <a:off x="3913242" y="3682467"/>
              <a:ext cx="130200" cy="13560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495" name="Google Shape;1495;p130"/>
            <p:cNvSpPr txBox="1"/>
            <p:nvPr/>
          </p:nvSpPr>
          <p:spPr>
            <a:xfrm>
              <a:off x="9355047" y="3612689"/>
              <a:ext cx="2069700" cy="401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2023</a:t>
              </a:r>
              <a:endParaRPr/>
            </a:p>
            <a:p>
              <a:pPr marL="0" marR="0" lvl="0" indent="0" algn="l" rtl="0">
                <a:lnSpc>
                  <a:spcPct val="110000"/>
                </a:lnSpc>
                <a:spcBef>
                  <a:spcPts val="150"/>
                </a:spcBef>
                <a:spcAft>
                  <a:spcPts val="0"/>
                </a:spcAft>
                <a:buClr>
                  <a:srgbClr val="231F20"/>
                </a:buClr>
                <a:buSzPts val="750"/>
                <a:buFont typeface="Arial"/>
                <a:buNone/>
              </a:pPr>
              <a:r>
                <a:rPr lang="en-US" sz="750" b="0" i="0" u="none" strike="noStrike" cap="none">
                  <a:solidFill>
                    <a:srgbClr val="231F20"/>
                  </a:solidFill>
                  <a:latin typeface="Arial"/>
                  <a:ea typeface="Arial"/>
                  <a:cs typeface="Arial"/>
                  <a:sym typeface="Arial"/>
                </a:rPr>
                <a:t>Acquired </a:t>
              </a:r>
              <a:r>
                <a:rPr lang="en-US" sz="750" b="0">
                  <a:solidFill>
                    <a:srgbClr val="231F20"/>
                  </a:solidFill>
                  <a:latin typeface="Arial"/>
                  <a:ea typeface="Arial"/>
                  <a:cs typeface="Arial"/>
                  <a:sym typeface="Arial"/>
                </a:rPr>
                <a:t>Prodigy Labs, Advantasure and MobileComm</a:t>
              </a:r>
              <a:endParaRPr/>
            </a:p>
          </p:txBody>
        </p:sp>
        <p:cxnSp>
          <p:nvCxnSpPr>
            <p:cNvPr id="1496" name="Google Shape;1496;p130"/>
            <p:cNvCxnSpPr/>
            <p:nvPr/>
          </p:nvCxnSpPr>
          <p:spPr>
            <a:xfrm rot="10800000">
              <a:off x="9392524" y="1813448"/>
              <a:ext cx="0" cy="1751700"/>
            </a:xfrm>
            <a:prstGeom prst="straightConnector1">
              <a:avLst/>
            </a:prstGeom>
            <a:noFill/>
            <a:ln w="12700" cap="sq" cmpd="sng">
              <a:solidFill>
                <a:srgbClr val="231F20"/>
              </a:solidFill>
              <a:prstDash val="solid"/>
              <a:round/>
              <a:headEnd type="none" w="sm" len="sm"/>
              <a:tailEnd type="none" w="sm" len="sm"/>
            </a:ln>
          </p:spPr>
        </p:cxnSp>
        <p:sp>
          <p:nvSpPr>
            <p:cNvPr id="1497" name="Google Shape;1497;p130"/>
            <p:cNvSpPr/>
            <p:nvPr/>
          </p:nvSpPr>
          <p:spPr>
            <a:xfrm>
              <a:off x="9327376" y="1720958"/>
              <a:ext cx="130200" cy="13560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498" name="Google Shape;1498;p130"/>
            <p:cNvSpPr txBox="1"/>
            <p:nvPr/>
          </p:nvSpPr>
          <p:spPr>
            <a:xfrm>
              <a:off x="311003" y="5343842"/>
              <a:ext cx="1455000" cy="521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1999</a:t>
              </a:r>
              <a:endParaRPr/>
            </a:p>
            <a:p>
              <a:pPr marL="0" marR="0" lvl="0" indent="0" algn="l" rtl="0">
                <a:spcBef>
                  <a:spcPts val="150"/>
                </a:spcBef>
                <a:spcAft>
                  <a:spcPts val="0"/>
                </a:spcAft>
                <a:buNone/>
              </a:pPr>
              <a:r>
                <a:rPr lang="en-US" sz="750" b="0">
                  <a:solidFill>
                    <a:srgbClr val="231F20"/>
                  </a:solidFill>
                  <a:latin typeface="Arial"/>
                  <a:ea typeface="Arial"/>
                  <a:cs typeface="Arial"/>
                  <a:sym typeface="Arial"/>
                </a:rPr>
                <a:t>Founded in Aliso Viejo, CA and Trivandrum, India</a:t>
              </a:r>
              <a:endParaRPr/>
            </a:p>
            <a:p>
              <a:pPr marL="0" marR="0" lvl="0" indent="0" algn="l" rtl="0">
                <a:spcBef>
                  <a:spcPts val="225"/>
                </a:spcBef>
                <a:spcAft>
                  <a:spcPts val="0"/>
                </a:spcAft>
                <a:buNone/>
              </a:pPr>
              <a:r>
                <a:rPr lang="en-US" sz="750" b="0">
                  <a:solidFill>
                    <a:srgbClr val="231F20"/>
                  </a:solidFill>
                  <a:latin typeface="Arial"/>
                  <a:ea typeface="Arial"/>
                  <a:cs typeface="Arial"/>
                  <a:sym typeface="Arial"/>
                </a:rPr>
                <a:t>Majority-owned by family </a:t>
              </a:r>
              <a:endParaRPr/>
            </a:p>
          </p:txBody>
        </p:sp>
        <p:cxnSp>
          <p:nvCxnSpPr>
            <p:cNvPr id="1499" name="Google Shape;1499;p130"/>
            <p:cNvCxnSpPr/>
            <p:nvPr/>
          </p:nvCxnSpPr>
          <p:spPr>
            <a:xfrm rot="10800000">
              <a:off x="612773" y="4364905"/>
              <a:ext cx="0" cy="427200"/>
            </a:xfrm>
            <a:prstGeom prst="straightConnector1">
              <a:avLst/>
            </a:prstGeom>
            <a:noFill/>
            <a:ln w="12700" cap="sq" cmpd="sng">
              <a:solidFill>
                <a:srgbClr val="231F20"/>
              </a:solidFill>
              <a:prstDash val="solid"/>
              <a:round/>
              <a:headEnd type="none" w="sm" len="sm"/>
              <a:tailEnd type="none" w="sm" len="sm"/>
            </a:ln>
          </p:spPr>
        </p:cxnSp>
        <p:sp>
          <p:nvSpPr>
            <p:cNvPr id="1500" name="Google Shape;1500;p130"/>
            <p:cNvSpPr txBox="1"/>
            <p:nvPr/>
          </p:nvSpPr>
          <p:spPr>
            <a:xfrm>
              <a:off x="5791041" y="4337050"/>
              <a:ext cx="823200" cy="511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2017</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Acquired </a:t>
              </a:r>
              <a:endParaRPr/>
            </a:p>
            <a:p>
              <a:pPr marL="0" marR="0" lvl="0" indent="0" algn="l" rtl="0">
                <a:spcBef>
                  <a:spcPts val="150"/>
                </a:spcBef>
                <a:spcAft>
                  <a:spcPts val="0"/>
                </a:spcAft>
                <a:buNone/>
              </a:pPr>
              <a:r>
                <a:rPr lang="en-US" sz="750">
                  <a:solidFill>
                    <a:schemeClr val="dk1"/>
                  </a:solidFill>
                  <a:latin typeface="Arial"/>
                  <a:ea typeface="Arial"/>
                  <a:cs typeface="Arial"/>
                  <a:sym typeface="Arial"/>
                </a:rPr>
                <a:t>Round Feather </a:t>
              </a:r>
              <a:endParaRPr/>
            </a:p>
          </p:txBody>
        </p:sp>
        <p:cxnSp>
          <p:nvCxnSpPr>
            <p:cNvPr id="1501" name="Google Shape;1501;p130"/>
            <p:cNvCxnSpPr/>
            <p:nvPr/>
          </p:nvCxnSpPr>
          <p:spPr>
            <a:xfrm rot="10800000">
              <a:off x="8318059" y="2372830"/>
              <a:ext cx="0" cy="2301900"/>
            </a:xfrm>
            <a:prstGeom prst="straightConnector1">
              <a:avLst/>
            </a:prstGeom>
            <a:noFill/>
            <a:ln w="12700" cap="sq" cmpd="sng">
              <a:solidFill>
                <a:srgbClr val="231F20"/>
              </a:solidFill>
              <a:prstDash val="solid"/>
              <a:round/>
              <a:headEnd type="none" w="sm" len="sm"/>
              <a:tailEnd type="none" w="sm" len="sm"/>
            </a:ln>
          </p:spPr>
        </p:cxnSp>
        <p:sp>
          <p:nvSpPr>
            <p:cNvPr id="1502" name="Google Shape;1502;p130"/>
            <p:cNvSpPr txBox="1"/>
            <p:nvPr/>
          </p:nvSpPr>
          <p:spPr>
            <a:xfrm>
              <a:off x="8252912" y="4718698"/>
              <a:ext cx="898800" cy="3771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2020</a:t>
              </a:r>
              <a:endParaRPr/>
            </a:p>
            <a:p>
              <a:pPr marL="0" marR="0" lvl="0" indent="0" algn="l" rtl="0">
                <a:spcBef>
                  <a:spcPts val="150"/>
                </a:spcBef>
                <a:spcAft>
                  <a:spcPts val="0"/>
                </a:spcAft>
                <a:buNone/>
              </a:pPr>
              <a:r>
                <a:rPr lang="en-US" sz="750" b="0">
                  <a:solidFill>
                    <a:srgbClr val="231F20"/>
                  </a:solidFill>
                  <a:latin typeface="Arial"/>
                  <a:ea typeface="Arial"/>
                  <a:cs typeface="Arial"/>
                  <a:sym typeface="Arial"/>
                </a:rPr>
                <a:t>Revenue of $1B</a:t>
              </a:r>
              <a:endParaRPr/>
            </a:p>
          </p:txBody>
        </p:sp>
        <p:sp>
          <p:nvSpPr>
            <p:cNvPr id="1503" name="Google Shape;1503;p130"/>
            <p:cNvSpPr/>
            <p:nvPr/>
          </p:nvSpPr>
          <p:spPr>
            <a:xfrm>
              <a:off x="547626" y="4794910"/>
              <a:ext cx="130200" cy="1356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1504" name="Google Shape;1504;p130"/>
            <p:cNvCxnSpPr/>
            <p:nvPr/>
          </p:nvCxnSpPr>
          <p:spPr>
            <a:xfrm rot="10800000">
              <a:off x="3192402" y="4268984"/>
              <a:ext cx="0" cy="598200"/>
            </a:xfrm>
            <a:prstGeom prst="straightConnector1">
              <a:avLst/>
            </a:prstGeom>
            <a:noFill/>
            <a:ln w="12700" cap="sq" cmpd="sng">
              <a:solidFill>
                <a:srgbClr val="231F20"/>
              </a:solidFill>
              <a:prstDash val="solid"/>
              <a:round/>
              <a:headEnd type="none" w="sm" len="sm"/>
              <a:tailEnd type="none" w="sm" len="sm"/>
            </a:ln>
          </p:spPr>
        </p:cxnSp>
        <p:sp>
          <p:nvSpPr>
            <p:cNvPr id="1505" name="Google Shape;1505;p130"/>
            <p:cNvSpPr/>
            <p:nvPr/>
          </p:nvSpPr>
          <p:spPr>
            <a:xfrm>
              <a:off x="3136080" y="4137767"/>
              <a:ext cx="130200" cy="1356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1506" name="Google Shape;1506;p130"/>
            <p:cNvCxnSpPr/>
            <p:nvPr/>
          </p:nvCxnSpPr>
          <p:spPr>
            <a:xfrm rot="10800000">
              <a:off x="3607084" y="3356324"/>
              <a:ext cx="1500" cy="541800"/>
            </a:xfrm>
            <a:prstGeom prst="straightConnector1">
              <a:avLst/>
            </a:prstGeom>
            <a:noFill/>
            <a:ln w="12700" cap="sq" cmpd="sng">
              <a:solidFill>
                <a:srgbClr val="231F20"/>
              </a:solidFill>
              <a:prstDash val="solid"/>
              <a:round/>
              <a:headEnd type="none" w="sm" len="sm"/>
              <a:tailEnd type="none" w="sm" len="sm"/>
            </a:ln>
          </p:spPr>
        </p:cxnSp>
        <p:sp>
          <p:nvSpPr>
            <p:cNvPr id="1507" name="Google Shape;1507;p130"/>
            <p:cNvSpPr/>
            <p:nvPr/>
          </p:nvSpPr>
          <p:spPr>
            <a:xfrm>
              <a:off x="3543437" y="3893155"/>
              <a:ext cx="130200" cy="1356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1500">
                  <a:solidFill>
                    <a:schemeClr val="lt1"/>
                  </a:solidFill>
                  <a:latin typeface="Arial"/>
                  <a:ea typeface="Arial"/>
                  <a:cs typeface="Arial"/>
                  <a:sym typeface="Arial"/>
                </a:rPr>
                <a:t> </a:t>
              </a:r>
              <a:endParaRPr sz="1500">
                <a:solidFill>
                  <a:schemeClr val="lt1"/>
                </a:solidFill>
                <a:latin typeface="Arial"/>
                <a:ea typeface="Arial"/>
                <a:cs typeface="Arial"/>
                <a:sym typeface="Arial"/>
              </a:endParaRPr>
            </a:p>
          </p:txBody>
        </p:sp>
        <p:cxnSp>
          <p:nvCxnSpPr>
            <p:cNvPr id="1508" name="Google Shape;1508;p130"/>
            <p:cNvCxnSpPr/>
            <p:nvPr/>
          </p:nvCxnSpPr>
          <p:spPr>
            <a:xfrm rot="10800000">
              <a:off x="5588924" y="3301200"/>
              <a:ext cx="0" cy="2147100"/>
            </a:xfrm>
            <a:prstGeom prst="straightConnector1">
              <a:avLst/>
            </a:prstGeom>
            <a:noFill/>
            <a:ln w="12700" cap="sq" cmpd="sng">
              <a:solidFill>
                <a:srgbClr val="231F20"/>
              </a:solidFill>
              <a:prstDash val="solid"/>
              <a:round/>
              <a:headEnd type="none" w="sm" len="sm"/>
              <a:tailEnd type="none" w="sm" len="sm"/>
            </a:ln>
          </p:spPr>
        </p:cxnSp>
        <p:sp>
          <p:nvSpPr>
            <p:cNvPr id="1509" name="Google Shape;1509;p130"/>
            <p:cNvSpPr/>
            <p:nvPr/>
          </p:nvSpPr>
          <p:spPr>
            <a:xfrm>
              <a:off x="5523777" y="3165657"/>
              <a:ext cx="130200" cy="13560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1510" name="Google Shape;1510;p130"/>
            <p:cNvCxnSpPr/>
            <p:nvPr/>
          </p:nvCxnSpPr>
          <p:spPr>
            <a:xfrm rot="10800000" flipH="1">
              <a:off x="5852338" y="3038696"/>
              <a:ext cx="3900" cy="1257300"/>
            </a:xfrm>
            <a:prstGeom prst="straightConnector1">
              <a:avLst/>
            </a:prstGeom>
            <a:noFill/>
            <a:ln w="12700" cap="sq" cmpd="sng">
              <a:solidFill>
                <a:srgbClr val="231F20"/>
              </a:solidFill>
              <a:prstDash val="solid"/>
              <a:round/>
              <a:headEnd type="none" w="sm" len="sm"/>
              <a:tailEnd type="none" w="sm" len="sm"/>
            </a:ln>
          </p:spPr>
        </p:cxnSp>
        <p:sp>
          <p:nvSpPr>
            <p:cNvPr id="1511" name="Google Shape;1511;p130"/>
            <p:cNvSpPr/>
            <p:nvPr/>
          </p:nvSpPr>
          <p:spPr>
            <a:xfrm>
              <a:off x="5791041" y="2903061"/>
              <a:ext cx="130200" cy="13560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1512" name="Google Shape;1512;p130"/>
            <p:cNvCxnSpPr/>
            <p:nvPr/>
          </p:nvCxnSpPr>
          <p:spPr>
            <a:xfrm rot="10800000">
              <a:off x="6961081" y="1527297"/>
              <a:ext cx="0" cy="1054200"/>
            </a:xfrm>
            <a:prstGeom prst="straightConnector1">
              <a:avLst/>
            </a:prstGeom>
            <a:noFill/>
            <a:ln w="12700" cap="sq" cmpd="sng">
              <a:solidFill>
                <a:srgbClr val="231F20"/>
              </a:solidFill>
              <a:prstDash val="solid"/>
              <a:round/>
              <a:headEnd type="none" w="sm" len="sm"/>
              <a:tailEnd type="none" w="sm" len="sm"/>
            </a:ln>
          </p:spPr>
        </p:cxnSp>
        <p:sp>
          <p:nvSpPr>
            <p:cNvPr id="1513" name="Google Shape;1513;p130"/>
            <p:cNvSpPr/>
            <p:nvPr/>
          </p:nvSpPr>
          <p:spPr>
            <a:xfrm>
              <a:off x="6895934" y="2554029"/>
              <a:ext cx="130200" cy="13560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480" name="Google Shape;1480;p130"/>
            <p:cNvSpPr/>
            <p:nvPr/>
          </p:nvSpPr>
          <p:spPr>
            <a:xfrm>
              <a:off x="7545392" y="2418369"/>
              <a:ext cx="130200" cy="1356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1514" name="Google Shape;1514;p130"/>
            <p:cNvCxnSpPr/>
            <p:nvPr/>
          </p:nvCxnSpPr>
          <p:spPr>
            <a:xfrm rot="10800000">
              <a:off x="7957488" y="2473556"/>
              <a:ext cx="0" cy="2660100"/>
            </a:xfrm>
            <a:prstGeom prst="straightConnector1">
              <a:avLst/>
            </a:prstGeom>
            <a:noFill/>
            <a:ln w="12700" cap="sq" cmpd="sng">
              <a:solidFill>
                <a:srgbClr val="231F20"/>
              </a:solidFill>
              <a:prstDash val="solid"/>
              <a:round/>
              <a:headEnd type="none" w="sm" len="sm"/>
              <a:tailEnd type="none" w="sm" len="sm"/>
            </a:ln>
          </p:spPr>
        </p:cxnSp>
        <p:sp>
          <p:nvSpPr>
            <p:cNvPr id="1515" name="Google Shape;1515;p130"/>
            <p:cNvSpPr/>
            <p:nvPr/>
          </p:nvSpPr>
          <p:spPr>
            <a:xfrm>
              <a:off x="7901885" y="2337877"/>
              <a:ext cx="130200" cy="1356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516" name="Google Shape;1516;p130"/>
            <p:cNvSpPr/>
            <p:nvPr/>
          </p:nvSpPr>
          <p:spPr>
            <a:xfrm>
              <a:off x="8252912" y="2232233"/>
              <a:ext cx="130200" cy="135600"/>
            </a:xfrm>
            <a:prstGeom prst="rect">
              <a:avLst/>
            </a:prstGeom>
            <a:solidFill>
              <a:srgbClr val="01B2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1517" name="Google Shape;1517;p130"/>
            <p:cNvCxnSpPr/>
            <p:nvPr/>
          </p:nvCxnSpPr>
          <p:spPr>
            <a:xfrm rot="10800000">
              <a:off x="8628269" y="1599858"/>
              <a:ext cx="0" cy="498300"/>
            </a:xfrm>
            <a:prstGeom prst="straightConnector1">
              <a:avLst/>
            </a:prstGeom>
            <a:noFill/>
            <a:ln w="12700" cap="sq" cmpd="sng">
              <a:solidFill>
                <a:srgbClr val="231F20"/>
              </a:solidFill>
              <a:prstDash val="solid"/>
              <a:round/>
              <a:headEnd type="none" w="sm" len="sm"/>
              <a:tailEnd type="none" w="sm" len="sm"/>
            </a:ln>
          </p:spPr>
        </p:cxnSp>
        <p:sp>
          <p:nvSpPr>
            <p:cNvPr id="1518" name="Google Shape;1518;p130"/>
            <p:cNvSpPr/>
            <p:nvPr/>
          </p:nvSpPr>
          <p:spPr>
            <a:xfrm>
              <a:off x="8563122" y="2098158"/>
              <a:ext cx="130200" cy="1356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1519" name="Google Shape;1519;p130"/>
            <p:cNvCxnSpPr/>
            <p:nvPr/>
          </p:nvCxnSpPr>
          <p:spPr>
            <a:xfrm>
              <a:off x="8962123" y="2107314"/>
              <a:ext cx="0" cy="2240400"/>
            </a:xfrm>
            <a:prstGeom prst="straightConnector1">
              <a:avLst/>
            </a:prstGeom>
            <a:noFill/>
            <a:ln w="12700" cap="sq" cmpd="sng">
              <a:solidFill>
                <a:srgbClr val="231F20"/>
              </a:solidFill>
              <a:prstDash val="solid"/>
              <a:round/>
              <a:headEnd type="none" w="sm" len="sm"/>
              <a:tailEnd type="none" w="sm" len="sm"/>
            </a:ln>
          </p:spPr>
        </p:cxnSp>
        <p:sp>
          <p:nvSpPr>
            <p:cNvPr id="1520" name="Google Shape;1520;p130"/>
            <p:cNvSpPr/>
            <p:nvPr/>
          </p:nvSpPr>
          <p:spPr>
            <a:xfrm>
              <a:off x="8896975" y="1971654"/>
              <a:ext cx="130200" cy="1356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521" name="Google Shape;1521;p130"/>
            <p:cNvSpPr txBox="1"/>
            <p:nvPr/>
          </p:nvSpPr>
          <p:spPr>
            <a:xfrm>
              <a:off x="9873206" y="2853795"/>
              <a:ext cx="1908900" cy="5283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2024</a:t>
              </a:r>
              <a:endParaRPr/>
            </a:p>
            <a:p>
              <a:pPr marL="0" marR="0" lvl="0" indent="0" algn="l" rtl="0">
                <a:lnSpc>
                  <a:spcPct val="110000"/>
                </a:lnSpc>
                <a:spcBef>
                  <a:spcPts val="150"/>
                </a:spcBef>
                <a:spcAft>
                  <a:spcPts val="0"/>
                </a:spcAft>
                <a:buClr>
                  <a:srgbClr val="231F20"/>
                </a:buClr>
                <a:buSzPts val="750"/>
                <a:buFont typeface="Arial"/>
                <a:buNone/>
              </a:pPr>
              <a:r>
                <a:rPr lang="en-US" sz="750" i="0" u="none" strike="noStrike" cap="none">
                  <a:solidFill>
                    <a:srgbClr val="231F20"/>
                  </a:solidFill>
                  <a:latin typeface="Arial"/>
                  <a:ea typeface="Arial"/>
                  <a:cs typeface="Arial"/>
                  <a:sym typeface="Arial"/>
                </a:rPr>
                <a:t>Acquired </a:t>
              </a:r>
              <a:r>
                <a:rPr lang="en-US" sz="750">
                  <a:solidFill>
                    <a:srgbClr val="231F20"/>
                  </a:solidFill>
                  <a:latin typeface="Arial"/>
                  <a:ea typeface="Arial"/>
                  <a:cs typeface="Arial"/>
                  <a:sym typeface="Arial"/>
                </a:rPr>
                <a:t>Leonardo, Strativity Group, Endeavor, Consulting Group and Interpres Security</a:t>
              </a:r>
              <a:endParaRPr/>
            </a:p>
          </p:txBody>
        </p:sp>
        <p:cxnSp>
          <p:nvCxnSpPr>
            <p:cNvPr id="1522" name="Google Shape;1522;p130"/>
            <p:cNvCxnSpPr/>
            <p:nvPr/>
          </p:nvCxnSpPr>
          <p:spPr>
            <a:xfrm rot="10800000">
              <a:off x="9933844" y="1475689"/>
              <a:ext cx="0" cy="1343700"/>
            </a:xfrm>
            <a:prstGeom prst="straightConnector1">
              <a:avLst/>
            </a:prstGeom>
            <a:noFill/>
            <a:ln w="12700" cap="sq" cmpd="sng">
              <a:solidFill>
                <a:srgbClr val="231F20"/>
              </a:solidFill>
              <a:prstDash val="solid"/>
              <a:round/>
              <a:headEnd type="none" w="sm" len="sm"/>
              <a:tailEnd type="none" w="sm" len="sm"/>
            </a:ln>
          </p:spPr>
        </p:cxnSp>
        <p:sp>
          <p:nvSpPr>
            <p:cNvPr id="1523" name="Google Shape;1523;p130"/>
            <p:cNvSpPr/>
            <p:nvPr/>
          </p:nvSpPr>
          <p:spPr>
            <a:xfrm>
              <a:off x="9868697" y="1383248"/>
              <a:ext cx="130200" cy="13560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cxnSp>
          <p:nvCxnSpPr>
            <p:cNvPr id="1524" name="Google Shape;1524;p130"/>
            <p:cNvCxnSpPr/>
            <p:nvPr/>
          </p:nvCxnSpPr>
          <p:spPr>
            <a:xfrm rot="10800000">
              <a:off x="10319618" y="1232258"/>
              <a:ext cx="0" cy="488700"/>
            </a:xfrm>
            <a:prstGeom prst="straightConnector1">
              <a:avLst/>
            </a:prstGeom>
            <a:noFill/>
            <a:ln w="12700" cap="sq" cmpd="sng">
              <a:solidFill>
                <a:srgbClr val="231F20"/>
              </a:solidFill>
              <a:prstDash val="solid"/>
              <a:round/>
              <a:headEnd type="none" w="sm" len="sm"/>
              <a:tailEnd type="none" w="sm" len="sm"/>
            </a:ln>
          </p:spPr>
        </p:cxnSp>
        <p:sp>
          <p:nvSpPr>
            <p:cNvPr id="1525" name="Google Shape;1525;p130"/>
            <p:cNvSpPr/>
            <p:nvPr/>
          </p:nvSpPr>
          <p:spPr>
            <a:xfrm>
              <a:off x="10254471" y="1096580"/>
              <a:ext cx="130200" cy="13560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sp>
          <p:nvSpPr>
            <p:cNvPr id="1526" name="Google Shape;1526;p130"/>
            <p:cNvSpPr txBox="1"/>
            <p:nvPr/>
          </p:nvSpPr>
          <p:spPr>
            <a:xfrm>
              <a:off x="10277563" y="1744611"/>
              <a:ext cx="1640400" cy="8016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2025</a:t>
              </a:r>
              <a:endParaRPr/>
            </a:p>
            <a:p>
              <a:pPr marL="89154" marR="0" lvl="0" indent="-89154" algn="l" rtl="0">
                <a:lnSpc>
                  <a:spcPct val="110000"/>
                </a:lnSpc>
                <a:spcBef>
                  <a:spcPts val="150"/>
                </a:spcBef>
                <a:spcAft>
                  <a:spcPts val="0"/>
                </a:spcAft>
                <a:buClr>
                  <a:srgbClr val="231F20"/>
                </a:buClr>
                <a:buSzPts val="750"/>
                <a:buFont typeface="Arial"/>
                <a:buChar char="•"/>
              </a:pPr>
              <a:r>
                <a:rPr lang="en-US" sz="750" b="1">
                  <a:solidFill>
                    <a:srgbClr val="231F20"/>
                  </a:solidFill>
                  <a:latin typeface="Arial"/>
                  <a:ea typeface="Arial"/>
                  <a:cs typeface="Arial"/>
                  <a:sym typeface="Arial"/>
                </a:rPr>
                <a:t>Majority stake in Italdesign</a:t>
              </a:r>
              <a:endParaRPr/>
            </a:p>
            <a:p>
              <a:pPr marL="89154" marR="0" lvl="0" indent="-89154" algn="l" rtl="0">
                <a:lnSpc>
                  <a:spcPct val="110000"/>
                </a:lnSpc>
                <a:spcBef>
                  <a:spcPts val="75"/>
                </a:spcBef>
                <a:spcAft>
                  <a:spcPts val="0"/>
                </a:spcAft>
                <a:buClr>
                  <a:srgbClr val="231F20"/>
                </a:buClr>
                <a:buSzPts val="750"/>
                <a:buFont typeface="Arial"/>
                <a:buChar char="•"/>
              </a:pPr>
              <a:r>
                <a:rPr lang="en-US" sz="750" b="1">
                  <a:solidFill>
                    <a:srgbClr val="231F20"/>
                  </a:solidFill>
                  <a:latin typeface="Arial"/>
                  <a:ea typeface="Arial"/>
                  <a:cs typeface="Arial"/>
                  <a:sym typeface="Arial"/>
                </a:rPr>
                <a:t>Acquired Modus </a:t>
              </a:r>
              <a:endParaRPr/>
            </a:p>
            <a:p>
              <a:pPr marL="89154" marR="0" lvl="0" indent="-89154" algn="l" rtl="0">
                <a:lnSpc>
                  <a:spcPct val="110000"/>
                </a:lnSpc>
                <a:spcBef>
                  <a:spcPts val="75"/>
                </a:spcBef>
                <a:spcAft>
                  <a:spcPts val="0"/>
                </a:spcAft>
                <a:buClr>
                  <a:srgbClr val="231F20"/>
                </a:buClr>
                <a:buSzPts val="750"/>
                <a:buFont typeface="Arial"/>
                <a:buChar char="•"/>
              </a:pPr>
              <a:r>
                <a:rPr lang="en-US" sz="750" b="1">
                  <a:solidFill>
                    <a:srgbClr val="231F20"/>
                  </a:solidFill>
                  <a:latin typeface="Arial"/>
                  <a:ea typeface="Arial"/>
                  <a:cs typeface="Arial"/>
                  <a:sym typeface="Arial"/>
                </a:rPr>
                <a:t>Semicon manufacturing </a:t>
              </a:r>
              <a:br>
                <a:rPr lang="en-US" sz="750" b="1">
                  <a:solidFill>
                    <a:srgbClr val="231F20"/>
                  </a:solidFill>
                  <a:latin typeface="Arial"/>
                  <a:ea typeface="Arial"/>
                  <a:cs typeface="Arial"/>
                  <a:sym typeface="Arial"/>
                </a:rPr>
              </a:br>
              <a:r>
                <a:rPr lang="en-US" sz="750" b="1">
                  <a:solidFill>
                    <a:srgbClr val="231F20"/>
                  </a:solidFill>
                  <a:latin typeface="Arial"/>
                  <a:ea typeface="Arial"/>
                  <a:cs typeface="Arial"/>
                  <a:sym typeface="Arial"/>
                </a:rPr>
                <a:t>JV with Kaynes Semicon</a:t>
              </a:r>
              <a:endParaRPr/>
            </a:p>
          </p:txBody>
        </p:sp>
        <p:grpSp>
          <p:nvGrpSpPr>
            <p:cNvPr id="1527" name="Google Shape;1527;p130"/>
            <p:cNvGrpSpPr/>
            <p:nvPr/>
          </p:nvGrpSpPr>
          <p:grpSpPr>
            <a:xfrm>
              <a:off x="10027616" y="4864524"/>
              <a:ext cx="1801200" cy="1141500"/>
              <a:chOff x="10086044" y="4843757"/>
              <a:chExt cx="1801200" cy="1141500"/>
            </a:xfrm>
          </p:grpSpPr>
          <p:sp>
            <p:nvSpPr>
              <p:cNvPr id="1528" name="Google Shape;1528;p130"/>
              <p:cNvSpPr/>
              <p:nvPr/>
            </p:nvSpPr>
            <p:spPr>
              <a:xfrm>
                <a:off x="10086044" y="4843757"/>
                <a:ext cx="1801200" cy="1141500"/>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grpSp>
            <p:nvGrpSpPr>
              <p:cNvPr id="1529" name="Google Shape;1529;p130"/>
              <p:cNvGrpSpPr/>
              <p:nvPr/>
            </p:nvGrpSpPr>
            <p:grpSpPr>
              <a:xfrm>
                <a:off x="10299557" y="5015198"/>
                <a:ext cx="1294169" cy="267900"/>
                <a:chOff x="10377348" y="4992493"/>
                <a:chExt cx="1294169" cy="267900"/>
              </a:xfrm>
            </p:grpSpPr>
            <p:sp>
              <p:nvSpPr>
                <p:cNvPr id="1530" name="Google Shape;1530;p130"/>
                <p:cNvSpPr txBox="1"/>
                <p:nvPr/>
              </p:nvSpPr>
              <p:spPr>
                <a:xfrm>
                  <a:off x="10540817" y="4992493"/>
                  <a:ext cx="1130700" cy="267900"/>
                </a:xfrm>
                <a:prstGeom prst="rect">
                  <a:avLst/>
                </a:prstGeom>
                <a:noFill/>
                <a:ln>
                  <a:noFill/>
                </a:ln>
              </p:spPr>
              <p:txBody>
                <a:bodyPr spcFirstLastPara="1" wrap="square" lIns="0" tIns="18275" rIns="0" bIns="18275" anchor="t" anchorCtr="0">
                  <a:spAutoFit/>
                </a:bodyPr>
                <a:lstStyle/>
                <a:p>
                  <a:pPr marL="0" marR="0" lvl="0" indent="0" algn="l" rtl="0">
                    <a:lnSpc>
                      <a:spcPct val="100000"/>
                    </a:lnSpc>
                    <a:spcBef>
                      <a:spcPts val="0"/>
                    </a:spcBef>
                    <a:spcAft>
                      <a:spcPts val="0"/>
                    </a:spcAft>
                    <a:buClr>
                      <a:srgbClr val="171616"/>
                    </a:buClr>
                    <a:buSzPts val="750"/>
                    <a:buFont typeface="Arial"/>
                    <a:buNone/>
                  </a:pPr>
                  <a:r>
                    <a:rPr lang="en-US" sz="750" b="0" i="0" u="none" strike="noStrike" cap="none">
                      <a:solidFill>
                        <a:srgbClr val="171616"/>
                      </a:solidFill>
                      <a:latin typeface="Arial"/>
                      <a:ea typeface="Arial"/>
                      <a:cs typeface="Arial"/>
                      <a:sym typeface="Arial"/>
                    </a:rPr>
                    <a:t>Corporate milestones</a:t>
                  </a:r>
                  <a:endParaRPr sz="750" b="0" i="0" u="none" strike="noStrike" cap="none">
                    <a:solidFill>
                      <a:srgbClr val="171616"/>
                    </a:solidFill>
                    <a:latin typeface="Arial"/>
                    <a:ea typeface="Arial"/>
                    <a:cs typeface="Arial"/>
                    <a:sym typeface="Arial"/>
                  </a:endParaRPr>
                </a:p>
              </p:txBody>
            </p:sp>
            <p:sp>
              <p:nvSpPr>
                <p:cNvPr id="1531" name="Google Shape;1531;p130"/>
                <p:cNvSpPr/>
                <p:nvPr/>
              </p:nvSpPr>
              <p:spPr>
                <a:xfrm>
                  <a:off x="10377348" y="5037611"/>
                  <a:ext cx="100500" cy="1005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a:solidFill>
                      <a:schemeClr val="lt1"/>
                    </a:solidFill>
                    <a:latin typeface="Arial"/>
                    <a:ea typeface="Arial"/>
                    <a:cs typeface="Arial"/>
                    <a:sym typeface="Arial"/>
                  </a:endParaRPr>
                </a:p>
              </p:txBody>
            </p:sp>
          </p:grpSp>
          <p:grpSp>
            <p:nvGrpSpPr>
              <p:cNvPr id="1532" name="Google Shape;1532;p130"/>
              <p:cNvGrpSpPr/>
              <p:nvPr/>
            </p:nvGrpSpPr>
            <p:grpSpPr>
              <a:xfrm>
                <a:off x="10299557" y="5223595"/>
                <a:ext cx="642269" cy="267900"/>
                <a:chOff x="10377348" y="5265668"/>
                <a:chExt cx="642269" cy="267900"/>
              </a:xfrm>
            </p:grpSpPr>
            <p:sp>
              <p:nvSpPr>
                <p:cNvPr id="1533" name="Google Shape;1533;p130"/>
                <p:cNvSpPr txBox="1"/>
                <p:nvPr/>
              </p:nvSpPr>
              <p:spPr>
                <a:xfrm>
                  <a:off x="10540817" y="5265668"/>
                  <a:ext cx="478800" cy="267900"/>
                </a:xfrm>
                <a:prstGeom prst="rect">
                  <a:avLst/>
                </a:prstGeom>
                <a:noFill/>
                <a:ln>
                  <a:noFill/>
                </a:ln>
              </p:spPr>
              <p:txBody>
                <a:bodyPr spcFirstLastPara="1" wrap="square" lIns="0" tIns="18275" rIns="0" bIns="18275" anchor="t" anchorCtr="0">
                  <a:spAutoFit/>
                </a:bodyPr>
                <a:lstStyle/>
                <a:p>
                  <a:pPr marL="0" marR="0" lvl="0" indent="0" algn="l" rtl="0">
                    <a:lnSpc>
                      <a:spcPct val="100000"/>
                    </a:lnSpc>
                    <a:spcBef>
                      <a:spcPts val="0"/>
                    </a:spcBef>
                    <a:spcAft>
                      <a:spcPts val="0"/>
                    </a:spcAft>
                    <a:buClr>
                      <a:srgbClr val="171616"/>
                    </a:buClr>
                    <a:buSzPts val="750"/>
                    <a:buFont typeface="Arial"/>
                    <a:buNone/>
                  </a:pPr>
                  <a:r>
                    <a:rPr lang="en-US" sz="750" b="0" i="0" u="none" strike="noStrike" cap="none">
                      <a:solidFill>
                        <a:srgbClr val="171616"/>
                      </a:solidFill>
                      <a:latin typeface="Arial"/>
                      <a:ea typeface="Arial"/>
                      <a:cs typeface="Arial"/>
                      <a:sym typeface="Arial"/>
                    </a:rPr>
                    <a:t>Offerings</a:t>
                  </a:r>
                  <a:endParaRPr sz="750" b="0" i="0" u="none" strike="noStrike" cap="none">
                    <a:solidFill>
                      <a:srgbClr val="171616"/>
                    </a:solidFill>
                    <a:latin typeface="Arial"/>
                    <a:ea typeface="Arial"/>
                    <a:cs typeface="Arial"/>
                    <a:sym typeface="Arial"/>
                  </a:endParaRPr>
                </a:p>
              </p:txBody>
            </p:sp>
            <p:sp>
              <p:nvSpPr>
                <p:cNvPr id="1534" name="Google Shape;1534;p130"/>
                <p:cNvSpPr/>
                <p:nvPr/>
              </p:nvSpPr>
              <p:spPr>
                <a:xfrm>
                  <a:off x="10377348" y="5310786"/>
                  <a:ext cx="100500" cy="100500"/>
                </a:xfrm>
                <a:prstGeom prst="rect">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a:solidFill>
                      <a:schemeClr val="lt1"/>
                    </a:solidFill>
                    <a:latin typeface="Arial"/>
                    <a:ea typeface="Arial"/>
                    <a:cs typeface="Arial"/>
                    <a:sym typeface="Arial"/>
                  </a:endParaRPr>
                </a:p>
              </p:txBody>
            </p:sp>
          </p:grpSp>
          <p:grpSp>
            <p:nvGrpSpPr>
              <p:cNvPr id="1535" name="Google Shape;1535;p130"/>
              <p:cNvGrpSpPr/>
              <p:nvPr/>
            </p:nvGrpSpPr>
            <p:grpSpPr>
              <a:xfrm>
                <a:off x="10299557" y="5431992"/>
                <a:ext cx="729869" cy="267900"/>
                <a:chOff x="10377348" y="5538843"/>
                <a:chExt cx="729869" cy="267900"/>
              </a:xfrm>
            </p:grpSpPr>
            <p:sp>
              <p:nvSpPr>
                <p:cNvPr id="1536" name="Google Shape;1536;p130"/>
                <p:cNvSpPr txBox="1"/>
                <p:nvPr/>
              </p:nvSpPr>
              <p:spPr>
                <a:xfrm>
                  <a:off x="10540817" y="5538843"/>
                  <a:ext cx="566400" cy="267900"/>
                </a:xfrm>
                <a:prstGeom prst="rect">
                  <a:avLst/>
                </a:prstGeom>
                <a:noFill/>
                <a:ln>
                  <a:noFill/>
                </a:ln>
              </p:spPr>
              <p:txBody>
                <a:bodyPr spcFirstLastPara="1" wrap="square" lIns="0" tIns="18275" rIns="0" bIns="18275" anchor="t" anchorCtr="0">
                  <a:spAutoFit/>
                </a:bodyPr>
                <a:lstStyle/>
                <a:p>
                  <a:pPr marL="0" marR="0" lvl="0" indent="0" algn="l" rtl="0">
                    <a:lnSpc>
                      <a:spcPct val="100000"/>
                    </a:lnSpc>
                    <a:spcBef>
                      <a:spcPts val="0"/>
                    </a:spcBef>
                    <a:spcAft>
                      <a:spcPts val="0"/>
                    </a:spcAft>
                    <a:buClr>
                      <a:srgbClr val="171616"/>
                    </a:buClr>
                    <a:buSzPts val="750"/>
                    <a:buFont typeface="Arial"/>
                    <a:buNone/>
                  </a:pPr>
                  <a:r>
                    <a:rPr lang="en-US" sz="750" b="0" i="0" u="none" strike="noStrike" cap="none">
                      <a:solidFill>
                        <a:srgbClr val="171616"/>
                      </a:solidFill>
                      <a:latin typeface="Arial"/>
                      <a:ea typeface="Arial"/>
                      <a:cs typeface="Arial"/>
                      <a:sym typeface="Arial"/>
                    </a:rPr>
                    <a:t>Employees</a:t>
                  </a:r>
                  <a:endParaRPr sz="750" b="0" i="0" u="none" strike="noStrike" cap="none">
                    <a:solidFill>
                      <a:srgbClr val="171616"/>
                    </a:solidFill>
                    <a:latin typeface="Arial"/>
                    <a:ea typeface="Arial"/>
                    <a:cs typeface="Arial"/>
                    <a:sym typeface="Arial"/>
                  </a:endParaRPr>
                </a:p>
              </p:txBody>
            </p:sp>
            <p:sp>
              <p:nvSpPr>
                <p:cNvPr id="1537" name="Google Shape;1537;p130"/>
                <p:cNvSpPr/>
                <p:nvPr/>
              </p:nvSpPr>
              <p:spPr>
                <a:xfrm>
                  <a:off x="10377348" y="5583961"/>
                  <a:ext cx="100500" cy="1005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a:solidFill>
                      <a:schemeClr val="lt1"/>
                    </a:solidFill>
                    <a:latin typeface="Arial"/>
                    <a:ea typeface="Arial"/>
                    <a:cs typeface="Arial"/>
                    <a:sym typeface="Arial"/>
                  </a:endParaRPr>
                </a:p>
              </p:txBody>
            </p:sp>
          </p:grpSp>
          <p:grpSp>
            <p:nvGrpSpPr>
              <p:cNvPr id="1538" name="Google Shape;1538;p130"/>
              <p:cNvGrpSpPr/>
              <p:nvPr/>
            </p:nvGrpSpPr>
            <p:grpSpPr>
              <a:xfrm>
                <a:off x="10299557" y="5640390"/>
                <a:ext cx="1022669" cy="267900"/>
                <a:chOff x="10377348" y="5819712"/>
                <a:chExt cx="1022669" cy="267900"/>
              </a:xfrm>
            </p:grpSpPr>
            <p:sp>
              <p:nvSpPr>
                <p:cNvPr id="1539" name="Google Shape;1539;p130"/>
                <p:cNvSpPr txBox="1"/>
                <p:nvPr/>
              </p:nvSpPr>
              <p:spPr>
                <a:xfrm>
                  <a:off x="10540817" y="5819712"/>
                  <a:ext cx="859200" cy="267900"/>
                </a:xfrm>
                <a:prstGeom prst="rect">
                  <a:avLst/>
                </a:prstGeom>
                <a:noFill/>
                <a:ln>
                  <a:noFill/>
                </a:ln>
              </p:spPr>
              <p:txBody>
                <a:bodyPr spcFirstLastPara="1" wrap="square" lIns="0" tIns="18275" rIns="0" bIns="18275" anchor="t" anchorCtr="0">
                  <a:spAutoFit/>
                </a:bodyPr>
                <a:lstStyle/>
                <a:p>
                  <a:pPr marL="0" marR="0" lvl="0" indent="0" algn="l" rtl="0">
                    <a:lnSpc>
                      <a:spcPct val="100000"/>
                    </a:lnSpc>
                    <a:spcBef>
                      <a:spcPts val="0"/>
                    </a:spcBef>
                    <a:spcAft>
                      <a:spcPts val="0"/>
                    </a:spcAft>
                    <a:buClr>
                      <a:srgbClr val="171616"/>
                    </a:buClr>
                    <a:buSzPts val="750"/>
                    <a:buFont typeface="Arial"/>
                    <a:buNone/>
                  </a:pPr>
                  <a:r>
                    <a:rPr lang="en-US" sz="750" b="0" i="0" u="none" strike="noStrike" cap="none">
                      <a:solidFill>
                        <a:srgbClr val="171616"/>
                      </a:solidFill>
                      <a:latin typeface="Arial"/>
                      <a:ea typeface="Arial"/>
                      <a:cs typeface="Arial"/>
                      <a:sym typeface="Arial"/>
                    </a:rPr>
                    <a:t>Annual Revenue</a:t>
                  </a:r>
                  <a:endParaRPr sz="750" b="0" i="0" u="none" strike="noStrike" cap="none">
                    <a:solidFill>
                      <a:srgbClr val="171616"/>
                    </a:solidFill>
                    <a:latin typeface="Arial"/>
                    <a:ea typeface="Arial"/>
                    <a:cs typeface="Arial"/>
                    <a:sym typeface="Arial"/>
                  </a:endParaRPr>
                </a:p>
              </p:txBody>
            </p:sp>
            <p:sp>
              <p:nvSpPr>
                <p:cNvPr id="1540" name="Google Shape;1540;p130"/>
                <p:cNvSpPr/>
                <p:nvPr/>
              </p:nvSpPr>
              <p:spPr>
                <a:xfrm>
                  <a:off x="10377348" y="5864830"/>
                  <a:ext cx="100500" cy="100500"/>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a:solidFill>
                      <a:schemeClr val="lt1"/>
                    </a:solidFill>
                    <a:latin typeface="Arial"/>
                    <a:ea typeface="Arial"/>
                    <a:cs typeface="Arial"/>
                    <a:sym typeface="Arial"/>
                  </a:endParaRPr>
                </a:p>
              </p:txBody>
            </p:sp>
          </p:grpSp>
        </p:grpSp>
        <p:sp>
          <p:nvSpPr>
            <p:cNvPr id="1541" name="Google Shape;1541;p130"/>
            <p:cNvSpPr txBox="1"/>
            <p:nvPr/>
          </p:nvSpPr>
          <p:spPr>
            <a:xfrm>
              <a:off x="10620155" y="1068657"/>
              <a:ext cx="1211400" cy="5283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Clr>
                  <a:srgbClr val="231F20"/>
                </a:buClr>
                <a:buSzPts val="825"/>
                <a:buFont typeface="Arial"/>
                <a:buNone/>
              </a:pPr>
              <a:r>
                <a:rPr lang="en-US" sz="825" b="1" i="0" u="none" strike="noStrike" cap="none">
                  <a:solidFill>
                    <a:srgbClr val="231F20"/>
                  </a:solidFill>
                  <a:latin typeface="Arial"/>
                  <a:ea typeface="Arial"/>
                  <a:cs typeface="Arial"/>
                  <a:sym typeface="Arial"/>
                </a:rPr>
                <a:t>2025</a:t>
              </a:r>
              <a:endParaRPr/>
            </a:p>
            <a:p>
              <a:pPr marL="0" marR="0" lvl="0" indent="0" algn="l" rtl="0">
                <a:lnSpc>
                  <a:spcPct val="110000"/>
                </a:lnSpc>
                <a:spcBef>
                  <a:spcPts val="150"/>
                </a:spcBef>
                <a:spcAft>
                  <a:spcPts val="0"/>
                </a:spcAft>
                <a:buNone/>
              </a:pPr>
              <a:r>
                <a:rPr lang="en-US" sz="750" b="1">
                  <a:solidFill>
                    <a:schemeClr val="dk1"/>
                  </a:solidFill>
                  <a:latin typeface="Arial"/>
                  <a:ea typeface="Arial"/>
                  <a:cs typeface="Arial"/>
                  <a:sym typeface="Arial"/>
                </a:rPr>
                <a:t>Trained 25,000+ </a:t>
              </a:r>
              <a:br>
                <a:rPr lang="en-US" sz="750" b="1">
                  <a:solidFill>
                    <a:schemeClr val="dk1"/>
                  </a:solidFill>
                  <a:latin typeface="Arial"/>
                  <a:ea typeface="Arial"/>
                  <a:cs typeface="Arial"/>
                  <a:sym typeface="Arial"/>
                </a:rPr>
              </a:br>
              <a:r>
                <a:rPr lang="en-US" sz="750" b="1">
                  <a:solidFill>
                    <a:schemeClr val="dk1"/>
                  </a:solidFill>
                  <a:latin typeface="Arial"/>
                  <a:ea typeface="Arial"/>
                  <a:cs typeface="Arial"/>
                  <a:sym typeface="Arial"/>
                </a:rPr>
                <a:t>employees in Gen AI</a:t>
              </a:r>
              <a:endParaRPr/>
            </a:p>
          </p:txBody>
        </p:sp>
        <p:cxnSp>
          <p:nvCxnSpPr>
            <p:cNvPr id="1542" name="Google Shape;1542;p130"/>
            <p:cNvCxnSpPr/>
            <p:nvPr/>
          </p:nvCxnSpPr>
          <p:spPr>
            <a:xfrm rot="10800000">
              <a:off x="10657755" y="941850"/>
              <a:ext cx="0" cy="105900"/>
            </a:xfrm>
            <a:prstGeom prst="straightConnector1">
              <a:avLst/>
            </a:prstGeom>
            <a:noFill/>
            <a:ln w="12700" cap="sq" cmpd="sng">
              <a:solidFill>
                <a:srgbClr val="231F20"/>
              </a:solidFill>
              <a:prstDash val="solid"/>
              <a:round/>
              <a:headEnd type="none" w="sm" len="sm"/>
              <a:tailEnd type="none" w="sm" len="sm"/>
            </a:ln>
          </p:spPr>
        </p:cxnSp>
        <p:sp>
          <p:nvSpPr>
            <p:cNvPr id="1543" name="Google Shape;1543;p130"/>
            <p:cNvSpPr/>
            <p:nvPr/>
          </p:nvSpPr>
          <p:spPr>
            <a:xfrm>
              <a:off x="10593031" y="816784"/>
              <a:ext cx="130200" cy="1356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500">
                <a:solidFill>
                  <a:schemeClr val="lt1"/>
                </a:solidFill>
                <a:latin typeface="Arial"/>
                <a:ea typeface="Arial"/>
                <a:cs typeface="Arial"/>
                <a:sym typeface="Aria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matchingName="Cover slide option 1">
  <p:cSld name="Cover slide option 1">
    <p:spTree>
      <p:nvGrpSpPr>
        <p:cNvPr id="1" name="Shape 1544"/>
        <p:cNvGrpSpPr/>
        <p:nvPr/>
      </p:nvGrpSpPr>
      <p:grpSpPr>
        <a:xfrm>
          <a:off x="0" y="0"/>
          <a:ext cx="0" cy="0"/>
          <a:chOff x="0" y="0"/>
          <a:chExt cx="0" cy="0"/>
        </a:xfrm>
      </p:grpSpPr>
      <p:sp>
        <p:nvSpPr>
          <p:cNvPr id="1545" name="Google Shape;1545;p131"/>
          <p:cNvSpPr/>
          <p:nvPr/>
        </p:nvSpPr>
        <p:spPr>
          <a:xfrm>
            <a:off x="891541" y="1234441"/>
            <a:ext cx="8252400" cy="5623500"/>
          </a:xfrm>
          <a:prstGeom prst="rect">
            <a:avLst/>
          </a:prstGeom>
          <a:solidFill>
            <a:srgbClr val="006E7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1546" name="Google Shape;1546;p131" descr="UST"/>
          <p:cNvSpPr/>
          <p:nvPr/>
        </p:nvSpPr>
        <p:spPr>
          <a:xfrm>
            <a:off x="273844" y="358775"/>
            <a:ext cx="548636" cy="809170"/>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547" name="Google Shape;1547;p131"/>
          <p:cNvSpPr txBox="1">
            <a:spLocks noGrp="1"/>
          </p:cNvSpPr>
          <p:nvPr>
            <p:ph type="ctrTitle"/>
          </p:nvPr>
        </p:nvSpPr>
        <p:spPr>
          <a:xfrm>
            <a:off x="1276540" y="1585468"/>
            <a:ext cx="6515100" cy="21051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48" name="Google Shape;1548;p131"/>
          <p:cNvSpPr txBox="1">
            <a:spLocks noGrp="1"/>
          </p:cNvSpPr>
          <p:nvPr>
            <p:ph type="subTitle" idx="1"/>
          </p:nvPr>
        </p:nvSpPr>
        <p:spPr>
          <a:xfrm>
            <a:off x="1276540" y="3931920"/>
            <a:ext cx="6515100" cy="9144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800"/>
              <a:buNone/>
              <a:defRPr sz="180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800"/>
              <a:buNone/>
              <a:defRPr sz="1800">
                <a:solidFill>
                  <a:schemeClr val="lt1"/>
                </a:solidFill>
              </a:defRPr>
            </a:lvl2pPr>
            <a:lvl3pPr lvl="2" algn="l">
              <a:lnSpc>
                <a:spcPct val="100000"/>
              </a:lnSpc>
              <a:spcBef>
                <a:spcPts val="0"/>
              </a:spcBef>
              <a:spcAft>
                <a:spcPts val="0"/>
              </a:spcAft>
              <a:buClr>
                <a:schemeClr val="lt1"/>
              </a:buClr>
              <a:buSzPts val="1800"/>
              <a:buNone/>
              <a:defRPr sz="1800">
                <a:solidFill>
                  <a:schemeClr val="lt1"/>
                </a:solidFill>
              </a:defRPr>
            </a:lvl3pPr>
            <a:lvl4pPr lvl="3" algn="l">
              <a:lnSpc>
                <a:spcPct val="100000"/>
              </a:lnSpc>
              <a:spcBef>
                <a:spcPts val="0"/>
              </a:spcBef>
              <a:spcAft>
                <a:spcPts val="0"/>
              </a:spcAft>
              <a:buClr>
                <a:schemeClr val="lt1"/>
              </a:buClr>
              <a:buSzPts val="1800"/>
              <a:buNone/>
              <a:defRPr sz="1800">
                <a:solidFill>
                  <a:schemeClr val="lt1"/>
                </a:solidFill>
              </a:defRPr>
            </a:lvl4pPr>
            <a:lvl5pPr lvl="4" algn="l">
              <a:lnSpc>
                <a:spcPct val="100000"/>
              </a:lnSpc>
              <a:spcBef>
                <a:spcPts val="0"/>
              </a:spcBef>
              <a:spcAft>
                <a:spcPts val="0"/>
              </a:spcAft>
              <a:buClr>
                <a:schemeClr val="lt1"/>
              </a:buClr>
              <a:buSzPts val="1800"/>
              <a:buNone/>
              <a:defRPr sz="1800">
                <a:solidFill>
                  <a:schemeClr val="lt1"/>
                </a:solidFill>
              </a:defRPr>
            </a:lvl5pPr>
            <a:lvl6pPr lvl="5" algn="l">
              <a:lnSpc>
                <a:spcPct val="100000"/>
              </a:lnSpc>
              <a:spcBef>
                <a:spcPts val="0"/>
              </a:spcBef>
              <a:spcAft>
                <a:spcPts val="0"/>
              </a:spcAft>
              <a:buClr>
                <a:schemeClr val="lt1"/>
              </a:buClr>
              <a:buSzPts val="1800"/>
              <a:buNone/>
              <a:defRPr sz="1800">
                <a:solidFill>
                  <a:schemeClr val="lt1"/>
                </a:solidFill>
              </a:defRPr>
            </a:lvl6pPr>
            <a:lvl7pPr lvl="6" algn="l">
              <a:lnSpc>
                <a:spcPct val="100000"/>
              </a:lnSpc>
              <a:spcBef>
                <a:spcPts val="0"/>
              </a:spcBef>
              <a:spcAft>
                <a:spcPts val="0"/>
              </a:spcAft>
              <a:buClr>
                <a:schemeClr val="lt1"/>
              </a:buClr>
              <a:buSzPts val="1800"/>
              <a:buNone/>
              <a:defRPr sz="1800">
                <a:solidFill>
                  <a:schemeClr val="lt1"/>
                </a:solidFill>
              </a:defRPr>
            </a:lvl7pPr>
            <a:lvl8pPr lvl="7" algn="l">
              <a:lnSpc>
                <a:spcPct val="100000"/>
              </a:lnSpc>
              <a:spcBef>
                <a:spcPts val="0"/>
              </a:spcBef>
              <a:spcAft>
                <a:spcPts val="0"/>
              </a:spcAft>
              <a:buClr>
                <a:schemeClr val="lt1"/>
              </a:buClr>
              <a:buSzPts val="1800"/>
              <a:buNone/>
              <a:defRPr sz="1800">
                <a:solidFill>
                  <a:schemeClr val="lt1"/>
                </a:solidFill>
              </a:defRPr>
            </a:lvl8pPr>
            <a:lvl9pPr lvl="8" algn="l">
              <a:lnSpc>
                <a:spcPct val="100000"/>
              </a:lnSpc>
              <a:spcBef>
                <a:spcPts val="0"/>
              </a:spcBef>
              <a:spcAft>
                <a:spcPts val="0"/>
              </a:spcAft>
              <a:buClr>
                <a:schemeClr val="lt1"/>
              </a:buClr>
              <a:buSzPts val="1800"/>
              <a:buNone/>
              <a:defRPr sz="1800">
                <a:solidFill>
                  <a:schemeClr val="lt1"/>
                </a:solidFill>
              </a:defRPr>
            </a:lvl9pPr>
          </a:lstStyle>
          <a:p>
            <a:endParaRPr/>
          </a:p>
        </p:txBody>
      </p:sp>
      <p:sp>
        <p:nvSpPr>
          <p:cNvPr id="1549" name="Google Shape;1549;p131"/>
          <p:cNvSpPr txBox="1">
            <a:spLocks noGrp="1"/>
          </p:cNvSpPr>
          <p:nvPr>
            <p:ph type="body" idx="2"/>
          </p:nvPr>
        </p:nvSpPr>
        <p:spPr>
          <a:xfrm>
            <a:off x="1276539" y="5577840"/>
            <a:ext cx="6515100"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lt1"/>
              </a:buClr>
              <a:buSzPts val="1200"/>
              <a:buFont typeface="Arial"/>
              <a:buNone/>
              <a:defRPr sz="1200">
                <a:solidFill>
                  <a:schemeClr val="lt1"/>
                </a:solidFill>
              </a:defRPr>
            </a:lvl2pPr>
            <a:lvl3pPr marL="1371600" lvl="2" indent="-228600" algn="l">
              <a:lnSpc>
                <a:spcPct val="100000"/>
              </a:lnSpc>
              <a:spcBef>
                <a:spcPts val="0"/>
              </a:spcBef>
              <a:spcAft>
                <a:spcPts val="0"/>
              </a:spcAft>
              <a:buClr>
                <a:schemeClr val="lt1"/>
              </a:buClr>
              <a:buSzPts val="1200"/>
              <a:buFont typeface="Arial"/>
              <a:buNone/>
              <a:defRPr sz="1200">
                <a:solidFill>
                  <a:schemeClr val="lt1"/>
                </a:solidFill>
              </a:defRPr>
            </a:lvl3pPr>
            <a:lvl4pPr marL="1828800" lvl="3" indent="-228600" algn="l">
              <a:lnSpc>
                <a:spcPct val="100000"/>
              </a:lnSpc>
              <a:spcBef>
                <a:spcPts val="0"/>
              </a:spcBef>
              <a:spcAft>
                <a:spcPts val="0"/>
              </a:spcAft>
              <a:buClr>
                <a:schemeClr val="lt1"/>
              </a:buClr>
              <a:buSzPts val="1200"/>
              <a:buFont typeface="Arial"/>
              <a:buNone/>
              <a:defRPr sz="1200">
                <a:solidFill>
                  <a:schemeClr val="lt1"/>
                </a:solidFill>
              </a:defRPr>
            </a:lvl4pPr>
            <a:lvl5pPr marL="2286000" lvl="4" indent="-228600" algn="l">
              <a:lnSpc>
                <a:spcPct val="100000"/>
              </a:lnSpc>
              <a:spcBef>
                <a:spcPts val="0"/>
              </a:spcBef>
              <a:spcAft>
                <a:spcPts val="0"/>
              </a:spcAft>
              <a:buClr>
                <a:schemeClr val="lt1"/>
              </a:buClr>
              <a:buSzPts val="1200"/>
              <a:buFont typeface="Arial"/>
              <a:buNone/>
              <a:defRPr sz="1200">
                <a:solidFill>
                  <a:schemeClr val="lt1"/>
                </a:solidFill>
              </a:defRPr>
            </a:lvl5pPr>
            <a:lvl6pPr marL="2743200" lvl="5" indent="-228600" algn="l">
              <a:lnSpc>
                <a:spcPct val="100000"/>
              </a:lnSpc>
              <a:spcBef>
                <a:spcPts val="0"/>
              </a:spcBef>
              <a:spcAft>
                <a:spcPts val="0"/>
              </a:spcAft>
              <a:buClr>
                <a:schemeClr val="lt1"/>
              </a:buClr>
              <a:buSzPts val="1200"/>
              <a:buFont typeface="Arial"/>
              <a:buNone/>
              <a:defRPr sz="1200">
                <a:solidFill>
                  <a:schemeClr val="lt1"/>
                </a:solidFill>
              </a:defRPr>
            </a:lvl6pPr>
            <a:lvl7pPr marL="3200400" lvl="6" indent="-228600" algn="l">
              <a:lnSpc>
                <a:spcPct val="100000"/>
              </a:lnSpc>
              <a:spcBef>
                <a:spcPts val="0"/>
              </a:spcBef>
              <a:spcAft>
                <a:spcPts val="0"/>
              </a:spcAft>
              <a:buClr>
                <a:schemeClr val="lt1"/>
              </a:buClr>
              <a:buSzPts val="1200"/>
              <a:buFont typeface="Arial"/>
              <a:buNone/>
              <a:defRPr sz="1200">
                <a:solidFill>
                  <a:schemeClr val="lt1"/>
                </a:solidFill>
              </a:defRPr>
            </a:lvl7pPr>
            <a:lvl8pPr marL="3657600" lvl="7" indent="-228600" algn="l">
              <a:lnSpc>
                <a:spcPct val="100000"/>
              </a:lnSpc>
              <a:spcBef>
                <a:spcPts val="0"/>
              </a:spcBef>
              <a:spcAft>
                <a:spcPts val="0"/>
              </a:spcAft>
              <a:buClr>
                <a:schemeClr val="lt1"/>
              </a:buClr>
              <a:buSzPts val="1200"/>
              <a:buFont typeface="Arial"/>
              <a:buNone/>
              <a:defRPr sz="1200">
                <a:solidFill>
                  <a:schemeClr val="lt1"/>
                </a:solidFill>
              </a:defRPr>
            </a:lvl8pPr>
            <a:lvl9pPr marL="4114800" lvl="8" indent="-228600" algn="l">
              <a:lnSpc>
                <a:spcPct val="100000"/>
              </a:lnSpc>
              <a:spcBef>
                <a:spcPts val="0"/>
              </a:spcBef>
              <a:spcAft>
                <a:spcPts val="0"/>
              </a:spcAft>
              <a:buClr>
                <a:schemeClr val="lt1"/>
              </a:buClr>
              <a:buSzPts val="1200"/>
              <a:buFont typeface="Arial"/>
              <a:buNone/>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6546">
          <p15:clr>
            <a:srgbClr val="FBAE40"/>
          </p15:clr>
        </p15:guide>
        <p15:guide id="3" orient="horz" pos="776">
          <p15:clr>
            <a:srgbClr val="FBAE40"/>
          </p15:clr>
        </p15:guide>
        <p15:guide id="4" pos="748">
          <p15:clr>
            <a:srgbClr val="FBAE4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matchingName="Cover slide option 2">
  <p:cSld name="Cover slide option 2">
    <p:bg>
      <p:bgPr>
        <a:solidFill>
          <a:schemeClr val="lt1"/>
        </a:solidFill>
        <a:effectLst/>
      </p:bgPr>
    </p:bg>
    <p:spTree>
      <p:nvGrpSpPr>
        <p:cNvPr id="1" name="Shape 1550"/>
        <p:cNvGrpSpPr/>
        <p:nvPr/>
      </p:nvGrpSpPr>
      <p:grpSpPr>
        <a:xfrm>
          <a:off x="0" y="0"/>
          <a:ext cx="0" cy="0"/>
          <a:chOff x="0" y="0"/>
          <a:chExt cx="0" cy="0"/>
        </a:xfrm>
      </p:grpSpPr>
      <p:sp>
        <p:nvSpPr>
          <p:cNvPr id="1551" name="Google Shape;1551;p132"/>
          <p:cNvSpPr/>
          <p:nvPr/>
        </p:nvSpPr>
        <p:spPr>
          <a:xfrm>
            <a:off x="0" y="3840480"/>
            <a:ext cx="9144000" cy="3017400"/>
          </a:xfrm>
          <a:prstGeom prst="rect">
            <a:avLst/>
          </a:prstGeom>
          <a:solidFill>
            <a:srgbClr val="ECECE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1552" name="Google Shape;1552;p132" descr="UST"/>
          <p:cNvSpPr/>
          <p:nvPr/>
        </p:nvSpPr>
        <p:spPr>
          <a:xfrm>
            <a:off x="273844" y="358775"/>
            <a:ext cx="548636" cy="809170"/>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553" name="Google Shape;1553;p132"/>
          <p:cNvSpPr txBox="1">
            <a:spLocks noGrp="1"/>
          </p:cNvSpPr>
          <p:nvPr>
            <p:ph type="ctrTitle"/>
          </p:nvPr>
        </p:nvSpPr>
        <p:spPr>
          <a:xfrm>
            <a:off x="891540" y="1234440"/>
            <a:ext cx="3874800" cy="2304300"/>
          </a:xfrm>
          <a:prstGeom prst="rect">
            <a:avLst/>
          </a:prstGeom>
          <a:solidFill>
            <a:srgbClr val="006E74"/>
          </a:solidFill>
          <a:ln>
            <a:noFill/>
          </a:ln>
        </p:spPr>
        <p:txBody>
          <a:bodyPr spcFirstLastPara="1" wrap="square" lIns="274300" tIns="274300" rIns="274300" bIns="274300" anchor="t" anchorCtr="0">
            <a:noAutofit/>
          </a:bodyPr>
          <a:lstStyle>
            <a:lvl1pPr lvl="0" algn="l">
              <a:lnSpc>
                <a:spcPct val="90000"/>
              </a:lnSpc>
              <a:spcBef>
                <a:spcPts val="0"/>
              </a:spcBef>
              <a:spcAft>
                <a:spcPts val="0"/>
              </a:spcAft>
              <a:buClr>
                <a:schemeClr val="lt1"/>
              </a:buClr>
              <a:buSzPts val="2400"/>
              <a:buFont typeface="Arial"/>
              <a:buNone/>
              <a:defRPr sz="24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54" name="Google Shape;1554;p132"/>
          <p:cNvSpPr txBox="1">
            <a:spLocks noGrp="1"/>
          </p:cNvSpPr>
          <p:nvPr>
            <p:ph type="subTitle" idx="1"/>
          </p:nvPr>
        </p:nvSpPr>
        <p:spPr>
          <a:xfrm>
            <a:off x="891540" y="4114799"/>
            <a:ext cx="3874800" cy="6858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dk1"/>
              </a:buClr>
              <a:buSzPts val="1500"/>
              <a:buNone/>
              <a:defRPr sz="1500" b="0">
                <a:solidFill>
                  <a:schemeClr val="dk1"/>
                </a:solidFill>
                <a:latin typeface="Arial"/>
                <a:ea typeface="Arial"/>
                <a:cs typeface="Arial"/>
                <a:sym typeface="Arial"/>
              </a:defRPr>
            </a:lvl1pPr>
            <a:lvl2pPr lvl="1" algn="l">
              <a:lnSpc>
                <a:spcPct val="100000"/>
              </a:lnSpc>
              <a:spcBef>
                <a:spcPts val="0"/>
              </a:spcBef>
              <a:spcAft>
                <a:spcPts val="0"/>
              </a:spcAft>
              <a:buClr>
                <a:schemeClr val="dk1"/>
              </a:buClr>
              <a:buSzPts val="1500"/>
              <a:buNone/>
              <a:defRPr sz="1500">
                <a:solidFill>
                  <a:schemeClr val="dk1"/>
                </a:solidFill>
              </a:defRPr>
            </a:lvl2pPr>
            <a:lvl3pPr lvl="2" algn="l">
              <a:lnSpc>
                <a:spcPct val="100000"/>
              </a:lnSpc>
              <a:spcBef>
                <a:spcPts val="0"/>
              </a:spcBef>
              <a:spcAft>
                <a:spcPts val="0"/>
              </a:spcAft>
              <a:buClr>
                <a:schemeClr val="dk1"/>
              </a:buClr>
              <a:buSzPts val="1500"/>
              <a:buNone/>
              <a:defRPr sz="1500">
                <a:solidFill>
                  <a:schemeClr val="dk1"/>
                </a:solidFill>
              </a:defRPr>
            </a:lvl3pPr>
            <a:lvl4pPr lvl="3" algn="l">
              <a:lnSpc>
                <a:spcPct val="100000"/>
              </a:lnSpc>
              <a:spcBef>
                <a:spcPts val="0"/>
              </a:spcBef>
              <a:spcAft>
                <a:spcPts val="0"/>
              </a:spcAft>
              <a:buClr>
                <a:schemeClr val="dk1"/>
              </a:buClr>
              <a:buSzPts val="1500"/>
              <a:buNone/>
              <a:defRPr sz="1500">
                <a:solidFill>
                  <a:schemeClr val="dk1"/>
                </a:solidFill>
              </a:defRPr>
            </a:lvl4pPr>
            <a:lvl5pPr lvl="4" algn="l">
              <a:lnSpc>
                <a:spcPct val="100000"/>
              </a:lnSpc>
              <a:spcBef>
                <a:spcPts val="0"/>
              </a:spcBef>
              <a:spcAft>
                <a:spcPts val="0"/>
              </a:spcAft>
              <a:buClr>
                <a:schemeClr val="dk1"/>
              </a:buClr>
              <a:buSzPts val="1500"/>
              <a:buNone/>
              <a:defRPr sz="1500">
                <a:solidFill>
                  <a:schemeClr val="dk1"/>
                </a:solidFill>
              </a:defRPr>
            </a:lvl5pPr>
            <a:lvl6pPr lvl="5" algn="l">
              <a:lnSpc>
                <a:spcPct val="100000"/>
              </a:lnSpc>
              <a:spcBef>
                <a:spcPts val="0"/>
              </a:spcBef>
              <a:spcAft>
                <a:spcPts val="0"/>
              </a:spcAft>
              <a:buClr>
                <a:schemeClr val="dk1"/>
              </a:buClr>
              <a:buSzPts val="1500"/>
              <a:buNone/>
              <a:defRPr sz="1500">
                <a:solidFill>
                  <a:schemeClr val="dk1"/>
                </a:solidFill>
              </a:defRPr>
            </a:lvl6pPr>
            <a:lvl7pPr lvl="6" algn="l">
              <a:lnSpc>
                <a:spcPct val="100000"/>
              </a:lnSpc>
              <a:spcBef>
                <a:spcPts val="0"/>
              </a:spcBef>
              <a:spcAft>
                <a:spcPts val="0"/>
              </a:spcAft>
              <a:buClr>
                <a:schemeClr val="dk1"/>
              </a:buClr>
              <a:buSzPts val="1500"/>
              <a:buNone/>
              <a:defRPr sz="1500">
                <a:solidFill>
                  <a:schemeClr val="dk1"/>
                </a:solidFill>
              </a:defRPr>
            </a:lvl7pPr>
            <a:lvl8pPr lvl="7" algn="l">
              <a:lnSpc>
                <a:spcPct val="100000"/>
              </a:lnSpc>
              <a:spcBef>
                <a:spcPts val="0"/>
              </a:spcBef>
              <a:spcAft>
                <a:spcPts val="0"/>
              </a:spcAft>
              <a:buClr>
                <a:schemeClr val="dk1"/>
              </a:buClr>
              <a:buSzPts val="1500"/>
              <a:buNone/>
              <a:defRPr sz="1500">
                <a:solidFill>
                  <a:schemeClr val="dk1"/>
                </a:solidFill>
              </a:defRPr>
            </a:lvl8pPr>
            <a:lvl9pPr lvl="8" algn="l">
              <a:lnSpc>
                <a:spcPct val="100000"/>
              </a:lnSpc>
              <a:spcBef>
                <a:spcPts val="0"/>
              </a:spcBef>
              <a:spcAft>
                <a:spcPts val="0"/>
              </a:spcAft>
              <a:buClr>
                <a:schemeClr val="dk1"/>
              </a:buClr>
              <a:buSzPts val="1500"/>
              <a:buNone/>
              <a:defRPr sz="1500">
                <a:solidFill>
                  <a:schemeClr val="dk1"/>
                </a:solidFill>
              </a:defRPr>
            </a:lvl9pPr>
          </a:lstStyle>
          <a:p>
            <a:endParaRPr/>
          </a:p>
        </p:txBody>
      </p:sp>
      <p:sp>
        <p:nvSpPr>
          <p:cNvPr id="1555" name="Google Shape;1555;p132"/>
          <p:cNvSpPr txBox="1">
            <a:spLocks noGrp="1"/>
          </p:cNvSpPr>
          <p:nvPr>
            <p:ph type="body" idx="2"/>
          </p:nvPr>
        </p:nvSpPr>
        <p:spPr>
          <a:xfrm>
            <a:off x="891540" y="5577840"/>
            <a:ext cx="3874800"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dk1"/>
              </a:buClr>
              <a:buSzPts val="1200"/>
              <a:buFont typeface="Arial"/>
              <a:buNone/>
              <a:defRPr sz="120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1556" name="Google Shape;1556;p132"/>
          <p:cNvSpPr>
            <a:spLocks noGrp="1"/>
          </p:cNvSpPr>
          <p:nvPr>
            <p:ph type="pic" idx="3"/>
          </p:nvPr>
        </p:nvSpPr>
        <p:spPr>
          <a:xfrm>
            <a:off x="4993005" y="2148840"/>
            <a:ext cx="3874800" cy="434340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748">
          <p15:clr>
            <a:srgbClr val="FBAE40"/>
          </p15:clr>
        </p15:guide>
        <p15:guide id="3" pos="4192">
          <p15:clr>
            <a:srgbClr val="FBAE40"/>
          </p15:clr>
        </p15:guide>
        <p15:guide id="4" pos="4004">
          <p15:clr>
            <a:srgbClr val="FBAE40"/>
          </p15:clr>
        </p15:guide>
        <p15:guide id="5" orient="horz" pos="776">
          <p15:clr>
            <a:srgbClr val="FBAE40"/>
          </p15:clr>
        </p15:guide>
      </p15:sldGuideLst>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matchingName="Cover slide option 4">
  <p:cSld name="Cover slide option 4">
    <p:bg>
      <p:bgPr>
        <a:solidFill>
          <a:schemeClr val="lt1"/>
        </a:solidFill>
        <a:effectLst/>
      </p:bgPr>
    </p:bg>
    <p:spTree>
      <p:nvGrpSpPr>
        <p:cNvPr id="1" name="Shape 1557"/>
        <p:cNvGrpSpPr/>
        <p:nvPr/>
      </p:nvGrpSpPr>
      <p:grpSpPr>
        <a:xfrm>
          <a:off x="0" y="0"/>
          <a:ext cx="0" cy="0"/>
          <a:chOff x="0" y="0"/>
          <a:chExt cx="0" cy="0"/>
        </a:xfrm>
      </p:grpSpPr>
      <p:sp>
        <p:nvSpPr>
          <p:cNvPr id="1558" name="Google Shape;1558;p133"/>
          <p:cNvSpPr>
            <a:spLocks noGrp="1"/>
          </p:cNvSpPr>
          <p:nvPr>
            <p:ph type="pic" idx="2"/>
          </p:nvPr>
        </p:nvSpPr>
        <p:spPr>
          <a:xfrm>
            <a:off x="3103245" y="-1"/>
            <a:ext cx="6040800" cy="6856500"/>
          </a:xfrm>
          <a:prstGeom prst="rect">
            <a:avLst/>
          </a:prstGeom>
          <a:solidFill>
            <a:srgbClr val="D7E0E3"/>
          </a:solidFill>
          <a:ln>
            <a:noFill/>
          </a:ln>
        </p:spPr>
      </p:sp>
      <p:sp>
        <p:nvSpPr>
          <p:cNvPr id="1559" name="Google Shape;1559;p133" descr="UST"/>
          <p:cNvSpPr/>
          <p:nvPr/>
        </p:nvSpPr>
        <p:spPr>
          <a:xfrm>
            <a:off x="273844" y="358775"/>
            <a:ext cx="548636" cy="809170"/>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560" name="Google Shape;1560;p133"/>
          <p:cNvSpPr txBox="1">
            <a:spLocks noGrp="1"/>
          </p:cNvSpPr>
          <p:nvPr>
            <p:ph type="ctrTitle"/>
          </p:nvPr>
        </p:nvSpPr>
        <p:spPr>
          <a:xfrm>
            <a:off x="1003459" y="1623059"/>
            <a:ext cx="3399600" cy="3737700"/>
          </a:xfrm>
          <a:prstGeom prst="rect">
            <a:avLst/>
          </a:prstGeom>
          <a:solidFill>
            <a:srgbClr val="006E74"/>
          </a:solidFill>
          <a:ln>
            <a:noFill/>
          </a:ln>
        </p:spPr>
        <p:txBody>
          <a:bodyPr spcFirstLastPara="1" wrap="square" lIns="274300" tIns="274300" rIns="274300" bIns="274300" anchor="t" anchorCtr="0">
            <a:noAutofit/>
          </a:bodyPr>
          <a:lstStyle>
            <a:lvl1pPr lvl="0" algn="l">
              <a:lnSpc>
                <a:spcPct val="90000"/>
              </a:lnSpc>
              <a:spcBef>
                <a:spcPts val="0"/>
              </a:spcBef>
              <a:spcAft>
                <a:spcPts val="0"/>
              </a:spcAft>
              <a:buClr>
                <a:schemeClr val="lt1"/>
              </a:buClr>
              <a:buSzPts val="2400"/>
              <a:buFont typeface="Arial"/>
              <a:buNone/>
              <a:defRPr sz="24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61" name="Google Shape;1561;p133"/>
          <p:cNvSpPr txBox="1">
            <a:spLocks noGrp="1"/>
          </p:cNvSpPr>
          <p:nvPr>
            <p:ph type="subTitle" idx="1"/>
          </p:nvPr>
        </p:nvSpPr>
        <p:spPr>
          <a:xfrm>
            <a:off x="1223010" y="2903219"/>
            <a:ext cx="2891700" cy="12915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500"/>
              <a:buNone/>
              <a:defRPr sz="1500" b="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1562" name="Google Shape;1562;p133"/>
          <p:cNvSpPr txBox="1">
            <a:spLocks noGrp="1"/>
          </p:cNvSpPr>
          <p:nvPr>
            <p:ph type="body" idx="3"/>
          </p:nvPr>
        </p:nvSpPr>
        <p:spPr>
          <a:xfrm>
            <a:off x="1223010" y="4194809"/>
            <a:ext cx="2891700"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matchingName="1_Cover slide option 4">
  <p:cSld name="1_Cover slide option 4">
    <p:bg>
      <p:bgPr>
        <a:solidFill>
          <a:schemeClr val="lt1"/>
        </a:solidFill>
        <a:effectLst/>
      </p:bgPr>
    </p:bg>
    <p:spTree>
      <p:nvGrpSpPr>
        <p:cNvPr id="1" name="Shape 1563"/>
        <p:cNvGrpSpPr/>
        <p:nvPr/>
      </p:nvGrpSpPr>
      <p:grpSpPr>
        <a:xfrm>
          <a:off x="0" y="0"/>
          <a:ext cx="0" cy="0"/>
          <a:chOff x="0" y="0"/>
          <a:chExt cx="0" cy="0"/>
        </a:xfrm>
      </p:grpSpPr>
      <p:sp>
        <p:nvSpPr>
          <p:cNvPr id="1564" name="Google Shape;1564;p134"/>
          <p:cNvSpPr>
            <a:spLocks noGrp="1"/>
          </p:cNvSpPr>
          <p:nvPr>
            <p:ph type="pic" idx="2"/>
          </p:nvPr>
        </p:nvSpPr>
        <p:spPr>
          <a:xfrm>
            <a:off x="3103245" y="-1"/>
            <a:ext cx="6040800" cy="6856500"/>
          </a:xfrm>
          <a:prstGeom prst="rect">
            <a:avLst/>
          </a:prstGeom>
          <a:solidFill>
            <a:srgbClr val="D7E0E3"/>
          </a:solidFill>
          <a:ln>
            <a:noFill/>
          </a:ln>
        </p:spPr>
      </p:sp>
      <p:sp>
        <p:nvSpPr>
          <p:cNvPr id="1565" name="Google Shape;1565;p134"/>
          <p:cNvSpPr txBox="1">
            <a:spLocks noGrp="1"/>
          </p:cNvSpPr>
          <p:nvPr>
            <p:ph type="ctrTitle"/>
          </p:nvPr>
        </p:nvSpPr>
        <p:spPr>
          <a:xfrm>
            <a:off x="1003459" y="1623059"/>
            <a:ext cx="3399600" cy="3737700"/>
          </a:xfrm>
          <a:prstGeom prst="rect">
            <a:avLst/>
          </a:prstGeom>
          <a:solidFill>
            <a:srgbClr val="006E74"/>
          </a:solidFill>
          <a:ln>
            <a:noFill/>
          </a:ln>
        </p:spPr>
        <p:txBody>
          <a:bodyPr spcFirstLastPara="1" wrap="square" lIns="274300" tIns="274300" rIns="274300" bIns="274300" anchor="t" anchorCtr="0">
            <a:noAutofit/>
          </a:bodyPr>
          <a:lstStyle>
            <a:lvl1pPr lvl="0" algn="l">
              <a:lnSpc>
                <a:spcPct val="90000"/>
              </a:lnSpc>
              <a:spcBef>
                <a:spcPts val="0"/>
              </a:spcBef>
              <a:spcAft>
                <a:spcPts val="0"/>
              </a:spcAft>
              <a:buClr>
                <a:schemeClr val="lt1"/>
              </a:buClr>
              <a:buSzPts val="2400"/>
              <a:buFont typeface="Arial"/>
              <a:buNone/>
              <a:defRPr sz="24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66" name="Google Shape;1566;p134"/>
          <p:cNvSpPr txBox="1">
            <a:spLocks noGrp="1"/>
          </p:cNvSpPr>
          <p:nvPr>
            <p:ph type="subTitle" idx="1"/>
          </p:nvPr>
        </p:nvSpPr>
        <p:spPr>
          <a:xfrm>
            <a:off x="1223010" y="2903219"/>
            <a:ext cx="2891700" cy="12915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500"/>
              <a:buNone/>
              <a:defRPr sz="1500" b="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1567" name="Google Shape;1567;p134"/>
          <p:cNvSpPr txBox="1">
            <a:spLocks noGrp="1"/>
          </p:cNvSpPr>
          <p:nvPr>
            <p:ph type="body" idx="3"/>
          </p:nvPr>
        </p:nvSpPr>
        <p:spPr>
          <a:xfrm>
            <a:off x="1223010" y="4194809"/>
            <a:ext cx="2891700"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1568" name="Google Shape;1568;p134" descr="UST"/>
          <p:cNvSpPr/>
          <p:nvPr/>
        </p:nvSpPr>
        <p:spPr>
          <a:xfrm>
            <a:off x="273844" y="358775"/>
            <a:ext cx="549080" cy="810003"/>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cxnSp>
        <p:nvCxnSpPr>
          <p:cNvPr id="1569" name="Google Shape;1569;p134"/>
          <p:cNvCxnSpPr/>
          <p:nvPr/>
        </p:nvCxnSpPr>
        <p:spPr>
          <a:xfrm>
            <a:off x="1003460" y="371716"/>
            <a:ext cx="0" cy="792000"/>
          </a:xfrm>
          <a:prstGeom prst="straightConnector1">
            <a:avLst/>
          </a:prstGeom>
          <a:noFill/>
          <a:ln w="12700" cap="sq" cmpd="sng">
            <a:solidFill>
              <a:schemeClr val="dk1"/>
            </a:solidFill>
            <a:prstDash val="solid"/>
            <a:round/>
            <a:headEnd type="none" w="sm" len="sm"/>
            <a:tailEnd type="none" w="sm" len="sm"/>
          </a:ln>
        </p:spPr>
      </p:cxn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matchingName="Cover slide option 5">
  <p:cSld name="Cover slide option 5">
    <p:bg>
      <p:bgPr>
        <a:solidFill>
          <a:schemeClr val="lt1"/>
        </a:solidFill>
        <a:effectLst/>
      </p:bgPr>
    </p:bg>
    <p:spTree>
      <p:nvGrpSpPr>
        <p:cNvPr id="1" name="Shape 1570"/>
        <p:cNvGrpSpPr/>
        <p:nvPr/>
      </p:nvGrpSpPr>
      <p:grpSpPr>
        <a:xfrm>
          <a:off x="0" y="0"/>
          <a:ext cx="0" cy="0"/>
          <a:chOff x="0" y="0"/>
          <a:chExt cx="0" cy="0"/>
        </a:xfrm>
      </p:grpSpPr>
      <p:pic>
        <p:nvPicPr>
          <p:cNvPr id="1571" name="Google Shape;1571;p135" descr="A picture containing sky, water, outdoor&#10;&#10;Description automatically generated"/>
          <p:cNvPicPr preferRelativeResize="0"/>
          <p:nvPr/>
        </p:nvPicPr>
        <p:blipFill rotWithShape="1">
          <a:blip r:embed="rId2">
            <a:alphaModFix/>
          </a:blip>
          <a:srcRect l="74" r="3839" b="3765"/>
          <a:stretch/>
        </p:blipFill>
        <p:spPr>
          <a:xfrm>
            <a:off x="0" y="1"/>
            <a:ext cx="9144000" cy="6856412"/>
          </a:xfrm>
          <a:prstGeom prst="rect">
            <a:avLst/>
          </a:prstGeom>
          <a:noFill/>
          <a:ln>
            <a:noFill/>
          </a:ln>
        </p:spPr>
      </p:pic>
      <p:sp>
        <p:nvSpPr>
          <p:cNvPr id="1572" name="Google Shape;1572;p135"/>
          <p:cNvSpPr txBox="1">
            <a:spLocks noGrp="1"/>
          </p:cNvSpPr>
          <p:nvPr>
            <p:ph type="ctrTitle"/>
          </p:nvPr>
        </p:nvSpPr>
        <p:spPr>
          <a:xfrm>
            <a:off x="1003459" y="1623059"/>
            <a:ext cx="3399600" cy="3737700"/>
          </a:xfrm>
          <a:prstGeom prst="rect">
            <a:avLst/>
          </a:prstGeom>
          <a:solidFill>
            <a:srgbClr val="006E74"/>
          </a:solidFill>
          <a:ln>
            <a:noFill/>
          </a:ln>
        </p:spPr>
        <p:txBody>
          <a:bodyPr spcFirstLastPara="1" wrap="square" lIns="274300" tIns="274300" rIns="274300" bIns="274300" anchor="t" anchorCtr="0">
            <a:noAutofit/>
          </a:bodyPr>
          <a:lstStyle>
            <a:lvl1pPr lvl="0" algn="l">
              <a:lnSpc>
                <a:spcPct val="90000"/>
              </a:lnSpc>
              <a:spcBef>
                <a:spcPts val="0"/>
              </a:spcBef>
              <a:spcAft>
                <a:spcPts val="0"/>
              </a:spcAft>
              <a:buClr>
                <a:schemeClr val="lt1"/>
              </a:buClr>
              <a:buSzPts val="2400"/>
              <a:buFont typeface="Arial"/>
              <a:buNone/>
              <a:defRPr sz="24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73" name="Google Shape;1573;p135"/>
          <p:cNvSpPr txBox="1">
            <a:spLocks noGrp="1"/>
          </p:cNvSpPr>
          <p:nvPr>
            <p:ph type="subTitle" idx="1"/>
          </p:nvPr>
        </p:nvSpPr>
        <p:spPr>
          <a:xfrm>
            <a:off x="1223010" y="2903219"/>
            <a:ext cx="2891700" cy="12915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500"/>
              <a:buNone/>
              <a:defRPr sz="1500" b="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1574" name="Google Shape;1574;p135"/>
          <p:cNvSpPr txBox="1">
            <a:spLocks noGrp="1"/>
          </p:cNvSpPr>
          <p:nvPr>
            <p:ph type="body" idx="2"/>
          </p:nvPr>
        </p:nvSpPr>
        <p:spPr>
          <a:xfrm>
            <a:off x="1223010" y="4194809"/>
            <a:ext cx="2891700"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1575" name="Google Shape;1575;p135" descr="UST"/>
          <p:cNvSpPr/>
          <p:nvPr/>
        </p:nvSpPr>
        <p:spPr>
          <a:xfrm>
            <a:off x="273844" y="358775"/>
            <a:ext cx="548636" cy="809170"/>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chemeClr val="lt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lt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matchingName="1_Cover slide option 5">
  <p:cSld name="1_Cover slide option 5">
    <p:bg>
      <p:bgPr>
        <a:solidFill>
          <a:schemeClr val="lt1"/>
        </a:solidFill>
        <a:effectLst/>
      </p:bgPr>
    </p:bg>
    <p:spTree>
      <p:nvGrpSpPr>
        <p:cNvPr id="1" name="Shape 1576"/>
        <p:cNvGrpSpPr/>
        <p:nvPr/>
      </p:nvGrpSpPr>
      <p:grpSpPr>
        <a:xfrm>
          <a:off x="0" y="0"/>
          <a:ext cx="0" cy="0"/>
          <a:chOff x="0" y="0"/>
          <a:chExt cx="0" cy="0"/>
        </a:xfrm>
      </p:grpSpPr>
      <p:pic>
        <p:nvPicPr>
          <p:cNvPr id="1577" name="Google Shape;1577;p136" descr="A person and person looking at a tablet&#10;&#10;Description automatically generated"/>
          <p:cNvPicPr preferRelativeResize="0"/>
          <p:nvPr/>
        </p:nvPicPr>
        <p:blipFill rotWithShape="1">
          <a:blip r:embed="rId2">
            <a:alphaModFix/>
          </a:blip>
          <a:srcRect t="2041" r="2041"/>
          <a:stretch/>
        </p:blipFill>
        <p:spPr>
          <a:xfrm>
            <a:off x="0" y="0"/>
            <a:ext cx="9144001" cy="6858000"/>
          </a:xfrm>
          <a:prstGeom prst="rect">
            <a:avLst/>
          </a:prstGeom>
          <a:noFill/>
          <a:ln>
            <a:noFill/>
          </a:ln>
        </p:spPr>
      </p:pic>
      <p:sp>
        <p:nvSpPr>
          <p:cNvPr id="1578" name="Google Shape;1578;p136"/>
          <p:cNvSpPr txBox="1">
            <a:spLocks noGrp="1"/>
          </p:cNvSpPr>
          <p:nvPr>
            <p:ph type="ctrTitle"/>
          </p:nvPr>
        </p:nvSpPr>
        <p:spPr>
          <a:xfrm>
            <a:off x="1003459" y="1623059"/>
            <a:ext cx="3399600" cy="3737700"/>
          </a:xfrm>
          <a:prstGeom prst="rect">
            <a:avLst/>
          </a:prstGeom>
          <a:solidFill>
            <a:srgbClr val="006E74"/>
          </a:solidFill>
          <a:ln>
            <a:noFill/>
          </a:ln>
        </p:spPr>
        <p:txBody>
          <a:bodyPr spcFirstLastPara="1" wrap="square" lIns="274300" tIns="274300" rIns="274300" bIns="274300" anchor="t" anchorCtr="0">
            <a:noAutofit/>
          </a:bodyPr>
          <a:lstStyle>
            <a:lvl1pPr lvl="0" algn="l">
              <a:lnSpc>
                <a:spcPct val="90000"/>
              </a:lnSpc>
              <a:spcBef>
                <a:spcPts val="0"/>
              </a:spcBef>
              <a:spcAft>
                <a:spcPts val="0"/>
              </a:spcAft>
              <a:buClr>
                <a:schemeClr val="lt1"/>
              </a:buClr>
              <a:buSzPts val="2400"/>
              <a:buFont typeface="Arial"/>
              <a:buNone/>
              <a:defRPr sz="2400" b="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79" name="Google Shape;1579;p136"/>
          <p:cNvSpPr txBox="1">
            <a:spLocks noGrp="1"/>
          </p:cNvSpPr>
          <p:nvPr>
            <p:ph type="subTitle" idx="1"/>
          </p:nvPr>
        </p:nvSpPr>
        <p:spPr>
          <a:xfrm>
            <a:off x="1223010" y="2903219"/>
            <a:ext cx="2891700" cy="12915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1500"/>
              <a:buNone/>
              <a:defRPr sz="1500" b="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1580" name="Google Shape;1580;p136"/>
          <p:cNvSpPr txBox="1">
            <a:spLocks noGrp="1"/>
          </p:cNvSpPr>
          <p:nvPr>
            <p:ph type="body" idx="2"/>
          </p:nvPr>
        </p:nvSpPr>
        <p:spPr>
          <a:xfrm>
            <a:off x="1223010" y="4194809"/>
            <a:ext cx="2891700" cy="9144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1581" name="Google Shape;1581;p136" descr="UST"/>
          <p:cNvSpPr/>
          <p:nvPr/>
        </p:nvSpPr>
        <p:spPr>
          <a:xfrm>
            <a:off x="273844" y="358775"/>
            <a:ext cx="548636" cy="809170"/>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chemeClr val="lt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lt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matchingName="Cover slide option 7">
  <p:cSld name="Cover slide option 7">
    <p:bg>
      <p:bgPr>
        <a:solidFill>
          <a:schemeClr val="lt1"/>
        </a:solidFill>
        <a:effectLst/>
      </p:bgPr>
    </p:bg>
    <p:spTree>
      <p:nvGrpSpPr>
        <p:cNvPr id="1" name="Shape 1582"/>
        <p:cNvGrpSpPr/>
        <p:nvPr/>
      </p:nvGrpSpPr>
      <p:grpSpPr>
        <a:xfrm>
          <a:off x="0" y="0"/>
          <a:ext cx="0" cy="0"/>
          <a:chOff x="0" y="0"/>
          <a:chExt cx="0" cy="0"/>
        </a:xfrm>
      </p:grpSpPr>
      <p:sp>
        <p:nvSpPr>
          <p:cNvPr id="1583" name="Google Shape;1583;p137"/>
          <p:cNvSpPr>
            <a:spLocks noGrp="1"/>
          </p:cNvSpPr>
          <p:nvPr>
            <p:ph type="pic" idx="2"/>
          </p:nvPr>
        </p:nvSpPr>
        <p:spPr>
          <a:xfrm>
            <a:off x="0" y="-1"/>
            <a:ext cx="9144000" cy="6856500"/>
          </a:xfrm>
          <a:prstGeom prst="rect">
            <a:avLst/>
          </a:prstGeom>
          <a:solidFill>
            <a:srgbClr val="D7E0E3"/>
          </a:solidFill>
          <a:ln>
            <a:noFill/>
          </a:ln>
        </p:spPr>
      </p:sp>
      <p:sp>
        <p:nvSpPr>
          <p:cNvPr id="1584" name="Google Shape;1584;p137"/>
          <p:cNvSpPr txBox="1">
            <a:spLocks noGrp="1"/>
          </p:cNvSpPr>
          <p:nvPr>
            <p:ph type="subTitle" idx="1"/>
          </p:nvPr>
        </p:nvSpPr>
        <p:spPr>
          <a:xfrm>
            <a:off x="360046" y="2270758"/>
            <a:ext cx="4263300" cy="13722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dk1"/>
              </a:buClr>
              <a:buSzPts val="2400"/>
              <a:buNone/>
              <a:defRPr sz="2400" b="0">
                <a:solidFill>
                  <a:schemeClr val="dk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1585" name="Google Shape;1585;p137"/>
          <p:cNvSpPr txBox="1">
            <a:spLocks noGrp="1"/>
          </p:cNvSpPr>
          <p:nvPr>
            <p:ph type="body" idx="3"/>
          </p:nvPr>
        </p:nvSpPr>
        <p:spPr>
          <a:xfrm>
            <a:off x="360046" y="3875315"/>
            <a:ext cx="4263300" cy="870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500"/>
              <a:buFont typeface="Arial"/>
              <a:buNone/>
              <a:defRPr sz="150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1586" name="Google Shape;1586;p137"/>
          <p:cNvSpPr txBox="1">
            <a:spLocks noGrp="1"/>
          </p:cNvSpPr>
          <p:nvPr>
            <p:ph type="body" idx="4"/>
          </p:nvPr>
        </p:nvSpPr>
        <p:spPr>
          <a:xfrm>
            <a:off x="360046" y="4967152"/>
            <a:ext cx="4263300" cy="8742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dk1"/>
              </a:buClr>
              <a:buSzPts val="1350"/>
              <a:buFont typeface="Arial"/>
              <a:buNone/>
              <a:defRPr sz="135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1587" name="Google Shape;1587;p137" descr="UST"/>
          <p:cNvSpPr/>
          <p:nvPr/>
        </p:nvSpPr>
        <p:spPr>
          <a:xfrm>
            <a:off x="273844" y="358775"/>
            <a:ext cx="548636" cy="809170"/>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matchingName="Cover slide option 8">
  <p:cSld name="Cover slide option 8">
    <p:bg>
      <p:bgPr>
        <a:solidFill>
          <a:schemeClr val="lt1"/>
        </a:solidFill>
        <a:effectLst/>
      </p:bgPr>
    </p:bg>
    <p:spTree>
      <p:nvGrpSpPr>
        <p:cNvPr id="1" name="Shape 1588"/>
        <p:cNvGrpSpPr/>
        <p:nvPr/>
      </p:nvGrpSpPr>
      <p:grpSpPr>
        <a:xfrm>
          <a:off x="0" y="0"/>
          <a:ext cx="0" cy="0"/>
          <a:chOff x="0" y="0"/>
          <a:chExt cx="0" cy="0"/>
        </a:xfrm>
      </p:grpSpPr>
      <p:sp>
        <p:nvSpPr>
          <p:cNvPr id="1589" name="Google Shape;1589;p138"/>
          <p:cNvSpPr>
            <a:spLocks noGrp="1"/>
          </p:cNvSpPr>
          <p:nvPr>
            <p:ph type="pic" idx="2"/>
          </p:nvPr>
        </p:nvSpPr>
        <p:spPr>
          <a:xfrm>
            <a:off x="0" y="-1"/>
            <a:ext cx="9144000" cy="6856500"/>
          </a:xfrm>
          <a:prstGeom prst="rect">
            <a:avLst/>
          </a:prstGeom>
          <a:solidFill>
            <a:srgbClr val="D7E0E3"/>
          </a:solidFill>
          <a:ln>
            <a:noFill/>
          </a:ln>
        </p:spPr>
      </p:sp>
      <p:sp>
        <p:nvSpPr>
          <p:cNvPr id="1590" name="Google Shape;1590;p138" descr="UST"/>
          <p:cNvSpPr/>
          <p:nvPr/>
        </p:nvSpPr>
        <p:spPr>
          <a:xfrm>
            <a:off x="273844" y="358775"/>
            <a:ext cx="548636" cy="809170"/>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chemeClr val="lt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591" name="Google Shape;1591;p138"/>
          <p:cNvSpPr txBox="1">
            <a:spLocks noGrp="1"/>
          </p:cNvSpPr>
          <p:nvPr>
            <p:ph type="subTitle" idx="1"/>
          </p:nvPr>
        </p:nvSpPr>
        <p:spPr>
          <a:xfrm>
            <a:off x="360046" y="2270758"/>
            <a:ext cx="4263300" cy="13722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lt1"/>
              </a:buClr>
              <a:buSzPts val="2400"/>
              <a:buNone/>
              <a:defRPr sz="2400" b="0">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1592" name="Google Shape;1592;p138"/>
          <p:cNvSpPr txBox="1">
            <a:spLocks noGrp="1"/>
          </p:cNvSpPr>
          <p:nvPr>
            <p:ph type="body" idx="3"/>
          </p:nvPr>
        </p:nvSpPr>
        <p:spPr>
          <a:xfrm>
            <a:off x="360046" y="3875315"/>
            <a:ext cx="4263300" cy="870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lt1"/>
              </a:buClr>
              <a:buSzPts val="1500"/>
              <a:buFont typeface="Arial"/>
              <a:buNone/>
              <a:defRPr sz="150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1593" name="Google Shape;1593;p138"/>
          <p:cNvSpPr txBox="1">
            <a:spLocks noGrp="1"/>
          </p:cNvSpPr>
          <p:nvPr>
            <p:ph type="body" idx="4"/>
          </p:nvPr>
        </p:nvSpPr>
        <p:spPr>
          <a:xfrm>
            <a:off x="360046" y="4967152"/>
            <a:ext cx="4263300" cy="8742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350"/>
              <a:buFont typeface="Arial"/>
              <a:buNone/>
              <a:defRPr sz="1350"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matchingName="Cover slide option 9">
  <p:cSld name="Cover slide option 9">
    <p:bg>
      <p:bgPr>
        <a:solidFill>
          <a:schemeClr val="lt1"/>
        </a:solidFill>
        <a:effectLst/>
      </p:bgPr>
    </p:bg>
    <p:spTree>
      <p:nvGrpSpPr>
        <p:cNvPr id="1" name="Shape 1594"/>
        <p:cNvGrpSpPr/>
        <p:nvPr/>
      </p:nvGrpSpPr>
      <p:grpSpPr>
        <a:xfrm>
          <a:off x="0" y="0"/>
          <a:ext cx="0" cy="0"/>
          <a:chOff x="0" y="0"/>
          <a:chExt cx="0" cy="0"/>
        </a:xfrm>
      </p:grpSpPr>
      <p:sp>
        <p:nvSpPr>
          <p:cNvPr id="1595" name="Google Shape;1595;p139"/>
          <p:cNvSpPr>
            <a:spLocks noGrp="1"/>
          </p:cNvSpPr>
          <p:nvPr>
            <p:ph type="pic" idx="2"/>
          </p:nvPr>
        </p:nvSpPr>
        <p:spPr>
          <a:xfrm>
            <a:off x="5343525" y="-1"/>
            <a:ext cx="3800400" cy="6856500"/>
          </a:xfrm>
          <a:prstGeom prst="rect">
            <a:avLst/>
          </a:prstGeom>
          <a:solidFill>
            <a:srgbClr val="D7E0E3"/>
          </a:solidFill>
          <a:ln>
            <a:noFill/>
          </a:ln>
        </p:spPr>
      </p:sp>
      <p:sp>
        <p:nvSpPr>
          <p:cNvPr id="1596" name="Google Shape;1596;p139" descr="UST"/>
          <p:cNvSpPr/>
          <p:nvPr/>
        </p:nvSpPr>
        <p:spPr>
          <a:xfrm>
            <a:off x="273844" y="358775"/>
            <a:ext cx="548636" cy="809170"/>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597" name="Google Shape;1597;p139"/>
          <p:cNvSpPr txBox="1">
            <a:spLocks noGrp="1"/>
          </p:cNvSpPr>
          <p:nvPr>
            <p:ph type="subTitle" idx="1"/>
          </p:nvPr>
        </p:nvSpPr>
        <p:spPr>
          <a:xfrm>
            <a:off x="360046" y="2270758"/>
            <a:ext cx="4263300" cy="13722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dk1"/>
              </a:buClr>
              <a:buSzPts val="2400"/>
              <a:buNone/>
              <a:defRPr sz="2400" b="0">
                <a:solidFill>
                  <a:schemeClr val="dk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1598" name="Google Shape;1598;p139"/>
          <p:cNvSpPr txBox="1">
            <a:spLocks noGrp="1"/>
          </p:cNvSpPr>
          <p:nvPr>
            <p:ph type="body" idx="3"/>
          </p:nvPr>
        </p:nvSpPr>
        <p:spPr>
          <a:xfrm>
            <a:off x="360046" y="3875315"/>
            <a:ext cx="4263300" cy="870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500"/>
              <a:buFont typeface="Arial"/>
              <a:buNone/>
              <a:defRPr sz="150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1599" name="Google Shape;1599;p139"/>
          <p:cNvSpPr txBox="1">
            <a:spLocks noGrp="1"/>
          </p:cNvSpPr>
          <p:nvPr>
            <p:ph type="body" idx="4"/>
          </p:nvPr>
        </p:nvSpPr>
        <p:spPr>
          <a:xfrm>
            <a:off x="360046" y="4967152"/>
            <a:ext cx="4263300" cy="8742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dk1"/>
              </a:buClr>
              <a:buSzPts val="1350"/>
              <a:buFont typeface="Arial"/>
              <a:buNone/>
              <a:defRPr sz="135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matchingName="1_Cover slide option 9">
  <p:cSld name="1_Cover slide option 9">
    <p:bg>
      <p:bgPr>
        <a:solidFill>
          <a:schemeClr val="lt1"/>
        </a:solidFill>
        <a:effectLst/>
      </p:bgPr>
    </p:bg>
    <p:spTree>
      <p:nvGrpSpPr>
        <p:cNvPr id="1" name="Shape 1600"/>
        <p:cNvGrpSpPr/>
        <p:nvPr/>
      </p:nvGrpSpPr>
      <p:grpSpPr>
        <a:xfrm>
          <a:off x="0" y="0"/>
          <a:ext cx="0" cy="0"/>
          <a:chOff x="0" y="0"/>
          <a:chExt cx="0" cy="0"/>
        </a:xfrm>
      </p:grpSpPr>
      <p:sp>
        <p:nvSpPr>
          <p:cNvPr id="1601" name="Google Shape;1601;p140"/>
          <p:cNvSpPr>
            <a:spLocks noGrp="1"/>
          </p:cNvSpPr>
          <p:nvPr>
            <p:ph type="pic" idx="2"/>
          </p:nvPr>
        </p:nvSpPr>
        <p:spPr>
          <a:xfrm>
            <a:off x="5343525" y="-1"/>
            <a:ext cx="3800400" cy="6856500"/>
          </a:xfrm>
          <a:prstGeom prst="rect">
            <a:avLst/>
          </a:prstGeom>
          <a:solidFill>
            <a:srgbClr val="D7E0E3"/>
          </a:solidFill>
          <a:ln>
            <a:noFill/>
          </a:ln>
        </p:spPr>
      </p:sp>
      <p:sp>
        <p:nvSpPr>
          <p:cNvPr id="1602" name="Google Shape;1602;p140"/>
          <p:cNvSpPr txBox="1">
            <a:spLocks noGrp="1"/>
          </p:cNvSpPr>
          <p:nvPr>
            <p:ph type="subTitle" idx="1"/>
          </p:nvPr>
        </p:nvSpPr>
        <p:spPr>
          <a:xfrm>
            <a:off x="360046" y="2270758"/>
            <a:ext cx="4263300" cy="13722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Clr>
                <a:schemeClr val="dk1"/>
              </a:buClr>
              <a:buSzPts val="2400"/>
              <a:buNone/>
              <a:defRPr sz="2400" b="0">
                <a:solidFill>
                  <a:schemeClr val="dk1"/>
                </a:solidFill>
                <a:latin typeface="Arial"/>
                <a:ea typeface="Arial"/>
                <a:cs typeface="Arial"/>
                <a:sym typeface="Arial"/>
              </a:defRPr>
            </a:lvl1pPr>
            <a:lvl2pPr lvl="1" algn="l">
              <a:lnSpc>
                <a:spcPct val="100000"/>
              </a:lnSpc>
              <a:spcBef>
                <a:spcPts val="0"/>
              </a:spcBef>
              <a:spcAft>
                <a:spcPts val="0"/>
              </a:spcAft>
              <a:buClr>
                <a:schemeClr val="lt1"/>
              </a:buClr>
              <a:buSzPts val="1500"/>
              <a:buNone/>
              <a:defRPr sz="1500">
                <a:solidFill>
                  <a:schemeClr val="lt1"/>
                </a:solidFill>
              </a:defRPr>
            </a:lvl2pPr>
            <a:lvl3pPr lvl="2" algn="l">
              <a:lnSpc>
                <a:spcPct val="100000"/>
              </a:lnSpc>
              <a:spcBef>
                <a:spcPts val="0"/>
              </a:spcBef>
              <a:spcAft>
                <a:spcPts val="0"/>
              </a:spcAft>
              <a:buClr>
                <a:schemeClr val="lt1"/>
              </a:buClr>
              <a:buSzPts val="1500"/>
              <a:buNone/>
              <a:defRPr sz="1500">
                <a:solidFill>
                  <a:schemeClr val="lt1"/>
                </a:solidFill>
              </a:defRPr>
            </a:lvl3pPr>
            <a:lvl4pPr lvl="3" algn="l">
              <a:lnSpc>
                <a:spcPct val="100000"/>
              </a:lnSpc>
              <a:spcBef>
                <a:spcPts val="0"/>
              </a:spcBef>
              <a:spcAft>
                <a:spcPts val="0"/>
              </a:spcAft>
              <a:buClr>
                <a:schemeClr val="lt1"/>
              </a:buClr>
              <a:buSzPts val="1500"/>
              <a:buNone/>
              <a:defRPr sz="1500">
                <a:solidFill>
                  <a:schemeClr val="lt1"/>
                </a:solidFill>
              </a:defRPr>
            </a:lvl4pPr>
            <a:lvl5pPr lvl="4" algn="l">
              <a:lnSpc>
                <a:spcPct val="100000"/>
              </a:lnSpc>
              <a:spcBef>
                <a:spcPts val="0"/>
              </a:spcBef>
              <a:spcAft>
                <a:spcPts val="0"/>
              </a:spcAft>
              <a:buClr>
                <a:schemeClr val="lt1"/>
              </a:buClr>
              <a:buSzPts val="1500"/>
              <a:buNone/>
              <a:defRPr sz="1500">
                <a:solidFill>
                  <a:schemeClr val="lt1"/>
                </a:solidFill>
              </a:defRPr>
            </a:lvl5pPr>
            <a:lvl6pPr lvl="5" algn="l">
              <a:lnSpc>
                <a:spcPct val="100000"/>
              </a:lnSpc>
              <a:spcBef>
                <a:spcPts val="0"/>
              </a:spcBef>
              <a:spcAft>
                <a:spcPts val="0"/>
              </a:spcAft>
              <a:buClr>
                <a:schemeClr val="lt1"/>
              </a:buClr>
              <a:buSzPts val="1500"/>
              <a:buNone/>
              <a:defRPr sz="1500">
                <a:solidFill>
                  <a:schemeClr val="lt1"/>
                </a:solidFill>
              </a:defRPr>
            </a:lvl6pPr>
            <a:lvl7pPr lvl="6" algn="l">
              <a:lnSpc>
                <a:spcPct val="100000"/>
              </a:lnSpc>
              <a:spcBef>
                <a:spcPts val="0"/>
              </a:spcBef>
              <a:spcAft>
                <a:spcPts val="0"/>
              </a:spcAft>
              <a:buClr>
                <a:schemeClr val="lt1"/>
              </a:buClr>
              <a:buSzPts val="1500"/>
              <a:buNone/>
              <a:defRPr sz="1500">
                <a:solidFill>
                  <a:schemeClr val="lt1"/>
                </a:solidFill>
              </a:defRPr>
            </a:lvl7pPr>
            <a:lvl8pPr lvl="7" algn="l">
              <a:lnSpc>
                <a:spcPct val="100000"/>
              </a:lnSpc>
              <a:spcBef>
                <a:spcPts val="0"/>
              </a:spcBef>
              <a:spcAft>
                <a:spcPts val="0"/>
              </a:spcAft>
              <a:buClr>
                <a:schemeClr val="lt1"/>
              </a:buClr>
              <a:buSzPts val="1500"/>
              <a:buNone/>
              <a:defRPr sz="1500">
                <a:solidFill>
                  <a:schemeClr val="lt1"/>
                </a:solidFill>
              </a:defRPr>
            </a:lvl8pPr>
            <a:lvl9pPr lvl="8" algn="l">
              <a:lnSpc>
                <a:spcPct val="100000"/>
              </a:lnSpc>
              <a:spcBef>
                <a:spcPts val="0"/>
              </a:spcBef>
              <a:spcAft>
                <a:spcPts val="0"/>
              </a:spcAft>
              <a:buClr>
                <a:schemeClr val="lt1"/>
              </a:buClr>
              <a:buSzPts val="1500"/>
              <a:buNone/>
              <a:defRPr sz="1500">
                <a:solidFill>
                  <a:schemeClr val="lt1"/>
                </a:solidFill>
              </a:defRPr>
            </a:lvl9pPr>
          </a:lstStyle>
          <a:p>
            <a:endParaRPr/>
          </a:p>
        </p:txBody>
      </p:sp>
      <p:sp>
        <p:nvSpPr>
          <p:cNvPr id="1603" name="Google Shape;1603;p140"/>
          <p:cNvSpPr txBox="1">
            <a:spLocks noGrp="1"/>
          </p:cNvSpPr>
          <p:nvPr>
            <p:ph type="body" idx="3"/>
          </p:nvPr>
        </p:nvSpPr>
        <p:spPr>
          <a:xfrm>
            <a:off x="360046" y="3875315"/>
            <a:ext cx="4263300" cy="870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500"/>
              <a:buFont typeface="Arial"/>
              <a:buNone/>
              <a:defRPr sz="150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1604" name="Google Shape;1604;p140"/>
          <p:cNvSpPr txBox="1">
            <a:spLocks noGrp="1"/>
          </p:cNvSpPr>
          <p:nvPr>
            <p:ph type="body" idx="4"/>
          </p:nvPr>
        </p:nvSpPr>
        <p:spPr>
          <a:xfrm>
            <a:off x="360046" y="4967152"/>
            <a:ext cx="4263300" cy="8742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dk1"/>
              </a:buClr>
              <a:buSzPts val="1350"/>
              <a:buFont typeface="Arial"/>
              <a:buNone/>
              <a:defRPr sz="1350" b="1">
                <a:solidFill>
                  <a:schemeClr val="dk1"/>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1200"/>
              <a:buFont typeface="Arial"/>
              <a:buNone/>
              <a:defRPr sz="1200">
                <a:solidFill>
                  <a:schemeClr val="dk1"/>
                </a:solidFill>
              </a:defRPr>
            </a:lvl2pPr>
            <a:lvl3pPr marL="1371600" lvl="2" indent="-228600" algn="l">
              <a:lnSpc>
                <a:spcPct val="100000"/>
              </a:lnSpc>
              <a:spcBef>
                <a:spcPts val="0"/>
              </a:spcBef>
              <a:spcAft>
                <a:spcPts val="0"/>
              </a:spcAft>
              <a:buClr>
                <a:schemeClr val="dk1"/>
              </a:buClr>
              <a:buSzPts val="1200"/>
              <a:buFont typeface="Arial"/>
              <a:buNone/>
              <a:defRPr sz="1200">
                <a:solidFill>
                  <a:schemeClr val="dk1"/>
                </a:solidFill>
              </a:defRPr>
            </a:lvl3pPr>
            <a:lvl4pPr marL="1828800" lvl="3" indent="-228600" algn="l">
              <a:lnSpc>
                <a:spcPct val="100000"/>
              </a:lnSpc>
              <a:spcBef>
                <a:spcPts val="0"/>
              </a:spcBef>
              <a:spcAft>
                <a:spcPts val="0"/>
              </a:spcAft>
              <a:buClr>
                <a:schemeClr val="dk1"/>
              </a:buClr>
              <a:buSzPts val="1200"/>
              <a:buFont typeface="Arial"/>
              <a:buNone/>
              <a:defRPr sz="1200">
                <a:solidFill>
                  <a:schemeClr val="dk1"/>
                </a:solidFill>
              </a:defRPr>
            </a:lvl4pPr>
            <a:lvl5pPr marL="2286000" lvl="4" indent="-228600" algn="l">
              <a:lnSpc>
                <a:spcPct val="100000"/>
              </a:lnSpc>
              <a:spcBef>
                <a:spcPts val="0"/>
              </a:spcBef>
              <a:spcAft>
                <a:spcPts val="0"/>
              </a:spcAft>
              <a:buClr>
                <a:schemeClr val="dk1"/>
              </a:buClr>
              <a:buSzPts val="1200"/>
              <a:buFont typeface="Arial"/>
              <a:buNone/>
              <a:defRPr sz="1200">
                <a:solidFill>
                  <a:schemeClr val="dk1"/>
                </a:solidFill>
              </a:defRPr>
            </a:lvl5pPr>
            <a:lvl6pPr marL="2743200" lvl="5" indent="-228600" algn="l">
              <a:lnSpc>
                <a:spcPct val="100000"/>
              </a:lnSpc>
              <a:spcBef>
                <a:spcPts val="0"/>
              </a:spcBef>
              <a:spcAft>
                <a:spcPts val="0"/>
              </a:spcAft>
              <a:buClr>
                <a:schemeClr val="dk1"/>
              </a:buClr>
              <a:buSzPts val="1200"/>
              <a:buFont typeface="Arial"/>
              <a:buNone/>
              <a:defRPr sz="1200">
                <a:solidFill>
                  <a:schemeClr val="dk1"/>
                </a:solidFill>
              </a:defRPr>
            </a:lvl6pPr>
            <a:lvl7pPr marL="3200400" lvl="6" indent="-228600" algn="l">
              <a:lnSpc>
                <a:spcPct val="100000"/>
              </a:lnSpc>
              <a:spcBef>
                <a:spcPts val="0"/>
              </a:spcBef>
              <a:spcAft>
                <a:spcPts val="0"/>
              </a:spcAft>
              <a:buClr>
                <a:schemeClr val="dk1"/>
              </a:buClr>
              <a:buSzPts val="1200"/>
              <a:buFont typeface="Arial"/>
              <a:buNone/>
              <a:defRPr sz="1200">
                <a:solidFill>
                  <a:schemeClr val="dk1"/>
                </a:solidFill>
              </a:defRPr>
            </a:lvl7pPr>
            <a:lvl8pPr marL="3657600" lvl="7" indent="-228600" algn="l">
              <a:lnSpc>
                <a:spcPct val="100000"/>
              </a:lnSpc>
              <a:spcBef>
                <a:spcPts val="0"/>
              </a:spcBef>
              <a:spcAft>
                <a:spcPts val="0"/>
              </a:spcAft>
              <a:buClr>
                <a:schemeClr val="dk1"/>
              </a:buClr>
              <a:buSzPts val="1200"/>
              <a:buFont typeface="Arial"/>
              <a:buNone/>
              <a:defRPr sz="1200">
                <a:solidFill>
                  <a:schemeClr val="dk1"/>
                </a:solidFill>
              </a:defRPr>
            </a:lvl8pPr>
            <a:lvl9pPr marL="4114800" lvl="8" indent="-228600" algn="l">
              <a:lnSpc>
                <a:spcPct val="100000"/>
              </a:lnSpc>
              <a:spcBef>
                <a:spcPts val="0"/>
              </a:spcBef>
              <a:spcAft>
                <a:spcPts val="0"/>
              </a:spcAft>
              <a:buClr>
                <a:schemeClr val="dk1"/>
              </a:buClr>
              <a:buSzPts val="1200"/>
              <a:buFont typeface="Arial"/>
              <a:buNone/>
              <a:defRPr sz="1200">
                <a:solidFill>
                  <a:schemeClr val="dk1"/>
                </a:solidFill>
              </a:defRPr>
            </a:lvl9pPr>
          </a:lstStyle>
          <a:p>
            <a:endParaRPr/>
          </a:p>
        </p:txBody>
      </p:sp>
      <p:sp>
        <p:nvSpPr>
          <p:cNvPr id="1605" name="Google Shape;1605;p140" descr="UST"/>
          <p:cNvSpPr/>
          <p:nvPr/>
        </p:nvSpPr>
        <p:spPr>
          <a:xfrm>
            <a:off x="273844" y="358775"/>
            <a:ext cx="549080" cy="810003"/>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cxnSp>
        <p:nvCxnSpPr>
          <p:cNvPr id="1606" name="Google Shape;1606;p140"/>
          <p:cNvCxnSpPr/>
          <p:nvPr/>
        </p:nvCxnSpPr>
        <p:spPr>
          <a:xfrm>
            <a:off x="1003460" y="371716"/>
            <a:ext cx="0" cy="792000"/>
          </a:xfrm>
          <a:prstGeom prst="straightConnector1">
            <a:avLst/>
          </a:prstGeom>
          <a:noFill/>
          <a:ln w="12700" cap="sq" cmpd="sng">
            <a:solidFill>
              <a:schemeClr val="dk1"/>
            </a:solidFill>
            <a:prstDash val="solid"/>
            <a:round/>
            <a:headEnd type="none" w="sm" len="sm"/>
            <a:tailEnd type="none" w="sm" len="sm"/>
          </a:ln>
        </p:spPr>
      </p:cxn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p15:clr>
            <a:srgbClr val="FBAE40"/>
          </p15:clr>
        </p15:guide>
        <p15:guide id="5" pos="748">
          <p15:clr>
            <a:srgbClr val="FBAE40"/>
          </p15:clr>
        </p15:guide>
      </p15:sldGuideLst>
    </p:ext>
  </p:extLst>
</p:sldLayout>
</file>

<file path=ppt/slideLayouts/slideLayout138.xml><?xml version="1.0" encoding="utf-8"?>
<p:sldLayout xmlns:a="http://schemas.openxmlformats.org/drawingml/2006/main" xmlns:r="http://schemas.openxmlformats.org/officeDocument/2006/relationships" xmlns:p="http://schemas.openxmlformats.org/presentationml/2006/main" matchingName="Agenda with Photo 1">
  <p:cSld name="Agenda with Photo 1">
    <p:spTree>
      <p:nvGrpSpPr>
        <p:cNvPr id="1" name="Shape 1607"/>
        <p:cNvGrpSpPr/>
        <p:nvPr/>
      </p:nvGrpSpPr>
      <p:grpSpPr>
        <a:xfrm>
          <a:off x="0" y="0"/>
          <a:ext cx="0" cy="0"/>
          <a:chOff x="0" y="0"/>
          <a:chExt cx="0" cy="0"/>
        </a:xfrm>
      </p:grpSpPr>
      <p:sp>
        <p:nvSpPr>
          <p:cNvPr id="1608" name="Google Shape;1608;p141"/>
          <p:cNvSpPr txBox="1">
            <a:spLocks noGrp="1"/>
          </p:cNvSpPr>
          <p:nvPr>
            <p:ph type="title"/>
          </p:nvPr>
        </p:nvSpPr>
        <p:spPr>
          <a:xfrm>
            <a:off x="274320" y="365760"/>
            <a:ext cx="36828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09" name="Google Shape;1609;p141"/>
          <p:cNvSpPr>
            <a:spLocks noGrp="1"/>
          </p:cNvSpPr>
          <p:nvPr>
            <p:ph type="pic" idx="2"/>
          </p:nvPr>
        </p:nvSpPr>
        <p:spPr>
          <a:xfrm>
            <a:off x="4096264" y="0"/>
            <a:ext cx="5047800" cy="5288700"/>
          </a:xfrm>
          <a:prstGeom prst="rect">
            <a:avLst/>
          </a:prstGeom>
          <a:solidFill>
            <a:srgbClr val="D7E0E3"/>
          </a:solidFill>
          <a:ln>
            <a:noFill/>
          </a:ln>
        </p:spPr>
      </p:sp>
      <p:sp>
        <p:nvSpPr>
          <p:cNvPr id="1610" name="Google Shape;1610;p141"/>
          <p:cNvSpPr txBox="1">
            <a:spLocks noGrp="1"/>
          </p:cNvSpPr>
          <p:nvPr>
            <p:ph type="body" idx="1"/>
          </p:nvPr>
        </p:nvSpPr>
        <p:spPr>
          <a:xfrm>
            <a:off x="274320" y="1828801"/>
            <a:ext cx="3139800" cy="4119600"/>
          </a:xfrm>
          <a:prstGeom prst="rect">
            <a:avLst/>
          </a:prstGeom>
          <a:noFill/>
          <a:ln>
            <a:noFill/>
          </a:ln>
        </p:spPr>
        <p:txBody>
          <a:bodyPr spcFirstLastPara="1" wrap="square" lIns="0" tIns="0" rIns="0" bIns="0" anchor="t" anchorCtr="0">
            <a:normAutofit/>
          </a:bodyPr>
          <a:lstStyle>
            <a:lvl1pPr marL="457200" marR="0" lvl="0" indent="-228600" algn="l">
              <a:lnSpc>
                <a:spcPct val="100000"/>
              </a:lnSpc>
              <a:spcBef>
                <a:spcPts val="900"/>
              </a:spcBef>
              <a:spcAft>
                <a:spcPts val="0"/>
              </a:spcAft>
              <a:buClr>
                <a:schemeClr val="dk1"/>
              </a:buClr>
              <a:buSzPts val="1350"/>
              <a:buFont typeface="Arial"/>
              <a:buNone/>
              <a:defRPr>
                <a:latin typeface="Arial"/>
                <a:ea typeface="Arial"/>
                <a:cs typeface="Arial"/>
                <a:sym typeface="Arial"/>
              </a:defRPr>
            </a:lvl1pPr>
            <a:lvl2pPr marL="914400" lvl="1" indent="-228600" algn="l">
              <a:lnSpc>
                <a:spcPct val="100000"/>
              </a:lnSpc>
              <a:spcBef>
                <a:spcPts val="225"/>
              </a:spcBef>
              <a:spcAft>
                <a:spcPts val="0"/>
              </a:spcAft>
              <a:buClr>
                <a:schemeClr val="dk1"/>
              </a:buClr>
              <a:buSzPts val="1350"/>
              <a:buNone/>
              <a:defRPr>
                <a:latin typeface="Arial"/>
                <a:ea typeface="Arial"/>
                <a:cs typeface="Arial"/>
                <a:sym typeface="Arial"/>
              </a:defRPr>
            </a:lvl2pPr>
            <a:lvl3pPr marL="1371600" lvl="2" indent="-228600" algn="l">
              <a:lnSpc>
                <a:spcPct val="100000"/>
              </a:lnSpc>
              <a:spcBef>
                <a:spcPts val="225"/>
              </a:spcBef>
              <a:spcAft>
                <a:spcPts val="0"/>
              </a:spcAft>
              <a:buClr>
                <a:schemeClr val="dk1"/>
              </a:buClr>
              <a:buSzPts val="1350"/>
              <a:buNone/>
              <a:defRPr/>
            </a:lvl3pPr>
            <a:lvl4pPr marL="1828800" lvl="3" indent="-228600" algn="l">
              <a:lnSpc>
                <a:spcPct val="100000"/>
              </a:lnSpc>
              <a:spcBef>
                <a:spcPts val="225"/>
              </a:spcBef>
              <a:spcAft>
                <a:spcPts val="0"/>
              </a:spcAft>
              <a:buClr>
                <a:schemeClr val="dk1"/>
              </a:buClr>
              <a:buSzPts val="1350"/>
              <a:buNone/>
              <a:defRPr/>
            </a:lvl4pPr>
            <a:lvl5pPr marL="2286000" lvl="4" indent="-228600" algn="l">
              <a:lnSpc>
                <a:spcPct val="100000"/>
              </a:lnSpc>
              <a:spcBef>
                <a:spcPts val="225"/>
              </a:spcBef>
              <a:spcAft>
                <a:spcPts val="0"/>
              </a:spcAft>
              <a:buClr>
                <a:schemeClr val="dk1"/>
              </a:buClr>
              <a:buSzPts val="1350"/>
              <a:buNone/>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542">
          <p15:clr>
            <a:srgbClr val="FBAE40"/>
          </p15:clr>
        </p15:guide>
        <p15:guide id="2" pos="4138">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139.xml><?xml version="1.0" encoding="utf-8"?>
<p:sldLayout xmlns:a="http://schemas.openxmlformats.org/drawingml/2006/main" xmlns:r="http://schemas.openxmlformats.org/officeDocument/2006/relationships" xmlns:p="http://schemas.openxmlformats.org/presentationml/2006/main" matchingName="Agenda with Photo 2">
  <p:cSld name="Agenda with Photo 2">
    <p:spTree>
      <p:nvGrpSpPr>
        <p:cNvPr id="1" name="Shape 1611"/>
        <p:cNvGrpSpPr/>
        <p:nvPr/>
      </p:nvGrpSpPr>
      <p:grpSpPr>
        <a:xfrm>
          <a:off x="0" y="0"/>
          <a:ext cx="0" cy="0"/>
          <a:chOff x="0" y="0"/>
          <a:chExt cx="0" cy="0"/>
        </a:xfrm>
      </p:grpSpPr>
      <p:sp>
        <p:nvSpPr>
          <p:cNvPr id="1612" name="Google Shape;1612;p142"/>
          <p:cNvSpPr txBox="1">
            <a:spLocks noGrp="1"/>
          </p:cNvSpPr>
          <p:nvPr>
            <p:ph type="body" idx="1"/>
          </p:nvPr>
        </p:nvSpPr>
        <p:spPr>
          <a:xfrm>
            <a:off x="5241846" y="3192780"/>
            <a:ext cx="3291900" cy="2844900"/>
          </a:xfrm>
          <a:prstGeom prst="rect">
            <a:avLst/>
          </a:prstGeom>
          <a:noFill/>
          <a:ln>
            <a:noFill/>
          </a:ln>
        </p:spPr>
        <p:txBody>
          <a:bodyPr spcFirstLastPara="1" wrap="square" lIns="0" tIns="0" rIns="0" bIns="0" anchor="t" anchorCtr="0">
            <a:noAutofit/>
          </a:bodyPr>
          <a:lstStyle>
            <a:lvl1pPr marL="457200" marR="0" lvl="0" indent="-228600" algn="l">
              <a:lnSpc>
                <a:spcPct val="100000"/>
              </a:lnSpc>
              <a:spcBef>
                <a:spcPts val="0"/>
              </a:spcBef>
              <a:spcAft>
                <a:spcPts val="0"/>
              </a:spcAft>
              <a:buClr>
                <a:schemeClr val="dk1"/>
              </a:buClr>
              <a:buSzPts val="1200"/>
              <a:buFont typeface="Arial"/>
              <a:buNone/>
              <a:defRPr sz="1200"/>
            </a:lvl1pPr>
            <a:lvl2pPr marL="914400" lvl="1" indent="-228600" algn="l">
              <a:lnSpc>
                <a:spcPct val="100000"/>
              </a:lnSpc>
              <a:spcBef>
                <a:spcPts val="450"/>
              </a:spcBef>
              <a:spcAft>
                <a:spcPts val="0"/>
              </a:spcAft>
              <a:buClr>
                <a:schemeClr val="dk1"/>
              </a:buClr>
              <a:buSzPts val="1200"/>
              <a:buNone/>
              <a:defRPr sz="1200"/>
            </a:lvl2pPr>
            <a:lvl3pPr marL="1371600" lvl="2" indent="-228600" algn="l">
              <a:lnSpc>
                <a:spcPct val="100000"/>
              </a:lnSpc>
              <a:spcBef>
                <a:spcPts val="450"/>
              </a:spcBef>
              <a:spcAft>
                <a:spcPts val="0"/>
              </a:spcAft>
              <a:buClr>
                <a:schemeClr val="dk1"/>
              </a:buClr>
              <a:buSzPts val="1350"/>
              <a:buNone/>
              <a:defRPr/>
            </a:lvl3pPr>
            <a:lvl4pPr marL="1828800" lvl="3" indent="-228600" algn="l">
              <a:lnSpc>
                <a:spcPct val="100000"/>
              </a:lnSpc>
              <a:spcBef>
                <a:spcPts val="225"/>
              </a:spcBef>
              <a:spcAft>
                <a:spcPts val="0"/>
              </a:spcAft>
              <a:buClr>
                <a:schemeClr val="dk1"/>
              </a:buClr>
              <a:buSzPts val="1350"/>
              <a:buNone/>
              <a:defRPr/>
            </a:lvl4pPr>
            <a:lvl5pPr marL="2286000" lvl="4" indent="-228600" algn="l">
              <a:lnSpc>
                <a:spcPct val="100000"/>
              </a:lnSpc>
              <a:spcBef>
                <a:spcPts val="225"/>
              </a:spcBef>
              <a:spcAft>
                <a:spcPts val="0"/>
              </a:spcAft>
              <a:buClr>
                <a:schemeClr val="dk1"/>
              </a:buClr>
              <a:buSzPts val="1350"/>
              <a:buNone/>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13" name="Google Shape;1613;p142"/>
          <p:cNvSpPr/>
          <p:nvPr/>
        </p:nvSpPr>
        <p:spPr>
          <a:xfrm>
            <a:off x="2836069" y="0"/>
            <a:ext cx="2160000" cy="2880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614" name="Google Shape;1614;p142"/>
          <p:cNvSpPr txBox="1">
            <a:spLocks noGrp="1"/>
          </p:cNvSpPr>
          <p:nvPr>
            <p:ph type="title"/>
          </p:nvPr>
        </p:nvSpPr>
        <p:spPr>
          <a:xfrm>
            <a:off x="3074704" y="571500"/>
            <a:ext cx="1682700" cy="708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15" name="Google Shape;1615;p142"/>
          <p:cNvSpPr>
            <a:spLocks noGrp="1"/>
          </p:cNvSpPr>
          <p:nvPr>
            <p:ph type="pic" idx="2"/>
          </p:nvPr>
        </p:nvSpPr>
        <p:spPr>
          <a:xfrm>
            <a:off x="610115" y="1521684"/>
            <a:ext cx="3490500" cy="465060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542">
          <p15:clr>
            <a:srgbClr val="FBAE40"/>
          </p15:clr>
        </p15:guide>
        <p15:guide id="2" pos="4138">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140.xml><?xml version="1.0" encoding="utf-8"?>
<p:sldLayout xmlns:a="http://schemas.openxmlformats.org/drawingml/2006/main" xmlns:r="http://schemas.openxmlformats.org/officeDocument/2006/relationships" xmlns:p="http://schemas.openxmlformats.org/presentationml/2006/main" matchingName="Agenda with Numbers">
  <p:cSld name="Agenda with Numbers">
    <p:bg>
      <p:bgPr>
        <a:blipFill>
          <a:blip r:embed="rId2">
            <a:alphaModFix/>
          </a:blip>
          <a:stretch>
            <a:fillRect/>
          </a:stretch>
        </a:blipFill>
        <a:effectLst/>
      </p:bgPr>
    </p:bg>
    <p:spTree>
      <p:nvGrpSpPr>
        <p:cNvPr id="1" name="Shape 1616"/>
        <p:cNvGrpSpPr/>
        <p:nvPr/>
      </p:nvGrpSpPr>
      <p:grpSpPr>
        <a:xfrm>
          <a:off x="0" y="0"/>
          <a:ext cx="0" cy="0"/>
          <a:chOff x="0" y="0"/>
          <a:chExt cx="0" cy="0"/>
        </a:xfrm>
      </p:grpSpPr>
      <p:sp>
        <p:nvSpPr>
          <p:cNvPr id="1617" name="Google Shape;1617;p143"/>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18" name="Google Shape;1618;p143"/>
          <p:cNvSpPr txBox="1">
            <a:spLocks noGrp="1"/>
          </p:cNvSpPr>
          <p:nvPr>
            <p:ph type="body" idx="1"/>
          </p:nvPr>
        </p:nvSpPr>
        <p:spPr>
          <a:xfrm>
            <a:off x="273842" y="2011680"/>
            <a:ext cx="61710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1619" name="Google Shape;1619;p143"/>
          <p:cNvSpPr txBox="1">
            <a:spLocks noGrp="1"/>
          </p:cNvSpPr>
          <p:nvPr>
            <p:ph type="body" idx="2"/>
          </p:nvPr>
        </p:nvSpPr>
        <p:spPr>
          <a:xfrm>
            <a:off x="994886" y="2011680"/>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1620" name="Google Shape;1620;p143"/>
          <p:cNvSpPr txBox="1">
            <a:spLocks noGrp="1"/>
          </p:cNvSpPr>
          <p:nvPr>
            <p:ph type="body" idx="3"/>
          </p:nvPr>
        </p:nvSpPr>
        <p:spPr>
          <a:xfrm>
            <a:off x="273842" y="3475990"/>
            <a:ext cx="61710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1621" name="Google Shape;1621;p143"/>
          <p:cNvSpPr txBox="1">
            <a:spLocks noGrp="1"/>
          </p:cNvSpPr>
          <p:nvPr>
            <p:ph type="body" idx="4"/>
          </p:nvPr>
        </p:nvSpPr>
        <p:spPr>
          <a:xfrm>
            <a:off x="994886" y="3475990"/>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1622" name="Google Shape;1622;p143"/>
          <p:cNvSpPr txBox="1">
            <a:spLocks noGrp="1"/>
          </p:cNvSpPr>
          <p:nvPr>
            <p:ph type="body" idx="5"/>
          </p:nvPr>
        </p:nvSpPr>
        <p:spPr>
          <a:xfrm>
            <a:off x="273842" y="4940300"/>
            <a:ext cx="61710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1623" name="Google Shape;1623;p143"/>
          <p:cNvSpPr txBox="1">
            <a:spLocks noGrp="1"/>
          </p:cNvSpPr>
          <p:nvPr>
            <p:ph type="body" idx="6"/>
          </p:nvPr>
        </p:nvSpPr>
        <p:spPr>
          <a:xfrm>
            <a:off x="994886" y="4940300"/>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1624" name="Google Shape;1624;p143"/>
          <p:cNvSpPr txBox="1">
            <a:spLocks noGrp="1"/>
          </p:cNvSpPr>
          <p:nvPr>
            <p:ph type="body" idx="7"/>
          </p:nvPr>
        </p:nvSpPr>
        <p:spPr>
          <a:xfrm>
            <a:off x="3215448" y="2011680"/>
            <a:ext cx="61710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1625" name="Google Shape;1625;p143"/>
          <p:cNvSpPr txBox="1">
            <a:spLocks noGrp="1"/>
          </p:cNvSpPr>
          <p:nvPr>
            <p:ph type="body" idx="8"/>
          </p:nvPr>
        </p:nvSpPr>
        <p:spPr>
          <a:xfrm>
            <a:off x="3936492" y="2011680"/>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1626" name="Google Shape;1626;p143"/>
          <p:cNvSpPr txBox="1">
            <a:spLocks noGrp="1"/>
          </p:cNvSpPr>
          <p:nvPr>
            <p:ph type="body" idx="9"/>
          </p:nvPr>
        </p:nvSpPr>
        <p:spPr>
          <a:xfrm>
            <a:off x="3215448" y="3475990"/>
            <a:ext cx="61710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1627" name="Google Shape;1627;p143"/>
          <p:cNvSpPr txBox="1">
            <a:spLocks noGrp="1"/>
          </p:cNvSpPr>
          <p:nvPr>
            <p:ph type="body" idx="13"/>
          </p:nvPr>
        </p:nvSpPr>
        <p:spPr>
          <a:xfrm>
            <a:off x="3936492" y="3475990"/>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1628" name="Google Shape;1628;p143"/>
          <p:cNvSpPr txBox="1">
            <a:spLocks noGrp="1"/>
          </p:cNvSpPr>
          <p:nvPr>
            <p:ph type="body" idx="14"/>
          </p:nvPr>
        </p:nvSpPr>
        <p:spPr>
          <a:xfrm>
            <a:off x="3215448" y="4940300"/>
            <a:ext cx="61710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1629" name="Google Shape;1629;p143"/>
          <p:cNvSpPr txBox="1">
            <a:spLocks noGrp="1"/>
          </p:cNvSpPr>
          <p:nvPr>
            <p:ph type="body" idx="15"/>
          </p:nvPr>
        </p:nvSpPr>
        <p:spPr>
          <a:xfrm>
            <a:off x="3936492" y="4940300"/>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1630" name="Google Shape;1630;p143"/>
          <p:cNvSpPr txBox="1">
            <a:spLocks noGrp="1"/>
          </p:cNvSpPr>
          <p:nvPr>
            <p:ph type="body" idx="16"/>
          </p:nvPr>
        </p:nvSpPr>
        <p:spPr>
          <a:xfrm>
            <a:off x="6157530" y="2011680"/>
            <a:ext cx="61710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1631" name="Google Shape;1631;p143"/>
          <p:cNvSpPr txBox="1">
            <a:spLocks noGrp="1"/>
          </p:cNvSpPr>
          <p:nvPr>
            <p:ph type="body" idx="17"/>
          </p:nvPr>
        </p:nvSpPr>
        <p:spPr>
          <a:xfrm>
            <a:off x="6878574" y="2011680"/>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1632" name="Google Shape;1632;p143"/>
          <p:cNvSpPr txBox="1">
            <a:spLocks noGrp="1"/>
          </p:cNvSpPr>
          <p:nvPr>
            <p:ph type="body" idx="18"/>
          </p:nvPr>
        </p:nvSpPr>
        <p:spPr>
          <a:xfrm>
            <a:off x="6157530" y="3475990"/>
            <a:ext cx="61710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1633" name="Google Shape;1633;p143"/>
          <p:cNvSpPr txBox="1">
            <a:spLocks noGrp="1"/>
          </p:cNvSpPr>
          <p:nvPr>
            <p:ph type="body" idx="19"/>
          </p:nvPr>
        </p:nvSpPr>
        <p:spPr>
          <a:xfrm>
            <a:off x="6878574" y="3475990"/>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1634" name="Google Shape;1634;p143"/>
          <p:cNvSpPr txBox="1">
            <a:spLocks noGrp="1"/>
          </p:cNvSpPr>
          <p:nvPr>
            <p:ph type="body" idx="20"/>
          </p:nvPr>
        </p:nvSpPr>
        <p:spPr>
          <a:xfrm>
            <a:off x="6157530" y="4940300"/>
            <a:ext cx="617100" cy="914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dk1"/>
              </a:buClr>
              <a:buSzPts val="4500"/>
              <a:buNone/>
              <a:defRPr sz="4500">
                <a:solidFill>
                  <a:schemeClr val="dk1"/>
                </a:solidFill>
                <a:latin typeface="Arial"/>
                <a:ea typeface="Arial"/>
                <a:cs typeface="Arial"/>
                <a:sym typeface="Arial"/>
              </a:defRPr>
            </a:lvl1pPr>
            <a:lvl2pPr marL="914400" lvl="1" indent="-228600" algn="l">
              <a:lnSpc>
                <a:spcPct val="85000"/>
              </a:lnSpc>
              <a:spcBef>
                <a:spcPts val="0"/>
              </a:spcBef>
              <a:spcAft>
                <a:spcPts val="0"/>
              </a:spcAft>
              <a:buClr>
                <a:schemeClr val="dk1"/>
              </a:buClr>
              <a:buSzPts val="4500"/>
              <a:buNone/>
              <a:defRPr sz="4500">
                <a:solidFill>
                  <a:schemeClr val="dk1"/>
                </a:solidFill>
              </a:defRPr>
            </a:lvl2pPr>
            <a:lvl3pPr marL="1371600" lvl="2" indent="-228600" algn="l">
              <a:lnSpc>
                <a:spcPct val="85000"/>
              </a:lnSpc>
              <a:spcBef>
                <a:spcPts val="0"/>
              </a:spcBef>
              <a:spcAft>
                <a:spcPts val="0"/>
              </a:spcAft>
              <a:buClr>
                <a:schemeClr val="dk1"/>
              </a:buClr>
              <a:buSzPts val="4500"/>
              <a:buNone/>
              <a:defRPr sz="4500">
                <a:solidFill>
                  <a:schemeClr val="dk1"/>
                </a:solidFill>
              </a:defRPr>
            </a:lvl3pPr>
            <a:lvl4pPr marL="1828800" lvl="3" indent="-228600" algn="l">
              <a:lnSpc>
                <a:spcPct val="85000"/>
              </a:lnSpc>
              <a:spcBef>
                <a:spcPts val="0"/>
              </a:spcBef>
              <a:spcAft>
                <a:spcPts val="0"/>
              </a:spcAft>
              <a:buClr>
                <a:schemeClr val="dk1"/>
              </a:buClr>
              <a:buSzPts val="4500"/>
              <a:buNone/>
              <a:defRPr sz="4500">
                <a:solidFill>
                  <a:schemeClr val="dk1"/>
                </a:solidFill>
              </a:defRPr>
            </a:lvl4pPr>
            <a:lvl5pPr marL="2286000" lvl="4" indent="-228600" algn="l">
              <a:lnSpc>
                <a:spcPct val="85000"/>
              </a:lnSpc>
              <a:spcBef>
                <a:spcPts val="0"/>
              </a:spcBef>
              <a:spcAft>
                <a:spcPts val="0"/>
              </a:spcAft>
              <a:buClr>
                <a:schemeClr val="dk1"/>
              </a:buClr>
              <a:buSzPts val="4500"/>
              <a:buNone/>
              <a:defRPr sz="4500">
                <a:solidFill>
                  <a:schemeClr val="dk1"/>
                </a:solidFill>
              </a:defRPr>
            </a:lvl5pPr>
            <a:lvl6pPr marL="2743200" lvl="5" indent="-228600" algn="l">
              <a:lnSpc>
                <a:spcPct val="85000"/>
              </a:lnSpc>
              <a:spcBef>
                <a:spcPts val="0"/>
              </a:spcBef>
              <a:spcAft>
                <a:spcPts val="0"/>
              </a:spcAft>
              <a:buClr>
                <a:schemeClr val="dk1"/>
              </a:buClr>
              <a:buSzPts val="4500"/>
              <a:buNone/>
              <a:defRPr sz="4500">
                <a:solidFill>
                  <a:schemeClr val="dk1"/>
                </a:solidFill>
              </a:defRPr>
            </a:lvl6pPr>
            <a:lvl7pPr marL="3200400" lvl="6" indent="-228600" algn="l">
              <a:lnSpc>
                <a:spcPct val="85000"/>
              </a:lnSpc>
              <a:spcBef>
                <a:spcPts val="0"/>
              </a:spcBef>
              <a:spcAft>
                <a:spcPts val="0"/>
              </a:spcAft>
              <a:buClr>
                <a:schemeClr val="dk1"/>
              </a:buClr>
              <a:buSzPts val="4500"/>
              <a:buNone/>
              <a:defRPr sz="4500">
                <a:solidFill>
                  <a:schemeClr val="dk1"/>
                </a:solidFill>
              </a:defRPr>
            </a:lvl7pPr>
            <a:lvl8pPr marL="3657600" lvl="7" indent="-228600" algn="l">
              <a:lnSpc>
                <a:spcPct val="85000"/>
              </a:lnSpc>
              <a:spcBef>
                <a:spcPts val="0"/>
              </a:spcBef>
              <a:spcAft>
                <a:spcPts val="0"/>
              </a:spcAft>
              <a:buClr>
                <a:schemeClr val="dk1"/>
              </a:buClr>
              <a:buSzPts val="4500"/>
              <a:buNone/>
              <a:defRPr sz="4500">
                <a:solidFill>
                  <a:schemeClr val="dk1"/>
                </a:solidFill>
              </a:defRPr>
            </a:lvl8pPr>
            <a:lvl9pPr marL="4114800" lvl="8" indent="-228600" algn="l">
              <a:lnSpc>
                <a:spcPct val="85000"/>
              </a:lnSpc>
              <a:spcBef>
                <a:spcPts val="0"/>
              </a:spcBef>
              <a:spcAft>
                <a:spcPts val="0"/>
              </a:spcAft>
              <a:buClr>
                <a:schemeClr val="dk1"/>
              </a:buClr>
              <a:buSzPts val="4500"/>
              <a:buNone/>
              <a:defRPr sz="4500">
                <a:solidFill>
                  <a:schemeClr val="dk1"/>
                </a:solidFill>
              </a:defRPr>
            </a:lvl9pPr>
          </a:lstStyle>
          <a:p>
            <a:endParaRPr/>
          </a:p>
        </p:txBody>
      </p:sp>
      <p:sp>
        <p:nvSpPr>
          <p:cNvPr id="1635" name="Google Shape;1635;p143"/>
          <p:cNvSpPr txBox="1">
            <a:spLocks noGrp="1"/>
          </p:cNvSpPr>
          <p:nvPr>
            <p:ph type="body" idx="21"/>
          </p:nvPr>
        </p:nvSpPr>
        <p:spPr>
          <a:xfrm>
            <a:off x="6878574" y="4940300"/>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506">
          <p15:clr>
            <a:srgbClr val="FBAE40"/>
          </p15:clr>
        </p15:guide>
        <p15:guide id="2" pos="2700">
          <p15:clr>
            <a:srgbClr val="FBAE40"/>
          </p15:clr>
        </p15:guide>
        <p15:guide id="3" orient="horz" pos="1266">
          <p15:clr>
            <a:srgbClr val="FBAE40"/>
          </p15:clr>
        </p15:guide>
        <p15:guide id="4" orient="horz" pos="4148">
          <p15:clr>
            <a:srgbClr val="FBAE40"/>
          </p15:clr>
        </p15:guide>
        <p15:guide id="5" pos="4978">
          <p15:clr>
            <a:srgbClr val="FBAE40"/>
          </p15:clr>
        </p15:guide>
        <p15:guide id="6" pos="5172">
          <p15:clr>
            <a:srgbClr val="FBAE40"/>
          </p15:clr>
        </p15:guide>
        <p15:guide id="7" orient="horz" pos="3688">
          <p15:clr>
            <a:srgbClr val="FBAE40"/>
          </p15:clr>
        </p15:guide>
      </p15:sldGuideLst>
    </p:ext>
  </p:extLst>
</p:sldLayout>
</file>

<file path=ppt/slideLayouts/slideLayout141.xml><?xml version="1.0" encoding="utf-8"?>
<p:sldLayout xmlns:a="http://schemas.openxmlformats.org/drawingml/2006/main" xmlns:r="http://schemas.openxmlformats.org/officeDocument/2006/relationships" xmlns:p="http://schemas.openxmlformats.org/presentationml/2006/main" matchingName="Three Content">
  <p:cSld name="Three Content">
    <p:spTree>
      <p:nvGrpSpPr>
        <p:cNvPr id="1" name="Shape 1636"/>
        <p:cNvGrpSpPr/>
        <p:nvPr/>
      </p:nvGrpSpPr>
      <p:grpSpPr>
        <a:xfrm>
          <a:off x="0" y="0"/>
          <a:ext cx="0" cy="0"/>
          <a:chOff x="0" y="0"/>
          <a:chExt cx="0" cy="0"/>
        </a:xfrm>
      </p:grpSpPr>
      <p:sp>
        <p:nvSpPr>
          <p:cNvPr id="1637" name="Google Shape;1637;p144"/>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38" name="Google Shape;1638;p144"/>
          <p:cNvSpPr txBox="1">
            <a:spLocks noGrp="1"/>
          </p:cNvSpPr>
          <p:nvPr>
            <p:ph type="body" idx="1"/>
          </p:nvPr>
        </p:nvSpPr>
        <p:spPr>
          <a:xfrm>
            <a:off x="274320" y="1828800"/>
            <a:ext cx="27090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39" name="Google Shape;1639;p144"/>
          <p:cNvSpPr txBox="1">
            <a:spLocks noGrp="1"/>
          </p:cNvSpPr>
          <p:nvPr>
            <p:ph type="body" idx="2"/>
          </p:nvPr>
        </p:nvSpPr>
        <p:spPr>
          <a:xfrm>
            <a:off x="3216402" y="1828800"/>
            <a:ext cx="27090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40" name="Google Shape;1640;p144"/>
          <p:cNvSpPr txBox="1">
            <a:spLocks noGrp="1"/>
          </p:cNvSpPr>
          <p:nvPr>
            <p:ph type="body" idx="3"/>
          </p:nvPr>
        </p:nvSpPr>
        <p:spPr>
          <a:xfrm>
            <a:off x="6158484" y="1828800"/>
            <a:ext cx="27090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matchingName="Four Content">
  <p:cSld name="Four Content">
    <p:spTree>
      <p:nvGrpSpPr>
        <p:cNvPr id="1" name="Shape 1641"/>
        <p:cNvGrpSpPr/>
        <p:nvPr/>
      </p:nvGrpSpPr>
      <p:grpSpPr>
        <a:xfrm>
          <a:off x="0" y="0"/>
          <a:ext cx="0" cy="0"/>
          <a:chOff x="0" y="0"/>
          <a:chExt cx="0" cy="0"/>
        </a:xfrm>
      </p:grpSpPr>
      <p:sp>
        <p:nvSpPr>
          <p:cNvPr id="1642" name="Google Shape;1642;p145"/>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43" name="Google Shape;1643;p145"/>
          <p:cNvSpPr txBox="1">
            <a:spLocks noGrp="1"/>
          </p:cNvSpPr>
          <p:nvPr>
            <p:ph type="body" idx="1"/>
          </p:nvPr>
        </p:nvSpPr>
        <p:spPr>
          <a:xfrm>
            <a:off x="274320" y="1828800"/>
            <a:ext cx="1975200" cy="425190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
        <p:nvSpPr>
          <p:cNvPr id="1644" name="Google Shape;1644;p145"/>
          <p:cNvSpPr txBox="1">
            <a:spLocks noGrp="1"/>
          </p:cNvSpPr>
          <p:nvPr>
            <p:ph type="body" idx="2"/>
          </p:nvPr>
        </p:nvSpPr>
        <p:spPr>
          <a:xfrm>
            <a:off x="2482596" y="1828800"/>
            <a:ext cx="1975200" cy="425190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
        <p:nvSpPr>
          <p:cNvPr id="1645" name="Google Shape;1645;p145"/>
          <p:cNvSpPr txBox="1">
            <a:spLocks noGrp="1"/>
          </p:cNvSpPr>
          <p:nvPr>
            <p:ph type="body" idx="3"/>
          </p:nvPr>
        </p:nvSpPr>
        <p:spPr>
          <a:xfrm>
            <a:off x="4684014" y="1828800"/>
            <a:ext cx="1975200" cy="425190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
        <p:nvSpPr>
          <p:cNvPr id="1646" name="Google Shape;1646;p145"/>
          <p:cNvSpPr txBox="1">
            <a:spLocks noGrp="1"/>
          </p:cNvSpPr>
          <p:nvPr>
            <p:ph type="body" idx="4"/>
          </p:nvPr>
        </p:nvSpPr>
        <p:spPr>
          <a:xfrm>
            <a:off x="6892290" y="1828800"/>
            <a:ext cx="1975200" cy="425190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084">
          <p15:clr>
            <a:srgbClr val="FBAE40"/>
          </p15:clr>
        </p15:guide>
        <p15:guide id="2" pos="1890">
          <p15:clr>
            <a:srgbClr val="FBAE40"/>
          </p15:clr>
        </p15:guide>
        <p15:guide id="3" pos="5594">
          <p15:clr>
            <a:srgbClr val="FBAE40"/>
          </p15:clr>
        </p15:guide>
        <p15:guide id="4" pos="5788">
          <p15:clr>
            <a:srgbClr val="FBAE40"/>
          </p15:clr>
        </p15:guide>
        <p15:guide id="5" pos="3744">
          <p15:clr>
            <a:srgbClr val="FBAE40"/>
          </p15:clr>
        </p15:guide>
        <p15:guide id="6" pos="3934">
          <p15:clr>
            <a:srgbClr val="FBAE40"/>
          </p15:clr>
        </p15:guide>
        <p15:guide id="7" orient="horz" pos="1152">
          <p15:clr>
            <a:srgbClr val="FBAE40"/>
          </p15:clr>
        </p15:guide>
        <p15:guide id="8" orient="horz" pos="3832">
          <p15:clr>
            <a:srgbClr val="FBAE40"/>
          </p15:clr>
        </p15:guide>
        <p15:guide id="9" orient="horz" pos="4148">
          <p15:clr>
            <a:srgbClr val="FBAE40"/>
          </p15:clr>
        </p15:guide>
      </p15:sldGuideLst>
    </p:ext>
  </p:extLst>
</p:sldLayout>
</file>

<file path=ppt/slideLayouts/slideLayout143.xml><?xml version="1.0" encoding="utf-8"?>
<p:sldLayout xmlns:a="http://schemas.openxmlformats.org/drawingml/2006/main" xmlns:r="http://schemas.openxmlformats.org/officeDocument/2006/relationships" xmlns:p="http://schemas.openxmlformats.org/presentationml/2006/main" matchingName="UST Overview">
  <p:cSld name="UST Overview">
    <p:spTree>
      <p:nvGrpSpPr>
        <p:cNvPr id="1" name="Shape 1647"/>
        <p:cNvGrpSpPr/>
        <p:nvPr/>
      </p:nvGrpSpPr>
      <p:grpSpPr>
        <a:xfrm>
          <a:off x="0" y="0"/>
          <a:ext cx="0" cy="0"/>
          <a:chOff x="0" y="0"/>
          <a:chExt cx="0" cy="0"/>
        </a:xfrm>
      </p:grpSpPr>
      <p:sp>
        <p:nvSpPr>
          <p:cNvPr id="1648" name="Google Shape;1648;p146"/>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orient="horz" pos="4148">
          <p15:clr>
            <a:srgbClr val="FBAE40"/>
          </p15:clr>
        </p15:guide>
      </p15:sldGuideLst>
    </p:ext>
  </p:extLst>
</p:sldLayout>
</file>

<file path=ppt/slideLayouts/slideLayout144.xml><?xml version="1.0" encoding="utf-8"?>
<p:sldLayout xmlns:a="http://schemas.openxmlformats.org/drawingml/2006/main" xmlns:r="http://schemas.openxmlformats.org/officeDocument/2006/relationships" xmlns:p="http://schemas.openxmlformats.org/presentationml/2006/main" matchingName="Three Content with Image">
  <p:cSld name="Three Content with Image">
    <p:spTree>
      <p:nvGrpSpPr>
        <p:cNvPr id="1" name="Shape 1649"/>
        <p:cNvGrpSpPr/>
        <p:nvPr/>
      </p:nvGrpSpPr>
      <p:grpSpPr>
        <a:xfrm>
          <a:off x="0" y="0"/>
          <a:ext cx="0" cy="0"/>
          <a:chOff x="0" y="0"/>
          <a:chExt cx="0" cy="0"/>
        </a:xfrm>
      </p:grpSpPr>
      <p:sp>
        <p:nvSpPr>
          <p:cNvPr id="1650" name="Google Shape;1650;p147"/>
          <p:cNvSpPr txBox="1">
            <a:spLocks noGrp="1"/>
          </p:cNvSpPr>
          <p:nvPr>
            <p:ph type="title"/>
          </p:nvPr>
        </p:nvSpPr>
        <p:spPr>
          <a:xfrm>
            <a:off x="274320" y="365760"/>
            <a:ext cx="4503300" cy="18060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51" name="Google Shape;1651;p147"/>
          <p:cNvSpPr txBox="1">
            <a:spLocks noGrp="1"/>
          </p:cNvSpPr>
          <p:nvPr>
            <p:ph type="body" idx="1"/>
          </p:nvPr>
        </p:nvSpPr>
        <p:spPr>
          <a:xfrm>
            <a:off x="274320" y="3848102"/>
            <a:ext cx="2709000" cy="1695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52" name="Google Shape;1652;p147"/>
          <p:cNvSpPr txBox="1">
            <a:spLocks noGrp="1"/>
          </p:cNvSpPr>
          <p:nvPr>
            <p:ph type="body" idx="2"/>
          </p:nvPr>
        </p:nvSpPr>
        <p:spPr>
          <a:xfrm>
            <a:off x="3216402" y="3848102"/>
            <a:ext cx="2709000" cy="1695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53" name="Google Shape;1653;p147"/>
          <p:cNvSpPr txBox="1">
            <a:spLocks noGrp="1"/>
          </p:cNvSpPr>
          <p:nvPr>
            <p:ph type="body" idx="3"/>
          </p:nvPr>
        </p:nvSpPr>
        <p:spPr>
          <a:xfrm>
            <a:off x="6158484" y="3848102"/>
            <a:ext cx="2709000" cy="1695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54" name="Google Shape;1654;p147"/>
          <p:cNvSpPr>
            <a:spLocks noGrp="1"/>
          </p:cNvSpPr>
          <p:nvPr>
            <p:ph type="pic" idx="4"/>
          </p:nvPr>
        </p:nvSpPr>
        <p:spPr>
          <a:xfrm>
            <a:off x="5234940" y="365760"/>
            <a:ext cx="3909000" cy="2339400"/>
          </a:xfrm>
          <a:prstGeom prst="rect">
            <a:avLst/>
          </a:prstGeom>
          <a:solidFill>
            <a:srgbClr val="D7E0E3"/>
          </a:solidFill>
          <a:ln>
            <a:noFill/>
          </a:ln>
        </p:spPr>
      </p:sp>
      <p:sp>
        <p:nvSpPr>
          <p:cNvPr id="1655" name="Google Shape;1655;p147"/>
          <p:cNvSpPr txBox="1">
            <a:spLocks noGrp="1"/>
          </p:cNvSpPr>
          <p:nvPr>
            <p:ph type="body" idx="5"/>
          </p:nvPr>
        </p:nvSpPr>
        <p:spPr>
          <a:xfrm>
            <a:off x="274320" y="5646420"/>
            <a:ext cx="5651100" cy="43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56" name="Google Shape;1656;p147"/>
          <p:cNvSpPr txBox="1">
            <a:spLocks noGrp="1"/>
          </p:cNvSpPr>
          <p:nvPr>
            <p:ph type="body" idx="6"/>
          </p:nvPr>
        </p:nvSpPr>
        <p:spPr>
          <a:xfrm>
            <a:off x="273844" y="3422651"/>
            <a:ext cx="2708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57" name="Google Shape;1657;p147"/>
          <p:cNvSpPr txBox="1">
            <a:spLocks noGrp="1"/>
          </p:cNvSpPr>
          <p:nvPr>
            <p:ph type="body" idx="7"/>
          </p:nvPr>
        </p:nvSpPr>
        <p:spPr>
          <a:xfrm>
            <a:off x="3216640" y="3422651"/>
            <a:ext cx="2708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58" name="Google Shape;1658;p147"/>
          <p:cNvSpPr txBox="1">
            <a:spLocks noGrp="1"/>
          </p:cNvSpPr>
          <p:nvPr>
            <p:ph type="body" idx="8"/>
          </p:nvPr>
        </p:nvSpPr>
        <p:spPr>
          <a:xfrm>
            <a:off x="6158722" y="3422651"/>
            <a:ext cx="2708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59" name="Google Shape;1659;p147"/>
          <p:cNvSpPr txBox="1">
            <a:spLocks noGrp="1"/>
          </p:cNvSpPr>
          <p:nvPr>
            <p:ph type="body" idx="9"/>
          </p:nvPr>
        </p:nvSpPr>
        <p:spPr>
          <a:xfrm>
            <a:off x="273844"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60" name="Google Shape;1660;p147"/>
          <p:cNvSpPr txBox="1">
            <a:spLocks noGrp="1"/>
          </p:cNvSpPr>
          <p:nvPr>
            <p:ph type="body" idx="13"/>
          </p:nvPr>
        </p:nvSpPr>
        <p:spPr>
          <a:xfrm>
            <a:off x="3216640"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61" name="Google Shape;1661;p147"/>
          <p:cNvSpPr txBox="1">
            <a:spLocks noGrp="1"/>
          </p:cNvSpPr>
          <p:nvPr>
            <p:ph type="body" idx="14"/>
          </p:nvPr>
        </p:nvSpPr>
        <p:spPr>
          <a:xfrm>
            <a:off x="6158722"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45.xml><?xml version="1.0" encoding="utf-8"?>
<p:sldLayout xmlns:a="http://schemas.openxmlformats.org/drawingml/2006/main" xmlns:r="http://schemas.openxmlformats.org/officeDocument/2006/relationships" xmlns:p="http://schemas.openxmlformats.org/presentationml/2006/main" matchingName="Three Content with Image G">
  <p:cSld name="Three Content with Image G">
    <p:spTree>
      <p:nvGrpSpPr>
        <p:cNvPr id="1" name="Shape 1662"/>
        <p:cNvGrpSpPr/>
        <p:nvPr/>
      </p:nvGrpSpPr>
      <p:grpSpPr>
        <a:xfrm>
          <a:off x="0" y="0"/>
          <a:ext cx="0" cy="0"/>
          <a:chOff x="0" y="0"/>
          <a:chExt cx="0" cy="0"/>
        </a:xfrm>
      </p:grpSpPr>
      <p:sp>
        <p:nvSpPr>
          <p:cNvPr id="1663" name="Google Shape;1663;p148"/>
          <p:cNvSpPr/>
          <p:nvPr/>
        </p:nvSpPr>
        <p:spPr>
          <a:xfrm>
            <a:off x="0" y="0"/>
            <a:ext cx="9144000" cy="6858000"/>
          </a:xfrm>
          <a:prstGeom prst="rect">
            <a:avLst/>
          </a:prstGeom>
          <a:solidFill>
            <a:srgbClr val="F2F7F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1664" name="Google Shape;1664;p148"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665" name="Google Shape;1665;p148"/>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1666" name="Google Shape;1666;p148"/>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1667" name="Google Shape;1667;p148"/>
          <p:cNvSpPr txBox="1">
            <a:spLocks noGrp="1"/>
          </p:cNvSpPr>
          <p:nvPr>
            <p:ph type="title"/>
          </p:nvPr>
        </p:nvSpPr>
        <p:spPr>
          <a:xfrm>
            <a:off x="274320" y="365760"/>
            <a:ext cx="4503300" cy="18060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68" name="Google Shape;1668;p148"/>
          <p:cNvSpPr txBox="1">
            <a:spLocks noGrp="1"/>
          </p:cNvSpPr>
          <p:nvPr>
            <p:ph type="body" idx="1"/>
          </p:nvPr>
        </p:nvSpPr>
        <p:spPr>
          <a:xfrm>
            <a:off x="274320" y="3848102"/>
            <a:ext cx="2709000" cy="1695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69" name="Google Shape;1669;p148"/>
          <p:cNvSpPr txBox="1">
            <a:spLocks noGrp="1"/>
          </p:cNvSpPr>
          <p:nvPr>
            <p:ph type="body" idx="2"/>
          </p:nvPr>
        </p:nvSpPr>
        <p:spPr>
          <a:xfrm>
            <a:off x="3216402" y="3848102"/>
            <a:ext cx="2709000" cy="1695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70" name="Google Shape;1670;p148"/>
          <p:cNvSpPr txBox="1">
            <a:spLocks noGrp="1"/>
          </p:cNvSpPr>
          <p:nvPr>
            <p:ph type="body" idx="3"/>
          </p:nvPr>
        </p:nvSpPr>
        <p:spPr>
          <a:xfrm>
            <a:off x="6158484" y="3848102"/>
            <a:ext cx="2709000" cy="1695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71" name="Google Shape;1671;p148"/>
          <p:cNvSpPr>
            <a:spLocks noGrp="1"/>
          </p:cNvSpPr>
          <p:nvPr>
            <p:ph type="pic" idx="4"/>
          </p:nvPr>
        </p:nvSpPr>
        <p:spPr>
          <a:xfrm>
            <a:off x="5234940" y="365760"/>
            <a:ext cx="3909000" cy="2339400"/>
          </a:xfrm>
          <a:prstGeom prst="rect">
            <a:avLst/>
          </a:prstGeom>
          <a:solidFill>
            <a:srgbClr val="D7E0E3"/>
          </a:solidFill>
          <a:ln>
            <a:noFill/>
          </a:ln>
        </p:spPr>
      </p:sp>
      <p:sp>
        <p:nvSpPr>
          <p:cNvPr id="1672" name="Google Shape;1672;p148"/>
          <p:cNvSpPr txBox="1">
            <a:spLocks noGrp="1"/>
          </p:cNvSpPr>
          <p:nvPr>
            <p:ph type="body" idx="5"/>
          </p:nvPr>
        </p:nvSpPr>
        <p:spPr>
          <a:xfrm>
            <a:off x="274320" y="5646420"/>
            <a:ext cx="5651100" cy="43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73" name="Google Shape;1673;p148"/>
          <p:cNvSpPr txBox="1">
            <a:spLocks noGrp="1"/>
          </p:cNvSpPr>
          <p:nvPr>
            <p:ph type="body" idx="6"/>
          </p:nvPr>
        </p:nvSpPr>
        <p:spPr>
          <a:xfrm>
            <a:off x="273844" y="3422651"/>
            <a:ext cx="2708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74" name="Google Shape;1674;p148"/>
          <p:cNvSpPr txBox="1">
            <a:spLocks noGrp="1"/>
          </p:cNvSpPr>
          <p:nvPr>
            <p:ph type="body" idx="7"/>
          </p:nvPr>
        </p:nvSpPr>
        <p:spPr>
          <a:xfrm>
            <a:off x="3216640" y="3422651"/>
            <a:ext cx="2708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75" name="Google Shape;1675;p148"/>
          <p:cNvSpPr txBox="1">
            <a:spLocks noGrp="1"/>
          </p:cNvSpPr>
          <p:nvPr>
            <p:ph type="body" idx="8"/>
          </p:nvPr>
        </p:nvSpPr>
        <p:spPr>
          <a:xfrm>
            <a:off x="6158722" y="3422651"/>
            <a:ext cx="2708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76" name="Google Shape;1676;p148"/>
          <p:cNvSpPr txBox="1">
            <a:spLocks noGrp="1"/>
          </p:cNvSpPr>
          <p:nvPr>
            <p:ph type="body" idx="9"/>
          </p:nvPr>
        </p:nvSpPr>
        <p:spPr>
          <a:xfrm>
            <a:off x="273844"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77" name="Google Shape;1677;p148"/>
          <p:cNvSpPr txBox="1">
            <a:spLocks noGrp="1"/>
          </p:cNvSpPr>
          <p:nvPr>
            <p:ph type="body" idx="13"/>
          </p:nvPr>
        </p:nvSpPr>
        <p:spPr>
          <a:xfrm>
            <a:off x="3216640"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78" name="Google Shape;1678;p148"/>
          <p:cNvSpPr txBox="1">
            <a:spLocks noGrp="1"/>
          </p:cNvSpPr>
          <p:nvPr>
            <p:ph type="body" idx="14"/>
          </p:nvPr>
        </p:nvSpPr>
        <p:spPr>
          <a:xfrm>
            <a:off x="6158722"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46.xml><?xml version="1.0" encoding="utf-8"?>
<p:sldLayout xmlns:a="http://schemas.openxmlformats.org/drawingml/2006/main" xmlns:r="http://schemas.openxmlformats.org/officeDocument/2006/relationships" xmlns:p="http://schemas.openxmlformats.org/presentationml/2006/main" matchingName="Three Content with Image B">
  <p:cSld name="Three Content with Image B">
    <p:bg>
      <p:bgPr>
        <a:solidFill>
          <a:srgbClr val="231F20"/>
        </a:solidFill>
        <a:effectLst/>
      </p:bgPr>
    </p:bg>
    <p:spTree>
      <p:nvGrpSpPr>
        <p:cNvPr id="1" name="Shape 1679"/>
        <p:cNvGrpSpPr/>
        <p:nvPr/>
      </p:nvGrpSpPr>
      <p:grpSpPr>
        <a:xfrm>
          <a:off x="0" y="0"/>
          <a:ext cx="0" cy="0"/>
          <a:chOff x="0" y="0"/>
          <a:chExt cx="0" cy="0"/>
        </a:xfrm>
      </p:grpSpPr>
      <p:sp>
        <p:nvSpPr>
          <p:cNvPr id="1680" name="Google Shape;1680;p149"/>
          <p:cNvSpPr txBox="1">
            <a:spLocks noGrp="1"/>
          </p:cNvSpPr>
          <p:nvPr>
            <p:ph type="title"/>
          </p:nvPr>
        </p:nvSpPr>
        <p:spPr>
          <a:xfrm>
            <a:off x="274320" y="365760"/>
            <a:ext cx="4503300" cy="18060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81" name="Google Shape;1681;p149"/>
          <p:cNvSpPr txBox="1">
            <a:spLocks noGrp="1"/>
          </p:cNvSpPr>
          <p:nvPr>
            <p:ph type="body" idx="1"/>
          </p:nvPr>
        </p:nvSpPr>
        <p:spPr>
          <a:xfrm>
            <a:off x="274320" y="3848102"/>
            <a:ext cx="2709000" cy="1695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1682" name="Google Shape;1682;p149"/>
          <p:cNvSpPr txBox="1">
            <a:spLocks noGrp="1"/>
          </p:cNvSpPr>
          <p:nvPr>
            <p:ph type="body" idx="2"/>
          </p:nvPr>
        </p:nvSpPr>
        <p:spPr>
          <a:xfrm>
            <a:off x="3216402" y="3848102"/>
            <a:ext cx="2709000" cy="1695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1683" name="Google Shape;1683;p149"/>
          <p:cNvSpPr txBox="1">
            <a:spLocks noGrp="1"/>
          </p:cNvSpPr>
          <p:nvPr>
            <p:ph type="body" idx="3"/>
          </p:nvPr>
        </p:nvSpPr>
        <p:spPr>
          <a:xfrm>
            <a:off x="6158484" y="3848102"/>
            <a:ext cx="2709000" cy="1695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1684" name="Google Shape;1684;p149"/>
          <p:cNvSpPr>
            <a:spLocks noGrp="1"/>
          </p:cNvSpPr>
          <p:nvPr>
            <p:ph type="pic" idx="4"/>
          </p:nvPr>
        </p:nvSpPr>
        <p:spPr>
          <a:xfrm>
            <a:off x="5234940" y="365760"/>
            <a:ext cx="3909000" cy="2339400"/>
          </a:xfrm>
          <a:prstGeom prst="rect">
            <a:avLst/>
          </a:prstGeom>
          <a:solidFill>
            <a:srgbClr val="D7E0E3"/>
          </a:solidFill>
          <a:ln>
            <a:noFill/>
          </a:ln>
        </p:spPr>
      </p:sp>
      <p:sp>
        <p:nvSpPr>
          <p:cNvPr id="1685" name="Google Shape;1685;p149"/>
          <p:cNvSpPr txBox="1">
            <a:spLocks noGrp="1"/>
          </p:cNvSpPr>
          <p:nvPr>
            <p:ph type="body" idx="5"/>
          </p:nvPr>
        </p:nvSpPr>
        <p:spPr>
          <a:xfrm>
            <a:off x="274320" y="5646420"/>
            <a:ext cx="5651100" cy="43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1686" name="Google Shape;1686;p149"/>
          <p:cNvSpPr txBox="1">
            <a:spLocks noGrp="1"/>
          </p:cNvSpPr>
          <p:nvPr>
            <p:ph type="body" idx="6"/>
          </p:nvPr>
        </p:nvSpPr>
        <p:spPr>
          <a:xfrm>
            <a:off x="273844" y="3422651"/>
            <a:ext cx="2708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1687" name="Google Shape;1687;p149"/>
          <p:cNvSpPr txBox="1">
            <a:spLocks noGrp="1"/>
          </p:cNvSpPr>
          <p:nvPr>
            <p:ph type="body" idx="7"/>
          </p:nvPr>
        </p:nvSpPr>
        <p:spPr>
          <a:xfrm>
            <a:off x="3216640" y="3422651"/>
            <a:ext cx="2708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1688" name="Google Shape;1688;p149"/>
          <p:cNvSpPr txBox="1">
            <a:spLocks noGrp="1"/>
          </p:cNvSpPr>
          <p:nvPr>
            <p:ph type="body" idx="8"/>
          </p:nvPr>
        </p:nvSpPr>
        <p:spPr>
          <a:xfrm>
            <a:off x="6158722" y="3422651"/>
            <a:ext cx="2708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1689" name="Google Shape;1689;p149"/>
          <p:cNvSpPr txBox="1">
            <a:spLocks noGrp="1"/>
          </p:cNvSpPr>
          <p:nvPr>
            <p:ph type="body" idx="9"/>
          </p:nvPr>
        </p:nvSpPr>
        <p:spPr>
          <a:xfrm>
            <a:off x="273844"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2"/>
              </a:buClr>
              <a:buSzPts val="1800"/>
              <a:buFont typeface="Arial"/>
              <a:buNone/>
              <a:defRPr sz="1800" b="1">
                <a:solidFill>
                  <a:schemeClr val="lt2"/>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1690" name="Google Shape;1690;p149"/>
          <p:cNvSpPr txBox="1">
            <a:spLocks noGrp="1"/>
          </p:cNvSpPr>
          <p:nvPr>
            <p:ph type="body" idx="13"/>
          </p:nvPr>
        </p:nvSpPr>
        <p:spPr>
          <a:xfrm>
            <a:off x="3216640"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2"/>
              </a:buClr>
              <a:buSzPts val="1800"/>
              <a:buFont typeface="Arial"/>
              <a:buNone/>
              <a:defRPr sz="1800" b="1">
                <a:solidFill>
                  <a:schemeClr val="lt2"/>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1691" name="Google Shape;1691;p149"/>
          <p:cNvSpPr txBox="1">
            <a:spLocks noGrp="1"/>
          </p:cNvSpPr>
          <p:nvPr>
            <p:ph type="body" idx="14"/>
          </p:nvPr>
        </p:nvSpPr>
        <p:spPr>
          <a:xfrm>
            <a:off x="6158722" y="2997200"/>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2"/>
              </a:buClr>
              <a:buSzPts val="1800"/>
              <a:buFont typeface="Arial"/>
              <a:buNone/>
              <a:defRPr sz="1800" b="1">
                <a:solidFill>
                  <a:schemeClr val="lt2"/>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guide id="2" orient="horz" pos="4148">
          <p15:clr>
            <a:srgbClr val="FBAE40"/>
          </p15:clr>
        </p15:guide>
        <p15:guide id="3" pos="5588">
          <p15:clr>
            <a:srgbClr val="FBAE40"/>
          </p15:clr>
        </p15:guide>
      </p15:sldGuideLst>
    </p:ext>
  </p:extLst>
</p:sldLayout>
</file>

<file path=ppt/slideLayouts/slideLayout147.xml><?xml version="1.0" encoding="utf-8"?>
<p:sldLayout xmlns:a="http://schemas.openxmlformats.org/drawingml/2006/main" xmlns:r="http://schemas.openxmlformats.org/officeDocument/2006/relationships" xmlns:p="http://schemas.openxmlformats.org/presentationml/2006/main" matchingName="Three Content Option 2 with Image">
  <p:cSld name="Three Content Option 2 with Image">
    <p:spTree>
      <p:nvGrpSpPr>
        <p:cNvPr id="1" name="Shape 1692"/>
        <p:cNvGrpSpPr/>
        <p:nvPr/>
      </p:nvGrpSpPr>
      <p:grpSpPr>
        <a:xfrm>
          <a:off x="0" y="0"/>
          <a:ext cx="0" cy="0"/>
          <a:chOff x="0" y="0"/>
          <a:chExt cx="0" cy="0"/>
        </a:xfrm>
      </p:grpSpPr>
      <p:sp>
        <p:nvSpPr>
          <p:cNvPr id="1693" name="Google Shape;1693;p150"/>
          <p:cNvSpPr txBox="1">
            <a:spLocks noGrp="1"/>
          </p:cNvSpPr>
          <p:nvPr>
            <p:ph type="title"/>
          </p:nvPr>
        </p:nvSpPr>
        <p:spPr>
          <a:xfrm>
            <a:off x="274320" y="365760"/>
            <a:ext cx="4503300" cy="18060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94" name="Google Shape;1694;p150"/>
          <p:cNvSpPr txBox="1">
            <a:spLocks noGrp="1"/>
          </p:cNvSpPr>
          <p:nvPr>
            <p:ph type="body" idx="1"/>
          </p:nvPr>
        </p:nvSpPr>
        <p:spPr>
          <a:xfrm>
            <a:off x="274320" y="3277131"/>
            <a:ext cx="2709000" cy="2217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95" name="Google Shape;1695;p150"/>
          <p:cNvSpPr txBox="1">
            <a:spLocks noGrp="1"/>
          </p:cNvSpPr>
          <p:nvPr>
            <p:ph type="body" idx="2"/>
          </p:nvPr>
        </p:nvSpPr>
        <p:spPr>
          <a:xfrm>
            <a:off x="3216402" y="3277131"/>
            <a:ext cx="2709000" cy="2217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96" name="Google Shape;1696;p150"/>
          <p:cNvSpPr txBox="1">
            <a:spLocks noGrp="1"/>
          </p:cNvSpPr>
          <p:nvPr>
            <p:ph type="body" idx="3"/>
          </p:nvPr>
        </p:nvSpPr>
        <p:spPr>
          <a:xfrm>
            <a:off x="6158484" y="3277131"/>
            <a:ext cx="2709000" cy="2217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97" name="Google Shape;1697;p150"/>
          <p:cNvSpPr>
            <a:spLocks noGrp="1"/>
          </p:cNvSpPr>
          <p:nvPr>
            <p:ph type="pic" idx="4"/>
          </p:nvPr>
        </p:nvSpPr>
        <p:spPr>
          <a:xfrm>
            <a:off x="5234940" y="365760"/>
            <a:ext cx="3909000" cy="1806000"/>
          </a:xfrm>
          <a:prstGeom prst="rect">
            <a:avLst/>
          </a:prstGeom>
          <a:solidFill>
            <a:srgbClr val="D7E0E3"/>
          </a:solidFill>
          <a:ln>
            <a:noFill/>
          </a:ln>
        </p:spPr>
      </p:sp>
      <p:sp>
        <p:nvSpPr>
          <p:cNvPr id="1698" name="Google Shape;1698;p150"/>
          <p:cNvSpPr txBox="1">
            <a:spLocks noGrp="1"/>
          </p:cNvSpPr>
          <p:nvPr>
            <p:ph type="body" idx="5"/>
          </p:nvPr>
        </p:nvSpPr>
        <p:spPr>
          <a:xfrm>
            <a:off x="274320" y="5646420"/>
            <a:ext cx="5651100" cy="43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699" name="Google Shape;1699;p150"/>
          <p:cNvSpPr txBox="1">
            <a:spLocks noGrp="1"/>
          </p:cNvSpPr>
          <p:nvPr>
            <p:ph type="body" idx="6"/>
          </p:nvPr>
        </p:nvSpPr>
        <p:spPr>
          <a:xfrm>
            <a:off x="273844" y="2851680"/>
            <a:ext cx="2708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00" name="Google Shape;1700;p150"/>
          <p:cNvSpPr txBox="1">
            <a:spLocks noGrp="1"/>
          </p:cNvSpPr>
          <p:nvPr>
            <p:ph type="body" idx="7"/>
          </p:nvPr>
        </p:nvSpPr>
        <p:spPr>
          <a:xfrm>
            <a:off x="3216640" y="2851680"/>
            <a:ext cx="2708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01" name="Google Shape;1701;p150"/>
          <p:cNvSpPr txBox="1">
            <a:spLocks noGrp="1"/>
          </p:cNvSpPr>
          <p:nvPr>
            <p:ph type="body" idx="8"/>
          </p:nvPr>
        </p:nvSpPr>
        <p:spPr>
          <a:xfrm>
            <a:off x="6158722" y="2851680"/>
            <a:ext cx="2708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02" name="Google Shape;1702;p150"/>
          <p:cNvSpPr txBox="1">
            <a:spLocks noGrp="1"/>
          </p:cNvSpPr>
          <p:nvPr>
            <p:ph type="body" idx="9"/>
          </p:nvPr>
        </p:nvSpPr>
        <p:spPr>
          <a:xfrm>
            <a:off x="273844" y="2426229"/>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03" name="Google Shape;1703;p150"/>
          <p:cNvSpPr txBox="1">
            <a:spLocks noGrp="1"/>
          </p:cNvSpPr>
          <p:nvPr>
            <p:ph type="body" idx="13"/>
          </p:nvPr>
        </p:nvSpPr>
        <p:spPr>
          <a:xfrm>
            <a:off x="3216640" y="2426229"/>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04" name="Google Shape;1704;p150"/>
          <p:cNvSpPr txBox="1">
            <a:spLocks noGrp="1"/>
          </p:cNvSpPr>
          <p:nvPr>
            <p:ph type="body" idx="14"/>
          </p:nvPr>
        </p:nvSpPr>
        <p:spPr>
          <a:xfrm>
            <a:off x="6158722" y="2426229"/>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48.xml><?xml version="1.0" encoding="utf-8"?>
<p:sldLayout xmlns:a="http://schemas.openxmlformats.org/drawingml/2006/main" xmlns:r="http://schemas.openxmlformats.org/officeDocument/2006/relationships" xmlns:p="http://schemas.openxmlformats.org/presentationml/2006/main" matchingName="Three Content with Image and icon">
  <p:cSld name="Three Content with Image and icon">
    <p:spTree>
      <p:nvGrpSpPr>
        <p:cNvPr id="1" name="Shape 1705"/>
        <p:cNvGrpSpPr/>
        <p:nvPr/>
      </p:nvGrpSpPr>
      <p:grpSpPr>
        <a:xfrm>
          <a:off x="0" y="0"/>
          <a:ext cx="0" cy="0"/>
          <a:chOff x="0" y="0"/>
          <a:chExt cx="0" cy="0"/>
        </a:xfrm>
      </p:grpSpPr>
      <p:sp>
        <p:nvSpPr>
          <p:cNvPr id="1706" name="Google Shape;1706;p151"/>
          <p:cNvSpPr txBox="1">
            <a:spLocks noGrp="1"/>
          </p:cNvSpPr>
          <p:nvPr>
            <p:ph type="title"/>
          </p:nvPr>
        </p:nvSpPr>
        <p:spPr>
          <a:xfrm>
            <a:off x="274320" y="365760"/>
            <a:ext cx="85941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07" name="Google Shape;1707;p151"/>
          <p:cNvSpPr txBox="1">
            <a:spLocks noGrp="1"/>
          </p:cNvSpPr>
          <p:nvPr>
            <p:ph type="body" idx="1"/>
          </p:nvPr>
        </p:nvSpPr>
        <p:spPr>
          <a:xfrm>
            <a:off x="274320" y="2485154"/>
            <a:ext cx="2709000" cy="2153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08" name="Google Shape;1708;p151"/>
          <p:cNvSpPr txBox="1">
            <a:spLocks noGrp="1"/>
          </p:cNvSpPr>
          <p:nvPr>
            <p:ph type="body" idx="2"/>
          </p:nvPr>
        </p:nvSpPr>
        <p:spPr>
          <a:xfrm>
            <a:off x="3216402" y="2485154"/>
            <a:ext cx="2709000" cy="2153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09" name="Google Shape;1709;p151"/>
          <p:cNvSpPr txBox="1">
            <a:spLocks noGrp="1"/>
          </p:cNvSpPr>
          <p:nvPr>
            <p:ph type="body" idx="3"/>
          </p:nvPr>
        </p:nvSpPr>
        <p:spPr>
          <a:xfrm>
            <a:off x="6158484" y="2485154"/>
            <a:ext cx="2709000" cy="2153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10" name="Google Shape;1710;p151"/>
          <p:cNvSpPr>
            <a:spLocks noGrp="1"/>
          </p:cNvSpPr>
          <p:nvPr>
            <p:ph type="pic" idx="4"/>
          </p:nvPr>
        </p:nvSpPr>
        <p:spPr>
          <a:xfrm>
            <a:off x="273844" y="4703048"/>
            <a:ext cx="2709900" cy="1380300"/>
          </a:xfrm>
          <a:prstGeom prst="rect">
            <a:avLst/>
          </a:prstGeom>
          <a:solidFill>
            <a:srgbClr val="D7E0E3"/>
          </a:solidFill>
          <a:ln>
            <a:noFill/>
          </a:ln>
        </p:spPr>
      </p:sp>
      <p:sp>
        <p:nvSpPr>
          <p:cNvPr id="1711" name="Google Shape;1711;p151"/>
          <p:cNvSpPr>
            <a:spLocks noGrp="1"/>
          </p:cNvSpPr>
          <p:nvPr>
            <p:ph type="pic" idx="5"/>
          </p:nvPr>
        </p:nvSpPr>
        <p:spPr>
          <a:xfrm>
            <a:off x="3217069" y="4703048"/>
            <a:ext cx="2709900" cy="1380300"/>
          </a:xfrm>
          <a:prstGeom prst="rect">
            <a:avLst/>
          </a:prstGeom>
          <a:solidFill>
            <a:srgbClr val="D7E0E3"/>
          </a:solidFill>
          <a:ln>
            <a:noFill/>
          </a:ln>
        </p:spPr>
      </p:sp>
      <p:sp>
        <p:nvSpPr>
          <p:cNvPr id="1712" name="Google Shape;1712;p151"/>
          <p:cNvSpPr>
            <a:spLocks noGrp="1"/>
          </p:cNvSpPr>
          <p:nvPr>
            <p:ph type="pic" idx="6"/>
          </p:nvPr>
        </p:nvSpPr>
        <p:spPr>
          <a:xfrm>
            <a:off x="6157531" y="4703048"/>
            <a:ext cx="2709900" cy="1380300"/>
          </a:xfrm>
          <a:prstGeom prst="rect">
            <a:avLst/>
          </a:prstGeom>
          <a:solidFill>
            <a:srgbClr val="D7E0E3"/>
          </a:solidFill>
          <a:ln>
            <a:noFill/>
          </a:ln>
        </p:spPr>
      </p:sp>
      <p:sp>
        <p:nvSpPr>
          <p:cNvPr id="1713" name="Google Shape;1713;p151"/>
          <p:cNvSpPr txBox="1">
            <a:spLocks noGrp="1"/>
          </p:cNvSpPr>
          <p:nvPr>
            <p:ph type="body" idx="7"/>
          </p:nvPr>
        </p:nvSpPr>
        <p:spPr>
          <a:xfrm>
            <a:off x="651844" y="1828799"/>
            <a:ext cx="2330700" cy="504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14" name="Google Shape;1714;p151"/>
          <p:cNvSpPr txBox="1">
            <a:spLocks noGrp="1"/>
          </p:cNvSpPr>
          <p:nvPr>
            <p:ph type="body" idx="8"/>
          </p:nvPr>
        </p:nvSpPr>
        <p:spPr>
          <a:xfrm>
            <a:off x="3594640" y="1828799"/>
            <a:ext cx="2330700" cy="504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15" name="Google Shape;1715;p151"/>
          <p:cNvSpPr txBox="1">
            <a:spLocks noGrp="1"/>
          </p:cNvSpPr>
          <p:nvPr>
            <p:ph type="body" idx="9"/>
          </p:nvPr>
        </p:nvSpPr>
        <p:spPr>
          <a:xfrm>
            <a:off x="6536722" y="1828799"/>
            <a:ext cx="2330700" cy="504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16" name="Google Shape;1716;p151"/>
          <p:cNvSpPr>
            <a:spLocks noGrp="1"/>
          </p:cNvSpPr>
          <p:nvPr>
            <p:ph type="pic" idx="13"/>
          </p:nvPr>
        </p:nvSpPr>
        <p:spPr>
          <a:xfrm>
            <a:off x="273844" y="1828800"/>
            <a:ext cx="335400" cy="495300"/>
          </a:xfrm>
          <a:prstGeom prst="rect">
            <a:avLst/>
          </a:prstGeom>
          <a:noFill/>
          <a:ln>
            <a:noFill/>
          </a:ln>
        </p:spPr>
      </p:sp>
      <p:sp>
        <p:nvSpPr>
          <p:cNvPr id="1717" name="Google Shape;1717;p151"/>
          <p:cNvSpPr>
            <a:spLocks noGrp="1"/>
          </p:cNvSpPr>
          <p:nvPr>
            <p:ph type="pic" idx="14"/>
          </p:nvPr>
        </p:nvSpPr>
        <p:spPr>
          <a:xfrm>
            <a:off x="3216403" y="1828800"/>
            <a:ext cx="335400" cy="495300"/>
          </a:xfrm>
          <a:prstGeom prst="rect">
            <a:avLst/>
          </a:prstGeom>
          <a:noFill/>
          <a:ln>
            <a:noFill/>
          </a:ln>
        </p:spPr>
      </p:sp>
      <p:sp>
        <p:nvSpPr>
          <p:cNvPr id="1718" name="Google Shape;1718;p151"/>
          <p:cNvSpPr>
            <a:spLocks noGrp="1"/>
          </p:cNvSpPr>
          <p:nvPr>
            <p:ph type="pic" idx="15"/>
          </p:nvPr>
        </p:nvSpPr>
        <p:spPr>
          <a:xfrm>
            <a:off x="6158485" y="1828800"/>
            <a:ext cx="335400" cy="495300"/>
          </a:xfrm>
          <a:prstGeom prst="rect">
            <a:avLst/>
          </a:prstGeom>
          <a:no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49.xml><?xml version="1.0" encoding="utf-8"?>
<p:sldLayout xmlns:a="http://schemas.openxmlformats.org/drawingml/2006/main" xmlns:r="http://schemas.openxmlformats.org/officeDocument/2006/relationships" xmlns:p="http://schemas.openxmlformats.org/presentationml/2006/main" matchingName="Six Content Option 1 with Image">
  <p:cSld name="Six Content Option 1 with Image">
    <p:spTree>
      <p:nvGrpSpPr>
        <p:cNvPr id="1" name="Shape 1719"/>
        <p:cNvGrpSpPr/>
        <p:nvPr/>
      </p:nvGrpSpPr>
      <p:grpSpPr>
        <a:xfrm>
          <a:off x="0" y="0"/>
          <a:ext cx="0" cy="0"/>
          <a:chOff x="0" y="0"/>
          <a:chExt cx="0" cy="0"/>
        </a:xfrm>
      </p:grpSpPr>
      <p:sp>
        <p:nvSpPr>
          <p:cNvPr id="1720" name="Google Shape;1720;p152"/>
          <p:cNvSpPr txBox="1">
            <a:spLocks noGrp="1"/>
          </p:cNvSpPr>
          <p:nvPr>
            <p:ph type="title"/>
          </p:nvPr>
        </p:nvSpPr>
        <p:spPr>
          <a:xfrm>
            <a:off x="274320" y="365760"/>
            <a:ext cx="4503300" cy="18060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21" name="Google Shape;1721;p152"/>
          <p:cNvSpPr txBox="1">
            <a:spLocks noGrp="1"/>
          </p:cNvSpPr>
          <p:nvPr>
            <p:ph type="body" idx="1"/>
          </p:nvPr>
        </p:nvSpPr>
        <p:spPr>
          <a:xfrm>
            <a:off x="274320" y="2795839"/>
            <a:ext cx="2709000" cy="1247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22" name="Google Shape;1722;p152"/>
          <p:cNvSpPr txBox="1">
            <a:spLocks noGrp="1"/>
          </p:cNvSpPr>
          <p:nvPr>
            <p:ph type="body" idx="2"/>
          </p:nvPr>
        </p:nvSpPr>
        <p:spPr>
          <a:xfrm>
            <a:off x="3216402" y="2795839"/>
            <a:ext cx="2709000" cy="1247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23" name="Google Shape;1723;p152"/>
          <p:cNvSpPr txBox="1">
            <a:spLocks noGrp="1"/>
          </p:cNvSpPr>
          <p:nvPr>
            <p:ph type="body" idx="3"/>
          </p:nvPr>
        </p:nvSpPr>
        <p:spPr>
          <a:xfrm>
            <a:off x="6158484" y="2795839"/>
            <a:ext cx="2709000" cy="1247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24" name="Google Shape;1724;p152"/>
          <p:cNvSpPr>
            <a:spLocks noGrp="1"/>
          </p:cNvSpPr>
          <p:nvPr>
            <p:ph type="pic" idx="4"/>
          </p:nvPr>
        </p:nvSpPr>
        <p:spPr>
          <a:xfrm>
            <a:off x="5234940" y="365760"/>
            <a:ext cx="3909000" cy="1806000"/>
          </a:xfrm>
          <a:prstGeom prst="rect">
            <a:avLst/>
          </a:prstGeom>
          <a:solidFill>
            <a:srgbClr val="D7E0E3"/>
          </a:solidFill>
          <a:ln>
            <a:noFill/>
          </a:ln>
        </p:spPr>
      </p:sp>
      <p:sp>
        <p:nvSpPr>
          <p:cNvPr id="1725" name="Google Shape;1725;p152"/>
          <p:cNvSpPr txBox="1">
            <a:spLocks noGrp="1"/>
          </p:cNvSpPr>
          <p:nvPr>
            <p:ph type="body" idx="5"/>
          </p:nvPr>
        </p:nvSpPr>
        <p:spPr>
          <a:xfrm>
            <a:off x="651844" y="2365974"/>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26" name="Google Shape;1726;p152"/>
          <p:cNvSpPr txBox="1">
            <a:spLocks noGrp="1"/>
          </p:cNvSpPr>
          <p:nvPr>
            <p:ph type="body" idx="6"/>
          </p:nvPr>
        </p:nvSpPr>
        <p:spPr>
          <a:xfrm>
            <a:off x="3594640" y="2365974"/>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27" name="Google Shape;1727;p152"/>
          <p:cNvSpPr txBox="1">
            <a:spLocks noGrp="1"/>
          </p:cNvSpPr>
          <p:nvPr>
            <p:ph type="body" idx="7"/>
          </p:nvPr>
        </p:nvSpPr>
        <p:spPr>
          <a:xfrm>
            <a:off x="6536722" y="2365974"/>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28" name="Google Shape;1728;p152"/>
          <p:cNvSpPr txBox="1">
            <a:spLocks noGrp="1"/>
          </p:cNvSpPr>
          <p:nvPr>
            <p:ph type="body" idx="8"/>
          </p:nvPr>
        </p:nvSpPr>
        <p:spPr>
          <a:xfrm>
            <a:off x="273844" y="2365974"/>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29" name="Google Shape;1729;p152"/>
          <p:cNvSpPr txBox="1">
            <a:spLocks noGrp="1"/>
          </p:cNvSpPr>
          <p:nvPr>
            <p:ph type="body" idx="9"/>
          </p:nvPr>
        </p:nvSpPr>
        <p:spPr>
          <a:xfrm>
            <a:off x="3216640" y="2365974"/>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30" name="Google Shape;1730;p152"/>
          <p:cNvSpPr txBox="1">
            <a:spLocks noGrp="1"/>
          </p:cNvSpPr>
          <p:nvPr>
            <p:ph type="body" idx="13"/>
          </p:nvPr>
        </p:nvSpPr>
        <p:spPr>
          <a:xfrm>
            <a:off x="6158722" y="2365974"/>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31" name="Google Shape;1731;p152"/>
          <p:cNvSpPr txBox="1">
            <a:spLocks noGrp="1"/>
          </p:cNvSpPr>
          <p:nvPr>
            <p:ph type="body" idx="14"/>
          </p:nvPr>
        </p:nvSpPr>
        <p:spPr>
          <a:xfrm>
            <a:off x="274320" y="4820026"/>
            <a:ext cx="2709000" cy="1247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32" name="Google Shape;1732;p152"/>
          <p:cNvSpPr txBox="1">
            <a:spLocks noGrp="1"/>
          </p:cNvSpPr>
          <p:nvPr>
            <p:ph type="body" idx="15"/>
          </p:nvPr>
        </p:nvSpPr>
        <p:spPr>
          <a:xfrm>
            <a:off x="3216402" y="4820026"/>
            <a:ext cx="2709000" cy="1247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33" name="Google Shape;1733;p152"/>
          <p:cNvSpPr txBox="1">
            <a:spLocks noGrp="1"/>
          </p:cNvSpPr>
          <p:nvPr>
            <p:ph type="body" idx="16"/>
          </p:nvPr>
        </p:nvSpPr>
        <p:spPr>
          <a:xfrm>
            <a:off x="6158484" y="4820026"/>
            <a:ext cx="2709000" cy="1247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34" name="Google Shape;1734;p152"/>
          <p:cNvSpPr txBox="1">
            <a:spLocks noGrp="1"/>
          </p:cNvSpPr>
          <p:nvPr>
            <p:ph type="body" idx="17"/>
          </p:nvPr>
        </p:nvSpPr>
        <p:spPr>
          <a:xfrm>
            <a:off x="651844" y="4383741"/>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35" name="Google Shape;1735;p152"/>
          <p:cNvSpPr txBox="1">
            <a:spLocks noGrp="1"/>
          </p:cNvSpPr>
          <p:nvPr>
            <p:ph type="body" idx="18"/>
          </p:nvPr>
        </p:nvSpPr>
        <p:spPr>
          <a:xfrm>
            <a:off x="3594640" y="4383741"/>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36" name="Google Shape;1736;p152"/>
          <p:cNvSpPr txBox="1">
            <a:spLocks noGrp="1"/>
          </p:cNvSpPr>
          <p:nvPr>
            <p:ph type="body" idx="19"/>
          </p:nvPr>
        </p:nvSpPr>
        <p:spPr>
          <a:xfrm>
            <a:off x="6536722" y="4383741"/>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37" name="Google Shape;1737;p152"/>
          <p:cNvSpPr txBox="1">
            <a:spLocks noGrp="1"/>
          </p:cNvSpPr>
          <p:nvPr>
            <p:ph type="body" idx="20"/>
          </p:nvPr>
        </p:nvSpPr>
        <p:spPr>
          <a:xfrm>
            <a:off x="273844" y="4383741"/>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38" name="Google Shape;1738;p152"/>
          <p:cNvSpPr txBox="1">
            <a:spLocks noGrp="1"/>
          </p:cNvSpPr>
          <p:nvPr>
            <p:ph type="body" idx="21"/>
          </p:nvPr>
        </p:nvSpPr>
        <p:spPr>
          <a:xfrm>
            <a:off x="3216640" y="4383741"/>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39" name="Google Shape;1739;p152"/>
          <p:cNvSpPr txBox="1">
            <a:spLocks noGrp="1"/>
          </p:cNvSpPr>
          <p:nvPr>
            <p:ph type="body" idx="22"/>
          </p:nvPr>
        </p:nvSpPr>
        <p:spPr>
          <a:xfrm>
            <a:off x="6158722" y="4383741"/>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50.xml><?xml version="1.0" encoding="utf-8"?>
<p:sldLayout xmlns:a="http://schemas.openxmlformats.org/drawingml/2006/main" xmlns:r="http://schemas.openxmlformats.org/officeDocument/2006/relationships" xmlns:p="http://schemas.openxmlformats.org/presentationml/2006/main" matchingName="Six Content with Image and icon">
  <p:cSld name="Six Content with Image and icon">
    <p:spTree>
      <p:nvGrpSpPr>
        <p:cNvPr id="1" name="Shape 1740"/>
        <p:cNvGrpSpPr/>
        <p:nvPr/>
      </p:nvGrpSpPr>
      <p:grpSpPr>
        <a:xfrm>
          <a:off x="0" y="0"/>
          <a:ext cx="0" cy="0"/>
          <a:chOff x="0" y="0"/>
          <a:chExt cx="0" cy="0"/>
        </a:xfrm>
      </p:grpSpPr>
      <p:sp>
        <p:nvSpPr>
          <p:cNvPr id="1741" name="Google Shape;1741;p153"/>
          <p:cNvSpPr txBox="1">
            <a:spLocks noGrp="1"/>
          </p:cNvSpPr>
          <p:nvPr>
            <p:ph type="title"/>
          </p:nvPr>
        </p:nvSpPr>
        <p:spPr>
          <a:xfrm>
            <a:off x="274320" y="365760"/>
            <a:ext cx="4503300" cy="18060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42" name="Google Shape;1742;p153"/>
          <p:cNvSpPr txBox="1">
            <a:spLocks noGrp="1"/>
          </p:cNvSpPr>
          <p:nvPr>
            <p:ph type="body" idx="1"/>
          </p:nvPr>
        </p:nvSpPr>
        <p:spPr>
          <a:xfrm>
            <a:off x="274320" y="2795839"/>
            <a:ext cx="2709000" cy="12477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43" name="Google Shape;1743;p153"/>
          <p:cNvSpPr txBox="1">
            <a:spLocks noGrp="1"/>
          </p:cNvSpPr>
          <p:nvPr>
            <p:ph type="body" idx="2"/>
          </p:nvPr>
        </p:nvSpPr>
        <p:spPr>
          <a:xfrm>
            <a:off x="3216402" y="2795839"/>
            <a:ext cx="2709000" cy="12477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44" name="Google Shape;1744;p153"/>
          <p:cNvSpPr txBox="1">
            <a:spLocks noGrp="1"/>
          </p:cNvSpPr>
          <p:nvPr>
            <p:ph type="body" idx="3"/>
          </p:nvPr>
        </p:nvSpPr>
        <p:spPr>
          <a:xfrm>
            <a:off x="6158484" y="2795839"/>
            <a:ext cx="2709000" cy="12477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45" name="Google Shape;1745;p153"/>
          <p:cNvSpPr>
            <a:spLocks noGrp="1"/>
          </p:cNvSpPr>
          <p:nvPr>
            <p:ph type="pic" idx="4"/>
          </p:nvPr>
        </p:nvSpPr>
        <p:spPr>
          <a:xfrm>
            <a:off x="5234940" y="365760"/>
            <a:ext cx="3909000" cy="1806000"/>
          </a:xfrm>
          <a:prstGeom prst="rect">
            <a:avLst/>
          </a:prstGeom>
          <a:solidFill>
            <a:srgbClr val="D7E0E3"/>
          </a:solidFill>
          <a:ln>
            <a:noFill/>
          </a:ln>
        </p:spPr>
      </p:sp>
      <p:sp>
        <p:nvSpPr>
          <p:cNvPr id="1746" name="Google Shape;1746;p153"/>
          <p:cNvSpPr txBox="1">
            <a:spLocks noGrp="1"/>
          </p:cNvSpPr>
          <p:nvPr>
            <p:ph type="body" idx="5"/>
          </p:nvPr>
        </p:nvSpPr>
        <p:spPr>
          <a:xfrm>
            <a:off x="651844" y="2365974"/>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47" name="Google Shape;1747;p153"/>
          <p:cNvSpPr txBox="1">
            <a:spLocks noGrp="1"/>
          </p:cNvSpPr>
          <p:nvPr>
            <p:ph type="body" idx="6"/>
          </p:nvPr>
        </p:nvSpPr>
        <p:spPr>
          <a:xfrm>
            <a:off x="3594640" y="2365974"/>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48" name="Google Shape;1748;p153"/>
          <p:cNvSpPr txBox="1">
            <a:spLocks noGrp="1"/>
          </p:cNvSpPr>
          <p:nvPr>
            <p:ph type="body" idx="7"/>
          </p:nvPr>
        </p:nvSpPr>
        <p:spPr>
          <a:xfrm>
            <a:off x="6536722" y="2365974"/>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49" name="Google Shape;1749;p153"/>
          <p:cNvSpPr txBox="1">
            <a:spLocks noGrp="1"/>
          </p:cNvSpPr>
          <p:nvPr>
            <p:ph type="body" idx="8"/>
          </p:nvPr>
        </p:nvSpPr>
        <p:spPr>
          <a:xfrm>
            <a:off x="274320" y="4820026"/>
            <a:ext cx="2709000" cy="12477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50" name="Google Shape;1750;p153"/>
          <p:cNvSpPr txBox="1">
            <a:spLocks noGrp="1"/>
          </p:cNvSpPr>
          <p:nvPr>
            <p:ph type="body" idx="9"/>
          </p:nvPr>
        </p:nvSpPr>
        <p:spPr>
          <a:xfrm>
            <a:off x="3216402" y="4820026"/>
            <a:ext cx="2709000" cy="12477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51" name="Google Shape;1751;p153"/>
          <p:cNvSpPr txBox="1">
            <a:spLocks noGrp="1"/>
          </p:cNvSpPr>
          <p:nvPr>
            <p:ph type="body" idx="13"/>
          </p:nvPr>
        </p:nvSpPr>
        <p:spPr>
          <a:xfrm>
            <a:off x="6158484" y="4820026"/>
            <a:ext cx="2709000" cy="12477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825"/>
              <a:buFont typeface="Arial"/>
              <a:buNone/>
              <a:defRPr sz="825">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52" name="Google Shape;1752;p153"/>
          <p:cNvSpPr txBox="1">
            <a:spLocks noGrp="1"/>
          </p:cNvSpPr>
          <p:nvPr>
            <p:ph type="body" idx="14"/>
          </p:nvPr>
        </p:nvSpPr>
        <p:spPr>
          <a:xfrm>
            <a:off x="651844" y="4383741"/>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53" name="Google Shape;1753;p153"/>
          <p:cNvSpPr txBox="1">
            <a:spLocks noGrp="1"/>
          </p:cNvSpPr>
          <p:nvPr>
            <p:ph type="body" idx="15"/>
          </p:nvPr>
        </p:nvSpPr>
        <p:spPr>
          <a:xfrm>
            <a:off x="3594640" y="4383741"/>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54" name="Google Shape;1754;p153"/>
          <p:cNvSpPr txBox="1">
            <a:spLocks noGrp="1"/>
          </p:cNvSpPr>
          <p:nvPr>
            <p:ph type="body" idx="16"/>
          </p:nvPr>
        </p:nvSpPr>
        <p:spPr>
          <a:xfrm>
            <a:off x="6536722" y="4383741"/>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55" name="Google Shape;1755;p153"/>
          <p:cNvSpPr>
            <a:spLocks noGrp="1"/>
          </p:cNvSpPr>
          <p:nvPr>
            <p:ph type="pic" idx="17"/>
          </p:nvPr>
        </p:nvSpPr>
        <p:spPr>
          <a:xfrm>
            <a:off x="273844" y="2365975"/>
            <a:ext cx="335400" cy="300300"/>
          </a:xfrm>
          <a:prstGeom prst="rect">
            <a:avLst/>
          </a:prstGeom>
          <a:noFill/>
          <a:ln>
            <a:noFill/>
          </a:ln>
        </p:spPr>
      </p:sp>
      <p:sp>
        <p:nvSpPr>
          <p:cNvPr id="1756" name="Google Shape;1756;p153"/>
          <p:cNvSpPr>
            <a:spLocks noGrp="1"/>
          </p:cNvSpPr>
          <p:nvPr>
            <p:ph type="pic" idx="18"/>
          </p:nvPr>
        </p:nvSpPr>
        <p:spPr>
          <a:xfrm>
            <a:off x="273844" y="4389563"/>
            <a:ext cx="335400" cy="300300"/>
          </a:xfrm>
          <a:prstGeom prst="rect">
            <a:avLst/>
          </a:prstGeom>
          <a:noFill/>
          <a:ln>
            <a:noFill/>
          </a:ln>
        </p:spPr>
      </p:sp>
      <p:sp>
        <p:nvSpPr>
          <p:cNvPr id="1757" name="Google Shape;1757;p153"/>
          <p:cNvSpPr>
            <a:spLocks noGrp="1"/>
          </p:cNvSpPr>
          <p:nvPr>
            <p:ph type="pic" idx="19"/>
          </p:nvPr>
        </p:nvSpPr>
        <p:spPr>
          <a:xfrm>
            <a:off x="3216403" y="2365975"/>
            <a:ext cx="335400" cy="300300"/>
          </a:xfrm>
          <a:prstGeom prst="rect">
            <a:avLst/>
          </a:prstGeom>
          <a:noFill/>
          <a:ln>
            <a:noFill/>
          </a:ln>
        </p:spPr>
      </p:sp>
      <p:sp>
        <p:nvSpPr>
          <p:cNvPr id="1758" name="Google Shape;1758;p153"/>
          <p:cNvSpPr>
            <a:spLocks noGrp="1"/>
          </p:cNvSpPr>
          <p:nvPr>
            <p:ph type="pic" idx="20"/>
          </p:nvPr>
        </p:nvSpPr>
        <p:spPr>
          <a:xfrm>
            <a:off x="3216403" y="4389563"/>
            <a:ext cx="335400" cy="300300"/>
          </a:xfrm>
          <a:prstGeom prst="rect">
            <a:avLst/>
          </a:prstGeom>
          <a:noFill/>
          <a:ln>
            <a:noFill/>
          </a:ln>
        </p:spPr>
      </p:sp>
      <p:sp>
        <p:nvSpPr>
          <p:cNvPr id="1759" name="Google Shape;1759;p153"/>
          <p:cNvSpPr>
            <a:spLocks noGrp="1"/>
          </p:cNvSpPr>
          <p:nvPr>
            <p:ph type="pic" idx="21"/>
          </p:nvPr>
        </p:nvSpPr>
        <p:spPr>
          <a:xfrm>
            <a:off x="6158485" y="2365975"/>
            <a:ext cx="335400" cy="300300"/>
          </a:xfrm>
          <a:prstGeom prst="rect">
            <a:avLst/>
          </a:prstGeom>
          <a:noFill/>
          <a:ln>
            <a:noFill/>
          </a:ln>
        </p:spPr>
      </p:sp>
      <p:sp>
        <p:nvSpPr>
          <p:cNvPr id="1760" name="Google Shape;1760;p153"/>
          <p:cNvSpPr>
            <a:spLocks noGrp="1"/>
          </p:cNvSpPr>
          <p:nvPr>
            <p:ph type="pic" idx="22"/>
          </p:nvPr>
        </p:nvSpPr>
        <p:spPr>
          <a:xfrm>
            <a:off x="6158485" y="4389563"/>
            <a:ext cx="335400" cy="300300"/>
          </a:xfrm>
          <a:prstGeom prst="rect">
            <a:avLst/>
          </a:prstGeom>
          <a:no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matchingName="Six Content Option 2 with Image">
  <p:cSld name="Six Content Option 2 with Image">
    <p:spTree>
      <p:nvGrpSpPr>
        <p:cNvPr id="1" name="Shape 1761"/>
        <p:cNvGrpSpPr/>
        <p:nvPr/>
      </p:nvGrpSpPr>
      <p:grpSpPr>
        <a:xfrm>
          <a:off x="0" y="0"/>
          <a:ext cx="0" cy="0"/>
          <a:chOff x="0" y="0"/>
          <a:chExt cx="0" cy="0"/>
        </a:xfrm>
      </p:grpSpPr>
      <p:sp>
        <p:nvSpPr>
          <p:cNvPr id="1762" name="Google Shape;1762;p154"/>
          <p:cNvSpPr>
            <a:spLocks noGrp="1"/>
          </p:cNvSpPr>
          <p:nvPr>
            <p:ph type="pic" idx="2"/>
          </p:nvPr>
        </p:nvSpPr>
        <p:spPr>
          <a:xfrm>
            <a:off x="273844" y="2152592"/>
            <a:ext cx="2708700" cy="2667300"/>
          </a:xfrm>
          <a:prstGeom prst="rect">
            <a:avLst/>
          </a:prstGeom>
          <a:solidFill>
            <a:srgbClr val="D7E0E3"/>
          </a:solidFill>
          <a:ln>
            <a:noFill/>
          </a:ln>
        </p:spPr>
      </p:sp>
      <p:sp>
        <p:nvSpPr>
          <p:cNvPr id="1763" name="Google Shape;1763;p154"/>
          <p:cNvSpPr txBox="1">
            <a:spLocks noGrp="1"/>
          </p:cNvSpPr>
          <p:nvPr>
            <p:ph type="title"/>
          </p:nvPr>
        </p:nvSpPr>
        <p:spPr>
          <a:xfrm>
            <a:off x="274320" y="365760"/>
            <a:ext cx="2708100" cy="16662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64" name="Google Shape;1764;p154"/>
          <p:cNvSpPr txBox="1">
            <a:spLocks noGrp="1"/>
          </p:cNvSpPr>
          <p:nvPr>
            <p:ph type="body" idx="1"/>
          </p:nvPr>
        </p:nvSpPr>
        <p:spPr>
          <a:xfrm>
            <a:off x="3216164" y="784492"/>
            <a:ext cx="2709000" cy="1247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65" name="Google Shape;1765;p154"/>
          <p:cNvSpPr txBox="1">
            <a:spLocks noGrp="1"/>
          </p:cNvSpPr>
          <p:nvPr>
            <p:ph type="body" idx="3"/>
          </p:nvPr>
        </p:nvSpPr>
        <p:spPr>
          <a:xfrm>
            <a:off x="3593689" y="348207"/>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66" name="Google Shape;1766;p154"/>
          <p:cNvSpPr txBox="1">
            <a:spLocks noGrp="1"/>
          </p:cNvSpPr>
          <p:nvPr>
            <p:ph type="body" idx="4"/>
          </p:nvPr>
        </p:nvSpPr>
        <p:spPr>
          <a:xfrm>
            <a:off x="3215688" y="348207"/>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67" name="Google Shape;1767;p154"/>
          <p:cNvSpPr txBox="1">
            <a:spLocks noGrp="1"/>
          </p:cNvSpPr>
          <p:nvPr>
            <p:ph type="body" idx="5"/>
          </p:nvPr>
        </p:nvSpPr>
        <p:spPr>
          <a:xfrm>
            <a:off x="6157532" y="784492"/>
            <a:ext cx="2709000" cy="1247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68" name="Google Shape;1768;p154"/>
          <p:cNvSpPr txBox="1">
            <a:spLocks noGrp="1"/>
          </p:cNvSpPr>
          <p:nvPr>
            <p:ph type="body" idx="6"/>
          </p:nvPr>
        </p:nvSpPr>
        <p:spPr>
          <a:xfrm>
            <a:off x="6535057" y="348207"/>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69" name="Google Shape;1769;p154"/>
          <p:cNvSpPr txBox="1">
            <a:spLocks noGrp="1"/>
          </p:cNvSpPr>
          <p:nvPr>
            <p:ph type="body" idx="7"/>
          </p:nvPr>
        </p:nvSpPr>
        <p:spPr>
          <a:xfrm>
            <a:off x="6157056" y="348207"/>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70" name="Google Shape;1770;p154"/>
          <p:cNvSpPr txBox="1">
            <a:spLocks noGrp="1"/>
          </p:cNvSpPr>
          <p:nvPr>
            <p:ph type="body" idx="8"/>
          </p:nvPr>
        </p:nvSpPr>
        <p:spPr>
          <a:xfrm>
            <a:off x="274320" y="5141344"/>
            <a:ext cx="2708100" cy="9393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71" name="Google Shape;1771;p154"/>
          <p:cNvSpPr txBox="1">
            <a:spLocks noGrp="1"/>
          </p:cNvSpPr>
          <p:nvPr>
            <p:ph type="body" idx="9"/>
          </p:nvPr>
        </p:nvSpPr>
        <p:spPr>
          <a:xfrm>
            <a:off x="3216402" y="2795839"/>
            <a:ext cx="2709000" cy="1247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72" name="Google Shape;1772;p154"/>
          <p:cNvSpPr txBox="1">
            <a:spLocks noGrp="1"/>
          </p:cNvSpPr>
          <p:nvPr>
            <p:ph type="body" idx="13"/>
          </p:nvPr>
        </p:nvSpPr>
        <p:spPr>
          <a:xfrm>
            <a:off x="6158484" y="2795839"/>
            <a:ext cx="2709000" cy="1247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73" name="Google Shape;1773;p154"/>
          <p:cNvSpPr txBox="1">
            <a:spLocks noGrp="1"/>
          </p:cNvSpPr>
          <p:nvPr>
            <p:ph type="body" idx="14"/>
          </p:nvPr>
        </p:nvSpPr>
        <p:spPr>
          <a:xfrm>
            <a:off x="3594640" y="2365974"/>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74" name="Google Shape;1774;p154"/>
          <p:cNvSpPr txBox="1">
            <a:spLocks noGrp="1"/>
          </p:cNvSpPr>
          <p:nvPr>
            <p:ph type="body" idx="15"/>
          </p:nvPr>
        </p:nvSpPr>
        <p:spPr>
          <a:xfrm>
            <a:off x="6536722" y="2365974"/>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75" name="Google Shape;1775;p154"/>
          <p:cNvSpPr txBox="1">
            <a:spLocks noGrp="1"/>
          </p:cNvSpPr>
          <p:nvPr>
            <p:ph type="body" idx="16"/>
          </p:nvPr>
        </p:nvSpPr>
        <p:spPr>
          <a:xfrm>
            <a:off x="3216640" y="2365974"/>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76" name="Google Shape;1776;p154"/>
          <p:cNvSpPr txBox="1">
            <a:spLocks noGrp="1"/>
          </p:cNvSpPr>
          <p:nvPr>
            <p:ph type="body" idx="17"/>
          </p:nvPr>
        </p:nvSpPr>
        <p:spPr>
          <a:xfrm>
            <a:off x="6158722" y="2365974"/>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77" name="Google Shape;1777;p154"/>
          <p:cNvSpPr txBox="1">
            <a:spLocks noGrp="1"/>
          </p:cNvSpPr>
          <p:nvPr>
            <p:ph type="body" idx="18"/>
          </p:nvPr>
        </p:nvSpPr>
        <p:spPr>
          <a:xfrm>
            <a:off x="3216402" y="4820026"/>
            <a:ext cx="2709000" cy="1247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78" name="Google Shape;1778;p154"/>
          <p:cNvSpPr txBox="1">
            <a:spLocks noGrp="1"/>
          </p:cNvSpPr>
          <p:nvPr>
            <p:ph type="body" idx="19"/>
          </p:nvPr>
        </p:nvSpPr>
        <p:spPr>
          <a:xfrm>
            <a:off x="6158484" y="4820026"/>
            <a:ext cx="2709000" cy="1247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79" name="Google Shape;1779;p154"/>
          <p:cNvSpPr txBox="1">
            <a:spLocks noGrp="1"/>
          </p:cNvSpPr>
          <p:nvPr>
            <p:ph type="body" idx="20"/>
          </p:nvPr>
        </p:nvSpPr>
        <p:spPr>
          <a:xfrm>
            <a:off x="3594640" y="4383741"/>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80" name="Google Shape;1780;p154"/>
          <p:cNvSpPr txBox="1">
            <a:spLocks noGrp="1"/>
          </p:cNvSpPr>
          <p:nvPr>
            <p:ph type="body" idx="21"/>
          </p:nvPr>
        </p:nvSpPr>
        <p:spPr>
          <a:xfrm>
            <a:off x="6536722" y="4383741"/>
            <a:ext cx="23307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81" name="Google Shape;1781;p154"/>
          <p:cNvSpPr txBox="1">
            <a:spLocks noGrp="1"/>
          </p:cNvSpPr>
          <p:nvPr>
            <p:ph type="body" idx="22"/>
          </p:nvPr>
        </p:nvSpPr>
        <p:spPr>
          <a:xfrm>
            <a:off x="3216640" y="4383741"/>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82" name="Google Shape;1782;p154"/>
          <p:cNvSpPr txBox="1">
            <a:spLocks noGrp="1"/>
          </p:cNvSpPr>
          <p:nvPr>
            <p:ph type="body" idx="23"/>
          </p:nvPr>
        </p:nvSpPr>
        <p:spPr>
          <a:xfrm>
            <a:off x="6158722" y="4383741"/>
            <a:ext cx="378000" cy="306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1800"/>
              <a:buFont typeface="Arial"/>
              <a:buNone/>
              <a:defRPr sz="18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matchingName="Six Content Option 3 with Image">
  <p:cSld name="Six Content Option 3 with Image">
    <p:spTree>
      <p:nvGrpSpPr>
        <p:cNvPr id="1" name="Shape 1783"/>
        <p:cNvGrpSpPr/>
        <p:nvPr/>
      </p:nvGrpSpPr>
      <p:grpSpPr>
        <a:xfrm>
          <a:off x="0" y="0"/>
          <a:ext cx="0" cy="0"/>
          <a:chOff x="0" y="0"/>
          <a:chExt cx="0" cy="0"/>
        </a:xfrm>
      </p:grpSpPr>
      <p:sp>
        <p:nvSpPr>
          <p:cNvPr id="1784" name="Google Shape;1784;p155"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785" name="Google Shape;1785;p155"/>
          <p:cNvSpPr>
            <a:spLocks noGrp="1"/>
          </p:cNvSpPr>
          <p:nvPr>
            <p:ph type="pic" idx="2"/>
          </p:nvPr>
        </p:nvSpPr>
        <p:spPr>
          <a:xfrm>
            <a:off x="6890994" y="1"/>
            <a:ext cx="2253000" cy="3711300"/>
          </a:xfrm>
          <a:prstGeom prst="rect">
            <a:avLst/>
          </a:prstGeom>
          <a:solidFill>
            <a:srgbClr val="D7E0E3"/>
          </a:solidFill>
          <a:ln>
            <a:noFill/>
          </a:ln>
        </p:spPr>
      </p:sp>
      <p:sp>
        <p:nvSpPr>
          <p:cNvPr id="1786" name="Google Shape;1786;p155"/>
          <p:cNvSpPr/>
          <p:nvPr/>
        </p:nvSpPr>
        <p:spPr>
          <a:xfrm>
            <a:off x="273844" y="1599921"/>
            <a:ext cx="1976400" cy="21114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787" name="Google Shape;1787;p155"/>
          <p:cNvSpPr/>
          <p:nvPr/>
        </p:nvSpPr>
        <p:spPr>
          <a:xfrm>
            <a:off x="2479719" y="1599921"/>
            <a:ext cx="1976400" cy="21114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788" name="Google Shape;1788;p155"/>
          <p:cNvSpPr/>
          <p:nvPr/>
        </p:nvSpPr>
        <p:spPr>
          <a:xfrm>
            <a:off x="4685357" y="1599921"/>
            <a:ext cx="1976400" cy="21114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789" name="Google Shape;1789;p155"/>
          <p:cNvSpPr txBox="1">
            <a:spLocks noGrp="1"/>
          </p:cNvSpPr>
          <p:nvPr>
            <p:ph type="body" idx="1"/>
          </p:nvPr>
        </p:nvSpPr>
        <p:spPr>
          <a:xfrm>
            <a:off x="384544" y="2401325"/>
            <a:ext cx="1755000" cy="1188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90" name="Google Shape;1790;p155"/>
          <p:cNvSpPr txBox="1">
            <a:spLocks noGrp="1"/>
          </p:cNvSpPr>
          <p:nvPr>
            <p:ph type="body" idx="3"/>
          </p:nvPr>
        </p:nvSpPr>
        <p:spPr>
          <a:xfrm>
            <a:off x="2590419" y="2401325"/>
            <a:ext cx="1755000" cy="1188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91" name="Google Shape;1791;p155"/>
          <p:cNvSpPr txBox="1">
            <a:spLocks noGrp="1"/>
          </p:cNvSpPr>
          <p:nvPr>
            <p:ph type="body" idx="4"/>
          </p:nvPr>
        </p:nvSpPr>
        <p:spPr>
          <a:xfrm>
            <a:off x="4796057" y="2401325"/>
            <a:ext cx="1755000" cy="1188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92" name="Google Shape;1792;p155"/>
          <p:cNvSpPr txBox="1">
            <a:spLocks noGrp="1"/>
          </p:cNvSpPr>
          <p:nvPr>
            <p:ph type="body" idx="5"/>
          </p:nvPr>
        </p:nvSpPr>
        <p:spPr>
          <a:xfrm>
            <a:off x="384544" y="1746008"/>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93" name="Google Shape;1793;p155"/>
          <p:cNvSpPr txBox="1">
            <a:spLocks noGrp="1"/>
          </p:cNvSpPr>
          <p:nvPr>
            <p:ph type="body" idx="6"/>
          </p:nvPr>
        </p:nvSpPr>
        <p:spPr>
          <a:xfrm>
            <a:off x="2590419" y="1746008"/>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94" name="Google Shape;1794;p155"/>
          <p:cNvSpPr txBox="1">
            <a:spLocks noGrp="1"/>
          </p:cNvSpPr>
          <p:nvPr>
            <p:ph type="body" idx="7"/>
          </p:nvPr>
        </p:nvSpPr>
        <p:spPr>
          <a:xfrm>
            <a:off x="4796057" y="1746008"/>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795" name="Google Shape;1795;p155"/>
          <p:cNvSpPr txBox="1">
            <a:spLocks noGrp="1"/>
          </p:cNvSpPr>
          <p:nvPr>
            <p:ph type="title"/>
          </p:nvPr>
        </p:nvSpPr>
        <p:spPr>
          <a:xfrm>
            <a:off x="274320" y="365760"/>
            <a:ext cx="63873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96" name="Google Shape;1796;p155"/>
          <p:cNvSpPr/>
          <p:nvPr/>
        </p:nvSpPr>
        <p:spPr>
          <a:xfrm>
            <a:off x="273844" y="3971926"/>
            <a:ext cx="1976400" cy="21114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797" name="Google Shape;1797;p155"/>
          <p:cNvSpPr/>
          <p:nvPr/>
        </p:nvSpPr>
        <p:spPr>
          <a:xfrm>
            <a:off x="2479719" y="3971926"/>
            <a:ext cx="1976400" cy="21114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798" name="Google Shape;1798;p155"/>
          <p:cNvSpPr/>
          <p:nvPr/>
        </p:nvSpPr>
        <p:spPr>
          <a:xfrm>
            <a:off x="4685356" y="3971926"/>
            <a:ext cx="4458600" cy="2111400"/>
          </a:xfrm>
          <a:prstGeom prst="rect">
            <a:avLst/>
          </a:prstGeom>
          <a:solidFill>
            <a:schemeClr val="accent4"/>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799" name="Google Shape;1799;p155"/>
          <p:cNvSpPr txBox="1">
            <a:spLocks noGrp="1"/>
          </p:cNvSpPr>
          <p:nvPr>
            <p:ph type="body" idx="8"/>
          </p:nvPr>
        </p:nvSpPr>
        <p:spPr>
          <a:xfrm>
            <a:off x="384544" y="4773331"/>
            <a:ext cx="1755000" cy="1188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00" name="Google Shape;1800;p155"/>
          <p:cNvSpPr txBox="1">
            <a:spLocks noGrp="1"/>
          </p:cNvSpPr>
          <p:nvPr>
            <p:ph type="body" idx="9"/>
          </p:nvPr>
        </p:nvSpPr>
        <p:spPr>
          <a:xfrm>
            <a:off x="2590419" y="4773331"/>
            <a:ext cx="1755000" cy="1188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01" name="Google Shape;1801;p155"/>
          <p:cNvSpPr txBox="1">
            <a:spLocks noGrp="1"/>
          </p:cNvSpPr>
          <p:nvPr>
            <p:ph type="body" idx="13"/>
          </p:nvPr>
        </p:nvSpPr>
        <p:spPr>
          <a:xfrm>
            <a:off x="4796056" y="4536819"/>
            <a:ext cx="4071300" cy="1424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02" name="Google Shape;1802;p155"/>
          <p:cNvSpPr txBox="1">
            <a:spLocks noGrp="1"/>
          </p:cNvSpPr>
          <p:nvPr>
            <p:ph type="body" idx="14"/>
          </p:nvPr>
        </p:nvSpPr>
        <p:spPr>
          <a:xfrm>
            <a:off x="384544" y="4118013"/>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03" name="Google Shape;1803;p155"/>
          <p:cNvSpPr txBox="1">
            <a:spLocks noGrp="1"/>
          </p:cNvSpPr>
          <p:nvPr>
            <p:ph type="body" idx="15"/>
          </p:nvPr>
        </p:nvSpPr>
        <p:spPr>
          <a:xfrm>
            <a:off x="2590419" y="4118013"/>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04" name="Google Shape;1804;p155"/>
          <p:cNvSpPr txBox="1">
            <a:spLocks noGrp="1"/>
          </p:cNvSpPr>
          <p:nvPr>
            <p:ph type="body" idx="16"/>
          </p:nvPr>
        </p:nvSpPr>
        <p:spPr>
          <a:xfrm>
            <a:off x="4796056" y="4118013"/>
            <a:ext cx="4071300" cy="2727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solidFill>
                  <a:schemeClr val="lt1"/>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guide id="8" orient="horz">
          <p15:clr>
            <a:srgbClr val="FBAE40"/>
          </p15:clr>
        </p15:guide>
      </p15:sldGuideLst>
    </p:ext>
  </p:extLst>
</p:sldLayout>
</file>

<file path=ppt/slideLayouts/slideLayout153.xml><?xml version="1.0" encoding="utf-8"?>
<p:sldLayout xmlns:a="http://schemas.openxmlformats.org/drawingml/2006/main" xmlns:r="http://schemas.openxmlformats.org/officeDocument/2006/relationships" xmlns:p="http://schemas.openxmlformats.org/presentationml/2006/main" matchingName="1_Layout for Next step: Six content">
  <p:cSld name="1_Layout for Next step: Six content">
    <p:spTree>
      <p:nvGrpSpPr>
        <p:cNvPr id="1" name="Shape 1805"/>
        <p:cNvGrpSpPr/>
        <p:nvPr/>
      </p:nvGrpSpPr>
      <p:grpSpPr>
        <a:xfrm>
          <a:off x="0" y="0"/>
          <a:ext cx="0" cy="0"/>
          <a:chOff x="0" y="0"/>
          <a:chExt cx="0" cy="0"/>
        </a:xfrm>
      </p:grpSpPr>
      <p:cxnSp>
        <p:nvCxnSpPr>
          <p:cNvPr id="1806" name="Google Shape;1806;p156"/>
          <p:cNvCxnSpPr>
            <a:stCxn id="1807" idx="2"/>
            <a:endCxn id="1808" idx="0"/>
          </p:cNvCxnSpPr>
          <p:nvPr/>
        </p:nvCxnSpPr>
        <p:spPr>
          <a:xfrm>
            <a:off x="4470517" y="1039347"/>
            <a:ext cx="0" cy="3564300"/>
          </a:xfrm>
          <a:prstGeom prst="straightConnector1">
            <a:avLst/>
          </a:prstGeom>
          <a:noFill/>
          <a:ln w="12700" cap="sq" cmpd="sng">
            <a:solidFill>
              <a:schemeClr val="dk1"/>
            </a:solidFill>
            <a:prstDash val="solid"/>
            <a:round/>
            <a:headEnd type="none" w="sm" len="sm"/>
            <a:tailEnd type="none" w="sm" len="sm"/>
          </a:ln>
        </p:spPr>
      </p:cxnSp>
      <p:sp>
        <p:nvSpPr>
          <p:cNvPr id="1809" name="Google Shape;1809;p156"/>
          <p:cNvSpPr txBox="1">
            <a:spLocks noGrp="1"/>
          </p:cNvSpPr>
          <p:nvPr>
            <p:ph type="title"/>
          </p:nvPr>
        </p:nvSpPr>
        <p:spPr>
          <a:xfrm>
            <a:off x="274321" y="365760"/>
            <a:ext cx="36144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10" name="Google Shape;1810;p156"/>
          <p:cNvSpPr>
            <a:spLocks noGrp="1"/>
          </p:cNvSpPr>
          <p:nvPr>
            <p:ph type="pic" idx="2"/>
          </p:nvPr>
        </p:nvSpPr>
        <p:spPr>
          <a:xfrm>
            <a:off x="1" y="1778423"/>
            <a:ext cx="3888600" cy="2651100"/>
          </a:xfrm>
          <a:prstGeom prst="rect">
            <a:avLst/>
          </a:prstGeom>
          <a:solidFill>
            <a:srgbClr val="D7E0E3"/>
          </a:solidFill>
          <a:ln>
            <a:noFill/>
          </a:ln>
        </p:spPr>
      </p:sp>
      <p:sp>
        <p:nvSpPr>
          <p:cNvPr id="1811" name="Google Shape;1811;p156"/>
          <p:cNvSpPr txBox="1">
            <a:spLocks noGrp="1"/>
          </p:cNvSpPr>
          <p:nvPr>
            <p:ph type="body" idx="1"/>
          </p:nvPr>
        </p:nvSpPr>
        <p:spPr>
          <a:xfrm>
            <a:off x="4254817" y="1778423"/>
            <a:ext cx="431400" cy="6732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900"/>
              <a:buFont typeface="Arial"/>
              <a:buNone/>
              <a:defRPr sz="900" b="1">
                <a:solidFill>
                  <a:schemeClr val="dk2"/>
                </a:solidFill>
              </a:defRPr>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12" name="Google Shape;1812;p156"/>
          <p:cNvSpPr txBox="1">
            <a:spLocks noGrp="1"/>
          </p:cNvSpPr>
          <p:nvPr>
            <p:ph type="body" idx="3"/>
          </p:nvPr>
        </p:nvSpPr>
        <p:spPr>
          <a:xfrm>
            <a:off x="4822032" y="1778422"/>
            <a:ext cx="4045200" cy="1238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13" name="Google Shape;1813;p156"/>
          <p:cNvSpPr txBox="1">
            <a:spLocks noGrp="1"/>
          </p:cNvSpPr>
          <p:nvPr>
            <p:ph type="body" idx="4"/>
          </p:nvPr>
        </p:nvSpPr>
        <p:spPr>
          <a:xfrm>
            <a:off x="274321" y="4724400"/>
            <a:ext cx="3614400" cy="1116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500"/>
              <a:buFont typeface="Arial"/>
              <a:buNone/>
              <a:defRPr sz="15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14" name="Google Shape;1814;p156"/>
          <p:cNvSpPr txBox="1">
            <a:spLocks noGrp="1"/>
          </p:cNvSpPr>
          <p:nvPr>
            <p:ph type="body" idx="5"/>
          </p:nvPr>
        </p:nvSpPr>
        <p:spPr>
          <a:xfrm>
            <a:off x="4822032" y="3191085"/>
            <a:ext cx="4045200" cy="1238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15" name="Google Shape;1815;p156"/>
          <p:cNvSpPr txBox="1">
            <a:spLocks noGrp="1"/>
          </p:cNvSpPr>
          <p:nvPr>
            <p:ph type="body" idx="6"/>
          </p:nvPr>
        </p:nvSpPr>
        <p:spPr>
          <a:xfrm>
            <a:off x="4254817" y="3191086"/>
            <a:ext cx="431400" cy="6732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900"/>
              <a:buFont typeface="Arial"/>
              <a:buNone/>
              <a:defRPr sz="900" b="1">
                <a:solidFill>
                  <a:schemeClr val="dk2"/>
                </a:solidFill>
              </a:defRPr>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07" name="Google Shape;1807;p156"/>
          <p:cNvSpPr txBox="1">
            <a:spLocks noGrp="1"/>
          </p:cNvSpPr>
          <p:nvPr>
            <p:ph type="body" idx="7"/>
          </p:nvPr>
        </p:nvSpPr>
        <p:spPr>
          <a:xfrm>
            <a:off x="4254817" y="366147"/>
            <a:ext cx="431400" cy="6732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900"/>
              <a:buFont typeface="Arial"/>
              <a:buNone/>
              <a:defRPr sz="900" b="1">
                <a:solidFill>
                  <a:schemeClr val="dk2"/>
                </a:solidFill>
              </a:defRPr>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16" name="Google Shape;1816;p156"/>
          <p:cNvSpPr txBox="1">
            <a:spLocks noGrp="1"/>
          </p:cNvSpPr>
          <p:nvPr>
            <p:ph type="body" idx="8"/>
          </p:nvPr>
        </p:nvSpPr>
        <p:spPr>
          <a:xfrm>
            <a:off x="4822032" y="365759"/>
            <a:ext cx="4045200" cy="1238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17" name="Google Shape;1817;p156"/>
          <p:cNvSpPr txBox="1">
            <a:spLocks noGrp="1"/>
          </p:cNvSpPr>
          <p:nvPr>
            <p:ph type="body" idx="9"/>
          </p:nvPr>
        </p:nvSpPr>
        <p:spPr>
          <a:xfrm>
            <a:off x="4822032" y="4603749"/>
            <a:ext cx="4045200" cy="1238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08" name="Google Shape;1808;p156"/>
          <p:cNvSpPr txBox="1">
            <a:spLocks noGrp="1"/>
          </p:cNvSpPr>
          <p:nvPr>
            <p:ph type="body" idx="13"/>
          </p:nvPr>
        </p:nvSpPr>
        <p:spPr>
          <a:xfrm>
            <a:off x="4254817" y="4603750"/>
            <a:ext cx="431400" cy="6732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900"/>
              <a:buFont typeface="Arial"/>
              <a:buNone/>
              <a:defRPr sz="900" b="1">
                <a:solidFill>
                  <a:schemeClr val="dk2"/>
                </a:solidFill>
              </a:defRPr>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orient="horz" pos="1139">
          <p15:clr>
            <a:srgbClr val="FBAE40"/>
          </p15:clr>
        </p15:guide>
        <p15:guide id="4" orient="horz" pos="3832">
          <p15:clr>
            <a:srgbClr val="FBAE40"/>
          </p15:clr>
        </p15:guide>
        <p15:guide id="5" orient="horz" pos="4148">
          <p15:clr>
            <a:srgbClr val="FBAE40"/>
          </p15:clr>
        </p15:guide>
        <p15:guide id="6" orient="horz" pos="3168">
          <p15:clr>
            <a:srgbClr val="FBAE40"/>
          </p15:clr>
        </p15:guide>
        <p15:guide id="7" pos="476">
          <p15:clr>
            <a:srgbClr val="FBAE40"/>
          </p15:clr>
        </p15:guide>
        <p15:guide id="8" orient="horz" pos="2160">
          <p15:clr>
            <a:srgbClr val="FBAE40"/>
          </p15:clr>
        </p15:guide>
      </p15:sldGuideLst>
    </p:ext>
  </p:extLst>
</p:sldLayout>
</file>

<file path=ppt/slideLayouts/slideLayout154.xml><?xml version="1.0" encoding="utf-8"?>
<p:sldLayout xmlns:a="http://schemas.openxmlformats.org/drawingml/2006/main" xmlns:r="http://schemas.openxmlformats.org/officeDocument/2006/relationships" xmlns:p="http://schemas.openxmlformats.org/presentationml/2006/main" matchingName="Two Content with Chart">
  <p:cSld name="Two Content with Chart">
    <p:spTree>
      <p:nvGrpSpPr>
        <p:cNvPr id="1" name="Shape 1818"/>
        <p:cNvGrpSpPr/>
        <p:nvPr/>
      </p:nvGrpSpPr>
      <p:grpSpPr>
        <a:xfrm>
          <a:off x="0" y="0"/>
          <a:ext cx="0" cy="0"/>
          <a:chOff x="0" y="0"/>
          <a:chExt cx="0" cy="0"/>
        </a:xfrm>
      </p:grpSpPr>
      <p:sp>
        <p:nvSpPr>
          <p:cNvPr id="1819" name="Google Shape;1819;p157"/>
          <p:cNvSpPr/>
          <p:nvPr/>
        </p:nvSpPr>
        <p:spPr>
          <a:xfrm>
            <a:off x="4685356" y="3165154"/>
            <a:ext cx="4458600" cy="31086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820" name="Google Shape;1820;p157"/>
          <p:cNvSpPr txBox="1">
            <a:spLocks noGrp="1"/>
          </p:cNvSpPr>
          <p:nvPr>
            <p:ph type="body" idx="1"/>
          </p:nvPr>
        </p:nvSpPr>
        <p:spPr>
          <a:xfrm>
            <a:off x="273844" y="5067300"/>
            <a:ext cx="4071600" cy="10161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21" name="Google Shape;1821;p157"/>
          <p:cNvSpPr txBox="1">
            <a:spLocks noGrp="1"/>
          </p:cNvSpPr>
          <p:nvPr>
            <p:ph type="body" idx="2"/>
          </p:nvPr>
        </p:nvSpPr>
        <p:spPr>
          <a:xfrm>
            <a:off x="4685357" y="799262"/>
            <a:ext cx="4181700" cy="2231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22" name="Google Shape;1822;p157"/>
          <p:cNvSpPr txBox="1">
            <a:spLocks noGrp="1"/>
          </p:cNvSpPr>
          <p:nvPr>
            <p:ph type="body" idx="3"/>
          </p:nvPr>
        </p:nvSpPr>
        <p:spPr>
          <a:xfrm>
            <a:off x="4685357" y="365760"/>
            <a:ext cx="4181700" cy="297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23" name="Google Shape;1823;p157"/>
          <p:cNvSpPr txBox="1">
            <a:spLocks noGrp="1"/>
          </p:cNvSpPr>
          <p:nvPr>
            <p:ph type="title"/>
          </p:nvPr>
        </p:nvSpPr>
        <p:spPr>
          <a:xfrm>
            <a:off x="274320" y="365760"/>
            <a:ext cx="40710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24" name="Google Shape;1824;p157"/>
          <p:cNvSpPr txBox="1">
            <a:spLocks noGrp="1"/>
          </p:cNvSpPr>
          <p:nvPr>
            <p:ph type="body" idx="4"/>
          </p:nvPr>
        </p:nvSpPr>
        <p:spPr>
          <a:xfrm>
            <a:off x="4906280" y="3863137"/>
            <a:ext cx="3960600" cy="2231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25" name="Google Shape;1825;p157"/>
          <p:cNvSpPr txBox="1">
            <a:spLocks noGrp="1"/>
          </p:cNvSpPr>
          <p:nvPr>
            <p:ph type="body" idx="5"/>
          </p:nvPr>
        </p:nvSpPr>
        <p:spPr>
          <a:xfrm>
            <a:off x="4906280" y="3429635"/>
            <a:ext cx="3960600" cy="297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26" name="Google Shape;1826;p157"/>
          <p:cNvSpPr txBox="1">
            <a:spLocks noGrp="1"/>
          </p:cNvSpPr>
          <p:nvPr>
            <p:ph type="body" idx="6"/>
          </p:nvPr>
        </p:nvSpPr>
        <p:spPr>
          <a:xfrm>
            <a:off x="273844" y="1828800"/>
            <a:ext cx="4071600" cy="29241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55.xml><?xml version="1.0" encoding="utf-8"?>
<p:sldLayout xmlns:a="http://schemas.openxmlformats.org/drawingml/2006/main" xmlns:r="http://schemas.openxmlformats.org/officeDocument/2006/relationships" xmlns:p="http://schemas.openxmlformats.org/presentationml/2006/main" matchingName="Testimonials 6 content">
  <p:cSld name="Testimonials 6 content">
    <p:spTree>
      <p:nvGrpSpPr>
        <p:cNvPr id="1" name="Shape 1827"/>
        <p:cNvGrpSpPr/>
        <p:nvPr/>
      </p:nvGrpSpPr>
      <p:grpSpPr>
        <a:xfrm>
          <a:off x="0" y="0"/>
          <a:ext cx="0" cy="0"/>
          <a:chOff x="0" y="0"/>
          <a:chExt cx="0" cy="0"/>
        </a:xfrm>
      </p:grpSpPr>
      <p:sp>
        <p:nvSpPr>
          <p:cNvPr id="1828" name="Google Shape;1828;p158"/>
          <p:cNvSpPr/>
          <p:nvPr/>
        </p:nvSpPr>
        <p:spPr>
          <a:xfrm>
            <a:off x="277668" y="1709099"/>
            <a:ext cx="930300" cy="11388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29" name="Google Shape;1829;p158"/>
          <p:cNvSpPr txBox="1">
            <a:spLocks noGrp="1"/>
          </p:cNvSpPr>
          <p:nvPr>
            <p:ph type="title"/>
          </p:nvPr>
        </p:nvSpPr>
        <p:spPr>
          <a:xfrm>
            <a:off x="274320" y="365760"/>
            <a:ext cx="40710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30" name="Google Shape;1830;p158"/>
          <p:cNvSpPr txBox="1">
            <a:spLocks noGrp="1"/>
          </p:cNvSpPr>
          <p:nvPr>
            <p:ph type="body" idx="1"/>
          </p:nvPr>
        </p:nvSpPr>
        <p:spPr>
          <a:xfrm>
            <a:off x="1462993" y="1841182"/>
            <a:ext cx="21447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31" name="Google Shape;1831;p158"/>
          <p:cNvSpPr txBox="1">
            <a:spLocks noGrp="1"/>
          </p:cNvSpPr>
          <p:nvPr>
            <p:ph type="body" idx="2"/>
          </p:nvPr>
        </p:nvSpPr>
        <p:spPr>
          <a:xfrm>
            <a:off x="1462993" y="3439475"/>
            <a:ext cx="21447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32" name="Google Shape;1832;p158"/>
          <p:cNvSpPr txBox="1">
            <a:spLocks noGrp="1"/>
          </p:cNvSpPr>
          <p:nvPr>
            <p:ph type="body" idx="3"/>
          </p:nvPr>
        </p:nvSpPr>
        <p:spPr>
          <a:xfrm>
            <a:off x="4092362" y="1841182"/>
            <a:ext cx="21447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33" name="Google Shape;1833;p158"/>
          <p:cNvSpPr txBox="1">
            <a:spLocks noGrp="1"/>
          </p:cNvSpPr>
          <p:nvPr>
            <p:ph type="body" idx="4"/>
          </p:nvPr>
        </p:nvSpPr>
        <p:spPr>
          <a:xfrm>
            <a:off x="6721731" y="1841182"/>
            <a:ext cx="21447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34" name="Google Shape;1834;p158"/>
          <p:cNvSpPr txBox="1"/>
          <p:nvPr/>
        </p:nvSpPr>
        <p:spPr>
          <a:xfrm>
            <a:off x="378619" y="1485900"/>
            <a:ext cx="685800" cy="914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chemeClr val="lt1"/>
              </a:buClr>
              <a:buSzPts val="12450"/>
              <a:buFont typeface="Arial"/>
              <a:buNone/>
            </a:pPr>
            <a:r>
              <a:rPr lang="en-US" sz="12450">
                <a:solidFill>
                  <a:schemeClr val="lt1"/>
                </a:solidFill>
                <a:latin typeface="Arial"/>
                <a:ea typeface="Arial"/>
                <a:cs typeface="Arial"/>
                <a:sym typeface="Arial"/>
              </a:rPr>
              <a:t>“</a:t>
            </a:r>
            <a:endParaRPr/>
          </a:p>
        </p:txBody>
      </p:sp>
      <p:sp>
        <p:nvSpPr>
          <p:cNvPr id="1835" name="Google Shape;1835;p158"/>
          <p:cNvSpPr/>
          <p:nvPr/>
        </p:nvSpPr>
        <p:spPr>
          <a:xfrm>
            <a:off x="1449244" y="3288326"/>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36" name="Google Shape;1836;p158"/>
          <p:cNvSpPr txBox="1">
            <a:spLocks noGrp="1"/>
          </p:cNvSpPr>
          <p:nvPr>
            <p:ph type="body" idx="5"/>
          </p:nvPr>
        </p:nvSpPr>
        <p:spPr>
          <a:xfrm>
            <a:off x="1462993" y="4102654"/>
            <a:ext cx="21447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37" name="Google Shape;1837;p158"/>
          <p:cNvSpPr txBox="1">
            <a:spLocks noGrp="1"/>
          </p:cNvSpPr>
          <p:nvPr>
            <p:ph type="body" idx="6"/>
          </p:nvPr>
        </p:nvSpPr>
        <p:spPr>
          <a:xfrm>
            <a:off x="4092362" y="4102654"/>
            <a:ext cx="21447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38" name="Google Shape;1838;p158"/>
          <p:cNvSpPr txBox="1">
            <a:spLocks noGrp="1"/>
          </p:cNvSpPr>
          <p:nvPr>
            <p:ph type="body" idx="7"/>
          </p:nvPr>
        </p:nvSpPr>
        <p:spPr>
          <a:xfrm>
            <a:off x="6721731" y="4102654"/>
            <a:ext cx="21447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39" name="Google Shape;1839;p158"/>
          <p:cNvSpPr txBox="1">
            <a:spLocks noGrp="1"/>
          </p:cNvSpPr>
          <p:nvPr>
            <p:ph type="body" idx="8"/>
          </p:nvPr>
        </p:nvSpPr>
        <p:spPr>
          <a:xfrm>
            <a:off x="4106112" y="3439475"/>
            <a:ext cx="21447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40" name="Google Shape;1840;p158"/>
          <p:cNvSpPr/>
          <p:nvPr/>
        </p:nvSpPr>
        <p:spPr>
          <a:xfrm>
            <a:off x="4092363" y="3288326"/>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41" name="Google Shape;1841;p158"/>
          <p:cNvSpPr txBox="1">
            <a:spLocks noGrp="1"/>
          </p:cNvSpPr>
          <p:nvPr>
            <p:ph type="body" idx="9"/>
          </p:nvPr>
        </p:nvSpPr>
        <p:spPr>
          <a:xfrm>
            <a:off x="6735481" y="3439475"/>
            <a:ext cx="21447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42" name="Google Shape;1842;p158"/>
          <p:cNvSpPr/>
          <p:nvPr/>
        </p:nvSpPr>
        <p:spPr>
          <a:xfrm>
            <a:off x="6721732" y="3288326"/>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43" name="Google Shape;1843;p158"/>
          <p:cNvSpPr txBox="1">
            <a:spLocks noGrp="1"/>
          </p:cNvSpPr>
          <p:nvPr>
            <p:ph type="body" idx="13"/>
          </p:nvPr>
        </p:nvSpPr>
        <p:spPr>
          <a:xfrm>
            <a:off x="1462993" y="5696900"/>
            <a:ext cx="21447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44" name="Google Shape;1844;p158"/>
          <p:cNvSpPr/>
          <p:nvPr/>
        </p:nvSpPr>
        <p:spPr>
          <a:xfrm>
            <a:off x="1449244" y="5545751"/>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45" name="Google Shape;1845;p158"/>
          <p:cNvSpPr txBox="1">
            <a:spLocks noGrp="1"/>
          </p:cNvSpPr>
          <p:nvPr>
            <p:ph type="body" idx="14"/>
          </p:nvPr>
        </p:nvSpPr>
        <p:spPr>
          <a:xfrm>
            <a:off x="4106112" y="5696900"/>
            <a:ext cx="21447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46" name="Google Shape;1846;p158"/>
          <p:cNvSpPr/>
          <p:nvPr/>
        </p:nvSpPr>
        <p:spPr>
          <a:xfrm>
            <a:off x="4092363" y="5545751"/>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47" name="Google Shape;1847;p158"/>
          <p:cNvSpPr txBox="1">
            <a:spLocks noGrp="1"/>
          </p:cNvSpPr>
          <p:nvPr>
            <p:ph type="body" idx="15"/>
          </p:nvPr>
        </p:nvSpPr>
        <p:spPr>
          <a:xfrm>
            <a:off x="6735481" y="5696900"/>
            <a:ext cx="21447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48" name="Google Shape;1848;p158"/>
          <p:cNvSpPr/>
          <p:nvPr/>
        </p:nvSpPr>
        <p:spPr>
          <a:xfrm>
            <a:off x="6721732" y="5545751"/>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56.xml><?xml version="1.0" encoding="utf-8"?>
<p:sldLayout xmlns:a="http://schemas.openxmlformats.org/drawingml/2006/main" xmlns:r="http://schemas.openxmlformats.org/officeDocument/2006/relationships" xmlns:p="http://schemas.openxmlformats.org/presentationml/2006/main" matchingName="Testimonials 6 content with Image">
  <p:cSld name="Testimonials 6 content with Image">
    <p:spTree>
      <p:nvGrpSpPr>
        <p:cNvPr id="1" name="Shape 1849"/>
        <p:cNvGrpSpPr/>
        <p:nvPr/>
      </p:nvGrpSpPr>
      <p:grpSpPr>
        <a:xfrm>
          <a:off x="0" y="0"/>
          <a:ext cx="0" cy="0"/>
          <a:chOff x="0" y="0"/>
          <a:chExt cx="0" cy="0"/>
        </a:xfrm>
      </p:grpSpPr>
      <p:sp>
        <p:nvSpPr>
          <p:cNvPr id="1850" name="Google Shape;1850;p159"/>
          <p:cNvSpPr txBox="1">
            <a:spLocks noGrp="1"/>
          </p:cNvSpPr>
          <p:nvPr>
            <p:ph type="body" idx="1"/>
          </p:nvPr>
        </p:nvSpPr>
        <p:spPr>
          <a:xfrm>
            <a:off x="1462993" y="3439475"/>
            <a:ext cx="21447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51" name="Google Shape;1851;p159"/>
          <p:cNvSpPr/>
          <p:nvPr/>
        </p:nvSpPr>
        <p:spPr>
          <a:xfrm>
            <a:off x="1449244" y="3288326"/>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52" name="Google Shape;1852;p159"/>
          <p:cNvSpPr txBox="1">
            <a:spLocks noGrp="1"/>
          </p:cNvSpPr>
          <p:nvPr>
            <p:ph type="body" idx="2"/>
          </p:nvPr>
        </p:nvSpPr>
        <p:spPr>
          <a:xfrm>
            <a:off x="4106112" y="3439475"/>
            <a:ext cx="21447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53" name="Google Shape;1853;p159"/>
          <p:cNvSpPr/>
          <p:nvPr/>
        </p:nvSpPr>
        <p:spPr>
          <a:xfrm>
            <a:off x="4092363" y="3288326"/>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54" name="Google Shape;1854;p159"/>
          <p:cNvSpPr txBox="1">
            <a:spLocks noGrp="1"/>
          </p:cNvSpPr>
          <p:nvPr>
            <p:ph type="body" idx="3"/>
          </p:nvPr>
        </p:nvSpPr>
        <p:spPr>
          <a:xfrm>
            <a:off x="6735481" y="3439475"/>
            <a:ext cx="21447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55" name="Google Shape;1855;p159"/>
          <p:cNvSpPr/>
          <p:nvPr/>
        </p:nvSpPr>
        <p:spPr>
          <a:xfrm>
            <a:off x="6721732" y="3288326"/>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56" name="Google Shape;1856;p159"/>
          <p:cNvSpPr txBox="1">
            <a:spLocks noGrp="1"/>
          </p:cNvSpPr>
          <p:nvPr>
            <p:ph type="body" idx="4"/>
          </p:nvPr>
        </p:nvSpPr>
        <p:spPr>
          <a:xfrm>
            <a:off x="1462993" y="5696900"/>
            <a:ext cx="21447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57" name="Google Shape;1857;p159"/>
          <p:cNvSpPr/>
          <p:nvPr/>
        </p:nvSpPr>
        <p:spPr>
          <a:xfrm>
            <a:off x="1449244" y="5545751"/>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58" name="Google Shape;1858;p159"/>
          <p:cNvSpPr txBox="1">
            <a:spLocks noGrp="1"/>
          </p:cNvSpPr>
          <p:nvPr>
            <p:ph type="body" idx="5"/>
          </p:nvPr>
        </p:nvSpPr>
        <p:spPr>
          <a:xfrm>
            <a:off x="4106112" y="5696900"/>
            <a:ext cx="21447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59" name="Google Shape;1859;p159"/>
          <p:cNvSpPr/>
          <p:nvPr/>
        </p:nvSpPr>
        <p:spPr>
          <a:xfrm>
            <a:off x="4092363" y="5545751"/>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60" name="Google Shape;1860;p159"/>
          <p:cNvSpPr txBox="1">
            <a:spLocks noGrp="1"/>
          </p:cNvSpPr>
          <p:nvPr>
            <p:ph type="body" idx="6"/>
          </p:nvPr>
        </p:nvSpPr>
        <p:spPr>
          <a:xfrm>
            <a:off x="6735481" y="5696900"/>
            <a:ext cx="21447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61" name="Google Shape;1861;p159"/>
          <p:cNvSpPr/>
          <p:nvPr/>
        </p:nvSpPr>
        <p:spPr>
          <a:xfrm>
            <a:off x="6721732" y="5545751"/>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62" name="Google Shape;1862;p159"/>
          <p:cNvSpPr/>
          <p:nvPr/>
        </p:nvSpPr>
        <p:spPr>
          <a:xfrm>
            <a:off x="277668" y="1709099"/>
            <a:ext cx="930300" cy="11388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63" name="Google Shape;1863;p159"/>
          <p:cNvSpPr txBox="1">
            <a:spLocks noGrp="1"/>
          </p:cNvSpPr>
          <p:nvPr>
            <p:ph type="title"/>
          </p:nvPr>
        </p:nvSpPr>
        <p:spPr>
          <a:xfrm>
            <a:off x="274320" y="365760"/>
            <a:ext cx="40710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64" name="Google Shape;1864;p159"/>
          <p:cNvSpPr txBox="1">
            <a:spLocks noGrp="1"/>
          </p:cNvSpPr>
          <p:nvPr>
            <p:ph type="body" idx="7"/>
          </p:nvPr>
        </p:nvSpPr>
        <p:spPr>
          <a:xfrm>
            <a:off x="1462993" y="1841182"/>
            <a:ext cx="21447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65" name="Google Shape;1865;p159"/>
          <p:cNvSpPr txBox="1">
            <a:spLocks noGrp="1"/>
          </p:cNvSpPr>
          <p:nvPr>
            <p:ph type="body" idx="8"/>
          </p:nvPr>
        </p:nvSpPr>
        <p:spPr>
          <a:xfrm>
            <a:off x="4092362" y="1841182"/>
            <a:ext cx="21447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66" name="Google Shape;1866;p159"/>
          <p:cNvSpPr txBox="1">
            <a:spLocks noGrp="1"/>
          </p:cNvSpPr>
          <p:nvPr>
            <p:ph type="body" idx="9"/>
          </p:nvPr>
        </p:nvSpPr>
        <p:spPr>
          <a:xfrm>
            <a:off x="6721731" y="1841182"/>
            <a:ext cx="21447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67" name="Google Shape;1867;p159"/>
          <p:cNvSpPr txBox="1">
            <a:spLocks noGrp="1"/>
          </p:cNvSpPr>
          <p:nvPr>
            <p:ph type="body" idx="13"/>
          </p:nvPr>
        </p:nvSpPr>
        <p:spPr>
          <a:xfrm>
            <a:off x="1462993" y="4102654"/>
            <a:ext cx="21447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68" name="Google Shape;1868;p159"/>
          <p:cNvSpPr txBox="1">
            <a:spLocks noGrp="1"/>
          </p:cNvSpPr>
          <p:nvPr>
            <p:ph type="body" idx="14"/>
          </p:nvPr>
        </p:nvSpPr>
        <p:spPr>
          <a:xfrm>
            <a:off x="4092362" y="4102654"/>
            <a:ext cx="21447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69" name="Google Shape;1869;p159"/>
          <p:cNvSpPr txBox="1">
            <a:spLocks noGrp="1"/>
          </p:cNvSpPr>
          <p:nvPr>
            <p:ph type="body" idx="15"/>
          </p:nvPr>
        </p:nvSpPr>
        <p:spPr>
          <a:xfrm>
            <a:off x="6721731" y="4102654"/>
            <a:ext cx="21447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70" name="Google Shape;1870;p159"/>
          <p:cNvSpPr>
            <a:spLocks noGrp="1"/>
          </p:cNvSpPr>
          <p:nvPr>
            <p:ph type="pic" idx="16"/>
          </p:nvPr>
        </p:nvSpPr>
        <p:spPr>
          <a:xfrm>
            <a:off x="3121594" y="3096375"/>
            <a:ext cx="486000" cy="720000"/>
          </a:xfrm>
          <a:prstGeom prst="rect">
            <a:avLst/>
          </a:prstGeom>
          <a:solidFill>
            <a:srgbClr val="D7E0E3"/>
          </a:solidFill>
          <a:ln>
            <a:noFill/>
          </a:ln>
        </p:spPr>
      </p:sp>
      <p:sp>
        <p:nvSpPr>
          <p:cNvPr id="1871" name="Google Shape;1871;p159"/>
          <p:cNvSpPr>
            <a:spLocks noGrp="1"/>
          </p:cNvSpPr>
          <p:nvPr>
            <p:ph type="pic" idx="17"/>
          </p:nvPr>
        </p:nvSpPr>
        <p:spPr>
          <a:xfrm>
            <a:off x="5750963" y="3096375"/>
            <a:ext cx="486000" cy="720000"/>
          </a:xfrm>
          <a:prstGeom prst="rect">
            <a:avLst/>
          </a:prstGeom>
          <a:solidFill>
            <a:srgbClr val="D7E0E3"/>
          </a:solidFill>
          <a:ln>
            <a:noFill/>
          </a:ln>
        </p:spPr>
      </p:sp>
      <p:sp>
        <p:nvSpPr>
          <p:cNvPr id="1872" name="Google Shape;1872;p159"/>
          <p:cNvSpPr>
            <a:spLocks noGrp="1"/>
          </p:cNvSpPr>
          <p:nvPr>
            <p:ph type="pic" idx="18"/>
          </p:nvPr>
        </p:nvSpPr>
        <p:spPr>
          <a:xfrm>
            <a:off x="8380332" y="3096375"/>
            <a:ext cx="486000" cy="720000"/>
          </a:xfrm>
          <a:prstGeom prst="rect">
            <a:avLst/>
          </a:prstGeom>
          <a:solidFill>
            <a:srgbClr val="D7E0E3"/>
          </a:solidFill>
          <a:ln>
            <a:noFill/>
          </a:ln>
        </p:spPr>
      </p:sp>
      <p:sp>
        <p:nvSpPr>
          <p:cNvPr id="1873" name="Google Shape;1873;p159"/>
          <p:cNvSpPr>
            <a:spLocks noGrp="1"/>
          </p:cNvSpPr>
          <p:nvPr>
            <p:ph type="pic" idx="19"/>
          </p:nvPr>
        </p:nvSpPr>
        <p:spPr>
          <a:xfrm>
            <a:off x="3121594" y="5357847"/>
            <a:ext cx="486000" cy="720000"/>
          </a:xfrm>
          <a:prstGeom prst="rect">
            <a:avLst/>
          </a:prstGeom>
          <a:solidFill>
            <a:srgbClr val="D7E0E3"/>
          </a:solidFill>
          <a:ln>
            <a:noFill/>
          </a:ln>
        </p:spPr>
      </p:sp>
      <p:sp>
        <p:nvSpPr>
          <p:cNvPr id="1874" name="Google Shape;1874;p159"/>
          <p:cNvSpPr>
            <a:spLocks noGrp="1"/>
          </p:cNvSpPr>
          <p:nvPr>
            <p:ph type="pic" idx="20"/>
          </p:nvPr>
        </p:nvSpPr>
        <p:spPr>
          <a:xfrm>
            <a:off x="5750963" y="5357847"/>
            <a:ext cx="486000" cy="720000"/>
          </a:xfrm>
          <a:prstGeom prst="rect">
            <a:avLst/>
          </a:prstGeom>
          <a:solidFill>
            <a:srgbClr val="D7E0E3"/>
          </a:solidFill>
          <a:ln>
            <a:noFill/>
          </a:ln>
        </p:spPr>
      </p:sp>
      <p:sp>
        <p:nvSpPr>
          <p:cNvPr id="1875" name="Google Shape;1875;p159"/>
          <p:cNvSpPr>
            <a:spLocks noGrp="1"/>
          </p:cNvSpPr>
          <p:nvPr>
            <p:ph type="pic" idx="21"/>
          </p:nvPr>
        </p:nvSpPr>
        <p:spPr>
          <a:xfrm>
            <a:off x="8380332" y="5357847"/>
            <a:ext cx="486000" cy="720000"/>
          </a:xfrm>
          <a:prstGeom prst="rect">
            <a:avLst/>
          </a:prstGeom>
          <a:solidFill>
            <a:srgbClr val="D7E0E3"/>
          </a:solidFill>
          <a:ln>
            <a:noFill/>
          </a:ln>
        </p:spPr>
      </p:sp>
      <p:sp>
        <p:nvSpPr>
          <p:cNvPr id="1876" name="Google Shape;1876;p159"/>
          <p:cNvSpPr txBox="1"/>
          <p:nvPr/>
        </p:nvSpPr>
        <p:spPr>
          <a:xfrm>
            <a:off x="378619" y="1485900"/>
            <a:ext cx="685800" cy="914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chemeClr val="lt1"/>
              </a:buClr>
              <a:buSzPts val="12450"/>
              <a:buFont typeface="Arial"/>
              <a:buNone/>
            </a:pPr>
            <a:r>
              <a:rPr lang="en-US" sz="12450">
                <a:solidFill>
                  <a:schemeClr val="lt1"/>
                </a:solidFill>
                <a:latin typeface="Arial"/>
                <a:ea typeface="Arial"/>
                <a:cs typeface="Arial"/>
                <a:sym typeface="Arial"/>
              </a:rPr>
              <a:t>“</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57.xml><?xml version="1.0" encoding="utf-8"?>
<p:sldLayout xmlns:a="http://schemas.openxmlformats.org/drawingml/2006/main" xmlns:r="http://schemas.openxmlformats.org/officeDocument/2006/relationships" xmlns:p="http://schemas.openxmlformats.org/presentationml/2006/main" matchingName="Testimonials 4 content">
  <p:cSld name="Testimonials 4 content">
    <p:spTree>
      <p:nvGrpSpPr>
        <p:cNvPr id="1" name="Shape 1877"/>
        <p:cNvGrpSpPr/>
        <p:nvPr/>
      </p:nvGrpSpPr>
      <p:grpSpPr>
        <a:xfrm>
          <a:off x="0" y="0"/>
          <a:ext cx="0" cy="0"/>
          <a:chOff x="0" y="0"/>
          <a:chExt cx="0" cy="0"/>
        </a:xfrm>
      </p:grpSpPr>
      <p:sp>
        <p:nvSpPr>
          <p:cNvPr id="1878" name="Google Shape;1878;p160"/>
          <p:cNvSpPr/>
          <p:nvPr/>
        </p:nvSpPr>
        <p:spPr>
          <a:xfrm>
            <a:off x="277668" y="1709099"/>
            <a:ext cx="930300" cy="11388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79" name="Google Shape;1879;p160"/>
          <p:cNvSpPr txBox="1">
            <a:spLocks noGrp="1"/>
          </p:cNvSpPr>
          <p:nvPr>
            <p:ph type="title"/>
          </p:nvPr>
        </p:nvSpPr>
        <p:spPr>
          <a:xfrm>
            <a:off x="274320" y="365760"/>
            <a:ext cx="40710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80" name="Google Shape;1880;p160"/>
          <p:cNvSpPr txBox="1">
            <a:spLocks noGrp="1"/>
          </p:cNvSpPr>
          <p:nvPr>
            <p:ph type="body" idx="1"/>
          </p:nvPr>
        </p:nvSpPr>
        <p:spPr>
          <a:xfrm>
            <a:off x="1462992" y="1841182"/>
            <a:ext cx="35100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81" name="Google Shape;1881;p160"/>
          <p:cNvSpPr txBox="1">
            <a:spLocks noGrp="1"/>
          </p:cNvSpPr>
          <p:nvPr>
            <p:ph type="body" idx="2"/>
          </p:nvPr>
        </p:nvSpPr>
        <p:spPr>
          <a:xfrm>
            <a:off x="5356805" y="1841182"/>
            <a:ext cx="35100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82" name="Google Shape;1882;p160"/>
          <p:cNvSpPr txBox="1">
            <a:spLocks noGrp="1"/>
          </p:cNvSpPr>
          <p:nvPr>
            <p:ph type="body" idx="3"/>
          </p:nvPr>
        </p:nvSpPr>
        <p:spPr>
          <a:xfrm>
            <a:off x="1462992" y="4102654"/>
            <a:ext cx="35100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83" name="Google Shape;1883;p160"/>
          <p:cNvSpPr txBox="1">
            <a:spLocks noGrp="1"/>
          </p:cNvSpPr>
          <p:nvPr>
            <p:ph type="body" idx="4"/>
          </p:nvPr>
        </p:nvSpPr>
        <p:spPr>
          <a:xfrm>
            <a:off x="5356805" y="4102654"/>
            <a:ext cx="35100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84" name="Google Shape;1884;p160"/>
          <p:cNvSpPr txBox="1">
            <a:spLocks noGrp="1"/>
          </p:cNvSpPr>
          <p:nvPr>
            <p:ph type="body" idx="5"/>
          </p:nvPr>
        </p:nvSpPr>
        <p:spPr>
          <a:xfrm>
            <a:off x="1462993" y="3439475"/>
            <a:ext cx="34962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85" name="Google Shape;1885;p160"/>
          <p:cNvSpPr/>
          <p:nvPr/>
        </p:nvSpPr>
        <p:spPr>
          <a:xfrm>
            <a:off x="1449244" y="3288326"/>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86" name="Google Shape;1886;p160"/>
          <p:cNvSpPr txBox="1">
            <a:spLocks noGrp="1"/>
          </p:cNvSpPr>
          <p:nvPr>
            <p:ph type="body" idx="6"/>
          </p:nvPr>
        </p:nvSpPr>
        <p:spPr>
          <a:xfrm>
            <a:off x="5370555" y="3439475"/>
            <a:ext cx="34962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87" name="Google Shape;1887;p160"/>
          <p:cNvSpPr/>
          <p:nvPr/>
        </p:nvSpPr>
        <p:spPr>
          <a:xfrm>
            <a:off x="5356806" y="3288326"/>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88" name="Google Shape;1888;p160"/>
          <p:cNvSpPr txBox="1">
            <a:spLocks noGrp="1"/>
          </p:cNvSpPr>
          <p:nvPr>
            <p:ph type="body" idx="7"/>
          </p:nvPr>
        </p:nvSpPr>
        <p:spPr>
          <a:xfrm>
            <a:off x="1462993" y="5696900"/>
            <a:ext cx="34962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89" name="Google Shape;1889;p160"/>
          <p:cNvSpPr/>
          <p:nvPr/>
        </p:nvSpPr>
        <p:spPr>
          <a:xfrm>
            <a:off x="1449244" y="5545751"/>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90" name="Google Shape;1890;p160"/>
          <p:cNvSpPr txBox="1">
            <a:spLocks noGrp="1"/>
          </p:cNvSpPr>
          <p:nvPr>
            <p:ph type="body" idx="8"/>
          </p:nvPr>
        </p:nvSpPr>
        <p:spPr>
          <a:xfrm>
            <a:off x="5370555" y="5696900"/>
            <a:ext cx="34962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91" name="Google Shape;1891;p160"/>
          <p:cNvSpPr/>
          <p:nvPr/>
        </p:nvSpPr>
        <p:spPr>
          <a:xfrm>
            <a:off x="5356806" y="5545751"/>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892" name="Google Shape;1892;p160"/>
          <p:cNvSpPr txBox="1"/>
          <p:nvPr/>
        </p:nvSpPr>
        <p:spPr>
          <a:xfrm>
            <a:off x="378619" y="1485900"/>
            <a:ext cx="685800" cy="914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chemeClr val="lt1"/>
              </a:buClr>
              <a:buSzPts val="12450"/>
              <a:buFont typeface="Arial"/>
              <a:buNone/>
            </a:pPr>
            <a:r>
              <a:rPr lang="en-US" sz="12450">
                <a:solidFill>
                  <a:schemeClr val="lt1"/>
                </a:solidFill>
                <a:latin typeface="Arial"/>
                <a:ea typeface="Arial"/>
                <a:cs typeface="Arial"/>
                <a:sym typeface="Arial"/>
              </a:rPr>
              <a:t>“</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58.xml><?xml version="1.0" encoding="utf-8"?>
<p:sldLayout xmlns:a="http://schemas.openxmlformats.org/drawingml/2006/main" xmlns:r="http://schemas.openxmlformats.org/officeDocument/2006/relationships" xmlns:p="http://schemas.openxmlformats.org/presentationml/2006/main" matchingName="Testimonials 4 content with Image">
  <p:cSld name="Testimonials 4 content with Image">
    <p:spTree>
      <p:nvGrpSpPr>
        <p:cNvPr id="1" name="Shape 1893"/>
        <p:cNvGrpSpPr/>
        <p:nvPr/>
      </p:nvGrpSpPr>
      <p:grpSpPr>
        <a:xfrm>
          <a:off x="0" y="0"/>
          <a:ext cx="0" cy="0"/>
          <a:chOff x="0" y="0"/>
          <a:chExt cx="0" cy="0"/>
        </a:xfrm>
      </p:grpSpPr>
      <p:sp>
        <p:nvSpPr>
          <p:cNvPr id="1894" name="Google Shape;1894;p161"/>
          <p:cNvSpPr txBox="1">
            <a:spLocks noGrp="1"/>
          </p:cNvSpPr>
          <p:nvPr>
            <p:ph type="body" idx="1"/>
          </p:nvPr>
        </p:nvSpPr>
        <p:spPr>
          <a:xfrm>
            <a:off x="1462992" y="1841182"/>
            <a:ext cx="35100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95" name="Google Shape;1895;p161"/>
          <p:cNvSpPr txBox="1">
            <a:spLocks noGrp="1"/>
          </p:cNvSpPr>
          <p:nvPr>
            <p:ph type="body" idx="2"/>
          </p:nvPr>
        </p:nvSpPr>
        <p:spPr>
          <a:xfrm>
            <a:off x="5356805" y="1841182"/>
            <a:ext cx="35100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96" name="Google Shape;1896;p161"/>
          <p:cNvSpPr txBox="1">
            <a:spLocks noGrp="1"/>
          </p:cNvSpPr>
          <p:nvPr>
            <p:ph type="body" idx="3"/>
          </p:nvPr>
        </p:nvSpPr>
        <p:spPr>
          <a:xfrm>
            <a:off x="1462992" y="4102654"/>
            <a:ext cx="35100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97" name="Google Shape;1897;p161"/>
          <p:cNvSpPr txBox="1">
            <a:spLocks noGrp="1"/>
          </p:cNvSpPr>
          <p:nvPr>
            <p:ph type="body" idx="4"/>
          </p:nvPr>
        </p:nvSpPr>
        <p:spPr>
          <a:xfrm>
            <a:off x="5356805" y="4102654"/>
            <a:ext cx="3510000" cy="137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898" name="Google Shape;1898;p161"/>
          <p:cNvSpPr>
            <a:spLocks noGrp="1"/>
          </p:cNvSpPr>
          <p:nvPr>
            <p:ph type="pic" idx="5"/>
          </p:nvPr>
        </p:nvSpPr>
        <p:spPr>
          <a:xfrm>
            <a:off x="1462992" y="3096375"/>
            <a:ext cx="486000" cy="720000"/>
          </a:xfrm>
          <a:prstGeom prst="rect">
            <a:avLst/>
          </a:prstGeom>
          <a:solidFill>
            <a:srgbClr val="D7E0E3"/>
          </a:solidFill>
          <a:ln>
            <a:noFill/>
          </a:ln>
        </p:spPr>
      </p:sp>
      <p:sp>
        <p:nvSpPr>
          <p:cNvPr id="1899" name="Google Shape;1899;p161"/>
          <p:cNvSpPr>
            <a:spLocks noGrp="1"/>
          </p:cNvSpPr>
          <p:nvPr>
            <p:ph type="pic" idx="6"/>
          </p:nvPr>
        </p:nvSpPr>
        <p:spPr>
          <a:xfrm>
            <a:off x="5356805" y="3096375"/>
            <a:ext cx="486000" cy="720000"/>
          </a:xfrm>
          <a:prstGeom prst="rect">
            <a:avLst/>
          </a:prstGeom>
          <a:solidFill>
            <a:srgbClr val="D7E0E3"/>
          </a:solidFill>
          <a:ln>
            <a:noFill/>
          </a:ln>
        </p:spPr>
      </p:sp>
      <p:sp>
        <p:nvSpPr>
          <p:cNvPr id="1900" name="Google Shape;1900;p161"/>
          <p:cNvSpPr>
            <a:spLocks noGrp="1"/>
          </p:cNvSpPr>
          <p:nvPr>
            <p:ph type="pic" idx="7"/>
          </p:nvPr>
        </p:nvSpPr>
        <p:spPr>
          <a:xfrm>
            <a:off x="1462992" y="5357847"/>
            <a:ext cx="486000" cy="720000"/>
          </a:xfrm>
          <a:prstGeom prst="rect">
            <a:avLst/>
          </a:prstGeom>
          <a:solidFill>
            <a:srgbClr val="D7E0E3"/>
          </a:solidFill>
          <a:ln>
            <a:noFill/>
          </a:ln>
        </p:spPr>
      </p:sp>
      <p:sp>
        <p:nvSpPr>
          <p:cNvPr id="1901" name="Google Shape;1901;p161"/>
          <p:cNvSpPr>
            <a:spLocks noGrp="1"/>
          </p:cNvSpPr>
          <p:nvPr>
            <p:ph type="pic" idx="8"/>
          </p:nvPr>
        </p:nvSpPr>
        <p:spPr>
          <a:xfrm>
            <a:off x="5356805" y="5357847"/>
            <a:ext cx="486000" cy="720000"/>
          </a:xfrm>
          <a:prstGeom prst="rect">
            <a:avLst/>
          </a:prstGeom>
          <a:solidFill>
            <a:srgbClr val="D7E0E3"/>
          </a:solidFill>
          <a:ln>
            <a:noFill/>
          </a:ln>
        </p:spPr>
      </p:sp>
      <p:sp>
        <p:nvSpPr>
          <p:cNvPr id="1902" name="Google Shape;1902;p161"/>
          <p:cNvSpPr/>
          <p:nvPr/>
        </p:nvSpPr>
        <p:spPr>
          <a:xfrm>
            <a:off x="277668" y="1709099"/>
            <a:ext cx="930300" cy="11388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903" name="Google Shape;1903;p161"/>
          <p:cNvSpPr txBox="1">
            <a:spLocks noGrp="1"/>
          </p:cNvSpPr>
          <p:nvPr>
            <p:ph type="title"/>
          </p:nvPr>
        </p:nvSpPr>
        <p:spPr>
          <a:xfrm>
            <a:off x="274320" y="365760"/>
            <a:ext cx="40710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04" name="Google Shape;1904;p161"/>
          <p:cNvSpPr txBox="1">
            <a:spLocks noGrp="1"/>
          </p:cNvSpPr>
          <p:nvPr>
            <p:ph type="body" idx="9"/>
          </p:nvPr>
        </p:nvSpPr>
        <p:spPr>
          <a:xfrm>
            <a:off x="2039071" y="3439475"/>
            <a:ext cx="29340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05" name="Google Shape;1905;p161"/>
          <p:cNvSpPr/>
          <p:nvPr/>
        </p:nvSpPr>
        <p:spPr>
          <a:xfrm>
            <a:off x="2025322" y="3288326"/>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906" name="Google Shape;1906;p161"/>
          <p:cNvSpPr txBox="1">
            <a:spLocks noGrp="1"/>
          </p:cNvSpPr>
          <p:nvPr>
            <p:ph type="body" idx="13"/>
          </p:nvPr>
        </p:nvSpPr>
        <p:spPr>
          <a:xfrm>
            <a:off x="5946633" y="3439475"/>
            <a:ext cx="29340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07" name="Google Shape;1907;p161"/>
          <p:cNvSpPr/>
          <p:nvPr/>
        </p:nvSpPr>
        <p:spPr>
          <a:xfrm>
            <a:off x="5932884" y="3288326"/>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908" name="Google Shape;1908;p161"/>
          <p:cNvSpPr txBox="1">
            <a:spLocks noGrp="1"/>
          </p:cNvSpPr>
          <p:nvPr>
            <p:ph type="body" idx="14"/>
          </p:nvPr>
        </p:nvSpPr>
        <p:spPr>
          <a:xfrm>
            <a:off x="2039071" y="5696900"/>
            <a:ext cx="29340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09" name="Google Shape;1909;p161"/>
          <p:cNvSpPr/>
          <p:nvPr/>
        </p:nvSpPr>
        <p:spPr>
          <a:xfrm>
            <a:off x="2025322" y="5545751"/>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910" name="Google Shape;1910;p161"/>
          <p:cNvSpPr txBox="1">
            <a:spLocks noGrp="1"/>
          </p:cNvSpPr>
          <p:nvPr>
            <p:ph type="body" idx="15"/>
          </p:nvPr>
        </p:nvSpPr>
        <p:spPr>
          <a:xfrm>
            <a:off x="5946633" y="5696900"/>
            <a:ext cx="2934000" cy="421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b="1"/>
            </a:lvl1pPr>
            <a:lvl2pPr marL="914400" lvl="1" indent="-228600" algn="l">
              <a:lnSpc>
                <a:spcPct val="100000"/>
              </a:lnSpc>
              <a:spcBef>
                <a:spcPts val="225"/>
              </a:spcBef>
              <a:spcAft>
                <a:spcPts val="0"/>
              </a:spcAft>
              <a:buClr>
                <a:schemeClr val="dk1"/>
              </a:buClr>
              <a:buSzPts val="900"/>
              <a:buFont typeface="Arial"/>
              <a:buNone/>
              <a:defRPr sz="900" b="0"/>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11" name="Google Shape;1911;p161"/>
          <p:cNvSpPr/>
          <p:nvPr/>
        </p:nvSpPr>
        <p:spPr>
          <a:xfrm>
            <a:off x="5932884" y="5545751"/>
            <a:ext cx="343800" cy="54000"/>
          </a:xfrm>
          <a:prstGeom prst="rect">
            <a:avLst/>
          </a:prstGeom>
          <a:solidFill>
            <a:schemeClr val="accent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2450">
              <a:solidFill>
                <a:schemeClr val="dk1"/>
              </a:solidFill>
              <a:latin typeface="Arial"/>
              <a:ea typeface="Arial"/>
              <a:cs typeface="Arial"/>
              <a:sym typeface="Arial"/>
            </a:endParaRPr>
          </a:p>
        </p:txBody>
      </p:sp>
      <p:sp>
        <p:nvSpPr>
          <p:cNvPr id="1912" name="Google Shape;1912;p161"/>
          <p:cNvSpPr txBox="1"/>
          <p:nvPr/>
        </p:nvSpPr>
        <p:spPr>
          <a:xfrm>
            <a:off x="378619" y="1485900"/>
            <a:ext cx="685800" cy="914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chemeClr val="lt1"/>
              </a:buClr>
              <a:buSzPts val="12450"/>
              <a:buFont typeface="Arial"/>
              <a:buNone/>
            </a:pPr>
            <a:r>
              <a:rPr lang="en-US" sz="12450">
                <a:solidFill>
                  <a:schemeClr val="lt1"/>
                </a:solidFill>
                <a:latin typeface="Arial"/>
                <a:ea typeface="Arial"/>
                <a:cs typeface="Arial"/>
                <a:sym typeface="Arial"/>
              </a:rPr>
              <a:t>“</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59.xml><?xml version="1.0" encoding="utf-8"?>
<p:sldLayout xmlns:a="http://schemas.openxmlformats.org/drawingml/2006/main" xmlns:r="http://schemas.openxmlformats.org/officeDocument/2006/relationships" xmlns:p="http://schemas.openxmlformats.org/presentationml/2006/main" matchingName="Three Content with chart and image">
  <p:cSld name="Three Content with chart and image">
    <p:spTree>
      <p:nvGrpSpPr>
        <p:cNvPr id="1" name="Shape 1913"/>
        <p:cNvGrpSpPr/>
        <p:nvPr/>
      </p:nvGrpSpPr>
      <p:grpSpPr>
        <a:xfrm>
          <a:off x="0" y="0"/>
          <a:ext cx="0" cy="0"/>
          <a:chOff x="0" y="0"/>
          <a:chExt cx="0" cy="0"/>
        </a:xfrm>
      </p:grpSpPr>
      <p:sp>
        <p:nvSpPr>
          <p:cNvPr id="1914" name="Google Shape;1914;p162"/>
          <p:cNvSpPr/>
          <p:nvPr/>
        </p:nvSpPr>
        <p:spPr>
          <a:xfrm>
            <a:off x="4685356" y="1561381"/>
            <a:ext cx="4458600" cy="46842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915" name="Google Shape;1915;p162"/>
          <p:cNvSpPr txBox="1">
            <a:spLocks noGrp="1"/>
          </p:cNvSpPr>
          <p:nvPr>
            <p:ph type="body" idx="1"/>
          </p:nvPr>
        </p:nvSpPr>
        <p:spPr>
          <a:xfrm>
            <a:off x="274082" y="4826001"/>
            <a:ext cx="4068300" cy="1257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16" name="Google Shape;1916;p162"/>
          <p:cNvSpPr txBox="1">
            <a:spLocks noGrp="1"/>
          </p:cNvSpPr>
          <p:nvPr>
            <p:ph type="body" idx="2"/>
          </p:nvPr>
        </p:nvSpPr>
        <p:spPr>
          <a:xfrm>
            <a:off x="274081" y="4445154"/>
            <a:ext cx="4071300" cy="288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17" name="Google Shape;1917;p162"/>
          <p:cNvSpPr txBox="1">
            <a:spLocks noGrp="1"/>
          </p:cNvSpPr>
          <p:nvPr>
            <p:ph type="title"/>
          </p:nvPr>
        </p:nvSpPr>
        <p:spPr>
          <a:xfrm>
            <a:off x="274320" y="365760"/>
            <a:ext cx="40710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18" name="Google Shape;1918;p162"/>
          <p:cNvSpPr txBox="1">
            <a:spLocks noGrp="1"/>
          </p:cNvSpPr>
          <p:nvPr>
            <p:ph type="body" idx="3"/>
          </p:nvPr>
        </p:nvSpPr>
        <p:spPr>
          <a:xfrm>
            <a:off x="4906279" y="3881887"/>
            <a:ext cx="1863000" cy="22128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19" name="Google Shape;1919;p162"/>
          <p:cNvSpPr txBox="1">
            <a:spLocks noGrp="1"/>
          </p:cNvSpPr>
          <p:nvPr>
            <p:ph type="body" idx="4"/>
          </p:nvPr>
        </p:nvSpPr>
        <p:spPr>
          <a:xfrm>
            <a:off x="4906280" y="1828800"/>
            <a:ext cx="3960600" cy="2880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20" name="Google Shape;1920;p162"/>
          <p:cNvSpPr txBox="1">
            <a:spLocks noGrp="1"/>
          </p:cNvSpPr>
          <p:nvPr>
            <p:ph type="body" idx="5"/>
          </p:nvPr>
        </p:nvSpPr>
        <p:spPr>
          <a:xfrm>
            <a:off x="7109217" y="2280762"/>
            <a:ext cx="1757700" cy="3813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21" name="Google Shape;1921;p162"/>
          <p:cNvSpPr txBox="1">
            <a:spLocks noGrp="1"/>
          </p:cNvSpPr>
          <p:nvPr>
            <p:ph type="body" idx="6"/>
          </p:nvPr>
        </p:nvSpPr>
        <p:spPr>
          <a:xfrm>
            <a:off x="273844" y="1828800"/>
            <a:ext cx="4071600" cy="22515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22" name="Google Shape;1922;p162"/>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1923" name="Google Shape;1923;p162"/>
          <p:cNvSpPr>
            <a:spLocks noGrp="1"/>
          </p:cNvSpPr>
          <p:nvPr>
            <p:ph type="pic" idx="7"/>
          </p:nvPr>
        </p:nvSpPr>
        <p:spPr>
          <a:xfrm>
            <a:off x="4906566" y="2208213"/>
            <a:ext cx="1862700" cy="150960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60.xml><?xml version="1.0" encoding="utf-8"?>
<p:sldLayout xmlns:a="http://schemas.openxmlformats.org/drawingml/2006/main" xmlns:r="http://schemas.openxmlformats.org/officeDocument/2006/relationships" xmlns:p="http://schemas.openxmlformats.org/presentationml/2006/main" matchingName="Four Content with Image Option 1">
  <p:cSld name="Four Content with Image Option 1">
    <p:spTree>
      <p:nvGrpSpPr>
        <p:cNvPr id="1" name="Shape 1924"/>
        <p:cNvGrpSpPr/>
        <p:nvPr/>
      </p:nvGrpSpPr>
      <p:grpSpPr>
        <a:xfrm>
          <a:off x="0" y="0"/>
          <a:ext cx="0" cy="0"/>
          <a:chOff x="0" y="0"/>
          <a:chExt cx="0" cy="0"/>
        </a:xfrm>
      </p:grpSpPr>
      <p:sp>
        <p:nvSpPr>
          <p:cNvPr id="1925" name="Google Shape;1925;p163"/>
          <p:cNvSpPr/>
          <p:nvPr/>
        </p:nvSpPr>
        <p:spPr>
          <a:xfrm>
            <a:off x="273844" y="1828800"/>
            <a:ext cx="1976400" cy="3390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926" name="Google Shape;1926;p163"/>
          <p:cNvSpPr/>
          <p:nvPr/>
        </p:nvSpPr>
        <p:spPr>
          <a:xfrm>
            <a:off x="2479719" y="1828800"/>
            <a:ext cx="1976400" cy="3390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927" name="Google Shape;1927;p163"/>
          <p:cNvSpPr txBox="1">
            <a:spLocks noGrp="1"/>
          </p:cNvSpPr>
          <p:nvPr>
            <p:ph type="body" idx="1"/>
          </p:nvPr>
        </p:nvSpPr>
        <p:spPr>
          <a:xfrm>
            <a:off x="384544" y="2691443"/>
            <a:ext cx="1755000" cy="2394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28" name="Google Shape;1928;p163"/>
          <p:cNvSpPr txBox="1">
            <a:spLocks noGrp="1"/>
          </p:cNvSpPr>
          <p:nvPr>
            <p:ph type="body" idx="2"/>
          </p:nvPr>
        </p:nvSpPr>
        <p:spPr>
          <a:xfrm>
            <a:off x="2590419" y="2691443"/>
            <a:ext cx="1755000" cy="2394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29" name="Google Shape;1929;p163"/>
          <p:cNvSpPr txBox="1">
            <a:spLocks noGrp="1"/>
          </p:cNvSpPr>
          <p:nvPr>
            <p:ph type="body" idx="3"/>
          </p:nvPr>
        </p:nvSpPr>
        <p:spPr>
          <a:xfrm>
            <a:off x="4796057" y="3530601"/>
            <a:ext cx="1863000" cy="25302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30" name="Google Shape;1930;p163"/>
          <p:cNvSpPr txBox="1">
            <a:spLocks noGrp="1"/>
          </p:cNvSpPr>
          <p:nvPr>
            <p:ph type="body" idx="4"/>
          </p:nvPr>
        </p:nvSpPr>
        <p:spPr>
          <a:xfrm>
            <a:off x="384544" y="2040256"/>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31" name="Google Shape;1931;p163"/>
          <p:cNvSpPr txBox="1">
            <a:spLocks noGrp="1"/>
          </p:cNvSpPr>
          <p:nvPr>
            <p:ph type="body" idx="5"/>
          </p:nvPr>
        </p:nvSpPr>
        <p:spPr>
          <a:xfrm>
            <a:off x="2590419" y="2040256"/>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32" name="Google Shape;1932;p163"/>
          <p:cNvSpPr txBox="1">
            <a:spLocks noGrp="1"/>
          </p:cNvSpPr>
          <p:nvPr>
            <p:ph type="body" idx="6"/>
          </p:nvPr>
        </p:nvSpPr>
        <p:spPr>
          <a:xfrm>
            <a:off x="4796057" y="2894966"/>
            <a:ext cx="1863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33" name="Google Shape;1933;p163"/>
          <p:cNvSpPr txBox="1">
            <a:spLocks noGrp="1"/>
          </p:cNvSpPr>
          <p:nvPr>
            <p:ph type="body" idx="7"/>
          </p:nvPr>
        </p:nvSpPr>
        <p:spPr>
          <a:xfrm>
            <a:off x="7001694" y="3530601"/>
            <a:ext cx="1863000" cy="25302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34" name="Google Shape;1934;p163"/>
          <p:cNvSpPr txBox="1">
            <a:spLocks noGrp="1"/>
          </p:cNvSpPr>
          <p:nvPr>
            <p:ph type="body" idx="8"/>
          </p:nvPr>
        </p:nvSpPr>
        <p:spPr>
          <a:xfrm>
            <a:off x="7001694" y="2894966"/>
            <a:ext cx="1863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35" name="Google Shape;1935;p163"/>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36" name="Google Shape;1936;p163"/>
          <p:cNvSpPr>
            <a:spLocks noGrp="1"/>
          </p:cNvSpPr>
          <p:nvPr>
            <p:ph type="pic" idx="9"/>
          </p:nvPr>
        </p:nvSpPr>
        <p:spPr>
          <a:xfrm>
            <a:off x="4796056" y="2"/>
            <a:ext cx="4071600" cy="2415300"/>
          </a:xfrm>
          <a:prstGeom prst="rect">
            <a:avLst/>
          </a:prstGeom>
          <a:solidFill>
            <a:srgbClr val="D7E0E3"/>
          </a:solidFill>
          <a:ln>
            <a:noFill/>
          </a:ln>
        </p:spPr>
      </p:sp>
      <p:sp>
        <p:nvSpPr>
          <p:cNvPr id="1937" name="Google Shape;1937;p163"/>
          <p:cNvSpPr txBox="1">
            <a:spLocks noGrp="1"/>
          </p:cNvSpPr>
          <p:nvPr>
            <p:ph type="body" idx="13"/>
          </p:nvPr>
        </p:nvSpPr>
        <p:spPr>
          <a:xfrm>
            <a:off x="274320" y="5543550"/>
            <a:ext cx="4181700" cy="5373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39">
          <p15:clr>
            <a:srgbClr val="FBAE40"/>
          </p15:clr>
        </p15:guide>
        <p15:guide id="6" orient="horz" pos="3832">
          <p15:clr>
            <a:srgbClr val="FBAE40"/>
          </p15:clr>
        </p15:guide>
        <p15:guide id="7" orient="horz" pos="4148">
          <p15:clr>
            <a:srgbClr val="FBAE40"/>
          </p15:clr>
        </p15:guide>
      </p15:sldGuideLst>
    </p:ext>
  </p:extLst>
</p:sldLayout>
</file>

<file path=ppt/slideLayouts/slideLayout161.xml><?xml version="1.0" encoding="utf-8"?>
<p:sldLayout xmlns:a="http://schemas.openxmlformats.org/drawingml/2006/main" xmlns:r="http://schemas.openxmlformats.org/officeDocument/2006/relationships" xmlns:p="http://schemas.openxmlformats.org/presentationml/2006/main" matchingName="Four Content with Numbered and Image Option 2">
  <p:cSld name="Four Content with Numbered and Image Option 2">
    <p:spTree>
      <p:nvGrpSpPr>
        <p:cNvPr id="1" name="Shape 1938"/>
        <p:cNvGrpSpPr/>
        <p:nvPr/>
      </p:nvGrpSpPr>
      <p:grpSpPr>
        <a:xfrm>
          <a:off x="0" y="0"/>
          <a:ext cx="0" cy="0"/>
          <a:chOff x="0" y="0"/>
          <a:chExt cx="0" cy="0"/>
        </a:xfrm>
      </p:grpSpPr>
      <p:sp>
        <p:nvSpPr>
          <p:cNvPr id="1939" name="Google Shape;1939;p164"/>
          <p:cNvSpPr/>
          <p:nvPr/>
        </p:nvSpPr>
        <p:spPr>
          <a:xfrm>
            <a:off x="4687118" y="2669777"/>
            <a:ext cx="1976400" cy="3390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940" name="Google Shape;1940;p164"/>
          <p:cNvSpPr/>
          <p:nvPr/>
        </p:nvSpPr>
        <p:spPr>
          <a:xfrm>
            <a:off x="6893756" y="2669777"/>
            <a:ext cx="1976400" cy="3390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941" name="Google Shape;1941;p164"/>
          <p:cNvSpPr/>
          <p:nvPr/>
        </p:nvSpPr>
        <p:spPr>
          <a:xfrm>
            <a:off x="273844" y="2669777"/>
            <a:ext cx="1976400" cy="3390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942" name="Google Shape;1942;p164"/>
          <p:cNvSpPr/>
          <p:nvPr/>
        </p:nvSpPr>
        <p:spPr>
          <a:xfrm>
            <a:off x="2480481" y="2669777"/>
            <a:ext cx="1976400" cy="3390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943" name="Google Shape;1943;p164"/>
          <p:cNvSpPr txBox="1">
            <a:spLocks noGrp="1"/>
          </p:cNvSpPr>
          <p:nvPr>
            <p:ph type="body" idx="1"/>
          </p:nvPr>
        </p:nvSpPr>
        <p:spPr>
          <a:xfrm>
            <a:off x="384544" y="4066471"/>
            <a:ext cx="1755000" cy="1860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44" name="Google Shape;1944;p164"/>
          <p:cNvSpPr txBox="1">
            <a:spLocks noGrp="1"/>
          </p:cNvSpPr>
          <p:nvPr>
            <p:ph type="body" idx="2"/>
          </p:nvPr>
        </p:nvSpPr>
        <p:spPr>
          <a:xfrm>
            <a:off x="2590419" y="4066471"/>
            <a:ext cx="1755000" cy="1860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45" name="Google Shape;1945;p164"/>
          <p:cNvSpPr txBox="1">
            <a:spLocks noGrp="1"/>
          </p:cNvSpPr>
          <p:nvPr>
            <p:ph type="body" idx="3"/>
          </p:nvPr>
        </p:nvSpPr>
        <p:spPr>
          <a:xfrm>
            <a:off x="4797818" y="4067175"/>
            <a:ext cx="1755000" cy="1860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46" name="Google Shape;1946;p164"/>
          <p:cNvSpPr txBox="1">
            <a:spLocks noGrp="1"/>
          </p:cNvSpPr>
          <p:nvPr>
            <p:ph type="body" idx="4"/>
          </p:nvPr>
        </p:nvSpPr>
        <p:spPr>
          <a:xfrm>
            <a:off x="384544" y="3416232"/>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47" name="Google Shape;1947;p164"/>
          <p:cNvSpPr txBox="1">
            <a:spLocks noGrp="1"/>
          </p:cNvSpPr>
          <p:nvPr>
            <p:ph type="body" idx="5"/>
          </p:nvPr>
        </p:nvSpPr>
        <p:spPr>
          <a:xfrm>
            <a:off x="2590419" y="3416232"/>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48" name="Google Shape;1948;p164"/>
          <p:cNvSpPr txBox="1">
            <a:spLocks noGrp="1"/>
          </p:cNvSpPr>
          <p:nvPr>
            <p:ph type="body" idx="6"/>
          </p:nvPr>
        </p:nvSpPr>
        <p:spPr>
          <a:xfrm>
            <a:off x="4797818" y="3416232"/>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49" name="Google Shape;1949;p164"/>
          <p:cNvSpPr txBox="1">
            <a:spLocks noGrp="1"/>
          </p:cNvSpPr>
          <p:nvPr>
            <p:ph type="body" idx="7"/>
          </p:nvPr>
        </p:nvSpPr>
        <p:spPr>
          <a:xfrm>
            <a:off x="7004456" y="4067175"/>
            <a:ext cx="1755000" cy="1860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50" name="Google Shape;1950;p164"/>
          <p:cNvSpPr txBox="1">
            <a:spLocks noGrp="1"/>
          </p:cNvSpPr>
          <p:nvPr>
            <p:ph type="body" idx="8"/>
          </p:nvPr>
        </p:nvSpPr>
        <p:spPr>
          <a:xfrm>
            <a:off x="7004456" y="3416232"/>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51" name="Google Shape;1951;p164"/>
          <p:cNvSpPr txBox="1">
            <a:spLocks noGrp="1"/>
          </p:cNvSpPr>
          <p:nvPr>
            <p:ph type="title"/>
          </p:nvPr>
        </p:nvSpPr>
        <p:spPr>
          <a:xfrm>
            <a:off x="274320" y="365760"/>
            <a:ext cx="41817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52" name="Google Shape;1952;p164"/>
          <p:cNvSpPr>
            <a:spLocks noGrp="1"/>
          </p:cNvSpPr>
          <p:nvPr>
            <p:ph type="pic" idx="9"/>
          </p:nvPr>
        </p:nvSpPr>
        <p:spPr>
          <a:xfrm>
            <a:off x="4796056" y="2"/>
            <a:ext cx="4071600" cy="2415300"/>
          </a:xfrm>
          <a:prstGeom prst="rect">
            <a:avLst/>
          </a:prstGeom>
          <a:solidFill>
            <a:srgbClr val="D7E0E3"/>
          </a:solidFill>
          <a:ln>
            <a:noFill/>
          </a:ln>
        </p:spPr>
      </p:sp>
      <p:sp>
        <p:nvSpPr>
          <p:cNvPr id="1953" name="Google Shape;1953;p164"/>
          <p:cNvSpPr txBox="1"/>
          <p:nvPr/>
        </p:nvSpPr>
        <p:spPr>
          <a:xfrm>
            <a:off x="1832363" y="5490616"/>
            <a:ext cx="468000" cy="1108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chemeClr val="lt1"/>
              </a:buClr>
              <a:buSzPts val="3600"/>
              <a:buFont typeface="Arial"/>
              <a:buNone/>
            </a:pPr>
            <a:r>
              <a:rPr lang="en-US" sz="3600" b="1">
                <a:solidFill>
                  <a:schemeClr val="lt1"/>
                </a:solidFill>
                <a:latin typeface="Arial"/>
                <a:ea typeface="Arial"/>
                <a:cs typeface="Arial"/>
                <a:sym typeface="Arial"/>
              </a:rPr>
              <a:t>01</a:t>
            </a:r>
            <a:endParaRPr/>
          </a:p>
        </p:txBody>
      </p:sp>
      <p:sp>
        <p:nvSpPr>
          <p:cNvPr id="1954" name="Google Shape;1954;p164"/>
          <p:cNvSpPr txBox="1"/>
          <p:nvPr/>
        </p:nvSpPr>
        <p:spPr>
          <a:xfrm>
            <a:off x="3996058" y="5490616"/>
            <a:ext cx="468000" cy="1108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chemeClr val="lt1"/>
              </a:buClr>
              <a:buSzPts val="3600"/>
              <a:buFont typeface="Arial"/>
              <a:buNone/>
            </a:pPr>
            <a:r>
              <a:rPr lang="en-US" sz="3600" b="1">
                <a:solidFill>
                  <a:schemeClr val="lt1"/>
                </a:solidFill>
                <a:latin typeface="Arial"/>
                <a:ea typeface="Arial"/>
                <a:cs typeface="Arial"/>
                <a:sym typeface="Arial"/>
              </a:rPr>
              <a:t>02</a:t>
            </a:r>
            <a:endParaRPr/>
          </a:p>
        </p:txBody>
      </p:sp>
      <p:sp>
        <p:nvSpPr>
          <p:cNvPr id="1955" name="Google Shape;1955;p164"/>
          <p:cNvSpPr txBox="1"/>
          <p:nvPr/>
        </p:nvSpPr>
        <p:spPr>
          <a:xfrm>
            <a:off x="6190010" y="5490616"/>
            <a:ext cx="468000" cy="1108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chemeClr val="lt1"/>
              </a:buClr>
              <a:buSzPts val="3600"/>
              <a:buFont typeface="Arial"/>
              <a:buNone/>
            </a:pPr>
            <a:r>
              <a:rPr lang="en-US" sz="3600" b="1">
                <a:solidFill>
                  <a:schemeClr val="lt1"/>
                </a:solidFill>
                <a:latin typeface="Arial"/>
                <a:ea typeface="Arial"/>
                <a:cs typeface="Arial"/>
                <a:sym typeface="Arial"/>
              </a:rPr>
              <a:t>03</a:t>
            </a:r>
            <a:endParaRPr/>
          </a:p>
        </p:txBody>
      </p:sp>
      <p:sp>
        <p:nvSpPr>
          <p:cNvPr id="1956" name="Google Shape;1956;p164"/>
          <p:cNvSpPr txBox="1"/>
          <p:nvPr/>
        </p:nvSpPr>
        <p:spPr>
          <a:xfrm>
            <a:off x="8396648" y="5490616"/>
            <a:ext cx="468000" cy="1108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chemeClr val="lt1"/>
              </a:buClr>
              <a:buSzPts val="3600"/>
              <a:buFont typeface="Arial"/>
              <a:buNone/>
            </a:pPr>
            <a:r>
              <a:rPr lang="en-US" sz="3600" b="1">
                <a:solidFill>
                  <a:schemeClr val="lt1"/>
                </a:solidFill>
                <a:latin typeface="Arial"/>
                <a:ea typeface="Arial"/>
                <a:cs typeface="Arial"/>
                <a:sym typeface="Arial"/>
              </a:rPr>
              <a:t>04</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39">
          <p15:clr>
            <a:srgbClr val="FBAE40"/>
          </p15:clr>
        </p15:guide>
        <p15:guide id="6" orient="horz" pos="3832">
          <p15:clr>
            <a:srgbClr val="FBAE40"/>
          </p15:clr>
        </p15:guide>
        <p15:guide id="7" orient="horz" pos="4269">
          <p15:clr>
            <a:srgbClr val="FBAE40"/>
          </p15:clr>
        </p15:guide>
      </p15:sldGuideLst>
    </p:ext>
  </p:extLst>
</p:sldLayout>
</file>

<file path=ppt/slideLayouts/slideLayout162.xml><?xml version="1.0" encoding="utf-8"?>
<p:sldLayout xmlns:a="http://schemas.openxmlformats.org/drawingml/2006/main" xmlns:r="http://schemas.openxmlformats.org/officeDocument/2006/relationships" xmlns:p="http://schemas.openxmlformats.org/presentationml/2006/main" matchingName="Four Content with Map Option 1">
  <p:cSld name="Four Content with Map Option 1">
    <p:spTree>
      <p:nvGrpSpPr>
        <p:cNvPr id="1" name="Shape 1957"/>
        <p:cNvGrpSpPr/>
        <p:nvPr/>
      </p:nvGrpSpPr>
      <p:grpSpPr>
        <a:xfrm>
          <a:off x="0" y="0"/>
          <a:ext cx="0" cy="0"/>
          <a:chOff x="0" y="0"/>
          <a:chExt cx="0" cy="0"/>
        </a:xfrm>
      </p:grpSpPr>
      <p:sp>
        <p:nvSpPr>
          <p:cNvPr id="1958" name="Google Shape;1958;p165"/>
          <p:cNvSpPr/>
          <p:nvPr/>
        </p:nvSpPr>
        <p:spPr>
          <a:xfrm>
            <a:off x="4685356" y="1"/>
            <a:ext cx="4458600" cy="68580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959" name="Google Shape;1959;p165"/>
          <p:cNvSpPr txBox="1">
            <a:spLocks noGrp="1"/>
          </p:cNvSpPr>
          <p:nvPr>
            <p:ph type="body" idx="1"/>
          </p:nvPr>
        </p:nvSpPr>
        <p:spPr>
          <a:xfrm>
            <a:off x="273844" y="5067300"/>
            <a:ext cx="4071600" cy="10161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60" name="Google Shape;1960;p165"/>
          <p:cNvSpPr txBox="1">
            <a:spLocks noGrp="1"/>
          </p:cNvSpPr>
          <p:nvPr>
            <p:ph type="body" idx="2"/>
          </p:nvPr>
        </p:nvSpPr>
        <p:spPr>
          <a:xfrm>
            <a:off x="4906280" y="1016314"/>
            <a:ext cx="1755000" cy="20145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61" name="Google Shape;1961;p165"/>
          <p:cNvSpPr txBox="1">
            <a:spLocks noGrp="1"/>
          </p:cNvSpPr>
          <p:nvPr>
            <p:ph type="body" idx="3"/>
          </p:nvPr>
        </p:nvSpPr>
        <p:spPr>
          <a:xfrm>
            <a:off x="4906280" y="365126"/>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62" name="Google Shape;1962;p165"/>
          <p:cNvSpPr txBox="1">
            <a:spLocks noGrp="1"/>
          </p:cNvSpPr>
          <p:nvPr>
            <p:ph type="body" idx="4"/>
          </p:nvPr>
        </p:nvSpPr>
        <p:spPr>
          <a:xfrm>
            <a:off x="7111918" y="1016314"/>
            <a:ext cx="1755000" cy="20145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63" name="Google Shape;1963;p165"/>
          <p:cNvSpPr txBox="1">
            <a:spLocks noGrp="1"/>
          </p:cNvSpPr>
          <p:nvPr>
            <p:ph type="body" idx="5"/>
          </p:nvPr>
        </p:nvSpPr>
        <p:spPr>
          <a:xfrm>
            <a:off x="7111918" y="365126"/>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64" name="Google Shape;1964;p165"/>
          <p:cNvSpPr txBox="1">
            <a:spLocks noGrp="1"/>
          </p:cNvSpPr>
          <p:nvPr>
            <p:ph type="title"/>
          </p:nvPr>
        </p:nvSpPr>
        <p:spPr>
          <a:xfrm>
            <a:off x="274320" y="365760"/>
            <a:ext cx="40710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65" name="Google Shape;1965;p165"/>
          <p:cNvSpPr txBox="1">
            <a:spLocks noGrp="1"/>
          </p:cNvSpPr>
          <p:nvPr>
            <p:ph type="body" idx="6"/>
          </p:nvPr>
        </p:nvSpPr>
        <p:spPr>
          <a:xfrm>
            <a:off x="4906280" y="4080189"/>
            <a:ext cx="1755000" cy="20145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66" name="Google Shape;1966;p165"/>
          <p:cNvSpPr txBox="1">
            <a:spLocks noGrp="1"/>
          </p:cNvSpPr>
          <p:nvPr>
            <p:ph type="body" idx="7"/>
          </p:nvPr>
        </p:nvSpPr>
        <p:spPr>
          <a:xfrm>
            <a:off x="4906280" y="342900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67" name="Google Shape;1967;p165"/>
          <p:cNvSpPr txBox="1">
            <a:spLocks noGrp="1"/>
          </p:cNvSpPr>
          <p:nvPr>
            <p:ph type="body" idx="8"/>
          </p:nvPr>
        </p:nvSpPr>
        <p:spPr>
          <a:xfrm>
            <a:off x="7111918" y="4080189"/>
            <a:ext cx="1755000" cy="20145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68" name="Google Shape;1968;p165"/>
          <p:cNvSpPr txBox="1">
            <a:spLocks noGrp="1"/>
          </p:cNvSpPr>
          <p:nvPr>
            <p:ph type="body" idx="9"/>
          </p:nvPr>
        </p:nvSpPr>
        <p:spPr>
          <a:xfrm>
            <a:off x="7111918" y="342900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69" name="Google Shape;1969;p165"/>
          <p:cNvSpPr/>
          <p:nvPr/>
        </p:nvSpPr>
        <p:spPr>
          <a:xfrm>
            <a:off x="282516" y="1943101"/>
            <a:ext cx="4054231" cy="2802251"/>
          </a:xfrm>
          <a:custGeom>
            <a:avLst/>
            <a:gdLst/>
            <a:ahLst/>
            <a:cxnLst/>
            <a:rect l="l" t="t" r="r" b="b"/>
            <a:pathLst>
              <a:path w="8611" h="4463" extrusionOk="0">
                <a:moveTo>
                  <a:pt x="7449" y="1700"/>
                </a:moveTo>
                <a:lnTo>
                  <a:pt x="7449" y="1700"/>
                </a:lnTo>
                <a:lnTo>
                  <a:pt x="7510" y="1700"/>
                </a:lnTo>
                <a:lnTo>
                  <a:pt x="7510" y="1277"/>
                </a:lnTo>
                <a:lnTo>
                  <a:pt x="7449" y="1277"/>
                </a:lnTo>
                <a:lnTo>
                  <a:pt x="7449" y="1700"/>
                </a:lnTo>
                <a:close/>
                <a:moveTo>
                  <a:pt x="6916" y="2980"/>
                </a:moveTo>
                <a:lnTo>
                  <a:pt x="6916" y="2980"/>
                </a:lnTo>
                <a:lnTo>
                  <a:pt x="6996" y="2980"/>
                </a:lnTo>
                <a:lnTo>
                  <a:pt x="6996" y="2869"/>
                </a:lnTo>
                <a:lnTo>
                  <a:pt x="6916" y="2869"/>
                </a:lnTo>
                <a:lnTo>
                  <a:pt x="6916" y="2980"/>
                </a:lnTo>
                <a:close/>
                <a:moveTo>
                  <a:pt x="7155" y="3150"/>
                </a:moveTo>
                <a:lnTo>
                  <a:pt x="7155" y="3150"/>
                </a:lnTo>
                <a:lnTo>
                  <a:pt x="6945" y="3360"/>
                </a:lnTo>
                <a:lnTo>
                  <a:pt x="6803" y="3360"/>
                </a:lnTo>
                <a:lnTo>
                  <a:pt x="6803" y="3741"/>
                </a:lnTo>
                <a:lnTo>
                  <a:pt x="7014" y="3741"/>
                </a:lnTo>
                <a:lnTo>
                  <a:pt x="7083" y="3672"/>
                </a:lnTo>
                <a:lnTo>
                  <a:pt x="7246" y="3672"/>
                </a:lnTo>
                <a:lnTo>
                  <a:pt x="7428" y="3854"/>
                </a:lnTo>
                <a:lnTo>
                  <a:pt x="7578" y="3854"/>
                </a:lnTo>
                <a:lnTo>
                  <a:pt x="7751" y="3682"/>
                </a:lnTo>
                <a:lnTo>
                  <a:pt x="7751" y="3453"/>
                </a:lnTo>
                <a:lnTo>
                  <a:pt x="7447" y="3150"/>
                </a:lnTo>
                <a:lnTo>
                  <a:pt x="7155" y="3150"/>
                </a:lnTo>
                <a:close/>
                <a:moveTo>
                  <a:pt x="6938" y="2386"/>
                </a:moveTo>
                <a:lnTo>
                  <a:pt x="6938" y="2386"/>
                </a:lnTo>
                <a:lnTo>
                  <a:pt x="6938" y="2494"/>
                </a:lnTo>
                <a:lnTo>
                  <a:pt x="6989" y="2545"/>
                </a:lnTo>
                <a:lnTo>
                  <a:pt x="6989" y="2707"/>
                </a:lnTo>
                <a:lnTo>
                  <a:pt x="7091" y="2707"/>
                </a:lnTo>
                <a:lnTo>
                  <a:pt x="7091" y="2566"/>
                </a:lnTo>
                <a:lnTo>
                  <a:pt x="6997" y="2472"/>
                </a:lnTo>
                <a:lnTo>
                  <a:pt x="6997" y="2386"/>
                </a:lnTo>
                <a:lnTo>
                  <a:pt x="6938" y="2386"/>
                </a:lnTo>
                <a:close/>
                <a:moveTo>
                  <a:pt x="8059" y="4075"/>
                </a:moveTo>
                <a:lnTo>
                  <a:pt x="8059" y="4075"/>
                </a:lnTo>
                <a:lnTo>
                  <a:pt x="8118" y="4134"/>
                </a:lnTo>
                <a:lnTo>
                  <a:pt x="8358" y="3894"/>
                </a:lnTo>
                <a:lnTo>
                  <a:pt x="8299" y="3835"/>
                </a:lnTo>
                <a:lnTo>
                  <a:pt x="8059" y="4075"/>
                </a:lnTo>
                <a:close/>
                <a:moveTo>
                  <a:pt x="7322" y="2914"/>
                </a:moveTo>
                <a:lnTo>
                  <a:pt x="7322" y="2914"/>
                </a:lnTo>
                <a:lnTo>
                  <a:pt x="7529" y="3121"/>
                </a:lnTo>
                <a:lnTo>
                  <a:pt x="7598" y="3053"/>
                </a:lnTo>
                <a:lnTo>
                  <a:pt x="7390" y="2845"/>
                </a:lnTo>
                <a:lnTo>
                  <a:pt x="7322" y="2914"/>
                </a:lnTo>
                <a:close/>
                <a:moveTo>
                  <a:pt x="7859" y="432"/>
                </a:moveTo>
                <a:lnTo>
                  <a:pt x="7859" y="432"/>
                </a:lnTo>
                <a:lnTo>
                  <a:pt x="7690" y="263"/>
                </a:lnTo>
                <a:lnTo>
                  <a:pt x="7189" y="263"/>
                </a:lnTo>
                <a:lnTo>
                  <a:pt x="7117" y="191"/>
                </a:lnTo>
                <a:lnTo>
                  <a:pt x="6732" y="191"/>
                </a:lnTo>
                <a:lnTo>
                  <a:pt x="6732" y="0"/>
                </a:lnTo>
                <a:lnTo>
                  <a:pt x="6062" y="0"/>
                </a:lnTo>
                <a:lnTo>
                  <a:pt x="5852" y="209"/>
                </a:lnTo>
                <a:lnTo>
                  <a:pt x="5697" y="209"/>
                </a:lnTo>
                <a:lnTo>
                  <a:pt x="5643" y="262"/>
                </a:lnTo>
                <a:lnTo>
                  <a:pt x="5643" y="489"/>
                </a:lnTo>
                <a:lnTo>
                  <a:pt x="5243" y="489"/>
                </a:lnTo>
                <a:lnTo>
                  <a:pt x="4953" y="779"/>
                </a:lnTo>
                <a:lnTo>
                  <a:pt x="4867" y="779"/>
                </a:lnTo>
                <a:lnTo>
                  <a:pt x="4865" y="675"/>
                </a:lnTo>
                <a:lnTo>
                  <a:pt x="4919" y="675"/>
                </a:lnTo>
                <a:lnTo>
                  <a:pt x="5004" y="590"/>
                </a:lnTo>
                <a:lnTo>
                  <a:pt x="4777" y="363"/>
                </a:lnTo>
                <a:lnTo>
                  <a:pt x="4578" y="363"/>
                </a:lnTo>
                <a:lnTo>
                  <a:pt x="4128" y="813"/>
                </a:lnTo>
                <a:lnTo>
                  <a:pt x="4128" y="1077"/>
                </a:lnTo>
                <a:lnTo>
                  <a:pt x="4216" y="1077"/>
                </a:lnTo>
                <a:lnTo>
                  <a:pt x="4341" y="1201"/>
                </a:lnTo>
                <a:lnTo>
                  <a:pt x="4434" y="1108"/>
                </a:lnTo>
                <a:lnTo>
                  <a:pt x="4434" y="848"/>
                </a:lnTo>
                <a:lnTo>
                  <a:pt x="4567" y="714"/>
                </a:lnTo>
                <a:lnTo>
                  <a:pt x="4599" y="745"/>
                </a:lnTo>
                <a:lnTo>
                  <a:pt x="4494" y="849"/>
                </a:lnTo>
                <a:lnTo>
                  <a:pt x="4494" y="1009"/>
                </a:lnTo>
                <a:lnTo>
                  <a:pt x="4695" y="1009"/>
                </a:lnTo>
                <a:lnTo>
                  <a:pt x="4468" y="1236"/>
                </a:lnTo>
                <a:lnTo>
                  <a:pt x="4208" y="1237"/>
                </a:lnTo>
                <a:lnTo>
                  <a:pt x="3961" y="1484"/>
                </a:lnTo>
                <a:lnTo>
                  <a:pt x="3961" y="1645"/>
                </a:lnTo>
                <a:lnTo>
                  <a:pt x="3784" y="1645"/>
                </a:lnTo>
                <a:lnTo>
                  <a:pt x="3784" y="1867"/>
                </a:lnTo>
                <a:lnTo>
                  <a:pt x="3946" y="1868"/>
                </a:lnTo>
                <a:lnTo>
                  <a:pt x="4188" y="1625"/>
                </a:lnTo>
                <a:lnTo>
                  <a:pt x="4377" y="1813"/>
                </a:lnTo>
                <a:lnTo>
                  <a:pt x="4424" y="1767"/>
                </a:lnTo>
                <a:lnTo>
                  <a:pt x="4307" y="1650"/>
                </a:lnTo>
                <a:lnTo>
                  <a:pt x="4307" y="1580"/>
                </a:lnTo>
                <a:lnTo>
                  <a:pt x="4476" y="1749"/>
                </a:lnTo>
                <a:lnTo>
                  <a:pt x="4476" y="1788"/>
                </a:lnTo>
                <a:lnTo>
                  <a:pt x="4532" y="1844"/>
                </a:lnTo>
                <a:lnTo>
                  <a:pt x="4649" y="1844"/>
                </a:lnTo>
                <a:lnTo>
                  <a:pt x="4727" y="1922"/>
                </a:lnTo>
                <a:lnTo>
                  <a:pt x="4864" y="1922"/>
                </a:lnTo>
                <a:lnTo>
                  <a:pt x="4864" y="2062"/>
                </a:lnTo>
                <a:lnTo>
                  <a:pt x="4425" y="2062"/>
                </a:lnTo>
                <a:lnTo>
                  <a:pt x="4283" y="1920"/>
                </a:lnTo>
                <a:lnTo>
                  <a:pt x="3886" y="1920"/>
                </a:lnTo>
                <a:lnTo>
                  <a:pt x="3577" y="2229"/>
                </a:lnTo>
                <a:lnTo>
                  <a:pt x="3577" y="2540"/>
                </a:lnTo>
                <a:lnTo>
                  <a:pt x="3732" y="2695"/>
                </a:lnTo>
                <a:lnTo>
                  <a:pt x="4212" y="2695"/>
                </a:lnTo>
                <a:lnTo>
                  <a:pt x="4212" y="2859"/>
                </a:lnTo>
                <a:lnTo>
                  <a:pt x="4315" y="2961"/>
                </a:lnTo>
                <a:lnTo>
                  <a:pt x="4315" y="3459"/>
                </a:lnTo>
                <a:lnTo>
                  <a:pt x="4439" y="3583"/>
                </a:lnTo>
                <a:lnTo>
                  <a:pt x="4439" y="3737"/>
                </a:lnTo>
                <a:lnTo>
                  <a:pt x="4552" y="3737"/>
                </a:lnTo>
                <a:lnTo>
                  <a:pt x="4795" y="3494"/>
                </a:lnTo>
                <a:lnTo>
                  <a:pt x="4795" y="3425"/>
                </a:lnTo>
                <a:lnTo>
                  <a:pt x="4992" y="3228"/>
                </a:lnTo>
                <a:lnTo>
                  <a:pt x="4992" y="2911"/>
                </a:lnTo>
                <a:lnTo>
                  <a:pt x="5215" y="2687"/>
                </a:lnTo>
                <a:lnTo>
                  <a:pt x="5215" y="2591"/>
                </a:lnTo>
                <a:lnTo>
                  <a:pt x="5101" y="2591"/>
                </a:lnTo>
                <a:lnTo>
                  <a:pt x="4831" y="2321"/>
                </a:lnTo>
                <a:lnTo>
                  <a:pt x="4875" y="2277"/>
                </a:lnTo>
                <a:lnTo>
                  <a:pt x="5112" y="2514"/>
                </a:lnTo>
                <a:lnTo>
                  <a:pt x="5267" y="2514"/>
                </a:lnTo>
                <a:lnTo>
                  <a:pt x="5461" y="2320"/>
                </a:lnTo>
                <a:lnTo>
                  <a:pt x="5237" y="2094"/>
                </a:lnTo>
                <a:lnTo>
                  <a:pt x="5263" y="2068"/>
                </a:lnTo>
                <a:lnTo>
                  <a:pt x="5395" y="2200"/>
                </a:lnTo>
                <a:lnTo>
                  <a:pt x="5600" y="2200"/>
                </a:lnTo>
                <a:lnTo>
                  <a:pt x="5715" y="2314"/>
                </a:lnTo>
                <a:lnTo>
                  <a:pt x="5779" y="2314"/>
                </a:lnTo>
                <a:lnTo>
                  <a:pt x="5779" y="2505"/>
                </a:lnTo>
                <a:lnTo>
                  <a:pt x="5907" y="2632"/>
                </a:lnTo>
                <a:lnTo>
                  <a:pt x="5963" y="2575"/>
                </a:lnTo>
                <a:lnTo>
                  <a:pt x="5963" y="2445"/>
                </a:lnTo>
                <a:lnTo>
                  <a:pt x="6162" y="2289"/>
                </a:lnTo>
                <a:lnTo>
                  <a:pt x="6218" y="2289"/>
                </a:lnTo>
                <a:lnTo>
                  <a:pt x="6307" y="2378"/>
                </a:lnTo>
                <a:cubicBezTo>
                  <a:pt x="6307" y="2378"/>
                  <a:pt x="6300" y="2447"/>
                  <a:pt x="6307" y="2447"/>
                </a:cubicBezTo>
                <a:lnTo>
                  <a:pt x="6379" y="2447"/>
                </a:lnTo>
                <a:lnTo>
                  <a:pt x="6579" y="2647"/>
                </a:lnTo>
                <a:lnTo>
                  <a:pt x="6583" y="2651"/>
                </a:lnTo>
                <a:lnTo>
                  <a:pt x="6669" y="2564"/>
                </a:lnTo>
                <a:lnTo>
                  <a:pt x="6669" y="2478"/>
                </a:lnTo>
                <a:lnTo>
                  <a:pt x="6567" y="2376"/>
                </a:lnTo>
                <a:lnTo>
                  <a:pt x="6628" y="2316"/>
                </a:lnTo>
                <a:lnTo>
                  <a:pt x="6749" y="2316"/>
                </a:lnTo>
                <a:lnTo>
                  <a:pt x="6965" y="2099"/>
                </a:lnTo>
                <a:lnTo>
                  <a:pt x="6965" y="1959"/>
                </a:lnTo>
                <a:lnTo>
                  <a:pt x="6863" y="1857"/>
                </a:lnTo>
                <a:lnTo>
                  <a:pt x="6947" y="1774"/>
                </a:lnTo>
                <a:lnTo>
                  <a:pt x="7091" y="1918"/>
                </a:lnTo>
                <a:lnTo>
                  <a:pt x="7153" y="1918"/>
                </a:lnTo>
                <a:lnTo>
                  <a:pt x="7153" y="1799"/>
                </a:lnTo>
                <a:lnTo>
                  <a:pt x="7371" y="1582"/>
                </a:lnTo>
                <a:lnTo>
                  <a:pt x="7371" y="1100"/>
                </a:lnTo>
                <a:lnTo>
                  <a:pt x="7450" y="1021"/>
                </a:lnTo>
                <a:lnTo>
                  <a:pt x="7770" y="1021"/>
                </a:lnTo>
                <a:lnTo>
                  <a:pt x="7883" y="908"/>
                </a:lnTo>
                <a:lnTo>
                  <a:pt x="8002" y="908"/>
                </a:lnTo>
                <a:lnTo>
                  <a:pt x="8002" y="958"/>
                </a:lnTo>
                <a:lnTo>
                  <a:pt x="7799" y="1162"/>
                </a:lnTo>
                <a:lnTo>
                  <a:pt x="7799" y="1388"/>
                </a:lnTo>
                <a:lnTo>
                  <a:pt x="7842" y="1388"/>
                </a:lnTo>
                <a:lnTo>
                  <a:pt x="7985" y="1244"/>
                </a:lnTo>
                <a:lnTo>
                  <a:pt x="7985" y="1119"/>
                </a:lnTo>
                <a:cubicBezTo>
                  <a:pt x="7985" y="1119"/>
                  <a:pt x="8427" y="699"/>
                  <a:pt x="8431" y="699"/>
                </a:cubicBezTo>
                <a:lnTo>
                  <a:pt x="8526" y="794"/>
                </a:lnTo>
                <a:lnTo>
                  <a:pt x="8611" y="709"/>
                </a:lnTo>
                <a:lnTo>
                  <a:pt x="8334" y="432"/>
                </a:lnTo>
                <a:lnTo>
                  <a:pt x="7859" y="432"/>
                </a:lnTo>
                <a:close/>
                <a:moveTo>
                  <a:pt x="7254" y="1916"/>
                </a:moveTo>
                <a:lnTo>
                  <a:pt x="7254" y="1916"/>
                </a:lnTo>
                <a:lnTo>
                  <a:pt x="7311" y="1974"/>
                </a:lnTo>
                <a:lnTo>
                  <a:pt x="7498" y="1787"/>
                </a:lnTo>
                <a:lnTo>
                  <a:pt x="7441" y="1729"/>
                </a:lnTo>
                <a:lnTo>
                  <a:pt x="7254" y="1916"/>
                </a:lnTo>
                <a:close/>
                <a:moveTo>
                  <a:pt x="7541" y="4030"/>
                </a:moveTo>
                <a:lnTo>
                  <a:pt x="7541" y="4030"/>
                </a:lnTo>
                <a:lnTo>
                  <a:pt x="7639" y="4030"/>
                </a:lnTo>
                <a:lnTo>
                  <a:pt x="7639" y="3946"/>
                </a:lnTo>
                <a:lnTo>
                  <a:pt x="7541" y="3946"/>
                </a:lnTo>
                <a:lnTo>
                  <a:pt x="7541" y="4030"/>
                </a:lnTo>
                <a:close/>
                <a:moveTo>
                  <a:pt x="5088" y="3476"/>
                </a:moveTo>
                <a:lnTo>
                  <a:pt x="5088" y="3476"/>
                </a:lnTo>
                <a:lnTo>
                  <a:pt x="5208" y="3476"/>
                </a:lnTo>
                <a:lnTo>
                  <a:pt x="5208" y="3193"/>
                </a:lnTo>
                <a:lnTo>
                  <a:pt x="5088" y="3193"/>
                </a:lnTo>
                <a:lnTo>
                  <a:pt x="5088" y="3476"/>
                </a:lnTo>
                <a:close/>
                <a:moveTo>
                  <a:pt x="2594" y="2576"/>
                </a:moveTo>
                <a:lnTo>
                  <a:pt x="2594" y="2576"/>
                </a:lnTo>
                <a:lnTo>
                  <a:pt x="2242" y="2576"/>
                </a:lnTo>
                <a:lnTo>
                  <a:pt x="2071" y="2747"/>
                </a:lnTo>
                <a:lnTo>
                  <a:pt x="2071" y="2999"/>
                </a:lnTo>
                <a:lnTo>
                  <a:pt x="2265" y="3193"/>
                </a:lnTo>
                <a:lnTo>
                  <a:pt x="2265" y="4354"/>
                </a:lnTo>
                <a:lnTo>
                  <a:pt x="2373" y="4463"/>
                </a:lnTo>
                <a:lnTo>
                  <a:pt x="2429" y="4463"/>
                </a:lnTo>
                <a:lnTo>
                  <a:pt x="2429" y="4071"/>
                </a:lnTo>
                <a:lnTo>
                  <a:pt x="3166" y="3334"/>
                </a:lnTo>
                <a:lnTo>
                  <a:pt x="3166" y="2956"/>
                </a:lnTo>
                <a:lnTo>
                  <a:pt x="2975" y="2956"/>
                </a:lnTo>
                <a:lnTo>
                  <a:pt x="2594" y="2576"/>
                </a:lnTo>
                <a:close/>
                <a:moveTo>
                  <a:pt x="1937" y="787"/>
                </a:moveTo>
                <a:lnTo>
                  <a:pt x="1937" y="787"/>
                </a:lnTo>
                <a:lnTo>
                  <a:pt x="2037" y="887"/>
                </a:lnTo>
                <a:lnTo>
                  <a:pt x="2114" y="811"/>
                </a:lnTo>
                <a:lnTo>
                  <a:pt x="2013" y="710"/>
                </a:lnTo>
                <a:lnTo>
                  <a:pt x="1937" y="787"/>
                </a:lnTo>
                <a:close/>
                <a:moveTo>
                  <a:pt x="3552" y="128"/>
                </a:moveTo>
                <a:lnTo>
                  <a:pt x="3552" y="128"/>
                </a:lnTo>
                <a:lnTo>
                  <a:pt x="2633" y="128"/>
                </a:lnTo>
                <a:lnTo>
                  <a:pt x="2633" y="262"/>
                </a:lnTo>
                <a:lnTo>
                  <a:pt x="2784" y="262"/>
                </a:lnTo>
                <a:cubicBezTo>
                  <a:pt x="2784" y="262"/>
                  <a:pt x="2787" y="688"/>
                  <a:pt x="2784" y="685"/>
                </a:cubicBezTo>
                <a:lnTo>
                  <a:pt x="2896" y="685"/>
                </a:lnTo>
                <a:lnTo>
                  <a:pt x="3050" y="531"/>
                </a:lnTo>
                <a:lnTo>
                  <a:pt x="3270" y="531"/>
                </a:lnTo>
                <a:lnTo>
                  <a:pt x="3552" y="249"/>
                </a:lnTo>
                <a:lnTo>
                  <a:pt x="3552" y="128"/>
                </a:lnTo>
                <a:close/>
                <a:moveTo>
                  <a:pt x="3901" y="1399"/>
                </a:moveTo>
                <a:lnTo>
                  <a:pt x="3901" y="1399"/>
                </a:lnTo>
                <a:lnTo>
                  <a:pt x="4001" y="1399"/>
                </a:lnTo>
                <a:lnTo>
                  <a:pt x="4001" y="1208"/>
                </a:lnTo>
                <a:lnTo>
                  <a:pt x="3873" y="1080"/>
                </a:lnTo>
                <a:lnTo>
                  <a:pt x="3855" y="1080"/>
                </a:lnTo>
                <a:lnTo>
                  <a:pt x="3761" y="1173"/>
                </a:lnTo>
                <a:lnTo>
                  <a:pt x="3761" y="1342"/>
                </a:lnTo>
                <a:lnTo>
                  <a:pt x="3843" y="1342"/>
                </a:lnTo>
                <a:lnTo>
                  <a:pt x="3901" y="1399"/>
                </a:lnTo>
                <a:close/>
                <a:moveTo>
                  <a:pt x="6870" y="2711"/>
                </a:moveTo>
                <a:lnTo>
                  <a:pt x="6870" y="2711"/>
                </a:lnTo>
                <a:lnTo>
                  <a:pt x="6830" y="2672"/>
                </a:lnTo>
                <a:lnTo>
                  <a:pt x="6671" y="2831"/>
                </a:lnTo>
                <a:lnTo>
                  <a:pt x="6671" y="2876"/>
                </a:lnTo>
                <a:lnTo>
                  <a:pt x="6727" y="2932"/>
                </a:lnTo>
                <a:lnTo>
                  <a:pt x="6870" y="2932"/>
                </a:lnTo>
                <a:lnTo>
                  <a:pt x="6870" y="2711"/>
                </a:lnTo>
                <a:close/>
                <a:moveTo>
                  <a:pt x="1815" y="2319"/>
                </a:moveTo>
                <a:lnTo>
                  <a:pt x="1815" y="2319"/>
                </a:lnTo>
                <a:lnTo>
                  <a:pt x="1713" y="2319"/>
                </a:lnTo>
                <a:lnTo>
                  <a:pt x="1714" y="2085"/>
                </a:lnTo>
                <a:lnTo>
                  <a:pt x="2032" y="2085"/>
                </a:lnTo>
                <a:lnTo>
                  <a:pt x="2034" y="2177"/>
                </a:lnTo>
                <a:lnTo>
                  <a:pt x="2115" y="2177"/>
                </a:lnTo>
                <a:lnTo>
                  <a:pt x="2115" y="1900"/>
                </a:lnTo>
                <a:lnTo>
                  <a:pt x="2611" y="1404"/>
                </a:lnTo>
                <a:lnTo>
                  <a:pt x="2696" y="1404"/>
                </a:lnTo>
                <a:lnTo>
                  <a:pt x="2697" y="1282"/>
                </a:lnTo>
                <a:lnTo>
                  <a:pt x="2691" y="1277"/>
                </a:lnTo>
                <a:lnTo>
                  <a:pt x="2297" y="883"/>
                </a:lnTo>
                <a:lnTo>
                  <a:pt x="2171" y="883"/>
                </a:lnTo>
                <a:lnTo>
                  <a:pt x="2171" y="1188"/>
                </a:lnTo>
                <a:lnTo>
                  <a:pt x="1812" y="1188"/>
                </a:lnTo>
                <a:lnTo>
                  <a:pt x="1812" y="864"/>
                </a:lnTo>
                <a:lnTo>
                  <a:pt x="2099" y="578"/>
                </a:lnTo>
                <a:lnTo>
                  <a:pt x="2362" y="841"/>
                </a:lnTo>
                <a:lnTo>
                  <a:pt x="2432" y="841"/>
                </a:lnTo>
                <a:cubicBezTo>
                  <a:pt x="2432" y="841"/>
                  <a:pt x="2594" y="676"/>
                  <a:pt x="2594" y="676"/>
                </a:cubicBezTo>
                <a:lnTo>
                  <a:pt x="2182" y="265"/>
                </a:lnTo>
                <a:lnTo>
                  <a:pt x="1181" y="265"/>
                </a:lnTo>
                <a:lnTo>
                  <a:pt x="1050" y="396"/>
                </a:lnTo>
                <a:lnTo>
                  <a:pt x="163" y="396"/>
                </a:lnTo>
                <a:lnTo>
                  <a:pt x="0" y="560"/>
                </a:lnTo>
                <a:lnTo>
                  <a:pt x="0" y="953"/>
                </a:lnTo>
                <a:lnTo>
                  <a:pt x="159" y="1112"/>
                </a:lnTo>
                <a:lnTo>
                  <a:pt x="380" y="1112"/>
                </a:lnTo>
                <a:lnTo>
                  <a:pt x="380" y="978"/>
                </a:lnTo>
                <a:lnTo>
                  <a:pt x="577" y="978"/>
                </a:lnTo>
                <a:lnTo>
                  <a:pt x="1000" y="1401"/>
                </a:lnTo>
                <a:lnTo>
                  <a:pt x="1000" y="1829"/>
                </a:lnTo>
                <a:lnTo>
                  <a:pt x="1651" y="2481"/>
                </a:lnTo>
                <a:lnTo>
                  <a:pt x="1808" y="2481"/>
                </a:lnTo>
                <a:lnTo>
                  <a:pt x="1999" y="2671"/>
                </a:lnTo>
                <a:lnTo>
                  <a:pt x="2083" y="2587"/>
                </a:lnTo>
                <a:lnTo>
                  <a:pt x="1815" y="2319"/>
                </a:lnTo>
                <a:close/>
                <a:moveTo>
                  <a:pt x="6560" y="2743"/>
                </a:moveTo>
                <a:lnTo>
                  <a:pt x="6560" y="2743"/>
                </a:lnTo>
                <a:lnTo>
                  <a:pt x="6539" y="2722"/>
                </a:lnTo>
                <a:lnTo>
                  <a:pt x="6406" y="2589"/>
                </a:lnTo>
                <a:cubicBezTo>
                  <a:pt x="6407" y="2588"/>
                  <a:pt x="6369" y="2625"/>
                  <a:pt x="6369" y="2625"/>
                </a:cubicBezTo>
                <a:lnTo>
                  <a:pt x="6523" y="2780"/>
                </a:lnTo>
                <a:lnTo>
                  <a:pt x="6560" y="2743"/>
                </a:lnTo>
                <a:close/>
                <a:moveTo>
                  <a:pt x="6393" y="2695"/>
                </a:moveTo>
                <a:lnTo>
                  <a:pt x="6393" y="2695"/>
                </a:lnTo>
                <a:cubicBezTo>
                  <a:pt x="6395" y="2693"/>
                  <a:pt x="6346" y="2743"/>
                  <a:pt x="6346" y="2743"/>
                </a:cubicBezTo>
                <a:lnTo>
                  <a:pt x="6579" y="2979"/>
                </a:lnTo>
                <a:lnTo>
                  <a:pt x="6628" y="2930"/>
                </a:lnTo>
                <a:lnTo>
                  <a:pt x="6595" y="2896"/>
                </a:lnTo>
                <a:lnTo>
                  <a:pt x="6393" y="2695"/>
                </a:lnTo>
                <a:close/>
                <a:moveTo>
                  <a:pt x="5948" y="2706"/>
                </a:moveTo>
                <a:lnTo>
                  <a:pt x="5948" y="2706"/>
                </a:lnTo>
                <a:lnTo>
                  <a:pt x="6008" y="2706"/>
                </a:lnTo>
                <a:lnTo>
                  <a:pt x="6008" y="2622"/>
                </a:lnTo>
                <a:lnTo>
                  <a:pt x="5948" y="2622"/>
                </a:lnTo>
                <a:lnTo>
                  <a:pt x="5948" y="2706"/>
                </a:lnTo>
                <a:close/>
                <a:moveTo>
                  <a:pt x="3654" y="811"/>
                </a:moveTo>
                <a:lnTo>
                  <a:pt x="3654" y="811"/>
                </a:lnTo>
                <a:lnTo>
                  <a:pt x="3436" y="811"/>
                </a:lnTo>
                <a:lnTo>
                  <a:pt x="3436" y="660"/>
                </a:lnTo>
                <a:lnTo>
                  <a:pt x="3654" y="660"/>
                </a:lnTo>
                <a:lnTo>
                  <a:pt x="3654" y="811"/>
                </a:lnTo>
                <a:close/>
              </a:path>
            </a:pathLst>
          </a:custGeom>
          <a:solidFill>
            <a:srgbClr val="ECECE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750">
              <a:solidFill>
                <a:schemeClr val="dk1"/>
              </a:solidFill>
              <a:latin typeface="Arial"/>
              <a:ea typeface="Arial"/>
              <a:cs typeface="Arial"/>
              <a:sym typeface="Arial"/>
            </a:endParaRPr>
          </a:p>
        </p:txBody>
      </p:sp>
      <p:sp>
        <p:nvSpPr>
          <p:cNvPr id="1970" name="Google Shape;1970;p165"/>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1971" name="Google Shape;1971;p165"/>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63.xml><?xml version="1.0" encoding="utf-8"?>
<p:sldLayout xmlns:a="http://schemas.openxmlformats.org/drawingml/2006/main" xmlns:r="http://schemas.openxmlformats.org/officeDocument/2006/relationships" xmlns:p="http://schemas.openxmlformats.org/presentationml/2006/main" matchingName="Three Content with chart">
  <p:cSld name="Three Content with chart">
    <p:spTree>
      <p:nvGrpSpPr>
        <p:cNvPr id="1" name="Shape 1972"/>
        <p:cNvGrpSpPr/>
        <p:nvPr/>
      </p:nvGrpSpPr>
      <p:grpSpPr>
        <a:xfrm>
          <a:off x="0" y="0"/>
          <a:ext cx="0" cy="0"/>
          <a:chOff x="0" y="0"/>
          <a:chExt cx="0" cy="0"/>
        </a:xfrm>
      </p:grpSpPr>
      <p:sp>
        <p:nvSpPr>
          <p:cNvPr id="1973" name="Google Shape;1973;p166"/>
          <p:cNvSpPr/>
          <p:nvPr/>
        </p:nvSpPr>
        <p:spPr>
          <a:xfrm>
            <a:off x="4685356" y="1"/>
            <a:ext cx="4458600" cy="68580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974" name="Google Shape;1974;p166"/>
          <p:cNvSpPr txBox="1">
            <a:spLocks noGrp="1"/>
          </p:cNvSpPr>
          <p:nvPr>
            <p:ph type="body" idx="1"/>
          </p:nvPr>
        </p:nvSpPr>
        <p:spPr>
          <a:xfrm>
            <a:off x="273844" y="5067300"/>
            <a:ext cx="4071600" cy="10161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75" name="Google Shape;1975;p166"/>
          <p:cNvSpPr txBox="1">
            <a:spLocks noGrp="1"/>
          </p:cNvSpPr>
          <p:nvPr>
            <p:ph type="body" idx="2"/>
          </p:nvPr>
        </p:nvSpPr>
        <p:spPr>
          <a:xfrm>
            <a:off x="4906280" y="1016314"/>
            <a:ext cx="1755000" cy="20145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76" name="Google Shape;1976;p166"/>
          <p:cNvSpPr txBox="1">
            <a:spLocks noGrp="1"/>
          </p:cNvSpPr>
          <p:nvPr>
            <p:ph type="body" idx="3"/>
          </p:nvPr>
        </p:nvSpPr>
        <p:spPr>
          <a:xfrm>
            <a:off x="4906280" y="365126"/>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77" name="Google Shape;1977;p166"/>
          <p:cNvSpPr txBox="1">
            <a:spLocks noGrp="1"/>
          </p:cNvSpPr>
          <p:nvPr>
            <p:ph type="body" idx="4"/>
          </p:nvPr>
        </p:nvSpPr>
        <p:spPr>
          <a:xfrm>
            <a:off x="7111918" y="1016314"/>
            <a:ext cx="1755000" cy="20145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78" name="Google Shape;1978;p166"/>
          <p:cNvSpPr txBox="1">
            <a:spLocks noGrp="1"/>
          </p:cNvSpPr>
          <p:nvPr>
            <p:ph type="body" idx="5"/>
          </p:nvPr>
        </p:nvSpPr>
        <p:spPr>
          <a:xfrm>
            <a:off x="7111918" y="365126"/>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79" name="Google Shape;1979;p166"/>
          <p:cNvSpPr txBox="1">
            <a:spLocks noGrp="1"/>
          </p:cNvSpPr>
          <p:nvPr>
            <p:ph type="title"/>
          </p:nvPr>
        </p:nvSpPr>
        <p:spPr>
          <a:xfrm>
            <a:off x="274320" y="365760"/>
            <a:ext cx="40710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80" name="Google Shape;1980;p166"/>
          <p:cNvSpPr txBox="1">
            <a:spLocks noGrp="1"/>
          </p:cNvSpPr>
          <p:nvPr>
            <p:ph type="body" idx="6"/>
          </p:nvPr>
        </p:nvSpPr>
        <p:spPr>
          <a:xfrm>
            <a:off x="4906280" y="4080189"/>
            <a:ext cx="1755000" cy="20145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81" name="Google Shape;1981;p166"/>
          <p:cNvSpPr txBox="1">
            <a:spLocks noGrp="1"/>
          </p:cNvSpPr>
          <p:nvPr>
            <p:ph type="body" idx="7"/>
          </p:nvPr>
        </p:nvSpPr>
        <p:spPr>
          <a:xfrm>
            <a:off x="4906280" y="342900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82" name="Google Shape;1982;p166"/>
          <p:cNvSpPr txBox="1">
            <a:spLocks noGrp="1"/>
          </p:cNvSpPr>
          <p:nvPr>
            <p:ph type="body" idx="8"/>
          </p:nvPr>
        </p:nvSpPr>
        <p:spPr>
          <a:xfrm>
            <a:off x="7111918" y="4080189"/>
            <a:ext cx="1755000" cy="20145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83" name="Google Shape;1983;p166"/>
          <p:cNvSpPr txBox="1">
            <a:spLocks noGrp="1"/>
          </p:cNvSpPr>
          <p:nvPr>
            <p:ph type="body" idx="9"/>
          </p:nvPr>
        </p:nvSpPr>
        <p:spPr>
          <a:xfrm>
            <a:off x="7111918" y="342900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84" name="Google Shape;1984;p166"/>
          <p:cNvSpPr txBox="1">
            <a:spLocks noGrp="1"/>
          </p:cNvSpPr>
          <p:nvPr>
            <p:ph type="body" idx="13"/>
          </p:nvPr>
        </p:nvSpPr>
        <p:spPr>
          <a:xfrm>
            <a:off x="273844" y="1828800"/>
            <a:ext cx="4071600" cy="29241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85" name="Google Shape;1985;p166"/>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1986" name="Google Shape;1986;p166"/>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64.xml><?xml version="1.0" encoding="utf-8"?>
<p:sldLayout xmlns:a="http://schemas.openxmlformats.org/drawingml/2006/main" xmlns:r="http://schemas.openxmlformats.org/officeDocument/2006/relationships" xmlns:p="http://schemas.openxmlformats.org/presentationml/2006/main" matchingName="Three Content with Image ">
  <p:cSld name="Three Content with Image ">
    <p:spTree>
      <p:nvGrpSpPr>
        <p:cNvPr id="1" name="Shape 1987"/>
        <p:cNvGrpSpPr/>
        <p:nvPr/>
      </p:nvGrpSpPr>
      <p:grpSpPr>
        <a:xfrm>
          <a:off x="0" y="0"/>
          <a:ext cx="0" cy="0"/>
          <a:chOff x="0" y="0"/>
          <a:chExt cx="0" cy="0"/>
        </a:xfrm>
      </p:grpSpPr>
      <p:sp>
        <p:nvSpPr>
          <p:cNvPr id="1988" name="Google Shape;1988;p167"/>
          <p:cNvSpPr/>
          <p:nvPr/>
        </p:nvSpPr>
        <p:spPr>
          <a:xfrm>
            <a:off x="6551056" y="0"/>
            <a:ext cx="2592900" cy="68580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1989" name="Google Shape;1989;p167"/>
          <p:cNvSpPr>
            <a:spLocks noGrp="1"/>
          </p:cNvSpPr>
          <p:nvPr>
            <p:ph type="pic" idx="2"/>
          </p:nvPr>
        </p:nvSpPr>
        <p:spPr>
          <a:xfrm>
            <a:off x="273844" y="1828800"/>
            <a:ext cx="2920500" cy="2462100"/>
          </a:xfrm>
          <a:prstGeom prst="rect">
            <a:avLst/>
          </a:prstGeom>
          <a:solidFill>
            <a:schemeClr val="lt1"/>
          </a:solidFill>
          <a:ln>
            <a:noFill/>
          </a:ln>
        </p:spPr>
      </p:sp>
      <p:sp>
        <p:nvSpPr>
          <p:cNvPr id="1990" name="Google Shape;1990;p167"/>
          <p:cNvSpPr txBox="1">
            <a:spLocks noGrp="1"/>
          </p:cNvSpPr>
          <p:nvPr>
            <p:ph type="body" idx="1"/>
          </p:nvPr>
        </p:nvSpPr>
        <p:spPr>
          <a:xfrm>
            <a:off x="6769494" y="2410416"/>
            <a:ext cx="2097900" cy="3672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91" name="Google Shape;1991;p167"/>
          <p:cNvSpPr txBox="1">
            <a:spLocks noGrp="1"/>
          </p:cNvSpPr>
          <p:nvPr>
            <p:ph type="body" idx="3"/>
          </p:nvPr>
        </p:nvSpPr>
        <p:spPr>
          <a:xfrm>
            <a:off x="1475210" y="4958641"/>
            <a:ext cx="4850400" cy="10611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92" name="Google Shape;1992;p167"/>
          <p:cNvSpPr txBox="1">
            <a:spLocks noGrp="1"/>
          </p:cNvSpPr>
          <p:nvPr>
            <p:ph type="body" idx="4"/>
          </p:nvPr>
        </p:nvSpPr>
        <p:spPr>
          <a:xfrm>
            <a:off x="3419766" y="2522973"/>
            <a:ext cx="2906100" cy="1767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93" name="Google Shape;1993;p167"/>
          <p:cNvSpPr txBox="1">
            <a:spLocks noGrp="1"/>
          </p:cNvSpPr>
          <p:nvPr>
            <p:ph type="body" idx="5"/>
          </p:nvPr>
        </p:nvSpPr>
        <p:spPr>
          <a:xfrm>
            <a:off x="6769494" y="1755097"/>
            <a:ext cx="20979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94" name="Google Shape;1994;p167"/>
          <p:cNvSpPr txBox="1">
            <a:spLocks noGrp="1"/>
          </p:cNvSpPr>
          <p:nvPr>
            <p:ph type="body" idx="6"/>
          </p:nvPr>
        </p:nvSpPr>
        <p:spPr>
          <a:xfrm>
            <a:off x="1475209" y="4495757"/>
            <a:ext cx="4850400" cy="338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95" name="Google Shape;1995;p167"/>
          <p:cNvSpPr txBox="1">
            <a:spLocks noGrp="1"/>
          </p:cNvSpPr>
          <p:nvPr>
            <p:ph type="body" idx="7"/>
          </p:nvPr>
        </p:nvSpPr>
        <p:spPr>
          <a:xfrm>
            <a:off x="3419766" y="1867655"/>
            <a:ext cx="29061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1996" name="Google Shape;1996;p167"/>
          <p:cNvSpPr txBox="1">
            <a:spLocks noGrp="1"/>
          </p:cNvSpPr>
          <p:nvPr>
            <p:ph type="title"/>
          </p:nvPr>
        </p:nvSpPr>
        <p:spPr>
          <a:xfrm>
            <a:off x="274320" y="365760"/>
            <a:ext cx="60513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97" name="Google Shape;1997;p167"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998" name="Google Shape;1998;p167"/>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1999" name="Google Shape;1999;p167"/>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683">
          <p15:clr>
            <a:srgbClr val="FBAE40"/>
          </p15:clr>
        </p15:guide>
        <p15:guide id="2" pos="2506">
          <p15:clr>
            <a:srgbClr val="FBAE40"/>
          </p15:clr>
        </p15:guide>
        <p15:guide id="3" pos="4978">
          <p15:clr>
            <a:srgbClr val="FBAE40"/>
          </p15:clr>
        </p15:guide>
        <p15:guide id="4" pos="5155">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65.xml><?xml version="1.0" encoding="utf-8"?>
<p:sldLayout xmlns:a="http://schemas.openxmlformats.org/drawingml/2006/main" xmlns:r="http://schemas.openxmlformats.org/officeDocument/2006/relationships" xmlns:p="http://schemas.openxmlformats.org/presentationml/2006/main" matchingName="Three Content with chart and icons">
  <p:cSld name="Three Content with chart and icons">
    <p:spTree>
      <p:nvGrpSpPr>
        <p:cNvPr id="1" name="Shape 2000"/>
        <p:cNvGrpSpPr/>
        <p:nvPr/>
      </p:nvGrpSpPr>
      <p:grpSpPr>
        <a:xfrm>
          <a:off x="0" y="0"/>
          <a:ext cx="0" cy="0"/>
          <a:chOff x="0" y="0"/>
          <a:chExt cx="0" cy="0"/>
        </a:xfrm>
      </p:grpSpPr>
      <p:sp>
        <p:nvSpPr>
          <p:cNvPr id="2001" name="Google Shape;2001;p168"/>
          <p:cNvSpPr txBox="1">
            <a:spLocks noGrp="1"/>
          </p:cNvSpPr>
          <p:nvPr>
            <p:ph type="body" idx="1"/>
          </p:nvPr>
        </p:nvSpPr>
        <p:spPr>
          <a:xfrm>
            <a:off x="3216402"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02" name="Google Shape;2002;p168"/>
          <p:cNvSpPr txBox="1">
            <a:spLocks noGrp="1"/>
          </p:cNvSpPr>
          <p:nvPr>
            <p:ph type="body" idx="2"/>
          </p:nvPr>
        </p:nvSpPr>
        <p:spPr>
          <a:xfrm>
            <a:off x="7112394"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03" name="Google Shape;2003;p168"/>
          <p:cNvSpPr txBox="1">
            <a:spLocks noGrp="1"/>
          </p:cNvSpPr>
          <p:nvPr>
            <p:ph type="body" idx="3"/>
          </p:nvPr>
        </p:nvSpPr>
        <p:spPr>
          <a:xfrm>
            <a:off x="274320" y="5554278"/>
            <a:ext cx="6686100" cy="5265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04" name="Google Shape;2004;p168"/>
          <p:cNvSpPr txBox="1">
            <a:spLocks noGrp="1"/>
          </p:cNvSpPr>
          <p:nvPr>
            <p:ph type="body" idx="4"/>
          </p:nvPr>
        </p:nvSpPr>
        <p:spPr>
          <a:xfrm>
            <a:off x="3216640" y="1619955"/>
            <a:ext cx="5650800" cy="567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0"/>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05" name="Google Shape;2005;p168"/>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06" name="Google Shape;2006;p168"/>
          <p:cNvSpPr txBox="1">
            <a:spLocks noGrp="1"/>
          </p:cNvSpPr>
          <p:nvPr>
            <p:ph type="body" idx="5"/>
          </p:nvPr>
        </p:nvSpPr>
        <p:spPr>
          <a:xfrm>
            <a:off x="5205288"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07" name="Google Shape;2007;p168"/>
          <p:cNvSpPr>
            <a:spLocks noGrp="1"/>
          </p:cNvSpPr>
          <p:nvPr>
            <p:ph type="pic" idx="6"/>
          </p:nvPr>
        </p:nvSpPr>
        <p:spPr>
          <a:xfrm>
            <a:off x="3216403" y="2544378"/>
            <a:ext cx="394800" cy="526500"/>
          </a:xfrm>
          <a:prstGeom prst="rect">
            <a:avLst/>
          </a:prstGeom>
          <a:noFill/>
          <a:ln>
            <a:noFill/>
          </a:ln>
        </p:spPr>
      </p:sp>
      <p:sp>
        <p:nvSpPr>
          <p:cNvPr id="2008" name="Google Shape;2008;p168"/>
          <p:cNvSpPr>
            <a:spLocks noGrp="1"/>
          </p:cNvSpPr>
          <p:nvPr>
            <p:ph type="pic" idx="7"/>
          </p:nvPr>
        </p:nvSpPr>
        <p:spPr>
          <a:xfrm>
            <a:off x="5205288" y="2544378"/>
            <a:ext cx="394800" cy="526500"/>
          </a:xfrm>
          <a:prstGeom prst="rect">
            <a:avLst/>
          </a:prstGeom>
          <a:noFill/>
          <a:ln>
            <a:noFill/>
          </a:ln>
        </p:spPr>
      </p:sp>
      <p:sp>
        <p:nvSpPr>
          <p:cNvPr id="2009" name="Google Shape;2009;p168"/>
          <p:cNvSpPr>
            <a:spLocks noGrp="1"/>
          </p:cNvSpPr>
          <p:nvPr>
            <p:ph type="pic" idx="8"/>
          </p:nvPr>
        </p:nvSpPr>
        <p:spPr>
          <a:xfrm>
            <a:off x="7112395" y="2544378"/>
            <a:ext cx="394800" cy="526500"/>
          </a:xfrm>
          <a:prstGeom prst="rect">
            <a:avLst/>
          </a:prstGeom>
          <a:noFill/>
          <a:ln>
            <a:noFill/>
          </a:ln>
        </p:spPr>
      </p:sp>
      <p:sp>
        <p:nvSpPr>
          <p:cNvPr id="2010" name="Google Shape;2010;p168"/>
          <p:cNvSpPr>
            <a:spLocks noGrp="1"/>
          </p:cNvSpPr>
          <p:nvPr>
            <p:ph type="pic" idx="9"/>
          </p:nvPr>
        </p:nvSpPr>
        <p:spPr>
          <a:xfrm>
            <a:off x="273844" y="1619955"/>
            <a:ext cx="2708700" cy="3637800"/>
          </a:xfrm>
          <a:prstGeom prst="rect">
            <a:avLst/>
          </a:prstGeom>
          <a:solidFill>
            <a:schemeClr val="lt1"/>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66.xml><?xml version="1.0" encoding="utf-8"?>
<p:sldLayout xmlns:a="http://schemas.openxmlformats.org/drawingml/2006/main" xmlns:r="http://schemas.openxmlformats.org/officeDocument/2006/relationships" xmlns:p="http://schemas.openxmlformats.org/presentationml/2006/main" matchingName="Two Content/Table with Image">
  <p:cSld name="Two Content/Table with Image">
    <p:spTree>
      <p:nvGrpSpPr>
        <p:cNvPr id="1" name="Shape 2011"/>
        <p:cNvGrpSpPr/>
        <p:nvPr/>
      </p:nvGrpSpPr>
      <p:grpSpPr>
        <a:xfrm>
          <a:off x="0" y="0"/>
          <a:ext cx="0" cy="0"/>
          <a:chOff x="0" y="0"/>
          <a:chExt cx="0" cy="0"/>
        </a:xfrm>
      </p:grpSpPr>
      <p:sp>
        <p:nvSpPr>
          <p:cNvPr id="2012" name="Google Shape;2012;p169"/>
          <p:cNvSpPr txBox="1">
            <a:spLocks noGrp="1"/>
          </p:cNvSpPr>
          <p:nvPr>
            <p:ph type="body" idx="1"/>
          </p:nvPr>
        </p:nvSpPr>
        <p:spPr>
          <a:xfrm>
            <a:off x="2121694" y="2314575"/>
            <a:ext cx="4243500" cy="2943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13" name="Google Shape;2013;p169"/>
          <p:cNvSpPr txBox="1">
            <a:spLocks noGrp="1"/>
          </p:cNvSpPr>
          <p:nvPr>
            <p:ph type="body" idx="2"/>
          </p:nvPr>
        </p:nvSpPr>
        <p:spPr>
          <a:xfrm>
            <a:off x="274321" y="5554278"/>
            <a:ext cx="6090900" cy="5265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14" name="Google Shape;2014;p169"/>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15" name="Google Shape;2015;p169"/>
          <p:cNvSpPr>
            <a:spLocks noGrp="1"/>
          </p:cNvSpPr>
          <p:nvPr>
            <p:ph type="pic" idx="3"/>
          </p:nvPr>
        </p:nvSpPr>
        <p:spPr>
          <a:xfrm>
            <a:off x="273844" y="1619955"/>
            <a:ext cx="1633500" cy="3637800"/>
          </a:xfrm>
          <a:prstGeom prst="rect">
            <a:avLst/>
          </a:prstGeom>
          <a:solidFill>
            <a:schemeClr val="lt1"/>
          </a:solidFill>
          <a:ln>
            <a:noFill/>
          </a:ln>
        </p:spPr>
      </p:sp>
      <p:sp>
        <p:nvSpPr>
          <p:cNvPr id="2016" name="Google Shape;2016;p169"/>
          <p:cNvSpPr txBox="1">
            <a:spLocks noGrp="1"/>
          </p:cNvSpPr>
          <p:nvPr>
            <p:ph type="body" idx="4"/>
          </p:nvPr>
        </p:nvSpPr>
        <p:spPr>
          <a:xfrm>
            <a:off x="2121694" y="1619955"/>
            <a:ext cx="6745800" cy="5265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0"/>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17" name="Google Shape;2017;p169"/>
          <p:cNvSpPr txBox="1">
            <a:spLocks noGrp="1"/>
          </p:cNvSpPr>
          <p:nvPr>
            <p:ph type="body" idx="5"/>
          </p:nvPr>
        </p:nvSpPr>
        <p:spPr>
          <a:xfrm>
            <a:off x="6657975" y="2314574"/>
            <a:ext cx="2209500" cy="37662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67.xml><?xml version="1.0" encoding="utf-8"?>
<p:sldLayout xmlns:a="http://schemas.openxmlformats.org/drawingml/2006/main" xmlns:r="http://schemas.openxmlformats.org/officeDocument/2006/relationships" xmlns:p="http://schemas.openxmlformats.org/presentationml/2006/main" matchingName="Content/Table layout">
  <p:cSld name="Content/Table layout">
    <p:spTree>
      <p:nvGrpSpPr>
        <p:cNvPr id="1" name="Shape 2018"/>
        <p:cNvGrpSpPr/>
        <p:nvPr/>
      </p:nvGrpSpPr>
      <p:grpSpPr>
        <a:xfrm>
          <a:off x="0" y="0"/>
          <a:ext cx="0" cy="0"/>
          <a:chOff x="0" y="0"/>
          <a:chExt cx="0" cy="0"/>
        </a:xfrm>
      </p:grpSpPr>
      <p:sp>
        <p:nvSpPr>
          <p:cNvPr id="2019" name="Google Shape;2019;p170"/>
          <p:cNvSpPr/>
          <p:nvPr/>
        </p:nvSpPr>
        <p:spPr>
          <a:xfrm>
            <a:off x="6551056" y="0"/>
            <a:ext cx="2592900" cy="68580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20" name="Google Shape;2020;p170"/>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2021" name="Google Shape;2021;p170"/>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2022" name="Google Shape;2022;p170"/>
          <p:cNvSpPr txBox="1">
            <a:spLocks noGrp="1"/>
          </p:cNvSpPr>
          <p:nvPr>
            <p:ph type="body" idx="1"/>
          </p:nvPr>
        </p:nvSpPr>
        <p:spPr>
          <a:xfrm>
            <a:off x="6769494" y="2410416"/>
            <a:ext cx="2097900" cy="3672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23" name="Google Shape;2023;p170"/>
          <p:cNvSpPr txBox="1">
            <a:spLocks noGrp="1"/>
          </p:cNvSpPr>
          <p:nvPr>
            <p:ph type="body" idx="2"/>
          </p:nvPr>
        </p:nvSpPr>
        <p:spPr>
          <a:xfrm>
            <a:off x="6769494" y="1755097"/>
            <a:ext cx="20979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24" name="Google Shape;2024;p170"/>
          <p:cNvSpPr txBox="1">
            <a:spLocks noGrp="1"/>
          </p:cNvSpPr>
          <p:nvPr>
            <p:ph type="body" idx="3"/>
          </p:nvPr>
        </p:nvSpPr>
        <p:spPr>
          <a:xfrm>
            <a:off x="273844" y="1619955"/>
            <a:ext cx="6091200" cy="36378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25" name="Google Shape;2025;p170"/>
          <p:cNvSpPr txBox="1">
            <a:spLocks noGrp="1"/>
          </p:cNvSpPr>
          <p:nvPr>
            <p:ph type="body" idx="4"/>
          </p:nvPr>
        </p:nvSpPr>
        <p:spPr>
          <a:xfrm>
            <a:off x="274321" y="5554278"/>
            <a:ext cx="6090900" cy="5265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26" name="Google Shape;2026;p170"/>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68.xml><?xml version="1.0" encoding="utf-8"?>
<p:sldLayout xmlns:a="http://schemas.openxmlformats.org/drawingml/2006/main" xmlns:r="http://schemas.openxmlformats.org/officeDocument/2006/relationships" xmlns:p="http://schemas.openxmlformats.org/presentationml/2006/main" matchingName="Four Content with Icons">
  <p:cSld name="Four Content with Icons">
    <p:spTree>
      <p:nvGrpSpPr>
        <p:cNvPr id="1" name="Shape 2027"/>
        <p:cNvGrpSpPr/>
        <p:nvPr/>
      </p:nvGrpSpPr>
      <p:grpSpPr>
        <a:xfrm>
          <a:off x="0" y="0"/>
          <a:ext cx="0" cy="0"/>
          <a:chOff x="0" y="0"/>
          <a:chExt cx="0" cy="0"/>
        </a:xfrm>
      </p:grpSpPr>
      <p:sp>
        <p:nvSpPr>
          <p:cNvPr id="2028" name="Google Shape;2028;p171"/>
          <p:cNvSpPr/>
          <p:nvPr/>
        </p:nvSpPr>
        <p:spPr>
          <a:xfrm>
            <a:off x="273844" y="1828800"/>
            <a:ext cx="1976400" cy="3714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29" name="Google Shape;2029;p171"/>
          <p:cNvSpPr/>
          <p:nvPr/>
        </p:nvSpPr>
        <p:spPr>
          <a:xfrm>
            <a:off x="2479719" y="1828800"/>
            <a:ext cx="1976400" cy="3714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30" name="Google Shape;2030;p171"/>
          <p:cNvSpPr/>
          <p:nvPr/>
        </p:nvSpPr>
        <p:spPr>
          <a:xfrm>
            <a:off x="4685357" y="1828800"/>
            <a:ext cx="1976400" cy="3714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31" name="Google Shape;2031;p171"/>
          <p:cNvSpPr/>
          <p:nvPr/>
        </p:nvSpPr>
        <p:spPr>
          <a:xfrm>
            <a:off x="6890994" y="1828800"/>
            <a:ext cx="1976400" cy="3714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32" name="Google Shape;2032;p171"/>
          <p:cNvSpPr txBox="1">
            <a:spLocks noGrp="1"/>
          </p:cNvSpPr>
          <p:nvPr>
            <p:ph type="body" idx="1"/>
          </p:nvPr>
        </p:nvSpPr>
        <p:spPr>
          <a:xfrm>
            <a:off x="38454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33" name="Google Shape;2033;p171"/>
          <p:cNvSpPr txBox="1">
            <a:spLocks noGrp="1"/>
          </p:cNvSpPr>
          <p:nvPr>
            <p:ph type="body" idx="2"/>
          </p:nvPr>
        </p:nvSpPr>
        <p:spPr>
          <a:xfrm>
            <a:off x="2590419"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34" name="Google Shape;2034;p171"/>
          <p:cNvSpPr txBox="1">
            <a:spLocks noGrp="1"/>
          </p:cNvSpPr>
          <p:nvPr>
            <p:ph type="body" idx="3"/>
          </p:nvPr>
        </p:nvSpPr>
        <p:spPr>
          <a:xfrm>
            <a:off x="4796057"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35" name="Google Shape;2035;p171"/>
          <p:cNvSpPr txBox="1">
            <a:spLocks noGrp="1"/>
          </p:cNvSpPr>
          <p:nvPr>
            <p:ph type="body" idx="4"/>
          </p:nvPr>
        </p:nvSpPr>
        <p:spPr>
          <a:xfrm>
            <a:off x="384544"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36" name="Google Shape;2036;p171"/>
          <p:cNvSpPr txBox="1">
            <a:spLocks noGrp="1"/>
          </p:cNvSpPr>
          <p:nvPr>
            <p:ph type="body" idx="5"/>
          </p:nvPr>
        </p:nvSpPr>
        <p:spPr>
          <a:xfrm>
            <a:off x="2590419"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37" name="Google Shape;2037;p171"/>
          <p:cNvSpPr txBox="1">
            <a:spLocks noGrp="1"/>
          </p:cNvSpPr>
          <p:nvPr>
            <p:ph type="body" idx="6"/>
          </p:nvPr>
        </p:nvSpPr>
        <p:spPr>
          <a:xfrm>
            <a:off x="4796057"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38" name="Google Shape;2038;p171"/>
          <p:cNvSpPr txBox="1">
            <a:spLocks noGrp="1"/>
          </p:cNvSpPr>
          <p:nvPr>
            <p:ph type="body" idx="7"/>
          </p:nvPr>
        </p:nvSpPr>
        <p:spPr>
          <a:xfrm>
            <a:off x="700169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39" name="Google Shape;2039;p171"/>
          <p:cNvSpPr txBox="1">
            <a:spLocks noGrp="1"/>
          </p:cNvSpPr>
          <p:nvPr>
            <p:ph type="body" idx="8"/>
          </p:nvPr>
        </p:nvSpPr>
        <p:spPr>
          <a:xfrm>
            <a:off x="7001694"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40" name="Google Shape;2040;p171"/>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41" name="Google Shape;2041;p171"/>
          <p:cNvSpPr>
            <a:spLocks noGrp="1"/>
          </p:cNvSpPr>
          <p:nvPr>
            <p:ph type="pic" idx="9"/>
          </p:nvPr>
        </p:nvSpPr>
        <p:spPr>
          <a:xfrm>
            <a:off x="384544" y="1965325"/>
            <a:ext cx="404700" cy="539700"/>
          </a:xfrm>
          <a:prstGeom prst="rect">
            <a:avLst/>
          </a:prstGeom>
          <a:noFill/>
          <a:ln>
            <a:noFill/>
          </a:ln>
        </p:spPr>
      </p:sp>
      <p:sp>
        <p:nvSpPr>
          <p:cNvPr id="2042" name="Google Shape;2042;p171"/>
          <p:cNvSpPr>
            <a:spLocks noGrp="1"/>
          </p:cNvSpPr>
          <p:nvPr>
            <p:ph type="pic" idx="13"/>
          </p:nvPr>
        </p:nvSpPr>
        <p:spPr>
          <a:xfrm>
            <a:off x="2590419" y="1965325"/>
            <a:ext cx="404700" cy="539700"/>
          </a:xfrm>
          <a:prstGeom prst="rect">
            <a:avLst/>
          </a:prstGeom>
          <a:noFill/>
          <a:ln>
            <a:noFill/>
          </a:ln>
        </p:spPr>
      </p:sp>
      <p:sp>
        <p:nvSpPr>
          <p:cNvPr id="2043" name="Google Shape;2043;p171"/>
          <p:cNvSpPr>
            <a:spLocks noGrp="1"/>
          </p:cNvSpPr>
          <p:nvPr>
            <p:ph type="pic" idx="14"/>
          </p:nvPr>
        </p:nvSpPr>
        <p:spPr>
          <a:xfrm>
            <a:off x="4796056" y="1965325"/>
            <a:ext cx="404700" cy="539700"/>
          </a:xfrm>
          <a:prstGeom prst="rect">
            <a:avLst/>
          </a:prstGeom>
          <a:noFill/>
          <a:ln>
            <a:noFill/>
          </a:ln>
        </p:spPr>
      </p:sp>
      <p:sp>
        <p:nvSpPr>
          <p:cNvPr id="2044" name="Google Shape;2044;p171"/>
          <p:cNvSpPr>
            <a:spLocks noGrp="1"/>
          </p:cNvSpPr>
          <p:nvPr>
            <p:ph type="pic" idx="15"/>
          </p:nvPr>
        </p:nvSpPr>
        <p:spPr>
          <a:xfrm>
            <a:off x="7001694" y="1965325"/>
            <a:ext cx="404700" cy="539700"/>
          </a:xfrm>
          <a:prstGeom prst="rect">
            <a:avLst/>
          </a:prstGeom>
          <a:no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69.xml><?xml version="1.0" encoding="utf-8"?>
<p:sldLayout xmlns:a="http://schemas.openxmlformats.org/drawingml/2006/main" xmlns:r="http://schemas.openxmlformats.org/officeDocument/2006/relationships" xmlns:p="http://schemas.openxmlformats.org/presentationml/2006/main" matchingName="Four Content with Icons G">
  <p:cSld name="Four Content with Icons G">
    <p:spTree>
      <p:nvGrpSpPr>
        <p:cNvPr id="1" name="Shape 2045"/>
        <p:cNvGrpSpPr/>
        <p:nvPr/>
      </p:nvGrpSpPr>
      <p:grpSpPr>
        <a:xfrm>
          <a:off x="0" y="0"/>
          <a:ext cx="0" cy="0"/>
          <a:chOff x="0" y="0"/>
          <a:chExt cx="0" cy="0"/>
        </a:xfrm>
      </p:grpSpPr>
      <p:sp>
        <p:nvSpPr>
          <p:cNvPr id="2046" name="Google Shape;2046;p172"/>
          <p:cNvSpPr/>
          <p:nvPr/>
        </p:nvSpPr>
        <p:spPr>
          <a:xfrm>
            <a:off x="0" y="0"/>
            <a:ext cx="9144000" cy="6858000"/>
          </a:xfrm>
          <a:prstGeom prst="rect">
            <a:avLst/>
          </a:prstGeom>
          <a:solidFill>
            <a:srgbClr val="F2F7F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047" name="Google Shape;2047;p172"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048" name="Google Shape;2048;p172"/>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2049" name="Google Shape;2049;p172"/>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2050" name="Google Shape;2050;p172"/>
          <p:cNvSpPr/>
          <p:nvPr/>
        </p:nvSpPr>
        <p:spPr>
          <a:xfrm>
            <a:off x="273844" y="1828800"/>
            <a:ext cx="1976400" cy="371490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51" name="Google Shape;2051;p172"/>
          <p:cNvSpPr/>
          <p:nvPr/>
        </p:nvSpPr>
        <p:spPr>
          <a:xfrm>
            <a:off x="2479719" y="1828800"/>
            <a:ext cx="1976400" cy="371490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52" name="Google Shape;2052;p172"/>
          <p:cNvSpPr/>
          <p:nvPr/>
        </p:nvSpPr>
        <p:spPr>
          <a:xfrm>
            <a:off x="4685357" y="1828800"/>
            <a:ext cx="1976400" cy="371490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53" name="Google Shape;2053;p172"/>
          <p:cNvSpPr/>
          <p:nvPr/>
        </p:nvSpPr>
        <p:spPr>
          <a:xfrm>
            <a:off x="6890994" y="1828800"/>
            <a:ext cx="1976400" cy="371490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54" name="Google Shape;2054;p172"/>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55" name="Google Shape;2055;p172"/>
          <p:cNvSpPr txBox="1">
            <a:spLocks noGrp="1"/>
          </p:cNvSpPr>
          <p:nvPr>
            <p:ph type="body" idx="1"/>
          </p:nvPr>
        </p:nvSpPr>
        <p:spPr>
          <a:xfrm>
            <a:off x="38454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56" name="Google Shape;2056;p172"/>
          <p:cNvSpPr txBox="1">
            <a:spLocks noGrp="1"/>
          </p:cNvSpPr>
          <p:nvPr>
            <p:ph type="body" idx="2"/>
          </p:nvPr>
        </p:nvSpPr>
        <p:spPr>
          <a:xfrm>
            <a:off x="2590419"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57" name="Google Shape;2057;p172"/>
          <p:cNvSpPr txBox="1">
            <a:spLocks noGrp="1"/>
          </p:cNvSpPr>
          <p:nvPr>
            <p:ph type="body" idx="3"/>
          </p:nvPr>
        </p:nvSpPr>
        <p:spPr>
          <a:xfrm>
            <a:off x="4796057"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58" name="Google Shape;2058;p172"/>
          <p:cNvSpPr txBox="1">
            <a:spLocks noGrp="1"/>
          </p:cNvSpPr>
          <p:nvPr>
            <p:ph type="body" idx="4"/>
          </p:nvPr>
        </p:nvSpPr>
        <p:spPr>
          <a:xfrm>
            <a:off x="384544"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59" name="Google Shape;2059;p172"/>
          <p:cNvSpPr txBox="1">
            <a:spLocks noGrp="1"/>
          </p:cNvSpPr>
          <p:nvPr>
            <p:ph type="body" idx="5"/>
          </p:nvPr>
        </p:nvSpPr>
        <p:spPr>
          <a:xfrm>
            <a:off x="2590419"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60" name="Google Shape;2060;p172"/>
          <p:cNvSpPr txBox="1">
            <a:spLocks noGrp="1"/>
          </p:cNvSpPr>
          <p:nvPr>
            <p:ph type="body" idx="6"/>
          </p:nvPr>
        </p:nvSpPr>
        <p:spPr>
          <a:xfrm>
            <a:off x="4796057"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61" name="Google Shape;2061;p172"/>
          <p:cNvSpPr txBox="1">
            <a:spLocks noGrp="1"/>
          </p:cNvSpPr>
          <p:nvPr>
            <p:ph type="body" idx="7"/>
          </p:nvPr>
        </p:nvSpPr>
        <p:spPr>
          <a:xfrm>
            <a:off x="700169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62" name="Google Shape;2062;p172"/>
          <p:cNvSpPr txBox="1">
            <a:spLocks noGrp="1"/>
          </p:cNvSpPr>
          <p:nvPr>
            <p:ph type="body" idx="8"/>
          </p:nvPr>
        </p:nvSpPr>
        <p:spPr>
          <a:xfrm>
            <a:off x="7001694"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63" name="Google Shape;2063;p172"/>
          <p:cNvSpPr>
            <a:spLocks noGrp="1"/>
          </p:cNvSpPr>
          <p:nvPr>
            <p:ph type="pic" idx="9"/>
          </p:nvPr>
        </p:nvSpPr>
        <p:spPr>
          <a:xfrm>
            <a:off x="384544" y="1965325"/>
            <a:ext cx="404700" cy="539700"/>
          </a:xfrm>
          <a:prstGeom prst="rect">
            <a:avLst/>
          </a:prstGeom>
          <a:noFill/>
          <a:ln>
            <a:noFill/>
          </a:ln>
        </p:spPr>
      </p:sp>
      <p:sp>
        <p:nvSpPr>
          <p:cNvPr id="2064" name="Google Shape;2064;p172"/>
          <p:cNvSpPr>
            <a:spLocks noGrp="1"/>
          </p:cNvSpPr>
          <p:nvPr>
            <p:ph type="pic" idx="13"/>
          </p:nvPr>
        </p:nvSpPr>
        <p:spPr>
          <a:xfrm>
            <a:off x="2590419" y="1965325"/>
            <a:ext cx="404700" cy="539700"/>
          </a:xfrm>
          <a:prstGeom prst="rect">
            <a:avLst/>
          </a:prstGeom>
          <a:noFill/>
          <a:ln>
            <a:noFill/>
          </a:ln>
        </p:spPr>
      </p:sp>
      <p:sp>
        <p:nvSpPr>
          <p:cNvPr id="2065" name="Google Shape;2065;p172"/>
          <p:cNvSpPr>
            <a:spLocks noGrp="1"/>
          </p:cNvSpPr>
          <p:nvPr>
            <p:ph type="pic" idx="14"/>
          </p:nvPr>
        </p:nvSpPr>
        <p:spPr>
          <a:xfrm>
            <a:off x="4796056" y="1965325"/>
            <a:ext cx="404700" cy="539700"/>
          </a:xfrm>
          <a:prstGeom prst="rect">
            <a:avLst/>
          </a:prstGeom>
          <a:noFill/>
          <a:ln>
            <a:noFill/>
          </a:ln>
        </p:spPr>
      </p:sp>
      <p:sp>
        <p:nvSpPr>
          <p:cNvPr id="2066" name="Google Shape;2066;p172"/>
          <p:cNvSpPr>
            <a:spLocks noGrp="1"/>
          </p:cNvSpPr>
          <p:nvPr>
            <p:ph type="pic" idx="15"/>
          </p:nvPr>
        </p:nvSpPr>
        <p:spPr>
          <a:xfrm>
            <a:off x="7001694" y="1965325"/>
            <a:ext cx="404700" cy="539700"/>
          </a:xfrm>
          <a:prstGeom prst="rect">
            <a:avLst/>
          </a:prstGeom>
          <a:no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70.xml><?xml version="1.0" encoding="utf-8"?>
<p:sldLayout xmlns:a="http://schemas.openxmlformats.org/drawingml/2006/main" xmlns:r="http://schemas.openxmlformats.org/officeDocument/2006/relationships" xmlns:p="http://schemas.openxmlformats.org/presentationml/2006/main" matchingName="Three Content with numbering and Image">
  <p:cSld name="Three Content with numbering and Image">
    <p:spTree>
      <p:nvGrpSpPr>
        <p:cNvPr id="1" name="Shape 2067"/>
        <p:cNvGrpSpPr/>
        <p:nvPr/>
      </p:nvGrpSpPr>
      <p:grpSpPr>
        <a:xfrm>
          <a:off x="0" y="0"/>
          <a:ext cx="0" cy="0"/>
          <a:chOff x="0" y="0"/>
          <a:chExt cx="0" cy="0"/>
        </a:xfrm>
      </p:grpSpPr>
      <p:sp>
        <p:nvSpPr>
          <p:cNvPr id="2068" name="Google Shape;2068;p173"/>
          <p:cNvSpPr>
            <a:spLocks noGrp="1"/>
          </p:cNvSpPr>
          <p:nvPr>
            <p:ph type="pic" idx="2"/>
          </p:nvPr>
        </p:nvSpPr>
        <p:spPr>
          <a:xfrm>
            <a:off x="6890994" y="1828800"/>
            <a:ext cx="1976400" cy="3714900"/>
          </a:xfrm>
          <a:prstGeom prst="rect">
            <a:avLst/>
          </a:prstGeom>
          <a:solidFill>
            <a:srgbClr val="D7E0E3"/>
          </a:solidFill>
          <a:ln>
            <a:noFill/>
          </a:ln>
        </p:spPr>
      </p:sp>
      <p:sp>
        <p:nvSpPr>
          <p:cNvPr id="2069" name="Google Shape;2069;p173"/>
          <p:cNvSpPr/>
          <p:nvPr/>
        </p:nvSpPr>
        <p:spPr>
          <a:xfrm>
            <a:off x="273844" y="1828800"/>
            <a:ext cx="1976400" cy="3714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70" name="Google Shape;2070;p173"/>
          <p:cNvSpPr/>
          <p:nvPr/>
        </p:nvSpPr>
        <p:spPr>
          <a:xfrm>
            <a:off x="2479719" y="1828800"/>
            <a:ext cx="1976400" cy="3714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71" name="Google Shape;2071;p173"/>
          <p:cNvSpPr/>
          <p:nvPr/>
        </p:nvSpPr>
        <p:spPr>
          <a:xfrm>
            <a:off x="4685357" y="1828800"/>
            <a:ext cx="1976400" cy="3714900"/>
          </a:xfrm>
          <a:prstGeom prst="rect">
            <a:avLst/>
          </a:prstGeom>
          <a:solidFill>
            <a:srgbClr val="F2F7F8"/>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72" name="Google Shape;2072;p173"/>
          <p:cNvSpPr txBox="1">
            <a:spLocks noGrp="1"/>
          </p:cNvSpPr>
          <p:nvPr>
            <p:ph type="body" idx="1"/>
          </p:nvPr>
        </p:nvSpPr>
        <p:spPr>
          <a:xfrm>
            <a:off x="38454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73" name="Google Shape;2073;p173"/>
          <p:cNvSpPr txBox="1">
            <a:spLocks noGrp="1"/>
          </p:cNvSpPr>
          <p:nvPr>
            <p:ph type="body" idx="3"/>
          </p:nvPr>
        </p:nvSpPr>
        <p:spPr>
          <a:xfrm>
            <a:off x="2590419"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74" name="Google Shape;2074;p173"/>
          <p:cNvSpPr txBox="1">
            <a:spLocks noGrp="1"/>
          </p:cNvSpPr>
          <p:nvPr>
            <p:ph type="body" idx="4"/>
          </p:nvPr>
        </p:nvSpPr>
        <p:spPr>
          <a:xfrm>
            <a:off x="4796057"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75" name="Google Shape;2075;p173"/>
          <p:cNvSpPr txBox="1">
            <a:spLocks noGrp="1"/>
          </p:cNvSpPr>
          <p:nvPr>
            <p:ph type="body" idx="5"/>
          </p:nvPr>
        </p:nvSpPr>
        <p:spPr>
          <a:xfrm>
            <a:off x="384544"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76" name="Google Shape;2076;p173"/>
          <p:cNvSpPr txBox="1">
            <a:spLocks noGrp="1"/>
          </p:cNvSpPr>
          <p:nvPr>
            <p:ph type="body" idx="6"/>
          </p:nvPr>
        </p:nvSpPr>
        <p:spPr>
          <a:xfrm>
            <a:off x="2590419"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77" name="Google Shape;2077;p173"/>
          <p:cNvSpPr txBox="1">
            <a:spLocks noGrp="1"/>
          </p:cNvSpPr>
          <p:nvPr>
            <p:ph type="body" idx="7"/>
          </p:nvPr>
        </p:nvSpPr>
        <p:spPr>
          <a:xfrm>
            <a:off x="4796057"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78" name="Google Shape;2078;p173"/>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79" name="Google Shape;2079;p173"/>
          <p:cNvSpPr txBox="1">
            <a:spLocks noGrp="1"/>
          </p:cNvSpPr>
          <p:nvPr>
            <p:ph type="body" idx="8"/>
          </p:nvPr>
        </p:nvSpPr>
        <p:spPr>
          <a:xfrm>
            <a:off x="384544" y="1990091"/>
            <a:ext cx="3816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2100"/>
              <a:buFont typeface="Arial"/>
              <a:buNone/>
              <a:defRPr sz="21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80" name="Google Shape;2080;p173"/>
          <p:cNvSpPr txBox="1">
            <a:spLocks noGrp="1"/>
          </p:cNvSpPr>
          <p:nvPr>
            <p:ph type="body" idx="9"/>
          </p:nvPr>
        </p:nvSpPr>
        <p:spPr>
          <a:xfrm>
            <a:off x="2590419" y="1990091"/>
            <a:ext cx="3816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2100"/>
              <a:buFont typeface="Arial"/>
              <a:buNone/>
              <a:defRPr sz="21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81" name="Google Shape;2081;p173"/>
          <p:cNvSpPr txBox="1">
            <a:spLocks noGrp="1"/>
          </p:cNvSpPr>
          <p:nvPr>
            <p:ph type="body" idx="13"/>
          </p:nvPr>
        </p:nvSpPr>
        <p:spPr>
          <a:xfrm>
            <a:off x="4796056" y="1990091"/>
            <a:ext cx="3816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2100"/>
              <a:buFont typeface="Arial"/>
              <a:buNone/>
              <a:defRPr sz="21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71.xml><?xml version="1.0" encoding="utf-8"?>
<p:sldLayout xmlns:a="http://schemas.openxmlformats.org/drawingml/2006/main" xmlns:r="http://schemas.openxmlformats.org/officeDocument/2006/relationships" xmlns:p="http://schemas.openxmlformats.org/presentationml/2006/main" matchingName="Three Content with numbering and Image G">
  <p:cSld name="Three Content with numbering and Image G">
    <p:spTree>
      <p:nvGrpSpPr>
        <p:cNvPr id="1" name="Shape 2082"/>
        <p:cNvGrpSpPr/>
        <p:nvPr/>
      </p:nvGrpSpPr>
      <p:grpSpPr>
        <a:xfrm>
          <a:off x="0" y="0"/>
          <a:ext cx="0" cy="0"/>
          <a:chOff x="0" y="0"/>
          <a:chExt cx="0" cy="0"/>
        </a:xfrm>
      </p:grpSpPr>
      <p:sp>
        <p:nvSpPr>
          <p:cNvPr id="2083" name="Google Shape;2083;p174"/>
          <p:cNvSpPr/>
          <p:nvPr/>
        </p:nvSpPr>
        <p:spPr>
          <a:xfrm>
            <a:off x="0" y="0"/>
            <a:ext cx="9144000" cy="6858000"/>
          </a:xfrm>
          <a:prstGeom prst="rect">
            <a:avLst/>
          </a:prstGeom>
          <a:solidFill>
            <a:srgbClr val="F2F7F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084" name="Google Shape;2084;p174"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085" name="Google Shape;2085;p174"/>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2086" name="Google Shape;2086;p174"/>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2087" name="Google Shape;2087;p174"/>
          <p:cNvSpPr>
            <a:spLocks noGrp="1"/>
          </p:cNvSpPr>
          <p:nvPr>
            <p:ph type="pic" idx="2"/>
          </p:nvPr>
        </p:nvSpPr>
        <p:spPr>
          <a:xfrm>
            <a:off x="6890994" y="1828800"/>
            <a:ext cx="1976400" cy="3714900"/>
          </a:xfrm>
          <a:prstGeom prst="rect">
            <a:avLst/>
          </a:prstGeom>
          <a:solidFill>
            <a:schemeClr val="lt1"/>
          </a:solidFill>
          <a:ln>
            <a:noFill/>
          </a:ln>
        </p:spPr>
      </p:sp>
      <p:sp>
        <p:nvSpPr>
          <p:cNvPr id="2088" name="Google Shape;2088;p174"/>
          <p:cNvSpPr/>
          <p:nvPr/>
        </p:nvSpPr>
        <p:spPr>
          <a:xfrm>
            <a:off x="273844" y="1828800"/>
            <a:ext cx="1976400" cy="371490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89" name="Google Shape;2089;p174"/>
          <p:cNvSpPr/>
          <p:nvPr/>
        </p:nvSpPr>
        <p:spPr>
          <a:xfrm>
            <a:off x="2479719" y="1828800"/>
            <a:ext cx="1976400" cy="371490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90" name="Google Shape;2090;p174"/>
          <p:cNvSpPr/>
          <p:nvPr/>
        </p:nvSpPr>
        <p:spPr>
          <a:xfrm>
            <a:off x="4685357" y="1828800"/>
            <a:ext cx="1976400" cy="3714900"/>
          </a:xfrm>
          <a:prstGeom prst="rect">
            <a:avLst/>
          </a:prstGeom>
          <a:solidFill>
            <a:srgbClr val="D7E0E3"/>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dk1"/>
              </a:solidFill>
              <a:latin typeface="Arial"/>
              <a:ea typeface="Arial"/>
              <a:cs typeface="Arial"/>
              <a:sym typeface="Arial"/>
            </a:endParaRPr>
          </a:p>
        </p:txBody>
      </p:sp>
      <p:sp>
        <p:nvSpPr>
          <p:cNvPr id="2091" name="Google Shape;2091;p174"/>
          <p:cNvSpPr txBox="1">
            <a:spLocks noGrp="1"/>
          </p:cNvSpPr>
          <p:nvPr>
            <p:ph type="body" idx="1"/>
          </p:nvPr>
        </p:nvSpPr>
        <p:spPr>
          <a:xfrm>
            <a:off x="38454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92" name="Google Shape;2092;p174"/>
          <p:cNvSpPr txBox="1">
            <a:spLocks noGrp="1"/>
          </p:cNvSpPr>
          <p:nvPr>
            <p:ph type="body" idx="3"/>
          </p:nvPr>
        </p:nvSpPr>
        <p:spPr>
          <a:xfrm>
            <a:off x="2590419"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93" name="Google Shape;2093;p174"/>
          <p:cNvSpPr txBox="1">
            <a:spLocks noGrp="1"/>
          </p:cNvSpPr>
          <p:nvPr>
            <p:ph type="body" idx="4"/>
          </p:nvPr>
        </p:nvSpPr>
        <p:spPr>
          <a:xfrm>
            <a:off x="4796057"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94" name="Google Shape;2094;p174"/>
          <p:cNvSpPr txBox="1">
            <a:spLocks noGrp="1"/>
          </p:cNvSpPr>
          <p:nvPr>
            <p:ph type="body" idx="5"/>
          </p:nvPr>
        </p:nvSpPr>
        <p:spPr>
          <a:xfrm>
            <a:off x="384544"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95" name="Google Shape;2095;p174"/>
          <p:cNvSpPr txBox="1">
            <a:spLocks noGrp="1"/>
          </p:cNvSpPr>
          <p:nvPr>
            <p:ph type="body" idx="6"/>
          </p:nvPr>
        </p:nvSpPr>
        <p:spPr>
          <a:xfrm>
            <a:off x="2590419"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96" name="Google Shape;2096;p174"/>
          <p:cNvSpPr txBox="1">
            <a:spLocks noGrp="1"/>
          </p:cNvSpPr>
          <p:nvPr>
            <p:ph type="body" idx="7"/>
          </p:nvPr>
        </p:nvSpPr>
        <p:spPr>
          <a:xfrm>
            <a:off x="4796057"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1"/>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97" name="Google Shape;2097;p174"/>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98" name="Google Shape;2098;p174"/>
          <p:cNvSpPr txBox="1">
            <a:spLocks noGrp="1"/>
          </p:cNvSpPr>
          <p:nvPr>
            <p:ph type="body" idx="8"/>
          </p:nvPr>
        </p:nvSpPr>
        <p:spPr>
          <a:xfrm>
            <a:off x="384544" y="1990091"/>
            <a:ext cx="3816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2100"/>
              <a:buFont typeface="Arial"/>
              <a:buNone/>
              <a:defRPr sz="21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099" name="Google Shape;2099;p174"/>
          <p:cNvSpPr txBox="1">
            <a:spLocks noGrp="1"/>
          </p:cNvSpPr>
          <p:nvPr>
            <p:ph type="body" idx="9"/>
          </p:nvPr>
        </p:nvSpPr>
        <p:spPr>
          <a:xfrm>
            <a:off x="2590419" y="1990091"/>
            <a:ext cx="3816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2100"/>
              <a:buFont typeface="Arial"/>
              <a:buNone/>
              <a:defRPr sz="21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00" name="Google Shape;2100;p174"/>
          <p:cNvSpPr txBox="1">
            <a:spLocks noGrp="1"/>
          </p:cNvSpPr>
          <p:nvPr>
            <p:ph type="body" idx="13"/>
          </p:nvPr>
        </p:nvSpPr>
        <p:spPr>
          <a:xfrm>
            <a:off x="4796056" y="1990091"/>
            <a:ext cx="3816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2"/>
              </a:buClr>
              <a:buSzPts val="2100"/>
              <a:buFont typeface="Arial"/>
              <a:buNone/>
              <a:defRPr sz="2100" b="1">
                <a:solidFill>
                  <a:schemeClr val="dk2"/>
                </a:solidFill>
              </a:defRPr>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72.xml><?xml version="1.0" encoding="utf-8"?>
<p:sldLayout xmlns:a="http://schemas.openxmlformats.org/drawingml/2006/main" xmlns:r="http://schemas.openxmlformats.org/officeDocument/2006/relationships" xmlns:p="http://schemas.openxmlformats.org/presentationml/2006/main" matchingName="Three Content with numbering and Image B">
  <p:cSld name="Three Content with numbering and Image B">
    <p:bg>
      <p:bgPr>
        <a:solidFill>
          <a:srgbClr val="231F20"/>
        </a:solidFill>
        <a:effectLst/>
      </p:bgPr>
    </p:bg>
    <p:spTree>
      <p:nvGrpSpPr>
        <p:cNvPr id="1" name="Shape 2101"/>
        <p:cNvGrpSpPr/>
        <p:nvPr/>
      </p:nvGrpSpPr>
      <p:grpSpPr>
        <a:xfrm>
          <a:off x="0" y="0"/>
          <a:ext cx="0" cy="0"/>
          <a:chOff x="0" y="0"/>
          <a:chExt cx="0" cy="0"/>
        </a:xfrm>
      </p:grpSpPr>
      <p:sp>
        <p:nvSpPr>
          <p:cNvPr id="2102" name="Google Shape;2102;p175"/>
          <p:cNvSpPr>
            <a:spLocks noGrp="1"/>
          </p:cNvSpPr>
          <p:nvPr>
            <p:ph type="pic" idx="2"/>
          </p:nvPr>
        </p:nvSpPr>
        <p:spPr>
          <a:xfrm>
            <a:off x="6890994" y="1828800"/>
            <a:ext cx="1976400" cy="3714900"/>
          </a:xfrm>
          <a:prstGeom prst="rect">
            <a:avLst/>
          </a:prstGeom>
          <a:solidFill>
            <a:schemeClr val="lt1"/>
          </a:solidFill>
          <a:ln>
            <a:noFill/>
          </a:ln>
        </p:spPr>
      </p:sp>
      <p:sp>
        <p:nvSpPr>
          <p:cNvPr id="2103" name="Google Shape;2103;p175"/>
          <p:cNvSpPr/>
          <p:nvPr/>
        </p:nvSpPr>
        <p:spPr>
          <a:xfrm>
            <a:off x="273844" y="1828800"/>
            <a:ext cx="1976400" cy="3714900"/>
          </a:xfrm>
          <a:prstGeom prst="rect">
            <a:avLst/>
          </a:prstGeom>
          <a:solidFill>
            <a:schemeClr val="accent5"/>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lt1"/>
              </a:solidFill>
              <a:latin typeface="Arial"/>
              <a:ea typeface="Arial"/>
              <a:cs typeface="Arial"/>
              <a:sym typeface="Arial"/>
            </a:endParaRPr>
          </a:p>
        </p:txBody>
      </p:sp>
      <p:sp>
        <p:nvSpPr>
          <p:cNvPr id="2104" name="Google Shape;2104;p175"/>
          <p:cNvSpPr/>
          <p:nvPr/>
        </p:nvSpPr>
        <p:spPr>
          <a:xfrm>
            <a:off x="2479719" y="1828800"/>
            <a:ext cx="1976400" cy="3714900"/>
          </a:xfrm>
          <a:prstGeom prst="rect">
            <a:avLst/>
          </a:prstGeom>
          <a:solidFill>
            <a:schemeClr val="accent5"/>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lt1"/>
              </a:solidFill>
              <a:latin typeface="Arial"/>
              <a:ea typeface="Arial"/>
              <a:cs typeface="Arial"/>
              <a:sym typeface="Arial"/>
            </a:endParaRPr>
          </a:p>
        </p:txBody>
      </p:sp>
      <p:sp>
        <p:nvSpPr>
          <p:cNvPr id="2105" name="Google Shape;2105;p175"/>
          <p:cNvSpPr/>
          <p:nvPr/>
        </p:nvSpPr>
        <p:spPr>
          <a:xfrm>
            <a:off x="4685357" y="1828800"/>
            <a:ext cx="1976400" cy="3714900"/>
          </a:xfrm>
          <a:prstGeom prst="rect">
            <a:avLst/>
          </a:prstGeom>
          <a:solidFill>
            <a:schemeClr val="accent5"/>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2100">
              <a:solidFill>
                <a:schemeClr val="lt1"/>
              </a:solidFill>
              <a:latin typeface="Arial"/>
              <a:ea typeface="Arial"/>
              <a:cs typeface="Arial"/>
              <a:sym typeface="Arial"/>
            </a:endParaRPr>
          </a:p>
        </p:txBody>
      </p:sp>
      <p:sp>
        <p:nvSpPr>
          <p:cNvPr id="2106" name="Google Shape;2106;p175"/>
          <p:cNvSpPr txBox="1">
            <a:spLocks noGrp="1"/>
          </p:cNvSpPr>
          <p:nvPr>
            <p:ph type="body" idx="1"/>
          </p:nvPr>
        </p:nvSpPr>
        <p:spPr>
          <a:xfrm>
            <a:off x="384544"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2107" name="Google Shape;2107;p175"/>
          <p:cNvSpPr txBox="1">
            <a:spLocks noGrp="1"/>
          </p:cNvSpPr>
          <p:nvPr>
            <p:ph type="body" idx="3"/>
          </p:nvPr>
        </p:nvSpPr>
        <p:spPr>
          <a:xfrm>
            <a:off x="2590419"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2108" name="Google Shape;2108;p175"/>
          <p:cNvSpPr txBox="1">
            <a:spLocks noGrp="1"/>
          </p:cNvSpPr>
          <p:nvPr>
            <p:ph type="body" idx="4"/>
          </p:nvPr>
        </p:nvSpPr>
        <p:spPr>
          <a:xfrm>
            <a:off x="4796057" y="3285489"/>
            <a:ext cx="1755000" cy="2124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lt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lt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lt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lt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2109" name="Google Shape;2109;p175"/>
          <p:cNvSpPr txBox="1">
            <a:spLocks noGrp="1"/>
          </p:cNvSpPr>
          <p:nvPr>
            <p:ph type="body" idx="5"/>
          </p:nvPr>
        </p:nvSpPr>
        <p:spPr>
          <a:xfrm>
            <a:off x="384544"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solidFill>
                  <a:schemeClr val="lt1"/>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2110" name="Google Shape;2110;p175"/>
          <p:cNvSpPr txBox="1">
            <a:spLocks noGrp="1"/>
          </p:cNvSpPr>
          <p:nvPr>
            <p:ph type="body" idx="6"/>
          </p:nvPr>
        </p:nvSpPr>
        <p:spPr>
          <a:xfrm>
            <a:off x="2590419"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solidFill>
                  <a:schemeClr val="lt1"/>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2111" name="Google Shape;2111;p175"/>
          <p:cNvSpPr txBox="1">
            <a:spLocks noGrp="1"/>
          </p:cNvSpPr>
          <p:nvPr>
            <p:ph type="body" idx="7"/>
          </p:nvPr>
        </p:nvSpPr>
        <p:spPr>
          <a:xfrm>
            <a:off x="4796057" y="2630171"/>
            <a:ext cx="17550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1200"/>
              <a:buFont typeface="Arial"/>
              <a:buNone/>
              <a:defRPr sz="1200" b="1">
                <a:solidFill>
                  <a:schemeClr val="lt1"/>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2112" name="Google Shape;2112;p175"/>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13" name="Google Shape;2113;p175"/>
          <p:cNvSpPr txBox="1">
            <a:spLocks noGrp="1"/>
          </p:cNvSpPr>
          <p:nvPr>
            <p:ph type="body" idx="8"/>
          </p:nvPr>
        </p:nvSpPr>
        <p:spPr>
          <a:xfrm>
            <a:off x="384544" y="1990091"/>
            <a:ext cx="3816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2100"/>
              <a:buFont typeface="Arial"/>
              <a:buNone/>
              <a:defRPr sz="2100" b="1">
                <a:solidFill>
                  <a:schemeClr val="lt1"/>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2114" name="Google Shape;2114;p175"/>
          <p:cNvSpPr txBox="1">
            <a:spLocks noGrp="1"/>
          </p:cNvSpPr>
          <p:nvPr>
            <p:ph type="body" idx="9"/>
          </p:nvPr>
        </p:nvSpPr>
        <p:spPr>
          <a:xfrm>
            <a:off x="2590419" y="1990091"/>
            <a:ext cx="3816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2100"/>
              <a:buFont typeface="Arial"/>
              <a:buNone/>
              <a:defRPr sz="2100" b="1">
                <a:solidFill>
                  <a:schemeClr val="lt1"/>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2115" name="Google Shape;2115;p175"/>
          <p:cNvSpPr txBox="1">
            <a:spLocks noGrp="1"/>
          </p:cNvSpPr>
          <p:nvPr>
            <p:ph type="body" idx="13"/>
          </p:nvPr>
        </p:nvSpPr>
        <p:spPr>
          <a:xfrm>
            <a:off x="4796056" y="1990091"/>
            <a:ext cx="381600" cy="5169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lt1"/>
              </a:buClr>
              <a:buSzPts val="2100"/>
              <a:buFont typeface="Arial"/>
              <a:buNone/>
              <a:defRPr sz="2100" b="1">
                <a:solidFill>
                  <a:schemeClr val="lt1"/>
                </a:solidFill>
              </a:defRPr>
            </a:lvl1pPr>
            <a:lvl2pPr marL="914400" lvl="1" indent="-228600" algn="l">
              <a:lnSpc>
                <a:spcPct val="100000"/>
              </a:lnSpc>
              <a:spcBef>
                <a:spcPts val="225"/>
              </a:spcBef>
              <a:spcAft>
                <a:spcPts val="0"/>
              </a:spcAft>
              <a:buClr>
                <a:schemeClr val="lt1"/>
              </a:buClr>
              <a:buSzPts val="1200"/>
              <a:buFont typeface="Arial"/>
              <a:buNone/>
              <a:defRPr sz="1200" b="1"/>
            </a:lvl2pPr>
            <a:lvl3pPr marL="1371600" lvl="2" indent="-228600" algn="l">
              <a:lnSpc>
                <a:spcPct val="100000"/>
              </a:lnSpc>
              <a:spcBef>
                <a:spcPts val="225"/>
              </a:spcBef>
              <a:spcAft>
                <a:spcPts val="0"/>
              </a:spcAft>
              <a:buClr>
                <a:schemeClr val="lt1"/>
              </a:buClr>
              <a:buSzPts val="1200"/>
              <a:buFont typeface="Arial"/>
              <a:buNone/>
              <a:defRPr sz="1200" b="1"/>
            </a:lvl3pPr>
            <a:lvl4pPr marL="1828800" lvl="3" indent="-228600" algn="l">
              <a:lnSpc>
                <a:spcPct val="100000"/>
              </a:lnSpc>
              <a:spcBef>
                <a:spcPts val="225"/>
              </a:spcBef>
              <a:spcAft>
                <a:spcPts val="0"/>
              </a:spcAft>
              <a:buClr>
                <a:schemeClr val="lt1"/>
              </a:buClr>
              <a:buSzPts val="1200"/>
              <a:buFont typeface="Arial"/>
              <a:buNone/>
              <a:defRPr sz="1200" b="1"/>
            </a:lvl4pPr>
            <a:lvl5pPr marL="2286000" lvl="4" indent="-228600" algn="l">
              <a:lnSpc>
                <a:spcPct val="100000"/>
              </a:lnSpc>
              <a:spcBef>
                <a:spcPts val="225"/>
              </a:spcBef>
              <a:spcAft>
                <a:spcPts val="0"/>
              </a:spcAft>
              <a:buClr>
                <a:schemeClr val="lt1"/>
              </a:buClr>
              <a:buSzPts val="1200"/>
              <a:buFont typeface="Arial"/>
              <a:buNone/>
              <a:defRPr sz="1200" b="1"/>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guide id="2" orient="horz" pos="4148">
          <p15:clr>
            <a:srgbClr val="FBAE40"/>
          </p15:clr>
        </p15:guide>
        <p15:guide id="3" pos="5588">
          <p15:clr>
            <a:srgbClr val="FBAE40"/>
          </p15:clr>
        </p15:guide>
      </p15:sldGuideLst>
    </p:ext>
  </p:extLst>
</p:sldLayout>
</file>

<file path=ppt/slideLayouts/slideLayout173.xml><?xml version="1.0" encoding="utf-8"?>
<p:sldLayout xmlns:a="http://schemas.openxmlformats.org/drawingml/2006/main" xmlns:r="http://schemas.openxmlformats.org/officeDocument/2006/relationships" xmlns:p="http://schemas.openxmlformats.org/presentationml/2006/main" matchingName="Three Content Image with Icons">
  <p:cSld name="Three Content Image with Icons">
    <p:spTree>
      <p:nvGrpSpPr>
        <p:cNvPr id="1" name="Shape 2116"/>
        <p:cNvGrpSpPr/>
        <p:nvPr/>
      </p:nvGrpSpPr>
      <p:grpSpPr>
        <a:xfrm>
          <a:off x="0" y="0"/>
          <a:ext cx="0" cy="0"/>
          <a:chOff x="0" y="0"/>
          <a:chExt cx="0" cy="0"/>
        </a:xfrm>
      </p:grpSpPr>
      <p:sp>
        <p:nvSpPr>
          <p:cNvPr id="2117" name="Google Shape;2117;p176"/>
          <p:cNvSpPr>
            <a:spLocks noGrp="1"/>
          </p:cNvSpPr>
          <p:nvPr>
            <p:ph type="pic" idx="2"/>
          </p:nvPr>
        </p:nvSpPr>
        <p:spPr>
          <a:xfrm>
            <a:off x="0" y="1508762"/>
            <a:ext cx="2982600" cy="3749100"/>
          </a:xfrm>
          <a:prstGeom prst="rect">
            <a:avLst/>
          </a:prstGeom>
          <a:solidFill>
            <a:srgbClr val="D7E0E3"/>
          </a:solidFill>
          <a:ln>
            <a:noFill/>
          </a:ln>
        </p:spPr>
      </p:sp>
      <p:sp>
        <p:nvSpPr>
          <p:cNvPr id="2118" name="Google Shape;2118;p176"/>
          <p:cNvSpPr txBox="1">
            <a:spLocks noGrp="1"/>
          </p:cNvSpPr>
          <p:nvPr>
            <p:ph type="body" idx="1"/>
          </p:nvPr>
        </p:nvSpPr>
        <p:spPr>
          <a:xfrm>
            <a:off x="3216402"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19" name="Google Shape;2119;p176"/>
          <p:cNvSpPr txBox="1">
            <a:spLocks noGrp="1"/>
          </p:cNvSpPr>
          <p:nvPr>
            <p:ph type="body" idx="3"/>
          </p:nvPr>
        </p:nvSpPr>
        <p:spPr>
          <a:xfrm>
            <a:off x="7112394"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20" name="Google Shape;2120;p176"/>
          <p:cNvSpPr txBox="1">
            <a:spLocks noGrp="1"/>
          </p:cNvSpPr>
          <p:nvPr>
            <p:ph type="body" idx="4"/>
          </p:nvPr>
        </p:nvSpPr>
        <p:spPr>
          <a:xfrm>
            <a:off x="274320" y="5554278"/>
            <a:ext cx="6686100" cy="5265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21" name="Google Shape;2121;p176"/>
          <p:cNvSpPr txBox="1">
            <a:spLocks noGrp="1"/>
          </p:cNvSpPr>
          <p:nvPr>
            <p:ph type="body" idx="5"/>
          </p:nvPr>
        </p:nvSpPr>
        <p:spPr>
          <a:xfrm>
            <a:off x="3216640" y="1619955"/>
            <a:ext cx="5650800" cy="567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0"/>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22" name="Google Shape;2122;p176"/>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23" name="Google Shape;2123;p176"/>
          <p:cNvSpPr txBox="1">
            <a:spLocks noGrp="1"/>
          </p:cNvSpPr>
          <p:nvPr>
            <p:ph type="body" idx="6"/>
          </p:nvPr>
        </p:nvSpPr>
        <p:spPr>
          <a:xfrm>
            <a:off x="5205288"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24" name="Google Shape;2124;p176"/>
          <p:cNvSpPr>
            <a:spLocks noGrp="1"/>
          </p:cNvSpPr>
          <p:nvPr>
            <p:ph type="pic" idx="7"/>
          </p:nvPr>
        </p:nvSpPr>
        <p:spPr>
          <a:xfrm>
            <a:off x="3216403" y="2544378"/>
            <a:ext cx="394800" cy="526500"/>
          </a:xfrm>
          <a:prstGeom prst="rect">
            <a:avLst/>
          </a:prstGeom>
          <a:noFill/>
          <a:ln>
            <a:noFill/>
          </a:ln>
        </p:spPr>
      </p:sp>
      <p:sp>
        <p:nvSpPr>
          <p:cNvPr id="2125" name="Google Shape;2125;p176"/>
          <p:cNvSpPr>
            <a:spLocks noGrp="1"/>
          </p:cNvSpPr>
          <p:nvPr>
            <p:ph type="pic" idx="8"/>
          </p:nvPr>
        </p:nvSpPr>
        <p:spPr>
          <a:xfrm>
            <a:off x="5205288" y="2544378"/>
            <a:ext cx="394800" cy="526500"/>
          </a:xfrm>
          <a:prstGeom prst="rect">
            <a:avLst/>
          </a:prstGeom>
          <a:noFill/>
          <a:ln>
            <a:noFill/>
          </a:ln>
        </p:spPr>
      </p:sp>
      <p:sp>
        <p:nvSpPr>
          <p:cNvPr id="2126" name="Google Shape;2126;p176"/>
          <p:cNvSpPr>
            <a:spLocks noGrp="1"/>
          </p:cNvSpPr>
          <p:nvPr>
            <p:ph type="pic" idx="9"/>
          </p:nvPr>
        </p:nvSpPr>
        <p:spPr>
          <a:xfrm>
            <a:off x="7112395" y="2544378"/>
            <a:ext cx="394800" cy="526500"/>
          </a:xfrm>
          <a:prstGeom prst="rect">
            <a:avLst/>
          </a:prstGeom>
          <a:no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74.xml><?xml version="1.0" encoding="utf-8"?>
<p:sldLayout xmlns:a="http://schemas.openxmlformats.org/drawingml/2006/main" xmlns:r="http://schemas.openxmlformats.org/officeDocument/2006/relationships" xmlns:p="http://schemas.openxmlformats.org/presentationml/2006/main" matchingName="Three Content Image with Icons G">
  <p:cSld name="Three Content Image with Icons G">
    <p:spTree>
      <p:nvGrpSpPr>
        <p:cNvPr id="1" name="Shape 2127"/>
        <p:cNvGrpSpPr/>
        <p:nvPr/>
      </p:nvGrpSpPr>
      <p:grpSpPr>
        <a:xfrm>
          <a:off x="0" y="0"/>
          <a:ext cx="0" cy="0"/>
          <a:chOff x="0" y="0"/>
          <a:chExt cx="0" cy="0"/>
        </a:xfrm>
      </p:grpSpPr>
      <p:sp>
        <p:nvSpPr>
          <p:cNvPr id="2128" name="Google Shape;2128;p177"/>
          <p:cNvSpPr/>
          <p:nvPr/>
        </p:nvSpPr>
        <p:spPr>
          <a:xfrm>
            <a:off x="0" y="0"/>
            <a:ext cx="9144000" cy="6858000"/>
          </a:xfrm>
          <a:prstGeom prst="rect">
            <a:avLst/>
          </a:prstGeom>
          <a:solidFill>
            <a:srgbClr val="F2F7F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129" name="Google Shape;2129;p177"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130" name="Google Shape;2130;p177"/>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2131" name="Google Shape;2131;p177"/>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2132" name="Google Shape;2132;p177"/>
          <p:cNvSpPr>
            <a:spLocks noGrp="1"/>
          </p:cNvSpPr>
          <p:nvPr>
            <p:ph type="pic" idx="2"/>
          </p:nvPr>
        </p:nvSpPr>
        <p:spPr>
          <a:xfrm>
            <a:off x="0" y="1508762"/>
            <a:ext cx="2982600" cy="3749100"/>
          </a:xfrm>
          <a:prstGeom prst="rect">
            <a:avLst/>
          </a:prstGeom>
          <a:solidFill>
            <a:schemeClr val="lt1"/>
          </a:solidFill>
          <a:ln>
            <a:noFill/>
          </a:ln>
        </p:spPr>
      </p:sp>
      <p:sp>
        <p:nvSpPr>
          <p:cNvPr id="2133" name="Google Shape;2133;p177"/>
          <p:cNvSpPr txBox="1">
            <a:spLocks noGrp="1"/>
          </p:cNvSpPr>
          <p:nvPr>
            <p:ph type="body" idx="1"/>
          </p:nvPr>
        </p:nvSpPr>
        <p:spPr>
          <a:xfrm>
            <a:off x="3216402"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34" name="Google Shape;2134;p177"/>
          <p:cNvSpPr txBox="1">
            <a:spLocks noGrp="1"/>
          </p:cNvSpPr>
          <p:nvPr>
            <p:ph type="body" idx="3"/>
          </p:nvPr>
        </p:nvSpPr>
        <p:spPr>
          <a:xfrm>
            <a:off x="7112394"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35" name="Google Shape;2135;p177"/>
          <p:cNvSpPr txBox="1">
            <a:spLocks noGrp="1"/>
          </p:cNvSpPr>
          <p:nvPr>
            <p:ph type="body" idx="4"/>
          </p:nvPr>
        </p:nvSpPr>
        <p:spPr>
          <a:xfrm>
            <a:off x="274320" y="5554278"/>
            <a:ext cx="6686100" cy="5265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350"/>
              <a:buFont typeface="Arial"/>
              <a:buNone/>
              <a:defRPr sz="13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36" name="Google Shape;2136;p177"/>
          <p:cNvSpPr txBox="1">
            <a:spLocks noGrp="1"/>
          </p:cNvSpPr>
          <p:nvPr>
            <p:ph type="body" idx="5"/>
          </p:nvPr>
        </p:nvSpPr>
        <p:spPr>
          <a:xfrm>
            <a:off x="3216640" y="1619955"/>
            <a:ext cx="5650800" cy="567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200"/>
              <a:buFont typeface="Arial"/>
              <a:buNone/>
              <a:defRPr sz="1200" b="0"/>
            </a:lvl1pPr>
            <a:lvl2pPr marL="914400" lvl="1" indent="-228600" algn="l">
              <a:lnSpc>
                <a:spcPct val="100000"/>
              </a:lnSpc>
              <a:spcBef>
                <a:spcPts val="225"/>
              </a:spcBef>
              <a:spcAft>
                <a:spcPts val="0"/>
              </a:spcAft>
              <a:buClr>
                <a:schemeClr val="dk1"/>
              </a:buClr>
              <a:buSzPts val="1200"/>
              <a:buFont typeface="Arial"/>
              <a:buNone/>
              <a:defRPr sz="1200" b="1"/>
            </a:lvl2pPr>
            <a:lvl3pPr marL="1371600" lvl="2" indent="-228600" algn="l">
              <a:lnSpc>
                <a:spcPct val="100000"/>
              </a:lnSpc>
              <a:spcBef>
                <a:spcPts val="225"/>
              </a:spcBef>
              <a:spcAft>
                <a:spcPts val="0"/>
              </a:spcAft>
              <a:buClr>
                <a:schemeClr val="dk1"/>
              </a:buClr>
              <a:buSzPts val="1200"/>
              <a:buFont typeface="Arial"/>
              <a:buNone/>
              <a:defRPr sz="1200" b="1"/>
            </a:lvl3pPr>
            <a:lvl4pPr marL="1828800" lvl="3" indent="-228600" algn="l">
              <a:lnSpc>
                <a:spcPct val="100000"/>
              </a:lnSpc>
              <a:spcBef>
                <a:spcPts val="225"/>
              </a:spcBef>
              <a:spcAft>
                <a:spcPts val="0"/>
              </a:spcAft>
              <a:buClr>
                <a:schemeClr val="dk1"/>
              </a:buClr>
              <a:buSzPts val="1200"/>
              <a:buFont typeface="Arial"/>
              <a:buNone/>
              <a:defRPr sz="1200" b="1"/>
            </a:lvl4pPr>
            <a:lvl5pPr marL="2286000" lvl="4" indent="-228600" algn="l">
              <a:lnSpc>
                <a:spcPct val="100000"/>
              </a:lnSpc>
              <a:spcBef>
                <a:spcPts val="225"/>
              </a:spcBef>
              <a:spcAft>
                <a:spcPts val="0"/>
              </a:spcAft>
              <a:buClr>
                <a:schemeClr val="dk1"/>
              </a:buClr>
              <a:buSzPts val="1200"/>
              <a:buFont typeface="Arial"/>
              <a:buNone/>
              <a:defRPr sz="1200" b="1"/>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37" name="Google Shape;2137;p177"/>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38" name="Google Shape;2138;p177"/>
          <p:cNvSpPr txBox="1">
            <a:spLocks noGrp="1"/>
          </p:cNvSpPr>
          <p:nvPr>
            <p:ph type="body" idx="6"/>
          </p:nvPr>
        </p:nvSpPr>
        <p:spPr>
          <a:xfrm>
            <a:off x="5205288" y="3200400"/>
            <a:ext cx="1755000" cy="20574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39" name="Google Shape;2139;p177"/>
          <p:cNvSpPr>
            <a:spLocks noGrp="1"/>
          </p:cNvSpPr>
          <p:nvPr>
            <p:ph type="pic" idx="7"/>
          </p:nvPr>
        </p:nvSpPr>
        <p:spPr>
          <a:xfrm>
            <a:off x="3216403" y="2544378"/>
            <a:ext cx="394800" cy="526500"/>
          </a:xfrm>
          <a:prstGeom prst="rect">
            <a:avLst/>
          </a:prstGeom>
          <a:noFill/>
          <a:ln>
            <a:noFill/>
          </a:ln>
        </p:spPr>
      </p:sp>
      <p:sp>
        <p:nvSpPr>
          <p:cNvPr id="2140" name="Google Shape;2140;p177"/>
          <p:cNvSpPr>
            <a:spLocks noGrp="1"/>
          </p:cNvSpPr>
          <p:nvPr>
            <p:ph type="pic" idx="8"/>
          </p:nvPr>
        </p:nvSpPr>
        <p:spPr>
          <a:xfrm>
            <a:off x="5205288" y="2544378"/>
            <a:ext cx="394800" cy="526500"/>
          </a:xfrm>
          <a:prstGeom prst="rect">
            <a:avLst/>
          </a:prstGeom>
          <a:noFill/>
          <a:ln>
            <a:noFill/>
          </a:ln>
        </p:spPr>
      </p:sp>
      <p:sp>
        <p:nvSpPr>
          <p:cNvPr id="2141" name="Google Shape;2141;p177"/>
          <p:cNvSpPr>
            <a:spLocks noGrp="1"/>
          </p:cNvSpPr>
          <p:nvPr>
            <p:ph type="pic" idx="9"/>
          </p:nvPr>
        </p:nvSpPr>
        <p:spPr>
          <a:xfrm>
            <a:off x="7112395" y="2544378"/>
            <a:ext cx="394800" cy="526500"/>
          </a:xfrm>
          <a:prstGeom prst="rect">
            <a:avLst/>
          </a:prstGeom>
          <a:no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75.xml><?xml version="1.0" encoding="utf-8"?>
<p:sldLayout xmlns:a="http://schemas.openxmlformats.org/drawingml/2006/main" xmlns:r="http://schemas.openxmlformats.org/officeDocument/2006/relationships" xmlns:p="http://schemas.openxmlformats.org/presentationml/2006/main" matchingName="Highlighting cotent with Percentage">
  <p:cSld name="Highlighting cotent with Percentage">
    <p:spTree>
      <p:nvGrpSpPr>
        <p:cNvPr id="1" name="Shape 2142"/>
        <p:cNvGrpSpPr/>
        <p:nvPr/>
      </p:nvGrpSpPr>
      <p:grpSpPr>
        <a:xfrm>
          <a:off x="0" y="0"/>
          <a:ext cx="0" cy="0"/>
          <a:chOff x="0" y="0"/>
          <a:chExt cx="0" cy="0"/>
        </a:xfrm>
      </p:grpSpPr>
      <p:sp>
        <p:nvSpPr>
          <p:cNvPr id="2143" name="Google Shape;2143;p178"/>
          <p:cNvSpPr txBox="1">
            <a:spLocks noGrp="1"/>
          </p:cNvSpPr>
          <p:nvPr>
            <p:ph type="body" idx="1"/>
          </p:nvPr>
        </p:nvSpPr>
        <p:spPr>
          <a:xfrm>
            <a:off x="4732018" y="2544764"/>
            <a:ext cx="634500" cy="663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44" name="Google Shape;2144;p178"/>
          <p:cNvSpPr>
            <a:spLocks noGrp="1"/>
          </p:cNvSpPr>
          <p:nvPr>
            <p:ph type="pic" idx="2"/>
          </p:nvPr>
        </p:nvSpPr>
        <p:spPr>
          <a:xfrm>
            <a:off x="0" y="0"/>
            <a:ext cx="3811800" cy="6858000"/>
          </a:xfrm>
          <a:prstGeom prst="rect">
            <a:avLst/>
          </a:prstGeom>
          <a:solidFill>
            <a:srgbClr val="D7E0E3"/>
          </a:solidFill>
          <a:ln>
            <a:noFill/>
          </a:ln>
        </p:spPr>
      </p:sp>
      <p:sp>
        <p:nvSpPr>
          <p:cNvPr id="2145" name="Google Shape;2145;p178"/>
          <p:cNvSpPr txBox="1">
            <a:spLocks noGrp="1"/>
          </p:cNvSpPr>
          <p:nvPr>
            <p:ph type="body" idx="3"/>
          </p:nvPr>
        </p:nvSpPr>
        <p:spPr>
          <a:xfrm>
            <a:off x="5526404" y="2544378"/>
            <a:ext cx="3340800" cy="6636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46" name="Google Shape;2146;p178"/>
          <p:cNvSpPr txBox="1">
            <a:spLocks noGrp="1"/>
          </p:cNvSpPr>
          <p:nvPr>
            <p:ph type="body" idx="4"/>
          </p:nvPr>
        </p:nvSpPr>
        <p:spPr>
          <a:xfrm>
            <a:off x="4177137" y="5554278"/>
            <a:ext cx="4689600" cy="5265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47" name="Google Shape;2147;p178"/>
          <p:cNvSpPr txBox="1">
            <a:spLocks noGrp="1"/>
          </p:cNvSpPr>
          <p:nvPr>
            <p:ph type="title"/>
          </p:nvPr>
        </p:nvSpPr>
        <p:spPr>
          <a:xfrm>
            <a:off x="4177665" y="365760"/>
            <a:ext cx="4689600" cy="14859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48" name="Google Shape;2148;p178"/>
          <p:cNvSpPr>
            <a:spLocks noGrp="1"/>
          </p:cNvSpPr>
          <p:nvPr>
            <p:ph type="pic" idx="5"/>
          </p:nvPr>
        </p:nvSpPr>
        <p:spPr>
          <a:xfrm>
            <a:off x="4177138" y="2544378"/>
            <a:ext cx="394800" cy="663600"/>
          </a:xfrm>
          <a:prstGeom prst="rect">
            <a:avLst/>
          </a:prstGeom>
          <a:noFill/>
          <a:ln>
            <a:noFill/>
          </a:ln>
        </p:spPr>
      </p:sp>
      <p:sp>
        <p:nvSpPr>
          <p:cNvPr id="2149" name="Google Shape;2149;p178"/>
          <p:cNvSpPr txBox="1">
            <a:spLocks noGrp="1"/>
          </p:cNvSpPr>
          <p:nvPr>
            <p:ph type="body" idx="6"/>
          </p:nvPr>
        </p:nvSpPr>
        <p:spPr>
          <a:xfrm>
            <a:off x="5526404" y="3451158"/>
            <a:ext cx="3340800" cy="6636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50" name="Google Shape;2150;p178"/>
          <p:cNvSpPr>
            <a:spLocks noGrp="1"/>
          </p:cNvSpPr>
          <p:nvPr>
            <p:ph type="pic" idx="7"/>
          </p:nvPr>
        </p:nvSpPr>
        <p:spPr>
          <a:xfrm>
            <a:off x="4177138" y="3451158"/>
            <a:ext cx="394800" cy="663600"/>
          </a:xfrm>
          <a:prstGeom prst="rect">
            <a:avLst/>
          </a:prstGeom>
          <a:noFill/>
          <a:ln>
            <a:noFill/>
          </a:ln>
        </p:spPr>
      </p:sp>
      <p:sp>
        <p:nvSpPr>
          <p:cNvPr id="2151" name="Google Shape;2151;p178"/>
          <p:cNvSpPr txBox="1">
            <a:spLocks noGrp="1"/>
          </p:cNvSpPr>
          <p:nvPr>
            <p:ph type="body" idx="8"/>
          </p:nvPr>
        </p:nvSpPr>
        <p:spPr>
          <a:xfrm>
            <a:off x="5526404" y="4357938"/>
            <a:ext cx="3340800" cy="6636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52" name="Google Shape;2152;p178"/>
          <p:cNvSpPr>
            <a:spLocks noGrp="1"/>
          </p:cNvSpPr>
          <p:nvPr>
            <p:ph type="pic" idx="9"/>
          </p:nvPr>
        </p:nvSpPr>
        <p:spPr>
          <a:xfrm>
            <a:off x="4177138" y="4357938"/>
            <a:ext cx="394800" cy="663600"/>
          </a:xfrm>
          <a:prstGeom prst="rect">
            <a:avLst/>
          </a:prstGeom>
          <a:noFill/>
          <a:ln>
            <a:noFill/>
          </a:ln>
        </p:spPr>
      </p:sp>
      <p:sp>
        <p:nvSpPr>
          <p:cNvPr id="2153" name="Google Shape;2153;p178"/>
          <p:cNvSpPr txBox="1">
            <a:spLocks noGrp="1"/>
          </p:cNvSpPr>
          <p:nvPr>
            <p:ph type="body" idx="13"/>
          </p:nvPr>
        </p:nvSpPr>
        <p:spPr>
          <a:xfrm>
            <a:off x="4732018" y="3451158"/>
            <a:ext cx="634500" cy="663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54" name="Google Shape;2154;p178"/>
          <p:cNvSpPr txBox="1">
            <a:spLocks noGrp="1"/>
          </p:cNvSpPr>
          <p:nvPr>
            <p:ph type="body" idx="14"/>
          </p:nvPr>
        </p:nvSpPr>
        <p:spPr>
          <a:xfrm>
            <a:off x="4732018" y="4357938"/>
            <a:ext cx="634500" cy="663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76.xml><?xml version="1.0" encoding="utf-8"?>
<p:sldLayout xmlns:a="http://schemas.openxmlformats.org/drawingml/2006/main" xmlns:r="http://schemas.openxmlformats.org/officeDocument/2006/relationships" xmlns:p="http://schemas.openxmlformats.org/presentationml/2006/main" matchingName="Highlighting cotent with Percentage G">
  <p:cSld name="Highlighting cotent with Percentage G">
    <p:spTree>
      <p:nvGrpSpPr>
        <p:cNvPr id="1" name="Shape 2155"/>
        <p:cNvGrpSpPr/>
        <p:nvPr/>
      </p:nvGrpSpPr>
      <p:grpSpPr>
        <a:xfrm>
          <a:off x="0" y="0"/>
          <a:ext cx="0" cy="0"/>
          <a:chOff x="0" y="0"/>
          <a:chExt cx="0" cy="0"/>
        </a:xfrm>
      </p:grpSpPr>
      <p:sp>
        <p:nvSpPr>
          <p:cNvPr id="2156" name="Google Shape;2156;p179"/>
          <p:cNvSpPr/>
          <p:nvPr/>
        </p:nvSpPr>
        <p:spPr>
          <a:xfrm>
            <a:off x="0" y="0"/>
            <a:ext cx="9144000" cy="6858000"/>
          </a:xfrm>
          <a:prstGeom prst="rect">
            <a:avLst/>
          </a:prstGeom>
          <a:solidFill>
            <a:srgbClr val="F2F7F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157" name="Google Shape;2157;p179"/>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2158" name="Google Shape;2158;p179"/>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2159" name="Google Shape;2159;p179"/>
          <p:cNvSpPr>
            <a:spLocks noGrp="1"/>
          </p:cNvSpPr>
          <p:nvPr>
            <p:ph type="pic" idx="2"/>
          </p:nvPr>
        </p:nvSpPr>
        <p:spPr>
          <a:xfrm>
            <a:off x="0" y="0"/>
            <a:ext cx="3811800" cy="6858000"/>
          </a:xfrm>
          <a:prstGeom prst="rect">
            <a:avLst/>
          </a:prstGeom>
          <a:solidFill>
            <a:srgbClr val="D7E0E3"/>
          </a:solidFill>
          <a:ln>
            <a:noFill/>
          </a:ln>
        </p:spPr>
      </p:sp>
      <p:sp>
        <p:nvSpPr>
          <p:cNvPr id="2160" name="Google Shape;2160;p179"/>
          <p:cNvSpPr txBox="1">
            <a:spLocks noGrp="1"/>
          </p:cNvSpPr>
          <p:nvPr>
            <p:ph type="body" idx="1"/>
          </p:nvPr>
        </p:nvSpPr>
        <p:spPr>
          <a:xfrm>
            <a:off x="4177137" y="5554278"/>
            <a:ext cx="4689600" cy="5265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61" name="Google Shape;2161;p179"/>
          <p:cNvSpPr txBox="1">
            <a:spLocks noGrp="1"/>
          </p:cNvSpPr>
          <p:nvPr>
            <p:ph type="title"/>
          </p:nvPr>
        </p:nvSpPr>
        <p:spPr>
          <a:xfrm>
            <a:off x="4177665" y="365760"/>
            <a:ext cx="4689600" cy="14859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62" name="Google Shape;2162;p179"/>
          <p:cNvSpPr txBox="1">
            <a:spLocks noGrp="1"/>
          </p:cNvSpPr>
          <p:nvPr>
            <p:ph type="body" idx="3"/>
          </p:nvPr>
        </p:nvSpPr>
        <p:spPr>
          <a:xfrm>
            <a:off x="4732018" y="2544764"/>
            <a:ext cx="634500" cy="663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63" name="Google Shape;2163;p179"/>
          <p:cNvSpPr txBox="1">
            <a:spLocks noGrp="1"/>
          </p:cNvSpPr>
          <p:nvPr>
            <p:ph type="body" idx="4"/>
          </p:nvPr>
        </p:nvSpPr>
        <p:spPr>
          <a:xfrm>
            <a:off x="5526404" y="2544378"/>
            <a:ext cx="3340800" cy="6636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64" name="Google Shape;2164;p179"/>
          <p:cNvSpPr>
            <a:spLocks noGrp="1"/>
          </p:cNvSpPr>
          <p:nvPr>
            <p:ph type="pic" idx="5"/>
          </p:nvPr>
        </p:nvSpPr>
        <p:spPr>
          <a:xfrm>
            <a:off x="4177138" y="2544378"/>
            <a:ext cx="394800" cy="663600"/>
          </a:xfrm>
          <a:prstGeom prst="rect">
            <a:avLst/>
          </a:prstGeom>
          <a:noFill/>
          <a:ln>
            <a:noFill/>
          </a:ln>
        </p:spPr>
      </p:sp>
      <p:sp>
        <p:nvSpPr>
          <p:cNvPr id="2165" name="Google Shape;2165;p179"/>
          <p:cNvSpPr txBox="1">
            <a:spLocks noGrp="1"/>
          </p:cNvSpPr>
          <p:nvPr>
            <p:ph type="body" idx="6"/>
          </p:nvPr>
        </p:nvSpPr>
        <p:spPr>
          <a:xfrm>
            <a:off x="5526404" y="3451158"/>
            <a:ext cx="3340800" cy="6636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66" name="Google Shape;2166;p179"/>
          <p:cNvSpPr>
            <a:spLocks noGrp="1"/>
          </p:cNvSpPr>
          <p:nvPr>
            <p:ph type="pic" idx="7"/>
          </p:nvPr>
        </p:nvSpPr>
        <p:spPr>
          <a:xfrm>
            <a:off x="4177138" y="3451158"/>
            <a:ext cx="394800" cy="663600"/>
          </a:xfrm>
          <a:prstGeom prst="rect">
            <a:avLst/>
          </a:prstGeom>
          <a:noFill/>
          <a:ln>
            <a:noFill/>
          </a:ln>
        </p:spPr>
      </p:sp>
      <p:sp>
        <p:nvSpPr>
          <p:cNvPr id="2167" name="Google Shape;2167;p179"/>
          <p:cNvSpPr txBox="1">
            <a:spLocks noGrp="1"/>
          </p:cNvSpPr>
          <p:nvPr>
            <p:ph type="body" idx="8"/>
          </p:nvPr>
        </p:nvSpPr>
        <p:spPr>
          <a:xfrm>
            <a:off x="5526404" y="4357938"/>
            <a:ext cx="3340800" cy="6636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68" name="Google Shape;2168;p179"/>
          <p:cNvSpPr>
            <a:spLocks noGrp="1"/>
          </p:cNvSpPr>
          <p:nvPr>
            <p:ph type="pic" idx="9"/>
          </p:nvPr>
        </p:nvSpPr>
        <p:spPr>
          <a:xfrm>
            <a:off x="4177138" y="4357938"/>
            <a:ext cx="394800" cy="663600"/>
          </a:xfrm>
          <a:prstGeom prst="rect">
            <a:avLst/>
          </a:prstGeom>
          <a:noFill/>
          <a:ln>
            <a:noFill/>
          </a:ln>
        </p:spPr>
      </p:sp>
      <p:sp>
        <p:nvSpPr>
          <p:cNvPr id="2169" name="Google Shape;2169;p179"/>
          <p:cNvSpPr txBox="1">
            <a:spLocks noGrp="1"/>
          </p:cNvSpPr>
          <p:nvPr>
            <p:ph type="body" idx="13"/>
          </p:nvPr>
        </p:nvSpPr>
        <p:spPr>
          <a:xfrm>
            <a:off x="4732018" y="3451158"/>
            <a:ext cx="634500" cy="663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70" name="Google Shape;2170;p179"/>
          <p:cNvSpPr txBox="1">
            <a:spLocks noGrp="1"/>
          </p:cNvSpPr>
          <p:nvPr>
            <p:ph type="body" idx="14"/>
          </p:nvPr>
        </p:nvSpPr>
        <p:spPr>
          <a:xfrm>
            <a:off x="4732018" y="4357938"/>
            <a:ext cx="634500" cy="6636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sldGuideLst>
    </p:ext>
  </p:extLst>
</p:sldLayout>
</file>

<file path=ppt/slideLayouts/slideLayout177.xml><?xml version="1.0" encoding="utf-8"?>
<p:sldLayout xmlns:a="http://schemas.openxmlformats.org/drawingml/2006/main" xmlns:r="http://schemas.openxmlformats.org/officeDocument/2006/relationships" xmlns:p="http://schemas.openxmlformats.org/presentationml/2006/main" matchingName="Sidebar Right">
  <p:cSld name="Sidebar Right">
    <p:spTree>
      <p:nvGrpSpPr>
        <p:cNvPr id="1" name="Shape 2171"/>
        <p:cNvGrpSpPr/>
        <p:nvPr/>
      </p:nvGrpSpPr>
      <p:grpSpPr>
        <a:xfrm>
          <a:off x="0" y="0"/>
          <a:ext cx="0" cy="0"/>
          <a:chOff x="0" y="0"/>
          <a:chExt cx="0" cy="0"/>
        </a:xfrm>
      </p:grpSpPr>
      <p:sp>
        <p:nvSpPr>
          <p:cNvPr id="2172" name="Google Shape;2172;p180"/>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73" name="Google Shape;2173;p180"/>
          <p:cNvSpPr txBox="1">
            <a:spLocks noGrp="1"/>
          </p:cNvSpPr>
          <p:nvPr>
            <p:ph type="body" idx="1"/>
          </p:nvPr>
        </p:nvSpPr>
        <p:spPr>
          <a:xfrm>
            <a:off x="274320" y="1828800"/>
            <a:ext cx="56511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74" name="Google Shape;2174;p180"/>
          <p:cNvSpPr txBox="1">
            <a:spLocks noGrp="1"/>
          </p:cNvSpPr>
          <p:nvPr>
            <p:ph type="body" idx="2"/>
          </p:nvPr>
        </p:nvSpPr>
        <p:spPr>
          <a:xfrm>
            <a:off x="6158484" y="1828800"/>
            <a:ext cx="27090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978">
          <p15:clr>
            <a:srgbClr val="FBAE40"/>
          </p15:clr>
        </p15:guide>
        <p15:guide id="2" pos="5172">
          <p15:clr>
            <a:srgbClr val="FBAE40"/>
          </p15:clr>
        </p15:guide>
        <p15:guide id="3" orient="horz" pos="3832">
          <p15:clr>
            <a:srgbClr val="FBAE40"/>
          </p15:clr>
        </p15:guide>
        <p15:guide id="4" orient="horz" pos="1152">
          <p15:clr>
            <a:srgbClr val="FBAE40"/>
          </p15:clr>
        </p15:guide>
        <p15:guide id="5" orient="horz" pos="4148">
          <p15:clr>
            <a:srgbClr val="FBAE40"/>
          </p15:clr>
        </p15:guide>
      </p15:sldGuideLst>
    </p:ext>
  </p:extLst>
</p:sldLayout>
</file>

<file path=ppt/slideLayouts/slideLayout178.xml><?xml version="1.0" encoding="utf-8"?>
<p:sldLayout xmlns:a="http://schemas.openxmlformats.org/drawingml/2006/main" xmlns:r="http://schemas.openxmlformats.org/officeDocument/2006/relationships" xmlns:p="http://schemas.openxmlformats.org/presentationml/2006/main" matchingName="Content and Big Statement">
  <p:cSld name="Content and Big Statement">
    <p:spTree>
      <p:nvGrpSpPr>
        <p:cNvPr id="1" name="Shape 2175"/>
        <p:cNvGrpSpPr/>
        <p:nvPr/>
      </p:nvGrpSpPr>
      <p:grpSpPr>
        <a:xfrm>
          <a:off x="0" y="0"/>
          <a:ext cx="0" cy="0"/>
          <a:chOff x="0" y="0"/>
          <a:chExt cx="0" cy="0"/>
        </a:xfrm>
      </p:grpSpPr>
      <p:sp>
        <p:nvSpPr>
          <p:cNvPr id="2176" name="Google Shape;2176;p181"/>
          <p:cNvSpPr/>
          <p:nvPr/>
        </p:nvSpPr>
        <p:spPr>
          <a:xfrm>
            <a:off x="4572001" y="1"/>
            <a:ext cx="4572000" cy="6858000"/>
          </a:xfrm>
          <a:prstGeom prst="rect">
            <a:avLst/>
          </a:prstGeom>
          <a:solidFill>
            <a:srgbClr val="006E7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2177" name="Google Shape;2177;p181"/>
          <p:cNvSpPr txBox="1">
            <a:spLocks noGrp="1"/>
          </p:cNvSpPr>
          <p:nvPr>
            <p:ph type="title"/>
          </p:nvPr>
        </p:nvSpPr>
        <p:spPr>
          <a:xfrm>
            <a:off x="274320" y="365760"/>
            <a:ext cx="4069200" cy="1371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78" name="Google Shape;2178;p181"/>
          <p:cNvSpPr txBox="1">
            <a:spLocks noGrp="1"/>
          </p:cNvSpPr>
          <p:nvPr>
            <p:ph type="body" idx="1"/>
          </p:nvPr>
        </p:nvSpPr>
        <p:spPr>
          <a:xfrm>
            <a:off x="274320" y="2286000"/>
            <a:ext cx="4069200" cy="37947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79" name="Google Shape;2179;p181"/>
          <p:cNvSpPr txBox="1">
            <a:spLocks noGrp="1"/>
          </p:cNvSpPr>
          <p:nvPr>
            <p:ph type="body" idx="2"/>
          </p:nvPr>
        </p:nvSpPr>
        <p:spPr>
          <a:xfrm>
            <a:off x="4800600" y="365126"/>
            <a:ext cx="4066800" cy="5715600"/>
          </a:xfrm>
          <a:prstGeom prst="rect">
            <a:avLst/>
          </a:prstGeom>
          <a:noFill/>
          <a:ln>
            <a:noFill/>
          </a:ln>
        </p:spPr>
        <p:txBody>
          <a:bodyPr spcFirstLastPara="1" wrap="square" lIns="0" tIns="0" rIns="0" bIns="0" anchor="t" anchorCtr="0">
            <a:normAutofit/>
          </a:bodyPr>
          <a:lstStyle>
            <a:lvl1pPr marL="457200" lvl="0" indent="-228600" algn="l">
              <a:lnSpc>
                <a:spcPct val="90000"/>
              </a:lnSpc>
              <a:spcBef>
                <a:spcPts val="0"/>
              </a:spcBef>
              <a:spcAft>
                <a:spcPts val="0"/>
              </a:spcAft>
              <a:buClr>
                <a:schemeClr val="lt1"/>
              </a:buClr>
              <a:buSzPts val="4050"/>
              <a:buNone/>
              <a:defRPr sz="4050">
                <a:solidFill>
                  <a:schemeClr val="lt1"/>
                </a:solidFill>
                <a:latin typeface="Arial"/>
                <a:ea typeface="Arial"/>
                <a:cs typeface="Arial"/>
                <a:sym typeface="Arial"/>
              </a:defRPr>
            </a:lvl1pPr>
            <a:lvl2pPr marL="914400" lvl="1" indent="-314325" algn="l">
              <a:lnSpc>
                <a:spcPct val="100000"/>
              </a:lnSpc>
              <a:spcBef>
                <a:spcPts val="900"/>
              </a:spcBef>
              <a:spcAft>
                <a:spcPts val="0"/>
              </a:spcAft>
              <a:buClr>
                <a:schemeClr val="lt1"/>
              </a:buClr>
              <a:buSzPts val="1350"/>
              <a:buChar char="–"/>
              <a:defRPr>
                <a:solidFill>
                  <a:schemeClr val="lt1"/>
                </a:solidFill>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5pPr>
            <a:lvl6pPr marL="2743200" lvl="5"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6pPr>
            <a:lvl7pPr marL="3200400" lvl="6"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7pPr>
            <a:lvl8pPr marL="3657600" lvl="7"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8pPr>
            <a:lvl9pPr marL="4114800" lvl="8"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9pPr>
          </a:lstStyle>
          <a:p>
            <a:endParaRPr/>
          </a:p>
        </p:txBody>
      </p:sp>
      <p:sp>
        <p:nvSpPr>
          <p:cNvPr id="2180" name="Google Shape;2180;p181"/>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lt1"/>
                </a:solidFill>
                <a:latin typeface="Arial"/>
                <a:ea typeface="Arial"/>
                <a:cs typeface="Arial"/>
                <a:sym typeface="Arial"/>
              </a:rPr>
              <a:t> </a:t>
            </a:r>
            <a:fld id="{00000000-1234-1234-1234-123412341234}" type="slidenum">
              <a:rPr lang="en-US" sz="600">
                <a:solidFill>
                  <a:schemeClr val="lt1"/>
                </a:solidFill>
                <a:latin typeface="Arial"/>
                <a:ea typeface="Arial"/>
                <a:cs typeface="Arial"/>
                <a:sym typeface="Arial"/>
              </a:rPr>
              <a:t>‹#›</a:t>
            </a:fld>
            <a:endParaRPr sz="600">
              <a:solidFill>
                <a:schemeClr val="lt1"/>
              </a:solidFill>
              <a:latin typeface="Arial"/>
              <a:ea typeface="Arial"/>
              <a:cs typeface="Arial"/>
              <a:sym typeface="Arial"/>
            </a:endParaRPr>
          </a:p>
        </p:txBody>
      </p:sp>
      <p:sp>
        <p:nvSpPr>
          <p:cNvPr id="2181" name="Google Shape;2181;p181"/>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lt1"/>
              </a:buClr>
              <a:buSzPts val="600"/>
              <a:buFont typeface="Arial"/>
              <a:buNone/>
            </a:pPr>
            <a:r>
              <a:rPr lang="en-US" sz="600" b="0">
                <a:solidFill>
                  <a:schemeClr val="lt1"/>
                </a:solidFill>
                <a:latin typeface="Arial"/>
                <a:ea typeface="Arial"/>
                <a:cs typeface="Arial"/>
                <a:sym typeface="Arial"/>
              </a:rPr>
              <a:t>Confidential and Proprietary. © 2026 UST Global Inc</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648">
          <p15:clr>
            <a:srgbClr val="FBAE40"/>
          </p15:clr>
        </p15:guide>
        <p15:guide id="2" pos="4032">
          <p15:clr>
            <a:srgbClr val="FBAE40"/>
          </p15:clr>
        </p15:guide>
        <p15:guide id="3" orient="horz" pos="3832">
          <p15:clr>
            <a:srgbClr val="FBAE40"/>
          </p15:clr>
        </p15:guide>
        <p15:guide id="4" orient="horz" pos="1440">
          <p15:clr>
            <a:srgbClr val="FBAE40"/>
          </p15:clr>
        </p15:guide>
        <p15:guide id="5" orient="horz" pos="4148">
          <p15:clr>
            <a:srgbClr val="FBAE40"/>
          </p15:clr>
        </p15:guide>
        <p15:guide id="6" pos="3840">
          <p15:clr>
            <a:srgbClr val="FBAE40"/>
          </p15:clr>
        </p15:guide>
      </p15:sldGuideLst>
    </p:ext>
  </p:extLst>
</p:sldLayout>
</file>

<file path=ppt/slideLayouts/slideLayout179.xml><?xml version="1.0" encoding="utf-8"?>
<p:sldLayout xmlns:a="http://schemas.openxmlformats.org/drawingml/2006/main" xmlns:r="http://schemas.openxmlformats.org/officeDocument/2006/relationships" xmlns:p="http://schemas.openxmlformats.org/presentationml/2006/main" matchingName="Content and Highlighting text with Image">
  <p:cSld name="Content and Highlighting text with Image">
    <p:spTree>
      <p:nvGrpSpPr>
        <p:cNvPr id="1" name="Shape 2182"/>
        <p:cNvGrpSpPr/>
        <p:nvPr/>
      </p:nvGrpSpPr>
      <p:grpSpPr>
        <a:xfrm>
          <a:off x="0" y="0"/>
          <a:ext cx="0" cy="0"/>
          <a:chOff x="0" y="0"/>
          <a:chExt cx="0" cy="0"/>
        </a:xfrm>
      </p:grpSpPr>
      <p:sp>
        <p:nvSpPr>
          <p:cNvPr id="2183" name="Google Shape;2183;p182"/>
          <p:cNvSpPr/>
          <p:nvPr/>
        </p:nvSpPr>
        <p:spPr>
          <a:xfrm>
            <a:off x="4572001" y="1"/>
            <a:ext cx="4572000" cy="6858000"/>
          </a:xfrm>
          <a:prstGeom prst="rect">
            <a:avLst/>
          </a:prstGeom>
          <a:solidFill>
            <a:srgbClr val="006E7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2184" name="Google Shape;2184;p182"/>
          <p:cNvSpPr txBox="1">
            <a:spLocks noGrp="1"/>
          </p:cNvSpPr>
          <p:nvPr>
            <p:ph type="title"/>
          </p:nvPr>
        </p:nvSpPr>
        <p:spPr>
          <a:xfrm>
            <a:off x="274320" y="365760"/>
            <a:ext cx="4069200" cy="13716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85" name="Google Shape;2185;p182"/>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lt1"/>
                </a:solidFill>
                <a:latin typeface="Arial"/>
                <a:ea typeface="Arial"/>
                <a:cs typeface="Arial"/>
                <a:sym typeface="Arial"/>
              </a:rPr>
              <a:t> </a:t>
            </a:r>
            <a:fld id="{00000000-1234-1234-1234-123412341234}" type="slidenum">
              <a:rPr lang="en-US" sz="600">
                <a:solidFill>
                  <a:schemeClr val="lt1"/>
                </a:solidFill>
                <a:latin typeface="Arial"/>
                <a:ea typeface="Arial"/>
                <a:cs typeface="Arial"/>
                <a:sym typeface="Arial"/>
              </a:rPr>
              <a:t>‹#›</a:t>
            </a:fld>
            <a:endParaRPr sz="600">
              <a:solidFill>
                <a:schemeClr val="lt1"/>
              </a:solidFill>
              <a:latin typeface="Arial"/>
              <a:ea typeface="Arial"/>
              <a:cs typeface="Arial"/>
              <a:sym typeface="Arial"/>
            </a:endParaRPr>
          </a:p>
        </p:txBody>
      </p:sp>
      <p:sp>
        <p:nvSpPr>
          <p:cNvPr id="2186" name="Google Shape;2186;p182"/>
          <p:cNvSpPr txBox="1">
            <a:spLocks noGrp="1"/>
          </p:cNvSpPr>
          <p:nvPr>
            <p:ph type="body" idx="1"/>
          </p:nvPr>
        </p:nvSpPr>
        <p:spPr>
          <a:xfrm>
            <a:off x="2420809" y="3200400"/>
            <a:ext cx="1922700" cy="2880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87" name="Google Shape;2187;p182"/>
          <p:cNvSpPr txBox="1">
            <a:spLocks noGrp="1"/>
          </p:cNvSpPr>
          <p:nvPr>
            <p:ph type="body" idx="2"/>
          </p:nvPr>
        </p:nvSpPr>
        <p:spPr>
          <a:xfrm>
            <a:off x="274320" y="3200400"/>
            <a:ext cx="1922700" cy="2880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88" name="Google Shape;2188;p182"/>
          <p:cNvSpPr>
            <a:spLocks noGrp="1"/>
          </p:cNvSpPr>
          <p:nvPr>
            <p:ph type="pic" idx="3"/>
          </p:nvPr>
        </p:nvSpPr>
        <p:spPr>
          <a:xfrm>
            <a:off x="274321" y="2544378"/>
            <a:ext cx="394800" cy="526500"/>
          </a:xfrm>
          <a:prstGeom prst="rect">
            <a:avLst/>
          </a:prstGeom>
          <a:noFill/>
          <a:ln>
            <a:noFill/>
          </a:ln>
        </p:spPr>
      </p:sp>
      <p:sp>
        <p:nvSpPr>
          <p:cNvPr id="2189" name="Google Shape;2189;p182"/>
          <p:cNvSpPr>
            <a:spLocks noGrp="1"/>
          </p:cNvSpPr>
          <p:nvPr>
            <p:ph type="pic" idx="4"/>
          </p:nvPr>
        </p:nvSpPr>
        <p:spPr>
          <a:xfrm>
            <a:off x="2420809" y="2544378"/>
            <a:ext cx="394800" cy="526500"/>
          </a:xfrm>
          <a:prstGeom prst="rect">
            <a:avLst/>
          </a:prstGeom>
          <a:noFill/>
          <a:ln>
            <a:noFill/>
          </a:ln>
        </p:spPr>
      </p:sp>
      <p:sp>
        <p:nvSpPr>
          <p:cNvPr id="2190" name="Google Shape;2190;p182"/>
          <p:cNvSpPr txBox="1">
            <a:spLocks noGrp="1"/>
          </p:cNvSpPr>
          <p:nvPr>
            <p:ph type="body" idx="5"/>
          </p:nvPr>
        </p:nvSpPr>
        <p:spPr>
          <a:xfrm>
            <a:off x="6949677" y="3200400"/>
            <a:ext cx="1922700" cy="2880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91" name="Google Shape;2191;p182"/>
          <p:cNvSpPr txBox="1">
            <a:spLocks noGrp="1"/>
          </p:cNvSpPr>
          <p:nvPr>
            <p:ph type="body" idx="6"/>
          </p:nvPr>
        </p:nvSpPr>
        <p:spPr>
          <a:xfrm>
            <a:off x="4803188" y="3200400"/>
            <a:ext cx="1922700" cy="2880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lt1"/>
              </a:buClr>
              <a:buSzPts val="900"/>
              <a:buFont typeface="Arial"/>
              <a:buNone/>
              <a:defRPr sz="9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192" name="Google Shape;2192;p182"/>
          <p:cNvSpPr>
            <a:spLocks noGrp="1"/>
          </p:cNvSpPr>
          <p:nvPr>
            <p:ph type="pic" idx="7"/>
          </p:nvPr>
        </p:nvSpPr>
        <p:spPr>
          <a:xfrm>
            <a:off x="4572000" y="1"/>
            <a:ext cx="4572000" cy="2544900"/>
          </a:xfrm>
          <a:prstGeom prst="rect">
            <a:avLst/>
          </a:prstGeom>
          <a:solidFill>
            <a:srgbClr val="D7E0E3"/>
          </a:solidFill>
          <a:ln>
            <a:noFill/>
          </a:ln>
        </p:spPr>
      </p:sp>
      <p:sp>
        <p:nvSpPr>
          <p:cNvPr id="2193" name="Google Shape;2193;p182"/>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lt1"/>
              </a:buClr>
              <a:buSzPts val="600"/>
              <a:buFont typeface="Arial"/>
              <a:buNone/>
            </a:pPr>
            <a:r>
              <a:rPr lang="en-US" sz="600" b="0">
                <a:solidFill>
                  <a:schemeClr val="lt1"/>
                </a:solidFill>
                <a:latin typeface="Arial"/>
                <a:ea typeface="Arial"/>
                <a:cs typeface="Arial"/>
                <a:sym typeface="Arial"/>
              </a:rPr>
              <a:t>Confidential and Proprietary. © 2026 UST Global Inc</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648">
          <p15:clr>
            <a:srgbClr val="FBAE40"/>
          </p15:clr>
        </p15:guide>
        <p15:guide id="2" pos="4032">
          <p15:clr>
            <a:srgbClr val="FBAE40"/>
          </p15:clr>
        </p15:guide>
        <p15:guide id="3" orient="horz" pos="3832">
          <p15:clr>
            <a:srgbClr val="FBAE40"/>
          </p15:clr>
        </p15:guide>
        <p15:guide id="4" orient="horz" pos="1440">
          <p15:clr>
            <a:srgbClr val="FBAE40"/>
          </p15:clr>
        </p15:guide>
        <p15:guide id="5" orient="horz" pos="4148">
          <p15:clr>
            <a:srgbClr val="FBAE40"/>
          </p15:clr>
        </p15:guide>
        <p15:guide id="6" pos="3840">
          <p15:clr>
            <a:srgbClr val="FBAE40"/>
          </p15:clr>
        </p15:guide>
      </p15:sldGuideLst>
    </p:ext>
  </p:extLst>
</p:sldLayout>
</file>

<file path=ppt/slideLayouts/slideLayout180.xml><?xml version="1.0" encoding="utf-8"?>
<p:sldLayout xmlns:a="http://schemas.openxmlformats.org/drawingml/2006/main" xmlns:r="http://schemas.openxmlformats.org/officeDocument/2006/relationships" xmlns:p="http://schemas.openxmlformats.org/presentationml/2006/main" matchingName="Big Statement">
  <p:cSld name="Big Statement">
    <p:bg>
      <p:bgPr>
        <a:solidFill>
          <a:srgbClr val="231F20"/>
        </a:solidFill>
        <a:effectLst/>
      </p:bgPr>
    </p:bg>
    <p:spTree>
      <p:nvGrpSpPr>
        <p:cNvPr id="1" name="Shape 2194"/>
        <p:cNvGrpSpPr/>
        <p:nvPr/>
      </p:nvGrpSpPr>
      <p:grpSpPr>
        <a:xfrm>
          <a:off x="0" y="0"/>
          <a:ext cx="0" cy="0"/>
          <a:chOff x="0" y="0"/>
          <a:chExt cx="0" cy="0"/>
        </a:xfrm>
      </p:grpSpPr>
      <p:sp>
        <p:nvSpPr>
          <p:cNvPr id="2195" name="Google Shape;2195;p183"/>
          <p:cNvSpPr txBox="1">
            <a:spLocks noGrp="1"/>
          </p:cNvSpPr>
          <p:nvPr>
            <p:ph type="body" idx="1"/>
          </p:nvPr>
        </p:nvSpPr>
        <p:spPr>
          <a:xfrm>
            <a:off x="273843" y="365126"/>
            <a:ext cx="6378000" cy="5715600"/>
          </a:xfrm>
          <a:prstGeom prst="rect">
            <a:avLst/>
          </a:prstGeom>
          <a:noFill/>
          <a:ln>
            <a:noFill/>
          </a:ln>
        </p:spPr>
        <p:txBody>
          <a:bodyPr spcFirstLastPara="1" wrap="square" lIns="0" tIns="0" rIns="0" bIns="0" anchor="t" anchorCtr="0">
            <a:normAutofit/>
          </a:bodyPr>
          <a:lstStyle>
            <a:lvl1pPr marL="457200" lvl="0" indent="-228600" algn="l">
              <a:lnSpc>
                <a:spcPct val="90000"/>
              </a:lnSpc>
              <a:spcBef>
                <a:spcPts val="0"/>
              </a:spcBef>
              <a:spcAft>
                <a:spcPts val="0"/>
              </a:spcAft>
              <a:buClr>
                <a:schemeClr val="lt1"/>
              </a:buClr>
              <a:buSzPts val="4050"/>
              <a:buFont typeface="Arial"/>
              <a:buNone/>
              <a:defRPr sz="4050" b="0">
                <a:solidFill>
                  <a:schemeClr val="lt1"/>
                </a:solidFill>
                <a:latin typeface="Arial"/>
                <a:ea typeface="Arial"/>
                <a:cs typeface="Arial"/>
                <a:sym typeface="Arial"/>
              </a:defRPr>
            </a:lvl1pPr>
            <a:lvl2pPr marL="914400" lvl="1" indent="-314325" algn="l">
              <a:lnSpc>
                <a:spcPct val="100000"/>
              </a:lnSpc>
              <a:spcBef>
                <a:spcPts val="900"/>
              </a:spcBef>
              <a:spcAft>
                <a:spcPts val="0"/>
              </a:spcAft>
              <a:buClr>
                <a:schemeClr val="lt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a:latin typeface="Arial"/>
                <a:ea typeface="Arial"/>
                <a:cs typeface="Arial"/>
                <a:sym typeface="Arial"/>
              </a:defRPr>
            </a:lvl5pPr>
            <a:lvl6pPr marL="2743200" lvl="5" indent="-314325" algn="l">
              <a:lnSpc>
                <a:spcPct val="100000"/>
              </a:lnSpc>
              <a:spcBef>
                <a:spcPts val="225"/>
              </a:spcBef>
              <a:spcAft>
                <a:spcPts val="0"/>
              </a:spcAft>
              <a:buClr>
                <a:schemeClr val="lt1"/>
              </a:buClr>
              <a:buSzPts val="1350"/>
              <a:buChar char="–"/>
              <a:defRPr>
                <a:latin typeface="Arial"/>
                <a:ea typeface="Arial"/>
                <a:cs typeface="Arial"/>
                <a:sym typeface="Arial"/>
              </a:defRPr>
            </a:lvl6pPr>
            <a:lvl7pPr marL="3200400" lvl="6" indent="-314325" algn="l">
              <a:lnSpc>
                <a:spcPct val="100000"/>
              </a:lnSpc>
              <a:spcBef>
                <a:spcPts val="225"/>
              </a:spcBef>
              <a:spcAft>
                <a:spcPts val="0"/>
              </a:spcAft>
              <a:buClr>
                <a:schemeClr val="lt1"/>
              </a:buClr>
              <a:buSzPts val="1350"/>
              <a:buChar char="–"/>
              <a:defRPr>
                <a:latin typeface="Arial"/>
                <a:ea typeface="Arial"/>
                <a:cs typeface="Arial"/>
                <a:sym typeface="Arial"/>
              </a:defRPr>
            </a:lvl7pPr>
            <a:lvl8pPr marL="3657600" lvl="7" indent="-314325" algn="l">
              <a:lnSpc>
                <a:spcPct val="100000"/>
              </a:lnSpc>
              <a:spcBef>
                <a:spcPts val="225"/>
              </a:spcBef>
              <a:spcAft>
                <a:spcPts val="0"/>
              </a:spcAft>
              <a:buClr>
                <a:schemeClr val="lt1"/>
              </a:buClr>
              <a:buSzPts val="1350"/>
              <a:buChar char="–"/>
              <a:defRPr>
                <a:latin typeface="Arial"/>
                <a:ea typeface="Arial"/>
                <a:cs typeface="Arial"/>
                <a:sym typeface="Arial"/>
              </a:defRPr>
            </a:lvl8pPr>
            <a:lvl9pPr marL="4114800" lvl="8" indent="-314325" algn="l">
              <a:lnSpc>
                <a:spcPct val="100000"/>
              </a:lnSpc>
              <a:spcBef>
                <a:spcPts val="225"/>
              </a:spcBef>
              <a:spcAft>
                <a:spcPts val="0"/>
              </a:spcAft>
              <a:buClr>
                <a:schemeClr val="lt1"/>
              </a:buClr>
              <a:buSzPts val="1350"/>
              <a:buChar char="–"/>
              <a:defRPr>
                <a:latin typeface="Arial"/>
                <a:ea typeface="Arial"/>
                <a:cs typeface="Arial"/>
                <a:sym typeface="Aria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guide id="2" orient="horz" pos="4148">
          <p15:clr>
            <a:srgbClr val="FBAE40"/>
          </p15:clr>
        </p15:guide>
        <p15:guide id="3" pos="5588">
          <p15:clr>
            <a:srgbClr val="FBAE40"/>
          </p15:clr>
        </p15:guide>
      </p15:sldGuideLst>
    </p:ext>
  </p:extLst>
</p:sldLayout>
</file>

<file path=ppt/slideLayouts/slideLayout181.xml><?xml version="1.0" encoding="utf-8"?>
<p:sldLayout xmlns:a="http://schemas.openxmlformats.org/drawingml/2006/main" xmlns:r="http://schemas.openxmlformats.org/officeDocument/2006/relationships" xmlns:p="http://schemas.openxmlformats.org/presentationml/2006/main" matchingName="Big Statement and Photo">
  <p:cSld name="Big Statement and Photo">
    <p:bg>
      <p:bgPr>
        <a:solidFill>
          <a:srgbClr val="231F20"/>
        </a:solidFill>
        <a:effectLst/>
      </p:bgPr>
    </p:bg>
    <p:spTree>
      <p:nvGrpSpPr>
        <p:cNvPr id="1" name="Shape 2196"/>
        <p:cNvGrpSpPr/>
        <p:nvPr/>
      </p:nvGrpSpPr>
      <p:grpSpPr>
        <a:xfrm>
          <a:off x="0" y="0"/>
          <a:ext cx="0" cy="0"/>
          <a:chOff x="0" y="0"/>
          <a:chExt cx="0" cy="0"/>
        </a:xfrm>
      </p:grpSpPr>
      <p:sp>
        <p:nvSpPr>
          <p:cNvPr id="2197" name="Google Shape;2197;p184"/>
          <p:cNvSpPr txBox="1">
            <a:spLocks noGrp="1"/>
          </p:cNvSpPr>
          <p:nvPr>
            <p:ph type="body" idx="1"/>
          </p:nvPr>
        </p:nvSpPr>
        <p:spPr>
          <a:xfrm>
            <a:off x="273843" y="365126"/>
            <a:ext cx="4183800" cy="5715600"/>
          </a:xfrm>
          <a:prstGeom prst="rect">
            <a:avLst/>
          </a:prstGeom>
          <a:noFill/>
          <a:ln>
            <a:noFill/>
          </a:ln>
        </p:spPr>
        <p:txBody>
          <a:bodyPr spcFirstLastPara="1" wrap="square" lIns="0" tIns="0" rIns="0" bIns="0" anchor="t" anchorCtr="0">
            <a:normAutofit/>
          </a:bodyPr>
          <a:lstStyle>
            <a:lvl1pPr marL="457200" lvl="0" indent="-228600" algn="l">
              <a:lnSpc>
                <a:spcPct val="90000"/>
              </a:lnSpc>
              <a:spcBef>
                <a:spcPts val="0"/>
              </a:spcBef>
              <a:spcAft>
                <a:spcPts val="0"/>
              </a:spcAft>
              <a:buClr>
                <a:schemeClr val="lt1"/>
              </a:buClr>
              <a:buSzPts val="4050"/>
              <a:buFont typeface="Arial"/>
              <a:buNone/>
              <a:defRPr sz="4050" b="0">
                <a:solidFill>
                  <a:schemeClr val="lt1"/>
                </a:solidFill>
                <a:latin typeface="Arial"/>
                <a:ea typeface="Arial"/>
                <a:cs typeface="Arial"/>
                <a:sym typeface="Arial"/>
              </a:defRPr>
            </a:lvl1pPr>
            <a:lvl2pPr marL="914400" lvl="1" indent="-314325" algn="l">
              <a:lnSpc>
                <a:spcPct val="100000"/>
              </a:lnSpc>
              <a:spcBef>
                <a:spcPts val="900"/>
              </a:spcBef>
              <a:spcAft>
                <a:spcPts val="0"/>
              </a:spcAft>
              <a:buClr>
                <a:schemeClr val="lt1"/>
              </a:buClr>
              <a:buSzPts val="1350"/>
              <a:buChar char="–"/>
              <a:defRPr>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a:latin typeface="Arial"/>
                <a:ea typeface="Arial"/>
                <a:cs typeface="Arial"/>
                <a:sym typeface="Arial"/>
              </a:defRPr>
            </a:lvl5pPr>
            <a:lvl6pPr marL="2743200" lvl="5" indent="-314325" algn="l">
              <a:lnSpc>
                <a:spcPct val="100000"/>
              </a:lnSpc>
              <a:spcBef>
                <a:spcPts val="225"/>
              </a:spcBef>
              <a:spcAft>
                <a:spcPts val="0"/>
              </a:spcAft>
              <a:buClr>
                <a:schemeClr val="lt1"/>
              </a:buClr>
              <a:buSzPts val="1350"/>
              <a:buChar char="–"/>
              <a:defRPr>
                <a:latin typeface="Arial"/>
                <a:ea typeface="Arial"/>
                <a:cs typeface="Arial"/>
                <a:sym typeface="Arial"/>
              </a:defRPr>
            </a:lvl6pPr>
            <a:lvl7pPr marL="3200400" lvl="6" indent="-314325" algn="l">
              <a:lnSpc>
                <a:spcPct val="100000"/>
              </a:lnSpc>
              <a:spcBef>
                <a:spcPts val="225"/>
              </a:spcBef>
              <a:spcAft>
                <a:spcPts val="0"/>
              </a:spcAft>
              <a:buClr>
                <a:schemeClr val="lt1"/>
              </a:buClr>
              <a:buSzPts val="1350"/>
              <a:buChar char="–"/>
              <a:defRPr>
                <a:latin typeface="Arial"/>
                <a:ea typeface="Arial"/>
                <a:cs typeface="Arial"/>
                <a:sym typeface="Arial"/>
              </a:defRPr>
            </a:lvl7pPr>
            <a:lvl8pPr marL="3657600" lvl="7" indent="-314325" algn="l">
              <a:lnSpc>
                <a:spcPct val="100000"/>
              </a:lnSpc>
              <a:spcBef>
                <a:spcPts val="225"/>
              </a:spcBef>
              <a:spcAft>
                <a:spcPts val="0"/>
              </a:spcAft>
              <a:buClr>
                <a:schemeClr val="lt1"/>
              </a:buClr>
              <a:buSzPts val="1350"/>
              <a:buChar char="–"/>
              <a:defRPr>
                <a:latin typeface="Arial"/>
                <a:ea typeface="Arial"/>
                <a:cs typeface="Arial"/>
                <a:sym typeface="Arial"/>
              </a:defRPr>
            </a:lvl8pPr>
            <a:lvl9pPr marL="4114800" lvl="8" indent="-314325" algn="l">
              <a:lnSpc>
                <a:spcPct val="100000"/>
              </a:lnSpc>
              <a:spcBef>
                <a:spcPts val="225"/>
              </a:spcBef>
              <a:spcAft>
                <a:spcPts val="0"/>
              </a:spcAft>
              <a:buClr>
                <a:schemeClr val="lt1"/>
              </a:buClr>
              <a:buSzPts val="1350"/>
              <a:buChar char="–"/>
              <a:defRPr>
                <a:latin typeface="Arial"/>
                <a:ea typeface="Arial"/>
                <a:cs typeface="Arial"/>
                <a:sym typeface="Arial"/>
              </a:defRPr>
            </a:lvl9pPr>
          </a:lstStyle>
          <a:p>
            <a:endParaRPr/>
          </a:p>
        </p:txBody>
      </p:sp>
      <p:sp>
        <p:nvSpPr>
          <p:cNvPr id="2198" name="Google Shape;2198;p184"/>
          <p:cNvSpPr>
            <a:spLocks noGrp="1"/>
          </p:cNvSpPr>
          <p:nvPr>
            <p:ph type="pic" idx="2"/>
          </p:nvPr>
        </p:nvSpPr>
        <p:spPr>
          <a:xfrm>
            <a:off x="4683919" y="2880360"/>
            <a:ext cx="4183800" cy="3200400"/>
          </a:xfrm>
          <a:prstGeom prst="rect">
            <a:avLst/>
          </a:prstGeom>
          <a:solidFill>
            <a:srgbClr val="7A7480"/>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guide id="2" orient="horz" pos="4148">
          <p15:clr>
            <a:srgbClr val="FBAE40"/>
          </p15:clr>
        </p15:guide>
        <p15:guide id="3" pos="3744">
          <p15:clr>
            <a:srgbClr val="FBAE40"/>
          </p15:clr>
        </p15:guide>
        <p15:guide id="4" pos="3934">
          <p15:clr>
            <a:srgbClr val="FBAE40"/>
          </p15:clr>
        </p15:guide>
      </p15:sldGuideLst>
    </p:ext>
  </p:extLst>
</p:sldLayout>
</file>

<file path=ppt/slideLayouts/slideLayout182.xml><?xml version="1.0" encoding="utf-8"?>
<p:sldLayout xmlns:a="http://schemas.openxmlformats.org/drawingml/2006/main" xmlns:r="http://schemas.openxmlformats.org/officeDocument/2006/relationships" xmlns:p="http://schemas.openxmlformats.org/presentationml/2006/main" matchingName="Black matrix slide ">
  <p:cSld name="Black matrix slide ">
    <p:bg>
      <p:bgPr>
        <a:solidFill>
          <a:srgbClr val="231F20"/>
        </a:solidFill>
        <a:effectLst/>
      </p:bgPr>
    </p:bg>
    <p:spTree>
      <p:nvGrpSpPr>
        <p:cNvPr id="1" name="Shape 2199"/>
        <p:cNvGrpSpPr/>
        <p:nvPr/>
      </p:nvGrpSpPr>
      <p:grpSpPr>
        <a:xfrm>
          <a:off x="0" y="0"/>
          <a:ext cx="0" cy="0"/>
          <a:chOff x="0" y="0"/>
          <a:chExt cx="0" cy="0"/>
        </a:xfrm>
      </p:grpSpPr>
      <p:sp>
        <p:nvSpPr>
          <p:cNvPr id="2200" name="Google Shape;2200;p185"/>
          <p:cNvSpPr/>
          <p:nvPr/>
        </p:nvSpPr>
        <p:spPr>
          <a:xfrm>
            <a:off x="3949798" y="3054045"/>
            <a:ext cx="1249200" cy="16656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00">
              <a:solidFill>
                <a:schemeClr val="lt1"/>
              </a:solidFill>
              <a:latin typeface="Arial"/>
              <a:ea typeface="Arial"/>
              <a:cs typeface="Arial"/>
              <a:sym typeface="Arial"/>
            </a:endParaRPr>
          </a:p>
        </p:txBody>
      </p:sp>
      <p:grpSp>
        <p:nvGrpSpPr>
          <p:cNvPr id="2201" name="Google Shape;2201;p185"/>
          <p:cNvGrpSpPr/>
          <p:nvPr/>
        </p:nvGrpSpPr>
        <p:grpSpPr>
          <a:xfrm>
            <a:off x="3206913" y="2272226"/>
            <a:ext cx="2725815" cy="3229839"/>
            <a:chOff x="4523723" y="2165131"/>
            <a:chExt cx="3139255" cy="3300132"/>
          </a:xfrm>
        </p:grpSpPr>
        <p:grpSp>
          <p:nvGrpSpPr>
            <p:cNvPr id="2202" name="Google Shape;2202;p185"/>
            <p:cNvGrpSpPr/>
            <p:nvPr/>
          </p:nvGrpSpPr>
          <p:grpSpPr>
            <a:xfrm rot="10800000">
              <a:off x="6615727" y="2165131"/>
              <a:ext cx="1047251" cy="3300132"/>
              <a:chOff x="5319301" y="2165131"/>
              <a:chExt cx="1047251" cy="3300132"/>
            </a:xfrm>
          </p:grpSpPr>
          <p:sp>
            <p:nvSpPr>
              <p:cNvPr id="2203" name="Google Shape;2203;p185"/>
              <p:cNvSpPr/>
              <p:nvPr/>
            </p:nvSpPr>
            <p:spPr>
              <a:xfrm>
                <a:off x="5319301" y="2165131"/>
                <a:ext cx="1047251"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dk1"/>
                  </a:solidFill>
                  <a:latin typeface="Arial"/>
                  <a:ea typeface="Arial"/>
                  <a:cs typeface="Arial"/>
                  <a:sym typeface="Arial"/>
                </a:endParaRPr>
              </a:p>
            </p:txBody>
          </p:sp>
          <p:sp>
            <p:nvSpPr>
              <p:cNvPr id="2204" name="Google Shape;2204;p185"/>
              <p:cNvSpPr/>
              <p:nvPr/>
            </p:nvSpPr>
            <p:spPr>
              <a:xfrm rot="10800000" flipH="1">
                <a:off x="5319301" y="4729539"/>
                <a:ext cx="1047251"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dk1"/>
                  </a:solidFill>
                  <a:latin typeface="Arial"/>
                  <a:ea typeface="Arial"/>
                  <a:cs typeface="Arial"/>
                  <a:sym typeface="Arial"/>
                </a:endParaRPr>
              </a:p>
            </p:txBody>
          </p:sp>
        </p:grpSp>
        <p:grpSp>
          <p:nvGrpSpPr>
            <p:cNvPr id="2205" name="Google Shape;2205;p185"/>
            <p:cNvGrpSpPr/>
            <p:nvPr/>
          </p:nvGrpSpPr>
          <p:grpSpPr>
            <a:xfrm>
              <a:off x="4523723" y="2165131"/>
              <a:ext cx="3139255" cy="3300132"/>
              <a:chOff x="4523723" y="2165131"/>
              <a:chExt cx="3139255" cy="3300132"/>
            </a:xfrm>
          </p:grpSpPr>
          <p:sp>
            <p:nvSpPr>
              <p:cNvPr id="2206" name="Google Shape;2206;p185"/>
              <p:cNvSpPr/>
              <p:nvPr/>
            </p:nvSpPr>
            <p:spPr>
              <a:xfrm>
                <a:off x="4523760" y="2165131"/>
                <a:ext cx="1047251"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dk1"/>
                  </a:solidFill>
                  <a:latin typeface="Arial"/>
                  <a:ea typeface="Arial"/>
                  <a:cs typeface="Arial"/>
                  <a:sym typeface="Arial"/>
                </a:endParaRPr>
              </a:p>
            </p:txBody>
          </p:sp>
          <p:sp>
            <p:nvSpPr>
              <p:cNvPr id="2207" name="Google Shape;2207;p185"/>
              <p:cNvSpPr/>
              <p:nvPr/>
            </p:nvSpPr>
            <p:spPr>
              <a:xfrm rot="10800000" flipH="1">
                <a:off x="4523760" y="4729539"/>
                <a:ext cx="1047251"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dk1"/>
                  </a:solidFill>
                  <a:latin typeface="Arial"/>
                  <a:ea typeface="Arial"/>
                  <a:cs typeface="Arial"/>
                  <a:sym typeface="Arial"/>
                </a:endParaRPr>
              </a:p>
            </p:txBody>
          </p:sp>
          <p:grpSp>
            <p:nvGrpSpPr>
              <p:cNvPr id="2208" name="Google Shape;2208;p185"/>
              <p:cNvGrpSpPr/>
              <p:nvPr/>
            </p:nvGrpSpPr>
            <p:grpSpPr>
              <a:xfrm>
                <a:off x="4523723" y="3772576"/>
                <a:ext cx="3139255" cy="0"/>
                <a:chOff x="4523723" y="3772576"/>
                <a:chExt cx="3139255" cy="0"/>
              </a:xfrm>
            </p:grpSpPr>
            <p:cxnSp>
              <p:nvCxnSpPr>
                <p:cNvPr id="2209" name="Google Shape;2209;p185"/>
                <p:cNvCxnSpPr/>
                <p:nvPr/>
              </p:nvCxnSpPr>
              <p:spPr>
                <a:xfrm rot="10800000">
                  <a:off x="4523723" y="3772576"/>
                  <a:ext cx="496200" cy="0"/>
                </a:xfrm>
                <a:prstGeom prst="straightConnector1">
                  <a:avLst/>
                </a:prstGeom>
                <a:noFill/>
                <a:ln w="12700" cap="flat" cmpd="sng">
                  <a:solidFill>
                    <a:schemeClr val="lt1"/>
                  </a:solidFill>
                  <a:prstDash val="solid"/>
                  <a:round/>
                  <a:headEnd type="none" w="sm" len="sm"/>
                  <a:tailEnd type="none" w="sm" len="sm"/>
                </a:ln>
              </p:spPr>
            </p:cxnSp>
            <p:cxnSp>
              <p:nvCxnSpPr>
                <p:cNvPr id="2210" name="Google Shape;2210;p185"/>
                <p:cNvCxnSpPr/>
                <p:nvPr/>
              </p:nvCxnSpPr>
              <p:spPr>
                <a:xfrm rot="10800000">
                  <a:off x="7166778" y="3772576"/>
                  <a:ext cx="496200" cy="0"/>
                </a:xfrm>
                <a:prstGeom prst="straightConnector1">
                  <a:avLst/>
                </a:prstGeom>
                <a:noFill/>
                <a:ln w="12700" cap="flat" cmpd="sng">
                  <a:solidFill>
                    <a:schemeClr val="lt1"/>
                  </a:solidFill>
                  <a:prstDash val="solid"/>
                  <a:round/>
                  <a:headEnd type="none" w="sm" len="sm"/>
                  <a:tailEnd type="none" w="sm" len="sm"/>
                </a:ln>
              </p:spPr>
            </p:cxnSp>
          </p:grpSp>
        </p:grpSp>
      </p:grpSp>
      <p:sp>
        <p:nvSpPr>
          <p:cNvPr id="2211" name="Google Shape;2211;p185"/>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12" name="Google Shape;2212;p185"/>
          <p:cNvSpPr txBox="1">
            <a:spLocks noGrp="1"/>
          </p:cNvSpPr>
          <p:nvPr>
            <p:ph type="body" idx="1"/>
          </p:nvPr>
        </p:nvSpPr>
        <p:spPr>
          <a:xfrm>
            <a:off x="994886" y="2011680"/>
            <a:ext cx="1988700" cy="91440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lt1"/>
              </a:buClr>
              <a:buSzPts val="1200"/>
              <a:buFont typeface="Arial"/>
              <a:buNone/>
              <a:defRPr sz="1200" b="1">
                <a:latin typeface="Arial"/>
                <a:ea typeface="Arial"/>
                <a:cs typeface="Arial"/>
                <a:sym typeface="Arial"/>
              </a:defRPr>
            </a:lvl1pPr>
            <a:lvl2pPr marL="914400" lvl="1" indent="-228600" algn="r">
              <a:lnSpc>
                <a:spcPct val="100000"/>
              </a:lnSpc>
              <a:spcBef>
                <a:spcPts val="0"/>
              </a:spcBef>
              <a:spcAft>
                <a:spcPts val="0"/>
              </a:spcAft>
              <a:buClr>
                <a:schemeClr val="lt1"/>
              </a:buClr>
              <a:buSzPts val="1050"/>
              <a:buFont typeface="Arial"/>
              <a:buNone/>
              <a:defRPr sz="1050">
                <a:latin typeface="Arial"/>
                <a:ea typeface="Arial"/>
                <a:cs typeface="Arial"/>
                <a:sym typeface="Arial"/>
              </a:defRPr>
            </a:lvl2pPr>
            <a:lvl3pPr marL="1371600" lvl="2" indent="-228600" algn="r">
              <a:lnSpc>
                <a:spcPct val="100000"/>
              </a:lnSpc>
              <a:spcBef>
                <a:spcPts val="0"/>
              </a:spcBef>
              <a:spcAft>
                <a:spcPts val="0"/>
              </a:spcAft>
              <a:buClr>
                <a:schemeClr val="lt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2213" name="Google Shape;2213;p185"/>
          <p:cNvSpPr txBox="1">
            <a:spLocks noGrp="1"/>
          </p:cNvSpPr>
          <p:nvPr>
            <p:ph type="body" idx="2"/>
          </p:nvPr>
        </p:nvSpPr>
        <p:spPr>
          <a:xfrm>
            <a:off x="982842" y="3501656"/>
            <a:ext cx="1988700" cy="91440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lt1"/>
              </a:buClr>
              <a:buSzPts val="1200"/>
              <a:buFont typeface="Arial"/>
              <a:buNone/>
              <a:defRPr sz="1200" b="1">
                <a:latin typeface="Arial"/>
                <a:ea typeface="Arial"/>
                <a:cs typeface="Arial"/>
                <a:sym typeface="Arial"/>
              </a:defRPr>
            </a:lvl1pPr>
            <a:lvl2pPr marL="914400" lvl="1" indent="-228600" algn="r">
              <a:lnSpc>
                <a:spcPct val="100000"/>
              </a:lnSpc>
              <a:spcBef>
                <a:spcPts val="0"/>
              </a:spcBef>
              <a:spcAft>
                <a:spcPts val="0"/>
              </a:spcAft>
              <a:buClr>
                <a:schemeClr val="lt1"/>
              </a:buClr>
              <a:buSzPts val="1050"/>
              <a:buFont typeface="Arial"/>
              <a:buNone/>
              <a:defRPr sz="1050">
                <a:latin typeface="Arial"/>
                <a:ea typeface="Arial"/>
                <a:cs typeface="Arial"/>
                <a:sym typeface="Arial"/>
              </a:defRPr>
            </a:lvl2pPr>
            <a:lvl3pPr marL="1371600" lvl="2" indent="-228600" algn="r">
              <a:lnSpc>
                <a:spcPct val="100000"/>
              </a:lnSpc>
              <a:spcBef>
                <a:spcPts val="0"/>
              </a:spcBef>
              <a:spcAft>
                <a:spcPts val="0"/>
              </a:spcAft>
              <a:buClr>
                <a:schemeClr val="lt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2214" name="Google Shape;2214;p185"/>
          <p:cNvSpPr txBox="1">
            <a:spLocks noGrp="1"/>
          </p:cNvSpPr>
          <p:nvPr>
            <p:ph type="body" idx="3"/>
          </p:nvPr>
        </p:nvSpPr>
        <p:spPr>
          <a:xfrm>
            <a:off x="982842" y="4991632"/>
            <a:ext cx="1988700" cy="91440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lt1"/>
              </a:buClr>
              <a:buSzPts val="1200"/>
              <a:buFont typeface="Arial"/>
              <a:buNone/>
              <a:defRPr sz="1200" b="1">
                <a:latin typeface="Arial"/>
                <a:ea typeface="Arial"/>
                <a:cs typeface="Arial"/>
                <a:sym typeface="Arial"/>
              </a:defRPr>
            </a:lvl1pPr>
            <a:lvl2pPr marL="914400" lvl="1" indent="-228600" algn="r">
              <a:lnSpc>
                <a:spcPct val="100000"/>
              </a:lnSpc>
              <a:spcBef>
                <a:spcPts val="0"/>
              </a:spcBef>
              <a:spcAft>
                <a:spcPts val="0"/>
              </a:spcAft>
              <a:buClr>
                <a:schemeClr val="lt1"/>
              </a:buClr>
              <a:buSzPts val="1050"/>
              <a:buFont typeface="Arial"/>
              <a:buNone/>
              <a:defRPr sz="1050">
                <a:latin typeface="Arial"/>
                <a:ea typeface="Arial"/>
                <a:cs typeface="Arial"/>
                <a:sym typeface="Arial"/>
              </a:defRPr>
            </a:lvl2pPr>
            <a:lvl3pPr marL="1371600" lvl="2" indent="-228600" algn="r">
              <a:lnSpc>
                <a:spcPct val="100000"/>
              </a:lnSpc>
              <a:spcBef>
                <a:spcPts val="0"/>
              </a:spcBef>
              <a:spcAft>
                <a:spcPts val="0"/>
              </a:spcAft>
              <a:buClr>
                <a:schemeClr val="lt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2215" name="Google Shape;2215;p185"/>
          <p:cNvSpPr txBox="1">
            <a:spLocks noGrp="1"/>
          </p:cNvSpPr>
          <p:nvPr>
            <p:ph type="body" idx="4"/>
          </p:nvPr>
        </p:nvSpPr>
        <p:spPr>
          <a:xfrm>
            <a:off x="6211193" y="2011680"/>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lt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lt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lt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2216" name="Google Shape;2216;p185"/>
          <p:cNvSpPr txBox="1">
            <a:spLocks noGrp="1"/>
          </p:cNvSpPr>
          <p:nvPr>
            <p:ph type="body" idx="5"/>
          </p:nvPr>
        </p:nvSpPr>
        <p:spPr>
          <a:xfrm>
            <a:off x="6199149" y="3501656"/>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lt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lt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lt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2217" name="Google Shape;2217;p185"/>
          <p:cNvSpPr txBox="1">
            <a:spLocks noGrp="1"/>
          </p:cNvSpPr>
          <p:nvPr>
            <p:ph type="body" idx="6"/>
          </p:nvPr>
        </p:nvSpPr>
        <p:spPr>
          <a:xfrm>
            <a:off x="6199149" y="4991632"/>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lt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lt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lt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2218" name="Google Shape;2218;p185"/>
          <p:cNvSpPr txBox="1">
            <a:spLocks noGrp="1"/>
          </p:cNvSpPr>
          <p:nvPr>
            <p:ph type="body" idx="7"/>
          </p:nvPr>
        </p:nvSpPr>
        <p:spPr>
          <a:xfrm>
            <a:off x="4060697" y="3429716"/>
            <a:ext cx="1027500" cy="914400"/>
          </a:xfrm>
          <a:prstGeom prst="rect">
            <a:avLst/>
          </a:prstGeom>
          <a:noFill/>
          <a:ln>
            <a:noFill/>
          </a:ln>
        </p:spPr>
        <p:txBody>
          <a:bodyPr spcFirstLastPara="1" wrap="square" lIns="0" tIns="0" rIns="0" bIns="0" anchor="ctr" anchorCtr="0">
            <a:noAutofit/>
          </a:bodyPr>
          <a:lstStyle>
            <a:lvl1pPr marL="457200" lvl="0" indent="-228600" algn="ctr">
              <a:lnSpc>
                <a:spcPct val="100000"/>
              </a:lnSpc>
              <a:spcBef>
                <a:spcPts val="0"/>
              </a:spcBef>
              <a:spcAft>
                <a:spcPts val="0"/>
              </a:spcAft>
              <a:buClr>
                <a:schemeClr val="dk1"/>
              </a:buClr>
              <a:buSzPts val="1200"/>
              <a:buFont typeface="Arial"/>
              <a:buNone/>
              <a:defRPr sz="1200" b="1">
                <a:solidFill>
                  <a:schemeClr val="dk1"/>
                </a:solidFill>
                <a:latin typeface="Arial"/>
                <a:ea typeface="Arial"/>
                <a:cs typeface="Arial"/>
                <a:sym typeface="Arial"/>
              </a:defRPr>
            </a:lvl1pPr>
            <a:lvl2pPr marL="914400" lvl="1" indent="-228600" algn="ctr">
              <a:lnSpc>
                <a:spcPct val="100000"/>
              </a:lnSpc>
              <a:spcBef>
                <a:spcPts val="0"/>
              </a:spcBef>
              <a:spcAft>
                <a:spcPts val="0"/>
              </a:spcAft>
              <a:buClr>
                <a:schemeClr val="dk1"/>
              </a:buClr>
              <a:buSzPts val="1050"/>
              <a:buFont typeface="Arial"/>
              <a:buNone/>
              <a:defRPr sz="1050">
                <a:solidFill>
                  <a:schemeClr val="dk1"/>
                </a:solidFill>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solidFill>
                  <a:schemeClr val="dk1"/>
                </a:solidFil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
        <p:nvSpPr>
          <p:cNvPr id="2219" name="Google Shape;2219;p185"/>
          <p:cNvSpPr txBox="1">
            <a:spLocks noGrp="1"/>
          </p:cNvSpPr>
          <p:nvPr>
            <p:ph type="body" idx="8"/>
          </p:nvPr>
        </p:nvSpPr>
        <p:spPr>
          <a:xfrm>
            <a:off x="3596469" y="1485320"/>
            <a:ext cx="1951200" cy="526200"/>
          </a:xfrm>
          <a:prstGeom prst="rect">
            <a:avLst/>
          </a:prstGeom>
          <a:noFill/>
          <a:ln>
            <a:noFill/>
          </a:ln>
        </p:spPr>
        <p:txBody>
          <a:bodyPr spcFirstLastPara="1" wrap="square" lIns="0" tIns="0" rIns="0" bIns="0" anchor="ctr" anchorCtr="0">
            <a:noAutofit/>
          </a:bodyPr>
          <a:lstStyle>
            <a:lvl1pPr marL="457200" lvl="0" indent="-228600" algn="ctr">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ctr">
              <a:lnSpc>
                <a:spcPct val="100000"/>
              </a:lnSpc>
              <a:spcBef>
                <a:spcPts val="0"/>
              </a:spcBef>
              <a:spcAft>
                <a:spcPts val="0"/>
              </a:spcAft>
              <a:buClr>
                <a:schemeClr val="lt1"/>
              </a:buClr>
              <a:buSzPts val="1050"/>
              <a:buFont typeface="Arial"/>
              <a:buNone/>
              <a:defRPr sz="1050">
                <a:solidFill>
                  <a:schemeClr val="lt1"/>
                </a:solidFill>
              </a:defRPr>
            </a:lvl2pPr>
            <a:lvl3pPr marL="1371600" lvl="2" indent="-228600" algn="l">
              <a:lnSpc>
                <a:spcPct val="100000"/>
              </a:lnSpc>
              <a:spcBef>
                <a:spcPts val="0"/>
              </a:spcBef>
              <a:spcAft>
                <a:spcPts val="0"/>
              </a:spcAft>
              <a:buClr>
                <a:schemeClr val="dk1"/>
              </a:buClr>
              <a:buSzPts val="1050"/>
              <a:buFont typeface="Arial"/>
              <a:buNone/>
              <a:defRPr sz="1050">
                <a:solidFill>
                  <a:schemeClr val="dk1"/>
                </a:solidFill>
              </a:defRPr>
            </a:lvl3pPr>
            <a:lvl4pPr marL="1828800" lvl="3" indent="-228600" algn="l">
              <a:lnSpc>
                <a:spcPct val="100000"/>
              </a:lnSpc>
              <a:spcBef>
                <a:spcPts val="0"/>
              </a:spcBef>
              <a:spcAft>
                <a:spcPts val="0"/>
              </a:spcAft>
              <a:buClr>
                <a:schemeClr val="lt1"/>
              </a:buClr>
              <a:buSzPts val="1050"/>
              <a:buFont typeface="Arial"/>
              <a:buNone/>
              <a:defRPr sz="1050"/>
            </a:lvl4pPr>
            <a:lvl5pPr marL="2286000" lvl="4" indent="-228600" algn="l">
              <a:lnSpc>
                <a:spcPct val="100000"/>
              </a:lnSpc>
              <a:spcBef>
                <a:spcPts val="0"/>
              </a:spcBef>
              <a:spcAft>
                <a:spcPts val="0"/>
              </a:spcAft>
              <a:buClr>
                <a:schemeClr val="lt1"/>
              </a:buClr>
              <a:buSzPts val="1050"/>
              <a:buFont typeface="Arial"/>
              <a:buNone/>
              <a:defRPr sz="1050"/>
            </a:lvl5pPr>
            <a:lvl6pPr marL="2743200" lvl="5" indent="-228600" algn="l">
              <a:lnSpc>
                <a:spcPct val="100000"/>
              </a:lnSpc>
              <a:spcBef>
                <a:spcPts val="0"/>
              </a:spcBef>
              <a:spcAft>
                <a:spcPts val="0"/>
              </a:spcAft>
              <a:buClr>
                <a:schemeClr val="lt1"/>
              </a:buClr>
              <a:buSzPts val="1050"/>
              <a:buFont typeface="Arial"/>
              <a:buNone/>
              <a:defRPr sz="1050"/>
            </a:lvl6pPr>
            <a:lvl7pPr marL="3200400" lvl="6" indent="-228600" algn="l">
              <a:lnSpc>
                <a:spcPct val="100000"/>
              </a:lnSpc>
              <a:spcBef>
                <a:spcPts val="0"/>
              </a:spcBef>
              <a:spcAft>
                <a:spcPts val="0"/>
              </a:spcAft>
              <a:buClr>
                <a:schemeClr val="lt1"/>
              </a:buClr>
              <a:buSzPts val="1050"/>
              <a:buFont typeface="Arial"/>
              <a:buNone/>
              <a:defRPr sz="1050"/>
            </a:lvl7pPr>
            <a:lvl8pPr marL="3657600" lvl="7" indent="-228600" algn="l">
              <a:lnSpc>
                <a:spcPct val="100000"/>
              </a:lnSpc>
              <a:spcBef>
                <a:spcPts val="0"/>
              </a:spcBef>
              <a:spcAft>
                <a:spcPts val="0"/>
              </a:spcAft>
              <a:buClr>
                <a:schemeClr val="lt1"/>
              </a:buClr>
              <a:buSzPts val="1050"/>
              <a:buFont typeface="Arial"/>
              <a:buNone/>
              <a:defRPr sz="1050"/>
            </a:lvl8pPr>
            <a:lvl9pPr marL="4114800" lvl="8" indent="-228600" algn="l">
              <a:lnSpc>
                <a:spcPct val="100000"/>
              </a:lnSpc>
              <a:spcBef>
                <a:spcPts val="0"/>
              </a:spcBef>
              <a:spcAft>
                <a:spcPts val="0"/>
              </a:spcAft>
              <a:buClr>
                <a:schemeClr val="lt1"/>
              </a:buClr>
              <a:buSzPts val="1050"/>
              <a:buFont typeface="Arial"/>
              <a:buNone/>
              <a:defRPr sz="105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guide id="2" orient="horz" pos="4148">
          <p15:clr>
            <a:srgbClr val="FBAE40"/>
          </p15:clr>
        </p15:guide>
        <p15:guide id="3" pos="5588">
          <p15:clr>
            <a:srgbClr val="FBAE40"/>
          </p15:clr>
        </p15:guide>
      </p15:sldGuideLst>
    </p:ext>
  </p:extLst>
</p:sldLayout>
</file>

<file path=ppt/slideLayouts/slideLayout183.xml><?xml version="1.0" encoding="utf-8"?>
<p:sldLayout xmlns:a="http://schemas.openxmlformats.org/drawingml/2006/main" xmlns:r="http://schemas.openxmlformats.org/officeDocument/2006/relationships" xmlns:p="http://schemas.openxmlformats.org/presentationml/2006/main" matchingName="White matrix">
  <p:cSld name="White matrix">
    <p:spTree>
      <p:nvGrpSpPr>
        <p:cNvPr id="1" name="Shape 2220"/>
        <p:cNvGrpSpPr/>
        <p:nvPr/>
      </p:nvGrpSpPr>
      <p:grpSpPr>
        <a:xfrm>
          <a:off x="0" y="0"/>
          <a:ext cx="0" cy="0"/>
          <a:chOff x="0" y="0"/>
          <a:chExt cx="0" cy="0"/>
        </a:xfrm>
      </p:grpSpPr>
      <p:sp>
        <p:nvSpPr>
          <p:cNvPr id="2221" name="Google Shape;2221;p186"/>
          <p:cNvSpPr/>
          <p:nvPr/>
        </p:nvSpPr>
        <p:spPr>
          <a:xfrm>
            <a:off x="6057758" y="3284426"/>
            <a:ext cx="2224200" cy="1309800"/>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222" name="Google Shape;2222;p186"/>
          <p:cNvSpPr/>
          <p:nvPr/>
        </p:nvSpPr>
        <p:spPr>
          <a:xfrm>
            <a:off x="6057758" y="4791950"/>
            <a:ext cx="2224200" cy="1309800"/>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223" name="Google Shape;2223;p186"/>
          <p:cNvSpPr/>
          <p:nvPr/>
        </p:nvSpPr>
        <p:spPr>
          <a:xfrm>
            <a:off x="6057758" y="1813972"/>
            <a:ext cx="2224200" cy="1309800"/>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224" name="Google Shape;2224;p186"/>
          <p:cNvSpPr/>
          <p:nvPr/>
        </p:nvSpPr>
        <p:spPr>
          <a:xfrm>
            <a:off x="877188" y="3284426"/>
            <a:ext cx="2224200" cy="1309800"/>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225" name="Google Shape;2225;p186"/>
          <p:cNvSpPr/>
          <p:nvPr/>
        </p:nvSpPr>
        <p:spPr>
          <a:xfrm>
            <a:off x="877188" y="4791950"/>
            <a:ext cx="2224200" cy="1309800"/>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226" name="Google Shape;2226;p186"/>
          <p:cNvSpPr/>
          <p:nvPr/>
        </p:nvSpPr>
        <p:spPr>
          <a:xfrm>
            <a:off x="877188" y="1813972"/>
            <a:ext cx="2224200" cy="1309800"/>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227" name="Google Shape;2227;p186"/>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28" name="Google Shape;2228;p186"/>
          <p:cNvSpPr/>
          <p:nvPr/>
        </p:nvSpPr>
        <p:spPr>
          <a:xfrm>
            <a:off x="3949798" y="3054045"/>
            <a:ext cx="1249200" cy="1665600"/>
          </a:xfrm>
          <a:prstGeom prst="rect">
            <a:avLst/>
          </a:prstGeom>
          <a:solidFill>
            <a:schemeClr val="dk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600">
              <a:solidFill>
                <a:schemeClr val="dk1"/>
              </a:solidFill>
              <a:latin typeface="Arial"/>
              <a:ea typeface="Arial"/>
              <a:cs typeface="Arial"/>
              <a:sym typeface="Arial"/>
            </a:endParaRPr>
          </a:p>
        </p:txBody>
      </p:sp>
      <p:grpSp>
        <p:nvGrpSpPr>
          <p:cNvPr id="2229" name="Google Shape;2229;p186"/>
          <p:cNvGrpSpPr/>
          <p:nvPr/>
        </p:nvGrpSpPr>
        <p:grpSpPr>
          <a:xfrm>
            <a:off x="3206913" y="2272226"/>
            <a:ext cx="2725815" cy="3229839"/>
            <a:chOff x="4523723" y="2165131"/>
            <a:chExt cx="3139255" cy="3300132"/>
          </a:xfrm>
        </p:grpSpPr>
        <p:grpSp>
          <p:nvGrpSpPr>
            <p:cNvPr id="2230" name="Google Shape;2230;p186"/>
            <p:cNvGrpSpPr/>
            <p:nvPr/>
          </p:nvGrpSpPr>
          <p:grpSpPr>
            <a:xfrm rot="10800000">
              <a:off x="6615727" y="2165131"/>
              <a:ext cx="1047251" cy="3300132"/>
              <a:chOff x="5319301" y="2165131"/>
              <a:chExt cx="1047251" cy="3300132"/>
            </a:xfrm>
          </p:grpSpPr>
          <p:sp>
            <p:nvSpPr>
              <p:cNvPr id="2231" name="Google Shape;2231;p186"/>
              <p:cNvSpPr/>
              <p:nvPr/>
            </p:nvSpPr>
            <p:spPr>
              <a:xfrm>
                <a:off x="5319301" y="2165131"/>
                <a:ext cx="1047251"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lt1"/>
                  </a:solidFill>
                  <a:latin typeface="Arial"/>
                  <a:ea typeface="Arial"/>
                  <a:cs typeface="Arial"/>
                  <a:sym typeface="Arial"/>
                </a:endParaRPr>
              </a:p>
            </p:txBody>
          </p:sp>
          <p:sp>
            <p:nvSpPr>
              <p:cNvPr id="2232" name="Google Shape;2232;p186"/>
              <p:cNvSpPr/>
              <p:nvPr/>
            </p:nvSpPr>
            <p:spPr>
              <a:xfrm rot="10800000" flipH="1">
                <a:off x="5319301" y="4729539"/>
                <a:ext cx="1047251"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lt1"/>
                  </a:solidFill>
                  <a:latin typeface="Arial"/>
                  <a:ea typeface="Arial"/>
                  <a:cs typeface="Arial"/>
                  <a:sym typeface="Arial"/>
                </a:endParaRPr>
              </a:p>
            </p:txBody>
          </p:sp>
        </p:grpSp>
        <p:grpSp>
          <p:nvGrpSpPr>
            <p:cNvPr id="2233" name="Google Shape;2233;p186"/>
            <p:cNvGrpSpPr/>
            <p:nvPr/>
          </p:nvGrpSpPr>
          <p:grpSpPr>
            <a:xfrm>
              <a:off x="4523723" y="2165131"/>
              <a:ext cx="3139255" cy="3300132"/>
              <a:chOff x="4523723" y="2165131"/>
              <a:chExt cx="3139255" cy="3300132"/>
            </a:xfrm>
          </p:grpSpPr>
          <p:sp>
            <p:nvSpPr>
              <p:cNvPr id="2234" name="Google Shape;2234;p186"/>
              <p:cNvSpPr/>
              <p:nvPr/>
            </p:nvSpPr>
            <p:spPr>
              <a:xfrm>
                <a:off x="4523760" y="2165131"/>
                <a:ext cx="1047251"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lt1"/>
                  </a:solidFill>
                  <a:latin typeface="Arial"/>
                  <a:ea typeface="Arial"/>
                  <a:cs typeface="Arial"/>
                  <a:sym typeface="Arial"/>
                </a:endParaRPr>
              </a:p>
            </p:txBody>
          </p:sp>
          <p:sp>
            <p:nvSpPr>
              <p:cNvPr id="2235" name="Google Shape;2235;p186"/>
              <p:cNvSpPr/>
              <p:nvPr/>
            </p:nvSpPr>
            <p:spPr>
              <a:xfrm rot="10800000" flipH="1">
                <a:off x="4523760" y="4729539"/>
                <a:ext cx="1047251" cy="735724"/>
              </a:xfrm>
              <a:custGeom>
                <a:avLst/>
                <a:gdLst/>
                <a:ahLst/>
                <a:cxnLst/>
                <a:rect l="l" t="t" r="r" b="b"/>
                <a:pathLst>
                  <a:path w="1114097" h="735724" extrusionOk="0">
                    <a:moveTo>
                      <a:pt x="0" y="0"/>
                    </a:moveTo>
                    <a:lnTo>
                      <a:pt x="609600" y="0"/>
                    </a:lnTo>
                    <a:lnTo>
                      <a:pt x="1114097" y="735724"/>
                    </a:lnTo>
                  </a:path>
                </a:pathLst>
              </a:custGeom>
              <a:noFill/>
              <a:ln w="127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350">
                  <a:solidFill>
                    <a:schemeClr val="lt1"/>
                  </a:solidFill>
                  <a:latin typeface="Arial"/>
                  <a:ea typeface="Arial"/>
                  <a:cs typeface="Arial"/>
                  <a:sym typeface="Arial"/>
                </a:endParaRPr>
              </a:p>
            </p:txBody>
          </p:sp>
          <p:grpSp>
            <p:nvGrpSpPr>
              <p:cNvPr id="2236" name="Google Shape;2236;p186"/>
              <p:cNvGrpSpPr/>
              <p:nvPr/>
            </p:nvGrpSpPr>
            <p:grpSpPr>
              <a:xfrm>
                <a:off x="4523723" y="3772576"/>
                <a:ext cx="3139255" cy="0"/>
                <a:chOff x="4523723" y="3772576"/>
                <a:chExt cx="3139255" cy="0"/>
              </a:xfrm>
            </p:grpSpPr>
            <p:cxnSp>
              <p:nvCxnSpPr>
                <p:cNvPr id="2237" name="Google Shape;2237;p186"/>
                <p:cNvCxnSpPr/>
                <p:nvPr/>
              </p:nvCxnSpPr>
              <p:spPr>
                <a:xfrm rot="10800000">
                  <a:off x="4523723" y="3772576"/>
                  <a:ext cx="496200" cy="0"/>
                </a:xfrm>
                <a:prstGeom prst="straightConnector1">
                  <a:avLst/>
                </a:prstGeom>
                <a:noFill/>
                <a:ln w="12700" cap="flat" cmpd="sng">
                  <a:solidFill>
                    <a:schemeClr val="dk1"/>
                  </a:solidFill>
                  <a:prstDash val="solid"/>
                  <a:round/>
                  <a:headEnd type="none" w="sm" len="sm"/>
                  <a:tailEnd type="none" w="sm" len="sm"/>
                </a:ln>
              </p:spPr>
            </p:cxnSp>
            <p:cxnSp>
              <p:nvCxnSpPr>
                <p:cNvPr id="2238" name="Google Shape;2238;p186"/>
                <p:cNvCxnSpPr/>
                <p:nvPr/>
              </p:nvCxnSpPr>
              <p:spPr>
                <a:xfrm rot="10800000">
                  <a:off x="7166778" y="3772576"/>
                  <a:ext cx="496200" cy="0"/>
                </a:xfrm>
                <a:prstGeom prst="straightConnector1">
                  <a:avLst/>
                </a:prstGeom>
                <a:noFill/>
                <a:ln w="12700" cap="flat" cmpd="sng">
                  <a:solidFill>
                    <a:schemeClr val="dk1"/>
                  </a:solidFill>
                  <a:prstDash val="solid"/>
                  <a:round/>
                  <a:headEnd type="none" w="sm" len="sm"/>
                  <a:tailEnd type="none" w="sm" len="sm"/>
                </a:ln>
              </p:spPr>
            </p:cxnSp>
          </p:grpSp>
        </p:grpSp>
      </p:grpSp>
      <p:sp>
        <p:nvSpPr>
          <p:cNvPr id="2239" name="Google Shape;2239;p186"/>
          <p:cNvSpPr txBox="1">
            <a:spLocks noGrp="1"/>
          </p:cNvSpPr>
          <p:nvPr>
            <p:ph type="body" idx="1"/>
          </p:nvPr>
        </p:nvSpPr>
        <p:spPr>
          <a:xfrm>
            <a:off x="994886" y="2011680"/>
            <a:ext cx="1988700" cy="91440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r">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r">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2240" name="Google Shape;2240;p186"/>
          <p:cNvSpPr txBox="1">
            <a:spLocks noGrp="1"/>
          </p:cNvSpPr>
          <p:nvPr>
            <p:ph type="body" idx="2"/>
          </p:nvPr>
        </p:nvSpPr>
        <p:spPr>
          <a:xfrm>
            <a:off x="982842" y="3501656"/>
            <a:ext cx="1988700" cy="91440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r">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r">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2241" name="Google Shape;2241;p186"/>
          <p:cNvSpPr txBox="1">
            <a:spLocks noGrp="1"/>
          </p:cNvSpPr>
          <p:nvPr>
            <p:ph type="body" idx="3"/>
          </p:nvPr>
        </p:nvSpPr>
        <p:spPr>
          <a:xfrm>
            <a:off x="982842" y="4991632"/>
            <a:ext cx="1988700" cy="914400"/>
          </a:xfrm>
          <a:prstGeom prst="rect">
            <a:avLst/>
          </a:prstGeom>
          <a:noFill/>
          <a:ln>
            <a:noFill/>
          </a:ln>
        </p:spPr>
        <p:txBody>
          <a:bodyPr spcFirstLastPara="1" wrap="square" lIns="0" tIns="0" rIns="0" bIns="0" anchor="t" anchorCtr="0">
            <a:noAutofit/>
          </a:bodyPr>
          <a:lstStyle>
            <a:lvl1pPr marL="457200" lvl="0" indent="-228600" algn="r">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r">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r">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2242" name="Google Shape;2242;p186"/>
          <p:cNvSpPr txBox="1">
            <a:spLocks noGrp="1"/>
          </p:cNvSpPr>
          <p:nvPr>
            <p:ph type="body" idx="4"/>
          </p:nvPr>
        </p:nvSpPr>
        <p:spPr>
          <a:xfrm>
            <a:off x="6211193" y="2011680"/>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2243" name="Google Shape;2243;p186"/>
          <p:cNvSpPr txBox="1">
            <a:spLocks noGrp="1"/>
          </p:cNvSpPr>
          <p:nvPr>
            <p:ph type="body" idx="5"/>
          </p:nvPr>
        </p:nvSpPr>
        <p:spPr>
          <a:xfrm>
            <a:off x="6199149" y="3501656"/>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2244" name="Google Shape;2244;p186"/>
          <p:cNvSpPr txBox="1">
            <a:spLocks noGrp="1"/>
          </p:cNvSpPr>
          <p:nvPr>
            <p:ph type="body" idx="6"/>
          </p:nvPr>
        </p:nvSpPr>
        <p:spPr>
          <a:xfrm>
            <a:off x="6199149" y="4991632"/>
            <a:ext cx="1988700" cy="9144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2pPr>
            <a:lvl3pPr marL="1371600" lvl="2" indent="-228600" algn="l">
              <a:lnSpc>
                <a:spcPct val="100000"/>
              </a:lnSpc>
              <a:spcBef>
                <a:spcPts val="0"/>
              </a:spcBef>
              <a:spcAft>
                <a:spcPts val="0"/>
              </a:spcAft>
              <a:buClr>
                <a:schemeClr val="dk1"/>
              </a:buClr>
              <a:buSzPts val="1050"/>
              <a:buFont typeface="Arial"/>
              <a:buNone/>
              <a:defRPr sz="1050">
                <a:latin typeface="Arial"/>
                <a:ea typeface="Arial"/>
                <a:cs typeface="Arial"/>
                <a:sym typeface="Aria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2245" name="Google Shape;2245;p186"/>
          <p:cNvSpPr txBox="1">
            <a:spLocks noGrp="1"/>
          </p:cNvSpPr>
          <p:nvPr>
            <p:ph type="body" idx="7"/>
          </p:nvPr>
        </p:nvSpPr>
        <p:spPr>
          <a:xfrm>
            <a:off x="4060697" y="3429716"/>
            <a:ext cx="1027500" cy="914400"/>
          </a:xfrm>
          <a:prstGeom prst="rect">
            <a:avLst/>
          </a:prstGeom>
          <a:noFill/>
          <a:ln>
            <a:noFill/>
          </a:ln>
        </p:spPr>
        <p:txBody>
          <a:bodyPr spcFirstLastPara="1" wrap="square" lIns="0" tIns="0" rIns="0" bIns="0" anchor="ctr" anchorCtr="0">
            <a:noAutofit/>
          </a:bodyPr>
          <a:lstStyle>
            <a:lvl1pPr marL="457200" lvl="0" indent="-228600" algn="ctr">
              <a:lnSpc>
                <a:spcPct val="100000"/>
              </a:lnSpc>
              <a:spcBef>
                <a:spcPts val="0"/>
              </a:spcBef>
              <a:spcAft>
                <a:spcPts val="0"/>
              </a:spcAft>
              <a:buClr>
                <a:schemeClr val="lt1"/>
              </a:buClr>
              <a:buSzPts val="1200"/>
              <a:buFont typeface="Arial"/>
              <a:buNone/>
              <a:defRPr sz="1200" b="1">
                <a:solidFill>
                  <a:schemeClr val="lt1"/>
                </a:solidFill>
                <a:latin typeface="Arial"/>
                <a:ea typeface="Arial"/>
                <a:cs typeface="Arial"/>
                <a:sym typeface="Arial"/>
              </a:defRPr>
            </a:lvl1pPr>
            <a:lvl2pPr marL="914400" lvl="1" indent="-228600" algn="ctr">
              <a:lnSpc>
                <a:spcPct val="100000"/>
              </a:lnSpc>
              <a:spcBef>
                <a:spcPts val="0"/>
              </a:spcBef>
              <a:spcAft>
                <a:spcPts val="0"/>
              </a:spcAft>
              <a:buClr>
                <a:schemeClr val="lt1"/>
              </a:buClr>
              <a:buSzPts val="1050"/>
              <a:buFont typeface="Arial"/>
              <a:buNone/>
              <a:defRPr sz="1050">
                <a:solidFill>
                  <a:schemeClr val="lt1"/>
                </a:solidFill>
                <a:latin typeface="Arial"/>
                <a:ea typeface="Arial"/>
                <a:cs typeface="Arial"/>
                <a:sym typeface="Arial"/>
              </a:defRPr>
            </a:lvl2pPr>
            <a:lvl3pPr marL="1371600" lvl="2" indent="-228600" algn="l">
              <a:lnSpc>
                <a:spcPct val="100000"/>
              </a:lnSpc>
              <a:spcBef>
                <a:spcPts val="0"/>
              </a:spcBef>
              <a:spcAft>
                <a:spcPts val="0"/>
              </a:spcAft>
              <a:buClr>
                <a:schemeClr val="lt1"/>
              </a:buClr>
              <a:buSzPts val="1050"/>
              <a:buFont typeface="Arial"/>
              <a:buNone/>
              <a:defRPr sz="1050">
                <a:solidFill>
                  <a:schemeClr val="lt1"/>
                </a:solidFil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
        <p:nvSpPr>
          <p:cNvPr id="2246" name="Google Shape;2246;p186"/>
          <p:cNvSpPr txBox="1">
            <a:spLocks noGrp="1"/>
          </p:cNvSpPr>
          <p:nvPr>
            <p:ph type="body" idx="8"/>
          </p:nvPr>
        </p:nvSpPr>
        <p:spPr>
          <a:xfrm>
            <a:off x="3596469" y="1485320"/>
            <a:ext cx="1951200" cy="526200"/>
          </a:xfrm>
          <a:prstGeom prst="rect">
            <a:avLst/>
          </a:prstGeom>
          <a:noFill/>
          <a:ln>
            <a:noFill/>
          </a:ln>
        </p:spPr>
        <p:txBody>
          <a:bodyPr spcFirstLastPara="1" wrap="square" lIns="0" tIns="0" rIns="0" bIns="0" anchor="ctr" anchorCtr="0">
            <a:noAutofit/>
          </a:bodyPr>
          <a:lstStyle>
            <a:lvl1pPr marL="457200" lvl="0" indent="-228600" algn="ctr">
              <a:lnSpc>
                <a:spcPct val="100000"/>
              </a:lnSpc>
              <a:spcBef>
                <a:spcPts val="0"/>
              </a:spcBef>
              <a:spcAft>
                <a:spcPts val="0"/>
              </a:spcAft>
              <a:buClr>
                <a:schemeClr val="dk1"/>
              </a:buClr>
              <a:buSzPts val="1200"/>
              <a:buFont typeface="Arial"/>
              <a:buNone/>
              <a:defRPr sz="1200" b="1">
                <a:solidFill>
                  <a:schemeClr val="dk1"/>
                </a:solidFill>
                <a:latin typeface="Arial"/>
                <a:ea typeface="Arial"/>
                <a:cs typeface="Arial"/>
                <a:sym typeface="Arial"/>
              </a:defRPr>
            </a:lvl1pPr>
            <a:lvl2pPr marL="914400" lvl="1" indent="-228600" algn="ctr">
              <a:lnSpc>
                <a:spcPct val="100000"/>
              </a:lnSpc>
              <a:spcBef>
                <a:spcPts val="0"/>
              </a:spcBef>
              <a:spcAft>
                <a:spcPts val="0"/>
              </a:spcAft>
              <a:buClr>
                <a:schemeClr val="dk1"/>
              </a:buClr>
              <a:buSzPts val="1050"/>
              <a:buFont typeface="Arial"/>
              <a:buNone/>
              <a:defRPr sz="1050">
                <a:solidFill>
                  <a:schemeClr val="dk1"/>
                </a:solidFill>
              </a:defRPr>
            </a:lvl2pPr>
            <a:lvl3pPr marL="1371600" lvl="2" indent="-228600" algn="l">
              <a:lnSpc>
                <a:spcPct val="100000"/>
              </a:lnSpc>
              <a:spcBef>
                <a:spcPts val="0"/>
              </a:spcBef>
              <a:spcAft>
                <a:spcPts val="0"/>
              </a:spcAft>
              <a:buClr>
                <a:schemeClr val="lt1"/>
              </a:buClr>
              <a:buSzPts val="1050"/>
              <a:buFont typeface="Arial"/>
              <a:buNone/>
              <a:defRPr sz="1050">
                <a:solidFill>
                  <a:schemeClr val="lt1"/>
                </a:solidFill>
              </a:defRPr>
            </a:lvl3pPr>
            <a:lvl4pPr marL="1828800" lvl="3" indent="-228600" algn="l">
              <a:lnSpc>
                <a:spcPct val="100000"/>
              </a:lnSpc>
              <a:spcBef>
                <a:spcPts val="0"/>
              </a:spcBef>
              <a:spcAft>
                <a:spcPts val="0"/>
              </a:spcAft>
              <a:buClr>
                <a:schemeClr val="dk1"/>
              </a:buClr>
              <a:buSzPts val="1050"/>
              <a:buFont typeface="Arial"/>
              <a:buNone/>
              <a:defRPr sz="1050"/>
            </a:lvl4pPr>
            <a:lvl5pPr marL="2286000" lvl="4" indent="-228600" algn="l">
              <a:lnSpc>
                <a:spcPct val="100000"/>
              </a:lnSpc>
              <a:spcBef>
                <a:spcPts val="0"/>
              </a:spcBef>
              <a:spcAft>
                <a:spcPts val="0"/>
              </a:spcAft>
              <a:buClr>
                <a:schemeClr val="dk1"/>
              </a:buClr>
              <a:buSzPts val="1050"/>
              <a:buFont typeface="Arial"/>
              <a:buNone/>
              <a:defRPr sz="1050"/>
            </a:lvl5pPr>
            <a:lvl6pPr marL="2743200" lvl="5" indent="-228600" algn="l">
              <a:lnSpc>
                <a:spcPct val="100000"/>
              </a:lnSpc>
              <a:spcBef>
                <a:spcPts val="0"/>
              </a:spcBef>
              <a:spcAft>
                <a:spcPts val="0"/>
              </a:spcAft>
              <a:buClr>
                <a:schemeClr val="dk1"/>
              </a:buClr>
              <a:buSzPts val="1050"/>
              <a:buFont typeface="Arial"/>
              <a:buNone/>
              <a:defRPr sz="1050"/>
            </a:lvl6pPr>
            <a:lvl7pPr marL="3200400" lvl="6" indent="-228600" algn="l">
              <a:lnSpc>
                <a:spcPct val="100000"/>
              </a:lnSpc>
              <a:spcBef>
                <a:spcPts val="0"/>
              </a:spcBef>
              <a:spcAft>
                <a:spcPts val="0"/>
              </a:spcAft>
              <a:buClr>
                <a:schemeClr val="dk1"/>
              </a:buClr>
              <a:buSzPts val="1050"/>
              <a:buFont typeface="Arial"/>
              <a:buNone/>
              <a:defRPr sz="1050"/>
            </a:lvl7pPr>
            <a:lvl8pPr marL="3657600" lvl="7" indent="-228600" algn="l">
              <a:lnSpc>
                <a:spcPct val="100000"/>
              </a:lnSpc>
              <a:spcBef>
                <a:spcPts val="0"/>
              </a:spcBef>
              <a:spcAft>
                <a:spcPts val="0"/>
              </a:spcAft>
              <a:buClr>
                <a:schemeClr val="dk1"/>
              </a:buClr>
              <a:buSzPts val="1050"/>
              <a:buFont typeface="Arial"/>
              <a:buNone/>
              <a:defRPr sz="1050"/>
            </a:lvl8pPr>
            <a:lvl9pPr marL="4114800" lvl="8" indent="-228600" algn="l">
              <a:lnSpc>
                <a:spcPct val="100000"/>
              </a:lnSpc>
              <a:spcBef>
                <a:spcPts val="0"/>
              </a:spcBef>
              <a:spcAft>
                <a:spcPts val="0"/>
              </a:spcAft>
              <a:buClr>
                <a:schemeClr val="dk1"/>
              </a:buClr>
              <a:buSzPts val="1050"/>
              <a:buFont typeface="Arial"/>
              <a:buNone/>
              <a:defRPr sz="105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184.xml><?xml version="1.0" encoding="utf-8"?>
<p:sldLayout xmlns:a="http://schemas.openxmlformats.org/drawingml/2006/main" xmlns:r="http://schemas.openxmlformats.org/officeDocument/2006/relationships" xmlns:p="http://schemas.openxmlformats.org/presentationml/2006/main" matchingName="Black and Sand split">
  <p:cSld name="Black and Sand split">
    <p:spTree>
      <p:nvGrpSpPr>
        <p:cNvPr id="1" name="Shape 2247"/>
        <p:cNvGrpSpPr/>
        <p:nvPr/>
      </p:nvGrpSpPr>
      <p:grpSpPr>
        <a:xfrm>
          <a:off x="0" y="0"/>
          <a:ext cx="0" cy="0"/>
          <a:chOff x="0" y="0"/>
          <a:chExt cx="0" cy="0"/>
        </a:xfrm>
      </p:grpSpPr>
      <p:sp>
        <p:nvSpPr>
          <p:cNvPr id="2248" name="Google Shape;2248;p187"/>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49" name="Google Shape;2249;p187"/>
          <p:cNvSpPr/>
          <p:nvPr/>
        </p:nvSpPr>
        <p:spPr>
          <a:xfrm>
            <a:off x="5481650" y="1434776"/>
            <a:ext cx="3307235" cy="4749057"/>
          </a:xfrm>
          <a:custGeom>
            <a:avLst/>
            <a:gdLst/>
            <a:ahLst/>
            <a:cxnLst/>
            <a:rect l="l" t="t" r="r" b="b"/>
            <a:pathLst>
              <a:path w="4409647" h="4749057" extrusionOk="0">
                <a:moveTo>
                  <a:pt x="0" y="0"/>
                </a:moveTo>
                <a:lnTo>
                  <a:pt x="3702744" y="0"/>
                </a:lnTo>
                <a:lnTo>
                  <a:pt x="3703129" y="1391"/>
                </a:lnTo>
                <a:lnTo>
                  <a:pt x="4409647" y="1391"/>
                </a:lnTo>
                <a:lnTo>
                  <a:pt x="4409647" y="4749057"/>
                </a:lnTo>
                <a:lnTo>
                  <a:pt x="3599008" y="4749057"/>
                </a:lnTo>
                <a:lnTo>
                  <a:pt x="3599008" y="4749049"/>
                </a:lnTo>
                <a:lnTo>
                  <a:pt x="0" y="4749049"/>
                </a:lnTo>
                <a:lnTo>
                  <a:pt x="657529" y="2374525"/>
                </a:lnTo>
                <a:close/>
              </a:path>
            </a:pathLst>
          </a:cu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250" name="Google Shape;2250;p187"/>
          <p:cNvSpPr/>
          <p:nvPr/>
        </p:nvSpPr>
        <p:spPr>
          <a:xfrm>
            <a:off x="274320" y="1434776"/>
            <a:ext cx="6103500" cy="4749000"/>
          </a:xfrm>
          <a:prstGeom prst="homePlate">
            <a:avLst>
              <a:gd name="adj" fmla="val 14796"/>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251" name="Google Shape;2251;p187"/>
          <p:cNvSpPr txBox="1">
            <a:spLocks noGrp="1"/>
          </p:cNvSpPr>
          <p:nvPr>
            <p:ph type="body" idx="1"/>
          </p:nvPr>
        </p:nvSpPr>
        <p:spPr>
          <a:xfrm>
            <a:off x="6595809" y="2057400"/>
            <a:ext cx="1975200" cy="374040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
        <p:nvSpPr>
          <p:cNvPr id="2252" name="Google Shape;2252;p187"/>
          <p:cNvSpPr txBox="1">
            <a:spLocks noGrp="1"/>
          </p:cNvSpPr>
          <p:nvPr>
            <p:ph type="body" idx="2"/>
          </p:nvPr>
        </p:nvSpPr>
        <p:spPr>
          <a:xfrm>
            <a:off x="637391" y="2002895"/>
            <a:ext cx="4069200" cy="37947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solidFill>
                  <a:schemeClr val="lt1"/>
                </a:solidFill>
                <a:latin typeface="Arial"/>
                <a:ea typeface="Arial"/>
                <a:cs typeface="Arial"/>
                <a:sym typeface="Arial"/>
              </a:defRPr>
            </a:lvl1pPr>
            <a:lvl2pPr marL="914400" lvl="1"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185.xml><?xml version="1.0" encoding="utf-8"?>
<p:sldLayout xmlns:a="http://schemas.openxmlformats.org/drawingml/2006/main" xmlns:r="http://schemas.openxmlformats.org/officeDocument/2006/relationships" xmlns:p="http://schemas.openxmlformats.org/presentationml/2006/main" matchingName="Statement and Photo">
  <p:cSld name="Statement and Photo">
    <p:spTree>
      <p:nvGrpSpPr>
        <p:cNvPr id="1" name="Shape 2253"/>
        <p:cNvGrpSpPr/>
        <p:nvPr/>
      </p:nvGrpSpPr>
      <p:grpSpPr>
        <a:xfrm>
          <a:off x="0" y="0"/>
          <a:ext cx="0" cy="0"/>
          <a:chOff x="0" y="0"/>
          <a:chExt cx="0" cy="0"/>
        </a:xfrm>
      </p:grpSpPr>
      <p:sp>
        <p:nvSpPr>
          <p:cNvPr id="2254" name="Google Shape;2254;p188"/>
          <p:cNvSpPr txBox="1">
            <a:spLocks noGrp="1"/>
          </p:cNvSpPr>
          <p:nvPr>
            <p:ph type="body" idx="1"/>
          </p:nvPr>
        </p:nvSpPr>
        <p:spPr>
          <a:xfrm>
            <a:off x="274320" y="365760"/>
            <a:ext cx="3086100" cy="2560200"/>
          </a:xfrm>
          <a:prstGeom prst="rect">
            <a:avLst/>
          </a:prstGeom>
          <a:solidFill>
            <a:srgbClr val="006E74"/>
          </a:solidFill>
          <a:ln>
            <a:noFill/>
          </a:ln>
        </p:spPr>
        <p:txBody>
          <a:bodyPr spcFirstLastPara="1" wrap="square" lIns="182875" tIns="182875" rIns="182875" bIns="182875" anchor="t" anchorCtr="0">
            <a:noAutofit/>
          </a:bodyPr>
          <a:lstStyle>
            <a:lvl1pPr marL="457200" lvl="0" indent="-228600" algn="l">
              <a:lnSpc>
                <a:spcPct val="90000"/>
              </a:lnSpc>
              <a:spcBef>
                <a:spcPts val="0"/>
              </a:spcBef>
              <a:spcAft>
                <a:spcPts val="0"/>
              </a:spcAft>
              <a:buClr>
                <a:schemeClr val="lt1"/>
              </a:buClr>
              <a:buSzPts val="2400"/>
              <a:buNone/>
              <a:defRPr sz="2400">
                <a:solidFill>
                  <a:schemeClr val="lt1"/>
                </a:solidFill>
                <a:latin typeface="Arial"/>
                <a:ea typeface="Arial"/>
                <a:cs typeface="Arial"/>
                <a:sym typeface="Arial"/>
              </a:defRPr>
            </a:lvl1pPr>
            <a:lvl2pPr marL="914400" lvl="1" indent="-314325" algn="l">
              <a:lnSpc>
                <a:spcPct val="100000"/>
              </a:lnSpc>
              <a:spcBef>
                <a:spcPts val="900"/>
              </a:spcBef>
              <a:spcAft>
                <a:spcPts val="0"/>
              </a:spcAft>
              <a:buClr>
                <a:schemeClr val="lt1"/>
              </a:buClr>
              <a:buSzPts val="1350"/>
              <a:buFont typeface="Arial"/>
              <a:buChar char="•"/>
              <a:defRPr>
                <a:solidFill>
                  <a:schemeClr val="lt1"/>
                </a:solidFill>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a:solidFill>
                  <a:schemeClr val="lt1"/>
                </a:solidFill>
                <a:latin typeface="Arial"/>
                <a:ea typeface="Arial"/>
                <a:cs typeface="Arial"/>
                <a:sym typeface="Arial"/>
              </a:defRPr>
            </a:lvl5pPr>
            <a:lvl6pPr marL="2743200" lvl="5" indent="-314325" algn="l">
              <a:lnSpc>
                <a:spcPct val="100000"/>
              </a:lnSpc>
              <a:spcBef>
                <a:spcPts val="225"/>
              </a:spcBef>
              <a:spcAft>
                <a:spcPts val="0"/>
              </a:spcAft>
              <a:buClr>
                <a:schemeClr val="lt1"/>
              </a:buClr>
              <a:buSzPts val="1350"/>
              <a:buChar char="–"/>
              <a:defRPr>
                <a:solidFill>
                  <a:schemeClr val="lt1"/>
                </a:solidFill>
              </a:defRPr>
            </a:lvl6pPr>
            <a:lvl7pPr marL="3200400" lvl="6" indent="-314325" algn="l">
              <a:lnSpc>
                <a:spcPct val="100000"/>
              </a:lnSpc>
              <a:spcBef>
                <a:spcPts val="225"/>
              </a:spcBef>
              <a:spcAft>
                <a:spcPts val="0"/>
              </a:spcAft>
              <a:buClr>
                <a:schemeClr val="lt1"/>
              </a:buClr>
              <a:buSzPts val="1350"/>
              <a:buChar char="–"/>
              <a:defRPr>
                <a:solidFill>
                  <a:schemeClr val="lt1"/>
                </a:solidFill>
              </a:defRPr>
            </a:lvl7pPr>
            <a:lvl8pPr marL="3657600" lvl="7" indent="-314325" algn="l">
              <a:lnSpc>
                <a:spcPct val="100000"/>
              </a:lnSpc>
              <a:spcBef>
                <a:spcPts val="225"/>
              </a:spcBef>
              <a:spcAft>
                <a:spcPts val="0"/>
              </a:spcAft>
              <a:buClr>
                <a:schemeClr val="lt1"/>
              </a:buClr>
              <a:buSzPts val="1350"/>
              <a:buChar char="–"/>
              <a:defRPr>
                <a:solidFill>
                  <a:schemeClr val="lt1"/>
                </a:solidFill>
              </a:defRPr>
            </a:lvl8pPr>
            <a:lvl9pPr marL="4114800" lvl="8" indent="-314325" algn="l">
              <a:lnSpc>
                <a:spcPct val="100000"/>
              </a:lnSpc>
              <a:spcBef>
                <a:spcPts val="225"/>
              </a:spcBef>
              <a:spcAft>
                <a:spcPts val="0"/>
              </a:spcAft>
              <a:buClr>
                <a:schemeClr val="lt1"/>
              </a:buClr>
              <a:buSzPts val="1350"/>
              <a:buChar char="–"/>
              <a:defRPr>
                <a:solidFill>
                  <a:schemeClr val="lt1"/>
                </a:solidFill>
              </a:defRPr>
            </a:lvl9pPr>
          </a:lstStyle>
          <a:p>
            <a:endParaRPr/>
          </a:p>
        </p:txBody>
      </p:sp>
      <p:sp>
        <p:nvSpPr>
          <p:cNvPr id="2255" name="Google Shape;2255;p188"/>
          <p:cNvSpPr>
            <a:spLocks noGrp="1"/>
          </p:cNvSpPr>
          <p:nvPr>
            <p:ph type="pic" idx="2"/>
          </p:nvPr>
        </p:nvSpPr>
        <p:spPr>
          <a:xfrm>
            <a:off x="4684014" y="365760"/>
            <a:ext cx="4183500" cy="571740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744">
          <p15:clr>
            <a:srgbClr val="FBAE40"/>
          </p15:clr>
        </p15:guide>
        <p15:guide id="2" pos="3934">
          <p15:clr>
            <a:srgbClr val="FBAE40"/>
          </p15:clr>
        </p15:guide>
        <p15:guide id="3" orient="horz" pos="3832">
          <p15:clr>
            <a:srgbClr val="FBAE40"/>
          </p15:clr>
        </p15:guide>
        <p15:guide id="4" orient="horz" pos="1152">
          <p15:clr>
            <a:srgbClr val="FBAE40"/>
          </p15:clr>
        </p15:guide>
        <p15:guide id="5" orient="horz" pos="4148">
          <p15:clr>
            <a:srgbClr val="FBAE40"/>
          </p15:clr>
        </p15:guide>
      </p15:sldGuideLst>
    </p:ext>
  </p:extLst>
</p:sldLayout>
</file>

<file path=ppt/slideLayouts/slideLayout186.xml><?xml version="1.0" encoding="utf-8"?>
<p:sldLayout xmlns:a="http://schemas.openxmlformats.org/drawingml/2006/main" xmlns:r="http://schemas.openxmlformats.org/officeDocument/2006/relationships" xmlns:p="http://schemas.openxmlformats.org/presentationml/2006/main" matchingName="Photo and Statement">
  <p:cSld name="Photo and Statement">
    <p:spTree>
      <p:nvGrpSpPr>
        <p:cNvPr id="1" name="Shape 2256"/>
        <p:cNvGrpSpPr/>
        <p:nvPr/>
      </p:nvGrpSpPr>
      <p:grpSpPr>
        <a:xfrm>
          <a:off x="0" y="0"/>
          <a:ext cx="0" cy="0"/>
          <a:chOff x="0" y="0"/>
          <a:chExt cx="0" cy="0"/>
        </a:xfrm>
      </p:grpSpPr>
      <p:sp>
        <p:nvSpPr>
          <p:cNvPr id="2257" name="Google Shape;2257;p189"/>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58" name="Google Shape;2258;p189"/>
          <p:cNvSpPr>
            <a:spLocks noGrp="1"/>
          </p:cNvSpPr>
          <p:nvPr>
            <p:ph type="pic" idx="2"/>
          </p:nvPr>
        </p:nvSpPr>
        <p:spPr>
          <a:xfrm>
            <a:off x="569119" y="1828800"/>
            <a:ext cx="3888600" cy="3200400"/>
          </a:xfrm>
          <a:prstGeom prst="rect">
            <a:avLst/>
          </a:prstGeom>
          <a:solidFill>
            <a:srgbClr val="D7E0E3"/>
          </a:solidFill>
          <a:ln>
            <a:noFill/>
          </a:ln>
        </p:spPr>
      </p:sp>
      <p:sp>
        <p:nvSpPr>
          <p:cNvPr id="2259" name="Google Shape;2259;p189"/>
          <p:cNvSpPr txBox="1">
            <a:spLocks noGrp="1"/>
          </p:cNvSpPr>
          <p:nvPr>
            <p:ph type="body" idx="1"/>
          </p:nvPr>
        </p:nvSpPr>
        <p:spPr>
          <a:xfrm>
            <a:off x="4684014" y="1828800"/>
            <a:ext cx="4183500" cy="3200400"/>
          </a:xfrm>
          <a:prstGeom prst="rect">
            <a:avLst/>
          </a:prstGeom>
          <a:noFill/>
          <a:ln>
            <a:noFill/>
          </a:ln>
        </p:spPr>
        <p:txBody>
          <a:bodyPr spcFirstLastPara="1" wrap="square" lIns="0" tIns="0" rIns="0" bIns="0" anchor="b" anchorCtr="0">
            <a:normAutofit/>
          </a:bodyPr>
          <a:lstStyle>
            <a:lvl1pPr marL="457200" lvl="0" indent="-228600" algn="l">
              <a:lnSpc>
                <a:spcPct val="90000"/>
              </a:lnSpc>
              <a:spcBef>
                <a:spcPts val="0"/>
              </a:spcBef>
              <a:spcAft>
                <a:spcPts val="0"/>
              </a:spcAft>
              <a:buClr>
                <a:schemeClr val="dk1"/>
              </a:buClr>
              <a:buSzPts val="2700"/>
              <a:buNone/>
              <a:defRPr sz="2700">
                <a:solidFill>
                  <a:schemeClr val="dk1"/>
                </a:solidFill>
                <a:latin typeface="Arial"/>
                <a:ea typeface="Arial"/>
                <a:cs typeface="Arial"/>
                <a:sym typeface="Arial"/>
              </a:defRPr>
            </a:lvl1pPr>
            <a:lvl2pPr marL="914400" lvl="1" indent="-314325" algn="l">
              <a:lnSpc>
                <a:spcPct val="100000"/>
              </a:lnSpc>
              <a:spcBef>
                <a:spcPts val="900"/>
              </a:spcBef>
              <a:spcAft>
                <a:spcPts val="0"/>
              </a:spcAft>
              <a:buClr>
                <a:schemeClr val="dk1"/>
              </a:buClr>
              <a:buSzPts val="1350"/>
              <a:buFont typeface="Arial"/>
              <a:buChar char="•"/>
              <a:defRPr sz="1350"/>
            </a:lvl2pPr>
            <a:lvl3pPr marL="1371600" lvl="2" indent="-314325" algn="l">
              <a:lnSpc>
                <a:spcPct val="100000"/>
              </a:lnSpc>
              <a:spcBef>
                <a:spcPts val="225"/>
              </a:spcBef>
              <a:spcAft>
                <a:spcPts val="0"/>
              </a:spcAft>
              <a:buClr>
                <a:schemeClr val="dk1"/>
              </a:buClr>
              <a:buSzPts val="1350"/>
              <a:buChar char="–"/>
              <a:defRPr sz="1350"/>
            </a:lvl3pPr>
            <a:lvl4pPr marL="1828800" lvl="3" indent="-314325" algn="l">
              <a:lnSpc>
                <a:spcPct val="100000"/>
              </a:lnSpc>
              <a:spcBef>
                <a:spcPts val="225"/>
              </a:spcBef>
              <a:spcAft>
                <a:spcPts val="0"/>
              </a:spcAft>
              <a:buClr>
                <a:schemeClr val="dk1"/>
              </a:buClr>
              <a:buSzPts val="1350"/>
              <a:buChar char="–"/>
              <a:defRPr sz="1350"/>
            </a:lvl4pPr>
            <a:lvl5pPr marL="2286000" lvl="4" indent="-314325" algn="l">
              <a:lnSpc>
                <a:spcPct val="100000"/>
              </a:lnSpc>
              <a:spcBef>
                <a:spcPts val="225"/>
              </a:spcBef>
              <a:spcAft>
                <a:spcPts val="0"/>
              </a:spcAft>
              <a:buClr>
                <a:schemeClr val="dk1"/>
              </a:buClr>
              <a:buSzPts val="1350"/>
              <a:buChar char="–"/>
              <a:defRPr sz="1350"/>
            </a:lvl5pPr>
            <a:lvl6pPr marL="2743200" lvl="5" indent="-314325" algn="l">
              <a:lnSpc>
                <a:spcPct val="100000"/>
              </a:lnSpc>
              <a:spcBef>
                <a:spcPts val="225"/>
              </a:spcBef>
              <a:spcAft>
                <a:spcPts val="0"/>
              </a:spcAft>
              <a:buClr>
                <a:schemeClr val="dk1"/>
              </a:buClr>
              <a:buSzPts val="1350"/>
              <a:buChar char="–"/>
              <a:defRPr sz="1350"/>
            </a:lvl6pPr>
            <a:lvl7pPr marL="3200400" lvl="6" indent="-314325" algn="l">
              <a:lnSpc>
                <a:spcPct val="100000"/>
              </a:lnSpc>
              <a:spcBef>
                <a:spcPts val="225"/>
              </a:spcBef>
              <a:spcAft>
                <a:spcPts val="0"/>
              </a:spcAft>
              <a:buClr>
                <a:schemeClr val="dk1"/>
              </a:buClr>
              <a:buSzPts val="1350"/>
              <a:buChar char="–"/>
              <a:defRPr sz="1350"/>
            </a:lvl7pPr>
            <a:lvl8pPr marL="3657600" lvl="7" indent="-314325" algn="l">
              <a:lnSpc>
                <a:spcPct val="100000"/>
              </a:lnSpc>
              <a:spcBef>
                <a:spcPts val="225"/>
              </a:spcBef>
              <a:spcAft>
                <a:spcPts val="0"/>
              </a:spcAft>
              <a:buClr>
                <a:schemeClr val="dk1"/>
              </a:buClr>
              <a:buSzPts val="1350"/>
              <a:buChar char="–"/>
              <a:defRPr sz="1350"/>
            </a:lvl8pPr>
            <a:lvl9pPr marL="4114800" lvl="8" indent="-314325" algn="l">
              <a:lnSpc>
                <a:spcPct val="100000"/>
              </a:lnSpc>
              <a:spcBef>
                <a:spcPts val="225"/>
              </a:spcBef>
              <a:spcAft>
                <a:spcPts val="0"/>
              </a:spcAft>
              <a:buClr>
                <a:schemeClr val="dk1"/>
              </a:buClr>
              <a:buSzPts val="1350"/>
              <a:buChar char="–"/>
              <a:defRPr sz="135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orient="horz" pos="1152">
          <p15:clr>
            <a:srgbClr val="FBAE40"/>
          </p15:clr>
        </p15:guide>
        <p15:guide id="4" orient="horz" pos="3832">
          <p15:clr>
            <a:srgbClr val="FBAE40"/>
          </p15:clr>
        </p15:guide>
        <p15:guide id="5" orient="horz" pos="4148">
          <p15:clr>
            <a:srgbClr val="FBAE40"/>
          </p15:clr>
        </p15:guide>
        <p15:guide id="6" orient="horz" pos="3168">
          <p15:clr>
            <a:srgbClr val="FBAE40"/>
          </p15:clr>
        </p15:guide>
        <p15:guide id="7" pos="476">
          <p15:clr>
            <a:srgbClr val="FBAE40"/>
          </p15:clr>
        </p15:guide>
      </p15:sldGuideLst>
    </p:ext>
  </p:extLst>
</p:sldLayout>
</file>

<file path=ppt/slideLayouts/slideLayout187.xml><?xml version="1.0" encoding="utf-8"?>
<p:sldLayout xmlns:a="http://schemas.openxmlformats.org/drawingml/2006/main" xmlns:r="http://schemas.openxmlformats.org/officeDocument/2006/relationships" xmlns:p="http://schemas.openxmlformats.org/presentationml/2006/main" matchingName="Layout for Next step: Six content">
  <p:cSld name="Layout for Next step: Six content">
    <p:spTree>
      <p:nvGrpSpPr>
        <p:cNvPr id="1" name="Shape 2260"/>
        <p:cNvGrpSpPr/>
        <p:nvPr/>
      </p:nvGrpSpPr>
      <p:grpSpPr>
        <a:xfrm>
          <a:off x="0" y="0"/>
          <a:ext cx="0" cy="0"/>
          <a:chOff x="0" y="0"/>
          <a:chExt cx="0" cy="0"/>
        </a:xfrm>
      </p:grpSpPr>
      <p:cxnSp>
        <p:nvCxnSpPr>
          <p:cNvPr id="2261" name="Google Shape;2261;p190"/>
          <p:cNvCxnSpPr>
            <a:stCxn id="2262" idx="2"/>
            <a:endCxn id="2263" idx="0"/>
          </p:cNvCxnSpPr>
          <p:nvPr/>
        </p:nvCxnSpPr>
        <p:spPr>
          <a:xfrm>
            <a:off x="4470517" y="782247"/>
            <a:ext cx="0" cy="3583200"/>
          </a:xfrm>
          <a:prstGeom prst="straightConnector1">
            <a:avLst/>
          </a:prstGeom>
          <a:noFill/>
          <a:ln w="12700" cap="sq" cmpd="sng">
            <a:solidFill>
              <a:schemeClr val="dk1"/>
            </a:solidFill>
            <a:prstDash val="solid"/>
            <a:round/>
            <a:headEnd type="none" w="sm" len="sm"/>
            <a:tailEnd type="none" w="sm" len="sm"/>
          </a:ln>
        </p:spPr>
      </p:cxnSp>
      <p:sp>
        <p:nvSpPr>
          <p:cNvPr id="2264" name="Google Shape;2264;p190"/>
          <p:cNvSpPr txBox="1">
            <a:spLocks noGrp="1"/>
          </p:cNvSpPr>
          <p:nvPr>
            <p:ph type="title"/>
          </p:nvPr>
        </p:nvSpPr>
        <p:spPr>
          <a:xfrm>
            <a:off x="274321" y="365760"/>
            <a:ext cx="36144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65" name="Google Shape;2265;p190"/>
          <p:cNvSpPr>
            <a:spLocks noGrp="1"/>
          </p:cNvSpPr>
          <p:nvPr>
            <p:ph type="pic" idx="2"/>
          </p:nvPr>
        </p:nvSpPr>
        <p:spPr>
          <a:xfrm>
            <a:off x="1" y="1828800"/>
            <a:ext cx="3888600" cy="3200400"/>
          </a:xfrm>
          <a:prstGeom prst="rect">
            <a:avLst/>
          </a:prstGeom>
          <a:solidFill>
            <a:srgbClr val="D7E0E3"/>
          </a:solidFill>
          <a:ln>
            <a:noFill/>
          </a:ln>
        </p:spPr>
      </p:sp>
      <p:sp>
        <p:nvSpPr>
          <p:cNvPr id="2266" name="Google Shape;2266;p190"/>
          <p:cNvSpPr txBox="1">
            <a:spLocks noGrp="1"/>
          </p:cNvSpPr>
          <p:nvPr>
            <p:ph type="body" idx="1"/>
          </p:nvPr>
        </p:nvSpPr>
        <p:spPr>
          <a:xfrm>
            <a:off x="4254817" y="1166029"/>
            <a:ext cx="431400" cy="4161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67" name="Google Shape;2267;p190"/>
          <p:cNvSpPr txBox="1">
            <a:spLocks noGrp="1"/>
          </p:cNvSpPr>
          <p:nvPr>
            <p:ph type="body" idx="3"/>
          </p:nvPr>
        </p:nvSpPr>
        <p:spPr>
          <a:xfrm>
            <a:off x="4822032" y="1165720"/>
            <a:ext cx="4045200" cy="6636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68" name="Google Shape;2268;p190"/>
          <p:cNvSpPr txBox="1">
            <a:spLocks noGrp="1"/>
          </p:cNvSpPr>
          <p:nvPr>
            <p:ph type="body" idx="4"/>
          </p:nvPr>
        </p:nvSpPr>
        <p:spPr>
          <a:xfrm>
            <a:off x="274320" y="5314599"/>
            <a:ext cx="8592900" cy="5265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69" name="Google Shape;2269;p190"/>
          <p:cNvSpPr txBox="1">
            <a:spLocks noGrp="1"/>
          </p:cNvSpPr>
          <p:nvPr>
            <p:ph type="body" idx="5"/>
          </p:nvPr>
        </p:nvSpPr>
        <p:spPr>
          <a:xfrm>
            <a:off x="4822032" y="1965679"/>
            <a:ext cx="4045200" cy="6636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70" name="Google Shape;2270;p190"/>
          <p:cNvSpPr txBox="1">
            <a:spLocks noGrp="1"/>
          </p:cNvSpPr>
          <p:nvPr>
            <p:ph type="body" idx="6"/>
          </p:nvPr>
        </p:nvSpPr>
        <p:spPr>
          <a:xfrm>
            <a:off x="4822032" y="2765638"/>
            <a:ext cx="4045200" cy="6636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71" name="Google Shape;2271;p190"/>
          <p:cNvSpPr txBox="1">
            <a:spLocks noGrp="1"/>
          </p:cNvSpPr>
          <p:nvPr>
            <p:ph type="body" idx="7"/>
          </p:nvPr>
        </p:nvSpPr>
        <p:spPr>
          <a:xfrm>
            <a:off x="4254817" y="1965911"/>
            <a:ext cx="431400" cy="4161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72" name="Google Shape;2272;p190"/>
          <p:cNvSpPr txBox="1">
            <a:spLocks noGrp="1"/>
          </p:cNvSpPr>
          <p:nvPr>
            <p:ph type="body" idx="8"/>
          </p:nvPr>
        </p:nvSpPr>
        <p:spPr>
          <a:xfrm>
            <a:off x="4254817" y="2765793"/>
            <a:ext cx="431400" cy="4161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62" name="Google Shape;2262;p190"/>
          <p:cNvSpPr txBox="1">
            <a:spLocks noGrp="1"/>
          </p:cNvSpPr>
          <p:nvPr>
            <p:ph type="body" idx="9"/>
          </p:nvPr>
        </p:nvSpPr>
        <p:spPr>
          <a:xfrm>
            <a:off x="4254817" y="366147"/>
            <a:ext cx="431400" cy="4161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73" name="Google Shape;2273;p190"/>
          <p:cNvSpPr txBox="1">
            <a:spLocks noGrp="1"/>
          </p:cNvSpPr>
          <p:nvPr>
            <p:ph type="body" idx="13"/>
          </p:nvPr>
        </p:nvSpPr>
        <p:spPr>
          <a:xfrm>
            <a:off x="4822032" y="365761"/>
            <a:ext cx="4045200" cy="6636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74" name="Google Shape;2274;p190"/>
          <p:cNvSpPr txBox="1">
            <a:spLocks noGrp="1"/>
          </p:cNvSpPr>
          <p:nvPr>
            <p:ph type="body" idx="14"/>
          </p:nvPr>
        </p:nvSpPr>
        <p:spPr>
          <a:xfrm>
            <a:off x="4822032" y="3565597"/>
            <a:ext cx="4045200" cy="6636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75" name="Google Shape;2275;p190"/>
          <p:cNvSpPr txBox="1">
            <a:spLocks noGrp="1"/>
          </p:cNvSpPr>
          <p:nvPr>
            <p:ph type="body" idx="15"/>
          </p:nvPr>
        </p:nvSpPr>
        <p:spPr>
          <a:xfrm>
            <a:off x="4822032" y="4365558"/>
            <a:ext cx="4045200" cy="6636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76" name="Google Shape;2276;p190"/>
          <p:cNvSpPr txBox="1">
            <a:spLocks noGrp="1"/>
          </p:cNvSpPr>
          <p:nvPr>
            <p:ph type="body" idx="16"/>
          </p:nvPr>
        </p:nvSpPr>
        <p:spPr>
          <a:xfrm>
            <a:off x="4254817" y="3565675"/>
            <a:ext cx="431400" cy="4161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63" name="Google Shape;2263;p190"/>
          <p:cNvSpPr txBox="1">
            <a:spLocks noGrp="1"/>
          </p:cNvSpPr>
          <p:nvPr>
            <p:ph type="body" idx="17"/>
          </p:nvPr>
        </p:nvSpPr>
        <p:spPr>
          <a:xfrm>
            <a:off x="4254817" y="4365558"/>
            <a:ext cx="431400" cy="4161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orient="horz" pos="1139">
          <p15:clr>
            <a:srgbClr val="FBAE40"/>
          </p15:clr>
        </p15:guide>
        <p15:guide id="4" orient="horz" pos="3832">
          <p15:clr>
            <a:srgbClr val="FBAE40"/>
          </p15:clr>
        </p15:guide>
        <p15:guide id="5" orient="horz" pos="4148">
          <p15:clr>
            <a:srgbClr val="FBAE40"/>
          </p15:clr>
        </p15:guide>
        <p15:guide id="6" orient="horz" pos="3168">
          <p15:clr>
            <a:srgbClr val="FBAE40"/>
          </p15:clr>
        </p15:guide>
        <p15:guide id="7" pos="476">
          <p15:clr>
            <a:srgbClr val="FBAE40"/>
          </p15:clr>
        </p15:guide>
        <p15:guide id="8" orient="horz" pos="2160">
          <p15:clr>
            <a:srgbClr val="FBAE40"/>
          </p15:clr>
        </p15:guide>
      </p15:sldGuideLst>
    </p:ext>
  </p:extLst>
</p:sldLayout>
</file>

<file path=ppt/slideLayouts/slideLayout188.xml><?xml version="1.0" encoding="utf-8"?>
<p:sldLayout xmlns:a="http://schemas.openxmlformats.org/drawingml/2006/main" xmlns:r="http://schemas.openxmlformats.org/officeDocument/2006/relationships" xmlns:p="http://schemas.openxmlformats.org/presentationml/2006/main" matchingName="Layout for Next step: Three content">
  <p:cSld name="Layout for Next step: Three content">
    <p:spTree>
      <p:nvGrpSpPr>
        <p:cNvPr id="1" name="Shape 2277"/>
        <p:cNvGrpSpPr/>
        <p:nvPr/>
      </p:nvGrpSpPr>
      <p:grpSpPr>
        <a:xfrm>
          <a:off x="0" y="0"/>
          <a:ext cx="0" cy="0"/>
          <a:chOff x="0" y="0"/>
          <a:chExt cx="0" cy="0"/>
        </a:xfrm>
      </p:grpSpPr>
      <p:cxnSp>
        <p:nvCxnSpPr>
          <p:cNvPr id="2278" name="Google Shape;2278;p191"/>
          <p:cNvCxnSpPr>
            <a:stCxn id="2279" idx="2"/>
            <a:endCxn id="2280" idx="0"/>
          </p:cNvCxnSpPr>
          <p:nvPr/>
        </p:nvCxnSpPr>
        <p:spPr>
          <a:xfrm>
            <a:off x="4470517" y="782247"/>
            <a:ext cx="0" cy="2783400"/>
          </a:xfrm>
          <a:prstGeom prst="straightConnector1">
            <a:avLst/>
          </a:prstGeom>
          <a:noFill/>
          <a:ln w="12700" cap="sq" cmpd="sng">
            <a:solidFill>
              <a:schemeClr val="dk1"/>
            </a:solidFill>
            <a:prstDash val="solid"/>
            <a:round/>
            <a:headEnd type="none" w="sm" len="sm"/>
            <a:tailEnd type="none" w="sm" len="sm"/>
          </a:ln>
        </p:spPr>
      </p:cxnSp>
      <p:sp>
        <p:nvSpPr>
          <p:cNvPr id="2281" name="Google Shape;2281;p191"/>
          <p:cNvSpPr txBox="1">
            <a:spLocks noGrp="1"/>
          </p:cNvSpPr>
          <p:nvPr>
            <p:ph type="title"/>
          </p:nvPr>
        </p:nvSpPr>
        <p:spPr>
          <a:xfrm>
            <a:off x="274321" y="365760"/>
            <a:ext cx="36144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82" name="Google Shape;2282;p191"/>
          <p:cNvSpPr>
            <a:spLocks noGrp="1"/>
          </p:cNvSpPr>
          <p:nvPr>
            <p:ph type="pic" idx="2"/>
          </p:nvPr>
        </p:nvSpPr>
        <p:spPr>
          <a:xfrm>
            <a:off x="1" y="1828800"/>
            <a:ext cx="3888600" cy="3200400"/>
          </a:xfrm>
          <a:prstGeom prst="rect">
            <a:avLst/>
          </a:prstGeom>
          <a:solidFill>
            <a:srgbClr val="D7E0E3"/>
          </a:solidFill>
          <a:ln>
            <a:noFill/>
          </a:ln>
        </p:spPr>
      </p:sp>
      <p:sp>
        <p:nvSpPr>
          <p:cNvPr id="2283" name="Google Shape;2283;p191"/>
          <p:cNvSpPr txBox="1">
            <a:spLocks noGrp="1"/>
          </p:cNvSpPr>
          <p:nvPr>
            <p:ph type="body" idx="1"/>
          </p:nvPr>
        </p:nvSpPr>
        <p:spPr>
          <a:xfrm>
            <a:off x="274320" y="5314599"/>
            <a:ext cx="8592900" cy="5265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1050"/>
              <a:buFont typeface="Arial"/>
              <a:buNone/>
              <a:defRPr sz="105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84" name="Google Shape;2284;p191"/>
          <p:cNvSpPr txBox="1">
            <a:spLocks noGrp="1"/>
          </p:cNvSpPr>
          <p:nvPr>
            <p:ph type="body" idx="3"/>
          </p:nvPr>
        </p:nvSpPr>
        <p:spPr>
          <a:xfrm>
            <a:off x="4822032" y="1965678"/>
            <a:ext cx="4045200" cy="1463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85" name="Google Shape;2285;p191"/>
          <p:cNvSpPr txBox="1">
            <a:spLocks noGrp="1"/>
          </p:cNvSpPr>
          <p:nvPr>
            <p:ph type="body" idx="4"/>
          </p:nvPr>
        </p:nvSpPr>
        <p:spPr>
          <a:xfrm>
            <a:off x="4254817" y="1965911"/>
            <a:ext cx="431400" cy="4161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79" name="Google Shape;2279;p191"/>
          <p:cNvSpPr txBox="1">
            <a:spLocks noGrp="1"/>
          </p:cNvSpPr>
          <p:nvPr>
            <p:ph type="body" idx="5"/>
          </p:nvPr>
        </p:nvSpPr>
        <p:spPr>
          <a:xfrm>
            <a:off x="4254817" y="366147"/>
            <a:ext cx="431400" cy="4161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86" name="Google Shape;2286;p191"/>
          <p:cNvSpPr txBox="1">
            <a:spLocks noGrp="1"/>
          </p:cNvSpPr>
          <p:nvPr>
            <p:ph type="body" idx="6"/>
          </p:nvPr>
        </p:nvSpPr>
        <p:spPr>
          <a:xfrm>
            <a:off x="4822032" y="365760"/>
            <a:ext cx="4045200" cy="1463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87" name="Google Shape;2287;p191"/>
          <p:cNvSpPr txBox="1">
            <a:spLocks noGrp="1"/>
          </p:cNvSpPr>
          <p:nvPr>
            <p:ph type="body" idx="7"/>
          </p:nvPr>
        </p:nvSpPr>
        <p:spPr>
          <a:xfrm>
            <a:off x="4822032" y="3565596"/>
            <a:ext cx="4045200" cy="14637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50"/>
              </a:spcBef>
              <a:spcAft>
                <a:spcPts val="0"/>
              </a:spcAft>
              <a:buClr>
                <a:schemeClr val="dk1"/>
              </a:buClr>
              <a:buSzPts val="900"/>
              <a:buFont typeface="Arial"/>
              <a:buNone/>
              <a:defRPr sz="900">
                <a:latin typeface="Arial"/>
                <a:ea typeface="Arial"/>
                <a:cs typeface="Arial"/>
                <a:sym typeface="Arial"/>
              </a:defRPr>
            </a:lvl1pPr>
            <a:lvl2pPr marL="914400" lvl="1" indent="-228600" algn="l">
              <a:lnSpc>
                <a:spcPct val="100000"/>
              </a:lnSpc>
              <a:spcBef>
                <a:spcPts val="225"/>
              </a:spcBef>
              <a:spcAft>
                <a:spcPts val="0"/>
              </a:spcAft>
              <a:buClr>
                <a:schemeClr val="dk1"/>
              </a:buClr>
              <a:buSzPts val="1200"/>
              <a:buFont typeface="Arial"/>
              <a:buNone/>
              <a:defRPr sz="1200" b="1">
                <a:latin typeface="Arial"/>
                <a:ea typeface="Arial"/>
                <a:cs typeface="Arial"/>
                <a:sym typeface="Arial"/>
              </a:defRPr>
            </a:lvl2pPr>
            <a:lvl3pPr marL="1371600" lvl="2" indent="-285750" algn="l">
              <a:lnSpc>
                <a:spcPct val="100000"/>
              </a:lnSpc>
              <a:spcBef>
                <a:spcPts val="225"/>
              </a:spcBef>
              <a:spcAft>
                <a:spcPts val="0"/>
              </a:spcAft>
              <a:buClr>
                <a:schemeClr val="dk1"/>
              </a:buClr>
              <a:buSzPts val="900"/>
              <a:buFont typeface="Arial"/>
              <a:buChar char="•"/>
              <a:defRPr sz="900">
                <a:latin typeface="Arial"/>
                <a:ea typeface="Arial"/>
                <a:cs typeface="Arial"/>
                <a:sym typeface="Arial"/>
              </a:defRPr>
            </a:lvl3pPr>
            <a:lvl4pPr marL="1828800" lvl="3" indent="-285750" algn="l">
              <a:lnSpc>
                <a:spcPct val="100000"/>
              </a:lnSpc>
              <a:spcBef>
                <a:spcPts val="225"/>
              </a:spcBef>
              <a:spcAft>
                <a:spcPts val="0"/>
              </a:spcAft>
              <a:buClr>
                <a:schemeClr val="dk1"/>
              </a:buClr>
              <a:buSzPts val="900"/>
              <a:buChar char="–"/>
              <a:defRPr sz="900">
                <a:latin typeface="Arial"/>
                <a:ea typeface="Arial"/>
                <a:cs typeface="Arial"/>
                <a:sym typeface="Arial"/>
              </a:defRPr>
            </a:lvl4pPr>
            <a:lvl5pPr marL="2286000" lvl="4" indent="-285750" algn="l">
              <a:lnSpc>
                <a:spcPct val="100000"/>
              </a:lnSpc>
              <a:spcBef>
                <a:spcPts val="225"/>
              </a:spcBef>
              <a:spcAft>
                <a:spcPts val="0"/>
              </a:spcAft>
              <a:buClr>
                <a:schemeClr val="dk1"/>
              </a:buClr>
              <a:buSzPts val="900"/>
              <a:buChar char="–"/>
              <a:defRPr sz="900">
                <a:latin typeface="Arial"/>
                <a:ea typeface="Arial"/>
                <a:cs typeface="Arial"/>
                <a:sym typeface="Aria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280" name="Google Shape;2280;p191"/>
          <p:cNvSpPr txBox="1">
            <a:spLocks noGrp="1"/>
          </p:cNvSpPr>
          <p:nvPr>
            <p:ph type="body" idx="8"/>
          </p:nvPr>
        </p:nvSpPr>
        <p:spPr>
          <a:xfrm>
            <a:off x="4254817" y="3565675"/>
            <a:ext cx="431400" cy="416100"/>
          </a:xfrm>
          <a:prstGeom prst="rect">
            <a:avLst/>
          </a:prstGeom>
          <a:solidFill>
            <a:schemeClr val="lt1"/>
          </a:solidFill>
          <a:ln>
            <a:noFill/>
          </a:ln>
        </p:spPr>
        <p:txBody>
          <a:bodyPr spcFirstLastPara="1" wrap="square" lIns="0" tIns="0" rIns="0" bIns="0" anchor="t" anchorCtr="0">
            <a:noAutofit/>
          </a:bodyPr>
          <a:lstStyle>
            <a:lvl1pPr marL="457200" lvl="0" indent="-228600" algn="l">
              <a:lnSpc>
                <a:spcPct val="100000"/>
              </a:lnSpc>
              <a:spcBef>
                <a:spcPts val="900"/>
              </a:spcBef>
              <a:spcAft>
                <a:spcPts val="0"/>
              </a:spcAft>
              <a:buClr>
                <a:schemeClr val="dk1"/>
              </a:buClr>
              <a:buSzPts val="2400"/>
              <a:buFont typeface="Arial"/>
              <a:buNone/>
              <a:defRPr sz="2400"/>
            </a:lvl1pPr>
            <a:lvl2pPr marL="914400" lvl="1" indent="-228600" algn="l">
              <a:lnSpc>
                <a:spcPct val="100000"/>
              </a:lnSpc>
              <a:spcBef>
                <a:spcPts val="225"/>
              </a:spcBef>
              <a:spcAft>
                <a:spcPts val="0"/>
              </a:spcAft>
              <a:buClr>
                <a:schemeClr val="dk1"/>
              </a:buClr>
              <a:buSzPts val="2400"/>
              <a:buFont typeface="Arial"/>
              <a:buNone/>
              <a:defRPr sz="2400"/>
            </a:lvl2pPr>
            <a:lvl3pPr marL="1371600" lvl="2" indent="-228600" algn="l">
              <a:lnSpc>
                <a:spcPct val="100000"/>
              </a:lnSpc>
              <a:spcBef>
                <a:spcPts val="225"/>
              </a:spcBef>
              <a:spcAft>
                <a:spcPts val="0"/>
              </a:spcAft>
              <a:buClr>
                <a:schemeClr val="dk1"/>
              </a:buClr>
              <a:buSzPts val="2400"/>
              <a:buFont typeface="Arial"/>
              <a:buNone/>
              <a:defRPr sz="2400"/>
            </a:lvl3pPr>
            <a:lvl4pPr marL="1828800" lvl="3" indent="-228600" algn="l">
              <a:lnSpc>
                <a:spcPct val="100000"/>
              </a:lnSpc>
              <a:spcBef>
                <a:spcPts val="225"/>
              </a:spcBef>
              <a:spcAft>
                <a:spcPts val="0"/>
              </a:spcAft>
              <a:buClr>
                <a:schemeClr val="dk1"/>
              </a:buClr>
              <a:buSzPts val="2400"/>
              <a:buFont typeface="Arial"/>
              <a:buNone/>
              <a:defRPr sz="2400"/>
            </a:lvl4pPr>
            <a:lvl5pPr marL="2286000" lvl="4" indent="-228600" algn="l">
              <a:lnSpc>
                <a:spcPct val="100000"/>
              </a:lnSpc>
              <a:spcBef>
                <a:spcPts val="225"/>
              </a:spcBef>
              <a:spcAft>
                <a:spcPts val="0"/>
              </a:spcAft>
              <a:buClr>
                <a:schemeClr val="dk1"/>
              </a:buClr>
              <a:buSzPts val="2400"/>
              <a:buFont typeface="Arial"/>
              <a:buNone/>
              <a:defRPr sz="2400"/>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orient="horz" pos="1139">
          <p15:clr>
            <a:srgbClr val="FBAE40"/>
          </p15:clr>
        </p15:guide>
        <p15:guide id="4" orient="horz" pos="3832">
          <p15:clr>
            <a:srgbClr val="FBAE40"/>
          </p15:clr>
        </p15:guide>
        <p15:guide id="5" orient="horz" pos="4148">
          <p15:clr>
            <a:srgbClr val="FBAE40"/>
          </p15:clr>
        </p15:guide>
        <p15:guide id="6" orient="horz" pos="3168">
          <p15:clr>
            <a:srgbClr val="FBAE40"/>
          </p15:clr>
        </p15:guide>
        <p15:guide id="7" pos="476">
          <p15:clr>
            <a:srgbClr val="FBAE40"/>
          </p15:clr>
        </p15:guide>
        <p15:guide id="8" orient="horz" pos="2160">
          <p15:clr>
            <a:srgbClr val="FBAE40"/>
          </p15:clr>
        </p15:guide>
      </p15:sldGuideLst>
    </p:ext>
  </p:extLst>
</p:sldLayout>
</file>

<file path=ppt/slideLayouts/slideLayout189.xml><?xml version="1.0" encoding="utf-8"?>
<p:sldLayout xmlns:a="http://schemas.openxmlformats.org/drawingml/2006/main" xmlns:r="http://schemas.openxmlformats.org/officeDocument/2006/relationships" xmlns:p="http://schemas.openxmlformats.org/presentationml/2006/main" matchingName="Photo and Sidebar">
  <p:cSld name="Photo and Sidebar">
    <p:spTree>
      <p:nvGrpSpPr>
        <p:cNvPr id="1" name="Shape 2288"/>
        <p:cNvGrpSpPr/>
        <p:nvPr/>
      </p:nvGrpSpPr>
      <p:grpSpPr>
        <a:xfrm>
          <a:off x="0" y="0"/>
          <a:ext cx="0" cy="0"/>
          <a:chOff x="0" y="0"/>
          <a:chExt cx="0" cy="0"/>
        </a:xfrm>
      </p:grpSpPr>
      <p:sp>
        <p:nvSpPr>
          <p:cNvPr id="2289" name="Google Shape;2289;p192"/>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90" name="Google Shape;2290;p192"/>
          <p:cNvSpPr>
            <a:spLocks noGrp="1"/>
          </p:cNvSpPr>
          <p:nvPr>
            <p:ph type="pic" idx="2"/>
          </p:nvPr>
        </p:nvSpPr>
        <p:spPr>
          <a:xfrm>
            <a:off x="569119" y="1828801"/>
            <a:ext cx="6091200" cy="4254600"/>
          </a:xfrm>
          <a:prstGeom prst="rect">
            <a:avLst/>
          </a:prstGeom>
          <a:solidFill>
            <a:srgbClr val="D7E0E3"/>
          </a:solidFill>
          <a:ln>
            <a:noFill/>
          </a:ln>
        </p:spPr>
      </p:sp>
      <p:sp>
        <p:nvSpPr>
          <p:cNvPr id="2291" name="Google Shape;2291;p192"/>
          <p:cNvSpPr txBox="1">
            <a:spLocks noGrp="1"/>
          </p:cNvSpPr>
          <p:nvPr>
            <p:ph type="body" idx="1"/>
          </p:nvPr>
        </p:nvSpPr>
        <p:spPr>
          <a:xfrm>
            <a:off x="6892290" y="1828800"/>
            <a:ext cx="1975200" cy="425190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78">
          <p15:clr>
            <a:srgbClr val="FBAE40"/>
          </p15:clr>
        </p15:guide>
        <p15:guide id="2" pos="5594">
          <p15:clr>
            <a:srgbClr val="FBAE40"/>
          </p15:clr>
        </p15:guide>
        <p15:guide id="3" pos="5788">
          <p15:clr>
            <a:srgbClr val="FBAE40"/>
          </p15:clr>
        </p15:guide>
        <p15:guide id="4" orient="horz" pos="1152">
          <p15:clr>
            <a:srgbClr val="FBAE40"/>
          </p15:clr>
        </p15:guide>
        <p15:guide id="5" orient="horz" pos="3832">
          <p15:clr>
            <a:srgbClr val="FBAE40"/>
          </p15:clr>
        </p15:guide>
        <p15:guide id="6" orient="horz" pos="4148">
          <p15:clr>
            <a:srgbClr val="FBAE40"/>
          </p15:clr>
        </p15:guide>
      </p15:sldGuideLst>
    </p:ext>
  </p:extLst>
</p:sldLayout>
</file>

<file path=ppt/slideLayouts/slideLayout190.xml><?xml version="1.0" encoding="utf-8"?>
<p:sldLayout xmlns:a="http://schemas.openxmlformats.org/drawingml/2006/main" xmlns:r="http://schemas.openxmlformats.org/officeDocument/2006/relationships" xmlns:p="http://schemas.openxmlformats.org/presentationml/2006/main" matchingName="3_Photo and Sidebar">
  <p:cSld name="3_Photo and Sidebar">
    <p:spTree>
      <p:nvGrpSpPr>
        <p:cNvPr id="1" name="Shape 2292"/>
        <p:cNvGrpSpPr/>
        <p:nvPr/>
      </p:nvGrpSpPr>
      <p:grpSpPr>
        <a:xfrm>
          <a:off x="0" y="0"/>
          <a:ext cx="0" cy="0"/>
          <a:chOff x="0" y="0"/>
          <a:chExt cx="0" cy="0"/>
        </a:xfrm>
      </p:grpSpPr>
      <p:sp>
        <p:nvSpPr>
          <p:cNvPr id="2293" name="Google Shape;2293;p193"/>
          <p:cNvSpPr txBox="1">
            <a:spLocks noGrp="1"/>
          </p:cNvSpPr>
          <p:nvPr>
            <p:ph type="title"/>
          </p:nvPr>
        </p:nvSpPr>
        <p:spPr>
          <a:xfrm>
            <a:off x="274320" y="365760"/>
            <a:ext cx="33957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94" name="Google Shape;2294;p193"/>
          <p:cNvSpPr>
            <a:spLocks noGrp="1"/>
          </p:cNvSpPr>
          <p:nvPr>
            <p:ph type="pic" idx="2"/>
          </p:nvPr>
        </p:nvSpPr>
        <p:spPr>
          <a:xfrm>
            <a:off x="4096264" y="0"/>
            <a:ext cx="5047800" cy="5288700"/>
          </a:xfrm>
          <a:prstGeom prst="rect">
            <a:avLst/>
          </a:prstGeom>
          <a:solidFill>
            <a:srgbClr val="D7E0E3"/>
          </a:solidFill>
          <a:ln>
            <a:noFill/>
          </a:ln>
        </p:spPr>
      </p:sp>
      <p:sp>
        <p:nvSpPr>
          <p:cNvPr id="2295" name="Google Shape;2295;p193"/>
          <p:cNvSpPr txBox="1">
            <a:spLocks noGrp="1"/>
          </p:cNvSpPr>
          <p:nvPr>
            <p:ph type="body" idx="1"/>
          </p:nvPr>
        </p:nvSpPr>
        <p:spPr>
          <a:xfrm>
            <a:off x="274319" y="1594022"/>
            <a:ext cx="3395700" cy="415200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78">
          <p15:clr>
            <a:srgbClr val="FBAE40"/>
          </p15:clr>
        </p15:guide>
        <p15:guide id="2" pos="5594">
          <p15:clr>
            <a:srgbClr val="FBAE40"/>
          </p15:clr>
        </p15:guide>
        <p15:guide id="3" pos="5788">
          <p15:clr>
            <a:srgbClr val="FBAE40"/>
          </p15:clr>
        </p15:guide>
        <p15:guide id="4" orient="horz" pos="1152">
          <p15:clr>
            <a:srgbClr val="FBAE40"/>
          </p15:clr>
        </p15:guide>
        <p15:guide id="5" orient="horz" pos="3832">
          <p15:clr>
            <a:srgbClr val="FBAE40"/>
          </p15:clr>
        </p15:guide>
        <p15:guide id="6" orient="horz" pos="4148">
          <p15:clr>
            <a:srgbClr val="FBAE40"/>
          </p15:clr>
        </p15:guide>
      </p15:sldGuideLst>
    </p:ext>
  </p:extLst>
</p:sldLayout>
</file>

<file path=ppt/slideLayouts/slideLayout191.xml><?xml version="1.0" encoding="utf-8"?>
<p:sldLayout xmlns:a="http://schemas.openxmlformats.org/drawingml/2006/main" xmlns:r="http://schemas.openxmlformats.org/officeDocument/2006/relationships" xmlns:p="http://schemas.openxmlformats.org/presentationml/2006/main" matchingName="Photo and Sidebar with teal box">
  <p:cSld name="Photo and Sidebar with teal box">
    <p:spTree>
      <p:nvGrpSpPr>
        <p:cNvPr id="1" name="Shape 2296"/>
        <p:cNvGrpSpPr/>
        <p:nvPr/>
      </p:nvGrpSpPr>
      <p:grpSpPr>
        <a:xfrm>
          <a:off x="0" y="0"/>
          <a:ext cx="0" cy="0"/>
          <a:chOff x="0" y="0"/>
          <a:chExt cx="0" cy="0"/>
        </a:xfrm>
      </p:grpSpPr>
      <p:sp>
        <p:nvSpPr>
          <p:cNvPr id="2297" name="Google Shape;2297;p194"/>
          <p:cNvSpPr txBox="1">
            <a:spLocks noGrp="1"/>
          </p:cNvSpPr>
          <p:nvPr>
            <p:ph type="title"/>
          </p:nvPr>
        </p:nvSpPr>
        <p:spPr>
          <a:xfrm>
            <a:off x="274320" y="365760"/>
            <a:ext cx="33957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98" name="Google Shape;2298;p194"/>
          <p:cNvSpPr>
            <a:spLocks noGrp="1"/>
          </p:cNvSpPr>
          <p:nvPr>
            <p:ph type="pic" idx="2"/>
          </p:nvPr>
        </p:nvSpPr>
        <p:spPr>
          <a:xfrm>
            <a:off x="4572000" y="0"/>
            <a:ext cx="4572000" cy="5288700"/>
          </a:xfrm>
          <a:prstGeom prst="rect">
            <a:avLst/>
          </a:prstGeom>
          <a:solidFill>
            <a:srgbClr val="D7E0E3"/>
          </a:solidFill>
          <a:ln>
            <a:noFill/>
          </a:ln>
        </p:spPr>
      </p:sp>
      <p:sp>
        <p:nvSpPr>
          <p:cNvPr id="2299" name="Google Shape;2299;p194"/>
          <p:cNvSpPr txBox="1">
            <a:spLocks noGrp="1"/>
          </p:cNvSpPr>
          <p:nvPr>
            <p:ph type="body" idx="1"/>
          </p:nvPr>
        </p:nvSpPr>
        <p:spPr>
          <a:xfrm>
            <a:off x="274319" y="1594022"/>
            <a:ext cx="3395700" cy="415200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
        <p:nvSpPr>
          <p:cNvPr id="2300" name="Google Shape;2300;p194"/>
          <p:cNvSpPr/>
          <p:nvPr/>
        </p:nvSpPr>
        <p:spPr>
          <a:xfrm>
            <a:off x="3993192" y="4399722"/>
            <a:ext cx="2246100" cy="21999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301" name="Google Shape;2301;p194"/>
          <p:cNvSpPr txBox="1">
            <a:spLocks noGrp="1"/>
          </p:cNvSpPr>
          <p:nvPr>
            <p:ph type="body" idx="3"/>
          </p:nvPr>
        </p:nvSpPr>
        <p:spPr>
          <a:xfrm>
            <a:off x="4212009" y="5499653"/>
            <a:ext cx="1868100" cy="848700"/>
          </a:xfrm>
          <a:prstGeom prst="rect">
            <a:avLst/>
          </a:prstGeom>
          <a:noFill/>
          <a:ln>
            <a:noFill/>
          </a:ln>
        </p:spPr>
        <p:txBody>
          <a:bodyPr spcFirstLastPara="1" wrap="square" lIns="0" tIns="0" rIns="0" bIns="0" anchor="ctr" anchorCtr="0">
            <a:normAutofit/>
          </a:bodyPr>
          <a:lstStyle>
            <a:lvl1pPr marL="457200" lvl="0" indent="-228600" algn="ctr">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228600" algn="l">
              <a:lnSpc>
                <a:spcPct val="100000"/>
              </a:lnSpc>
              <a:spcBef>
                <a:spcPts val="225"/>
              </a:spcBef>
              <a:spcAft>
                <a:spcPts val="0"/>
              </a:spcAft>
              <a:buClr>
                <a:schemeClr val="lt1"/>
              </a:buClr>
              <a:buSzPts val="1350"/>
              <a:buNone/>
              <a:defRPr>
                <a:solidFill>
                  <a:schemeClr val="lt1"/>
                </a:solidFill>
              </a:defRPr>
            </a:lvl2pPr>
            <a:lvl3pPr marL="1371600" lvl="2" indent="-228600" algn="l">
              <a:lnSpc>
                <a:spcPct val="100000"/>
              </a:lnSpc>
              <a:spcBef>
                <a:spcPts val="225"/>
              </a:spcBef>
              <a:spcAft>
                <a:spcPts val="0"/>
              </a:spcAft>
              <a:buClr>
                <a:schemeClr val="lt1"/>
              </a:buClr>
              <a:buSzPts val="1350"/>
              <a:buNone/>
              <a:defRPr>
                <a:solidFill>
                  <a:schemeClr val="lt1"/>
                </a:solidFill>
              </a:defRPr>
            </a:lvl3pPr>
            <a:lvl4pPr marL="1828800" lvl="3" indent="-228600" algn="l">
              <a:lnSpc>
                <a:spcPct val="100000"/>
              </a:lnSpc>
              <a:spcBef>
                <a:spcPts val="225"/>
              </a:spcBef>
              <a:spcAft>
                <a:spcPts val="0"/>
              </a:spcAft>
              <a:buClr>
                <a:schemeClr val="lt1"/>
              </a:buClr>
              <a:buSzPts val="1350"/>
              <a:buNone/>
              <a:defRPr>
                <a:solidFill>
                  <a:schemeClr val="lt1"/>
                </a:solidFill>
              </a:defRPr>
            </a:lvl4pPr>
            <a:lvl5pPr marL="2286000" lvl="4" indent="-228600" algn="l">
              <a:lnSpc>
                <a:spcPct val="100000"/>
              </a:lnSpc>
              <a:spcBef>
                <a:spcPts val="225"/>
              </a:spcBef>
              <a:spcAft>
                <a:spcPts val="0"/>
              </a:spcAft>
              <a:buClr>
                <a:schemeClr val="lt1"/>
              </a:buClr>
              <a:buSzPts val="1350"/>
              <a:buNone/>
              <a:defRPr>
                <a:solidFill>
                  <a:schemeClr val="lt1"/>
                </a:solidFill>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78">
          <p15:clr>
            <a:srgbClr val="FBAE40"/>
          </p15:clr>
        </p15:guide>
        <p15:guide id="2" pos="5594">
          <p15:clr>
            <a:srgbClr val="FBAE40"/>
          </p15:clr>
        </p15:guide>
        <p15:guide id="3" pos="5788">
          <p15:clr>
            <a:srgbClr val="FBAE40"/>
          </p15:clr>
        </p15:guide>
        <p15:guide id="4" orient="horz" pos="1152">
          <p15:clr>
            <a:srgbClr val="FBAE40"/>
          </p15:clr>
        </p15:guide>
        <p15:guide id="5" orient="horz" pos="3832">
          <p15:clr>
            <a:srgbClr val="FBAE40"/>
          </p15:clr>
        </p15:guide>
        <p15:guide id="6" orient="horz" pos="4148">
          <p15:clr>
            <a:srgbClr val="FBAE40"/>
          </p15:clr>
        </p15:guide>
      </p15:sldGuideLst>
    </p:ext>
  </p:extLst>
</p:sldLayout>
</file>

<file path=ppt/slideLayouts/slideLayout192.xml><?xml version="1.0" encoding="utf-8"?>
<p:sldLayout xmlns:a="http://schemas.openxmlformats.org/drawingml/2006/main" xmlns:r="http://schemas.openxmlformats.org/officeDocument/2006/relationships" xmlns:p="http://schemas.openxmlformats.org/presentationml/2006/main" matchingName="2_Photo and Sidebar">
  <p:cSld name="2_Photo and Sidebar">
    <p:spTree>
      <p:nvGrpSpPr>
        <p:cNvPr id="1" name="Shape 2302"/>
        <p:cNvGrpSpPr/>
        <p:nvPr/>
      </p:nvGrpSpPr>
      <p:grpSpPr>
        <a:xfrm>
          <a:off x="0" y="0"/>
          <a:ext cx="0" cy="0"/>
          <a:chOff x="0" y="0"/>
          <a:chExt cx="0" cy="0"/>
        </a:xfrm>
      </p:grpSpPr>
      <p:sp>
        <p:nvSpPr>
          <p:cNvPr id="2303" name="Google Shape;2303;p195"/>
          <p:cNvSpPr>
            <a:spLocks noGrp="1"/>
          </p:cNvSpPr>
          <p:nvPr>
            <p:ph type="pic" idx="2"/>
          </p:nvPr>
        </p:nvSpPr>
        <p:spPr>
          <a:xfrm>
            <a:off x="0" y="0"/>
            <a:ext cx="6533700" cy="5646900"/>
          </a:xfrm>
          <a:prstGeom prst="rect">
            <a:avLst/>
          </a:prstGeom>
          <a:solidFill>
            <a:srgbClr val="D7E0E3"/>
          </a:solidFill>
          <a:ln>
            <a:noFill/>
          </a:ln>
        </p:spPr>
      </p:sp>
      <p:sp>
        <p:nvSpPr>
          <p:cNvPr id="2304" name="Google Shape;2304;p195"/>
          <p:cNvSpPr txBox="1">
            <a:spLocks noGrp="1"/>
          </p:cNvSpPr>
          <p:nvPr>
            <p:ph type="body" idx="1"/>
          </p:nvPr>
        </p:nvSpPr>
        <p:spPr>
          <a:xfrm>
            <a:off x="6892290" y="444843"/>
            <a:ext cx="1975200" cy="425190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78">
          <p15:clr>
            <a:srgbClr val="FBAE40"/>
          </p15:clr>
        </p15:guide>
        <p15:guide id="2" pos="5594">
          <p15:clr>
            <a:srgbClr val="FBAE40"/>
          </p15:clr>
        </p15:guide>
        <p15:guide id="3" pos="5788">
          <p15:clr>
            <a:srgbClr val="FBAE40"/>
          </p15:clr>
        </p15:guide>
        <p15:guide id="4" orient="horz" pos="1152">
          <p15:clr>
            <a:srgbClr val="FBAE40"/>
          </p15:clr>
        </p15:guide>
        <p15:guide id="5" orient="horz" pos="3832">
          <p15:clr>
            <a:srgbClr val="FBAE40"/>
          </p15:clr>
        </p15:guide>
        <p15:guide id="6" orient="horz" pos="4148">
          <p15:clr>
            <a:srgbClr val="FBAE40"/>
          </p15:clr>
        </p15:guide>
      </p15:sldGuideLst>
    </p:ext>
  </p:extLst>
</p:sldLayout>
</file>

<file path=ppt/slideLayouts/slideLayout193.xml><?xml version="1.0" encoding="utf-8"?>
<p:sldLayout xmlns:a="http://schemas.openxmlformats.org/drawingml/2006/main" xmlns:r="http://schemas.openxmlformats.org/officeDocument/2006/relationships" xmlns:p="http://schemas.openxmlformats.org/presentationml/2006/main" matchingName="Text Cluster 01">
  <p:cSld name="Text Cluster 01">
    <p:spTree>
      <p:nvGrpSpPr>
        <p:cNvPr id="1" name="Shape 2305"/>
        <p:cNvGrpSpPr/>
        <p:nvPr/>
      </p:nvGrpSpPr>
      <p:grpSpPr>
        <a:xfrm>
          <a:off x="0" y="0"/>
          <a:ext cx="0" cy="0"/>
          <a:chOff x="0" y="0"/>
          <a:chExt cx="0" cy="0"/>
        </a:xfrm>
      </p:grpSpPr>
      <p:sp>
        <p:nvSpPr>
          <p:cNvPr id="2306" name="Google Shape;2306;p196"/>
          <p:cNvSpPr txBox="1">
            <a:spLocks noGrp="1"/>
          </p:cNvSpPr>
          <p:nvPr>
            <p:ph type="title"/>
          </p:nvPr>
        </p:nvSpPr>
        <p:spPr>
          <a:xfrm>
            <a:off x="274320" y="365760"/>
            <a:ext cx="63894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07" name="Google Shape;2307;p196"/>
          <p:cNvSpPr txBox="1">
            <a:spLocks noGrp="1"/>
          </p:cNvSpPr>
          <p:nvPr>
            <p:ph type="body" idx="1"/>
          </p:nvPr>
        </p:nvSpPr>
        <p:spPr>
          <a:xfrm>
            <a:off x="4607054" y="2492528"/>
            <a:ext cx="2096400" cy="2788800"/>
          </a:xfrm>
          <a:prstGeom prst="rect">
            <a:avLst/>
          </a:prstGeom>
          <a:solidFill>
            <a:srgbClr val="003C5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08" name="Google Shape;2308;p196"/>
          <p:cNvSpPr txBox="1">
            <a:spLocks noGrp="1"/>
          </p:cNvSpPr>
          <p:nvPr>
            <p:ph type="body" idx="2"/>
          </p:nvPr>
        </p:nvSpPr>
        <p:spPr>
          <a:xfrm>
            <a:off x="2440687" y="2492528"/>
            <a:ext cx="2091600" cy="2788800"/>
          </a:xfrm>
          <a:prstGeom prst="rect">
            <a:avLst/>
          </a:prstGeom>
          <a:solidFill>
            <a:srgbClr val="881E87"/>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09" name="Google Shape;2309;p196"/>
          <p:cNvSpPr txBox="1">
            <a:spLocks noGrp="1"/>
          </p:cNvSpPr>
          <p:nvPr>
            <p:ph type="body" idx="3"/>
          </p:nvPr>
        </p:nvSpPr>
        <p:spPr>
          <a:xfrm>
            <a:off x="6777992" y="2492528"/>
            <a:ext cx="2096400" cy="2788800"/>
          </a:xfrm>
          <a:prstGeom prst="rect">
            <a:avLst/>
          </a:prstGeom>
          <a:solidFill>
            <a:srgbClr val="0097AC"/>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10" name="Google Shape;2310;p196"/>
          <p:cNvSpPr txBox="1">
            <a:spLocks noGrp="1"/>
          </p:cNvSpPr>
          <p:nvPr>
            <p:ph type="body" idx="4"/>
          </p:nvPr>
        </p:nvSpPr>
        <p:spPr>
          <a:xfrm>
            <a:off x="274320" y="2492528"/>
            <a:ext cx="2091600" cy="2788800"/>
          </a:xfrm>
          <a:prstGeom prst="rect">
            <a:avLst/>
          </a:prstGeom>
          <a:solidFill>
            <a:srgbClr val="006E74"/>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194.xml><?xml version="1.0" encoding="utf-8"?>
<p:sldLayout xmlns:a="http://schemas.openxmlformats.org/drawingml/2006/main" xmlns:r="http://schemas.openxmlformats.org/officeDocument/2006/relationships" xmlns:p="http://schemas.openxmlformats.org/presentationml/2006/main" matchingName="Text Cluster 02">
  <p:cSld name="Text Cluster 02">
    <p:spTree>
      <p:nvGrpSpPr>
        <p:cNvPr id="1" name="Shape 2311"/>
        <p:cNvGrpSpPr/>
        <p:nvPr/>
      </p:nvGrpSpPr>
      <p:grpSpPr>
        <a:xfrm>
          <a:off x="0" y="0"/>
          <a:ext cx="0" cy="0"/>
          <a:chOff x="0" y="0"/>
          <a:chExt cx="0" cy="0"/>
        </a:xfrm>
      </p:grpSpPr>
      <p:sp>
        <p:nvSpPr>
          <p:cNvPr id="2312" name="Google Shape;2312;p197"/>
          <p:cNvSpPr txBox="1">
            <a:spLocks noGrp="1"/>
          </p:cNvSpPr>
          <p:nvPr>
            <p:ph type="title"/>
          </p:nvPr>
        </p:nvSpPr>
        <p:spPr>
          <a:xfrm>
            <a:off x="274321" y="365760"/>
            <a:ext cx="5404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13" name="Google Shape;2313;p197"/>
          <p:cNvSpPr txBox="1">
            <a:spLocks noGrp="1"/>
          </p:cNvSpPr>
          <p:nvPr>
            <p:ph type="body" idx="1"/>
          </p:nvPr>
        </p:nvSpPr>
        <p:spPr>
          <a:xfrm>
            <a:off x="4673136" y="1600200"/>
            <a:ext cx="3429000" cy="1828800"/>
          </a:xfrm>
          <a:prstGeom prst="rect">
            <a:avLst/>
          </a:prstGeom>
          <a:solidFill>
            <a:schemeClr val="accent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14" name="Google Shape;2314;p197"/>
          <p:cNvSpPr txBox="1">
            <a:spLocks noGrp="1"/>
          </p:cNvSpPr>
          <p:nvPr>
            <p:ph type="body" idx="2"/>
          </p:nvPr>
        </p:nvSpPr>
        <p:spPr>
          <a:xfrm>
            <a:off x="1032642" y="1600200"/>
            <a:ext cx="3429000" cy="1828800"/>
          </a:xfrm>
          <a:prstGeom prst="rect">
            <a:avLst/>
          </a:prstGeom>
          <a:solidFill>
            <a:schemeClr val="dk2"/>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15" name="Google Shape;2315;p197"/>
          <p:cNvSpPr txBox="1">
            <a:spLocks noGrp="1"/>
          </p:cNvSpPr>
          <p:nvPr>
            <p:ph type="body" idx="3"/>
          </p:nvPr>
        </p:nvSpPr>
        <p:spPr>
          <a:xfrm>
            <a:off x="1032642" y="3749041"/>
            <a:ext cx="3429000" cy="1828800"/>
          </a:xfrm>
          <a:prstGeom prst="rect">
            <a:avLst/>
          </a:prstGeom>
          <a:solidFill>
            <a:schemeClr val="accent2"/>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16" name="Google Shape;2316;p197"/>
          <p:cNvSpPr txBox="1">
            <a:spLocks noGrp="1"/>
          </p:cNvSpPr>
          <p:nvPr>
            <p:ph type="body" idx="4"/>
          </p:nvPr>
        </p:nvSpPr>
        <p:spPr>
          <a:xfrm>
            <a:off x="4673136" y="3749041"/>
            <a:ext cx="3429000" cy="1828800"/>
          </a:xfrm>
          <a:prstGeom prst="rect">
            <a:avLst/>
          </a:prstGeom>
          <a:solidFill>
            <a:schemeClr val="accent3"/>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195.xml><?xml version="1.0" encoding="utf-8"?>
<p:sldLayout xmlns:a="http://schemas.openxmlformats.org/drawingml/2006/main" xmlns:r="http://schemas.openxmlformats.org/officeDocument/2006/relationships" xmlns:p="http://schemas.openxmlformats.org/presentationml/2006/main" matchingName="Text Cluster 03">
  <p:cSld name="Text Cluster 03">
    <p:spTree>
      <p:nvGrpSpPr>
        <p:cNvPr id="1" name="Shape 2317"/>
        <p:cNvGrpSpPr/>
        <p:nvPr/>
      </p:nvGrpSpPr>
      <p:grpSpPr>
        <a:xfrm>
          <a:off x="0" y="0"/>
          <a:ext cx="0" cy="0"/>
          <a:chOff x="0" y="0"/>
          <a:chExt cx="0" cy="0"/>
        </a:xfrm>
      </p:grpSpPr>
      <p:sp>
        <p:nvSpPr>
          <p:cNvPr id="2318" name="Google Shape;2318;p198"/>
          <p:cNvSpPr txBox="1">
            <a:spLocks noGrp="1"/>
          </p:cNvSpPr>
          <p:nvPr>
            <p:ph type="title"/>
          </p:nvPr>
        </p:nvSpPr>
        <p:spPr>
          <a:xfrm>
            <a:off x="274321" y="365760"/>
            <a:ext cx="5404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19" name="Google Shape;2319;p198"/>
          <p:cNvSpPr txBox="1">
            <a:spLocks noGrp="1"/>
          </p:cNvSpPr>
          <p:nvPr>
            <p:ph type="body" idx="1"/>
          </p:nvPr>
        </p:nvSpPr>
        <p:spPr>
          <a:xfrm>
            <a:off x="4673136" y="1854310"/>
            <a:ext cx="3429000" cy="1828800"/>
          </a:xfrm>
          <a:prstGeom prst="rect">
            <a:avLst/>
          </a:prstGeom>
          <a:solidFill>
            <a:schemeClr val="lt2"/>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dk1"/>
              </a:buClr>
              <a:buSzPts val="1200"/>
              <a:buNone/>
              <a:defRPr sz="1200">
                <a:solidFill>
                  <a:schemeClr val="dk1"/>
                </a:solidFill>
                <a:latin typeface="Arial"/>
                <a:ea typeface="Arial"/>
                <a:cs typeface="Arial"/>
                <a:sym typeface="Arial"/>
              </a:defRPr>
            </a:lvl1pPr>
            <a:lvl2pPr marL="914400" lvl="1" indent="-304800" algn="l">
              <a:lnSpc>
                <a:spcPct val="100000"/>
              </a:lnSpc>
              <a:spcBef>
                <a:spcPts val="900"/>
              </a:spcBef>
              <a:spcAft>
                <a:spcPts val="0"/>
              </a:spcAft>
              <a:buClr>
                <a:schemeClr val="dk1"/>
              </a:buClr>
              <a:buSzPts val="1200"/>
              <a:buFont typeface="Arial"/>
              <a:buChar char="•"/>
              <a:defRPr sz="1200">
                <a:solidFill>
                  <a:schemeClr val="dk1"/>
                </a:solidFill>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20" name="Google Shape;2320;p198"/>
          <p:cNvSpPr txBox="1">
            <a:spLocks noGrp="1"/>
          </p:cNvSpPr>
          <p:nvPr>
            <p:ph type="body" idx="2"/>
          </p:nvPr>
        </p:nvSpPr>
        <p:spPr>
          <a:xfrm>
            <a:off x="1032642" y="1854310"/>
            <a:ext cx="3429000" cy="1828800"/>
          </a:xfrm>
          <a:prstGeom prst="rect">
            <a:avLst/>
          </a:prstGeom>
          <a:solidFill>
            <a:schemeClr val="lt2"/>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dk1"/>
              </a:buClr>
              <a:buSzPts val="1200"/>
              <a:buNone/>
              <a:defRPr sz="1200">
                <a:solidFill>
                  <a:schemeClr val="dk1"/>
                </a:solidFill>
                <a:latin typeface="Arial"/>
                <a:ea typeface="Arial"/>
                <a:cs typeface="Arial"/>
                <a:sym typeface="Arial"/>
              </a:defRPr>
            </a:lvl1pPr>
            <a:lvl2pPr marL="914400" lvl="1" indent="-304800" algn="l">
              <a:lnSpc>
                <a:spcPct val="100000"/>
              </a:lnSpc>
              <a:spcBef>
                <a:spcPts val="900"/>
              </a:spcBef>
              <a:spcAft>
                <a:spcPts val="0"/>
              </a:spcAft>
              <a:buClr>
                <a:schemeClr val="dk1"/>
              </a:buClr>
              <a:buSzPts val="1200"/>
              <a:buFont typeface="Arial"/>
              <a:buChar char="•"/>
              <a:defRPr sz="1200">
                <a:solidFill>
                  <a:schemeClr val="dk1"/>
                </a:solidFill>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21" name="Google Shape;2321;p198"/>
          <p:cNvSpPr txBox="1">
            <a:spLocks noGrp="1"/>
          </p:cNvSpPr>
          <p:nvPr>
            <p:ph type="body" idx="3"/>
          </p:nvPr>
        </p:nvSpPr>
        <p:spPr>
          <a:xfrm>
            <a:off x="1032642" y="4343400"/>
            <a:ext cx="3429000" cy="1828800"/>
          </a:xfrm>
          <a:prstGeom prst="rect">
            <a:avLst/>
          </a:prstGeom>
          <a:solidFill>
            <a:schemeClr val="lt2"/>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dk1"/>
              </a:buClr>
              <a:buSzPts val="1200"/>
              <a:buNone/>
              <a:defRPr sz="1200">
                <a:solidFill>
                  <a:schemeClr val="dk1"/>
                </a:solidFill>
                <a:latin typeface="Arial"/>
                <a:ea typeface="Arial"/>
                <a:cs typeface="Arial"/>
                <a:sym typeface="Arial"/>
              </a:defRPr>
            </a:lvl1pPr>
            <a:lvl2pPr marL="914400" lvl="1" indent="-304800" algn="l">
              <a:lnSpc>
                <a:spcPct val="100000"/>
              </a:lnSpc>
              <a:spcBef>
                <a:spcPts val="900"/>
              </a:spcBef>
              <a:spcAft>
                <a:spcPts val="0"/>
              </a:spcAft>
              <a:buClr>
                <a:schemeClr val="dk1"/>
              </a:buClr>
              <a:buSzPts val="1200"/>
              <a:buFont typeface="Arial"/>
              <a:buChar char="•"/>
              <a:defRPr sz="1200">
                <a:solidFill>
                  <a:schemeClr val="dk1"/>
                </a:solidFill>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22" name="Google Shape;2322;p198"/>
          <p:cNvSpPr txBox="1">
            <a:spLocks noGrp="1"/>
          </p:cNvSpPr>
          <p:nvPr>
            <p:ph type="body" idx="4"/>
          </p:nvPr>
        </p:nvSpPr>
        <p:spPr>
          <a:xfrm>
            <a:off x="4673136" y="4343400"/>
            <a:ext cx="3429000" cy="1828800"/>
          </a:xfrm>
          <a:prstGeom prst="rect">
            <a:avLst/>
          </a:prstGeom>
          <a:solidFill>
            <a:schemeClr val="lt2"/>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dk1"/>
              </a:buClr>
              <a:buSzPts val="1200"/>
              <a:buNone/>
              <a:defRPr sz="1200">
                <a:solidFill>
                  <a:schemeClr val="dk1"/>
                </a:solidFill>
                <a:latin typeface="Arial"/>
                <a:ea typeface="Arial"/>
                <a:cs typeface="Arial"/>
                <a:sym typeface="Arial"/>
              </a:defRPr>
            </a:lvl1pPr>
            <a:lvl2pPr marL="914400" lvl="1" indent="-304800" algn="l">
              <a:lnSpc>
                <a:spcPct val="100000"/>
              </a:lnSpc>
              <a:spcBef>
                <a:spcPts val="900"/>
              </a:spcBef>
              <a:spcAft>
                <a:spcPts val="0"/>
              </a:spcAft>
              <a:buClr>
                <a:schemeClr val="dk1"/>
              </a:buClr>
              <a:buSzPts val="1200"/>
              <a:buFont typeface="Arial"/>
              <a:buChar char="•"/>
              <a:defRPr sz="1200">
                <a:solidFill>
                  <a:schemeClr val="dk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23" name="Google Shape;2323;p198"/>
          <p:cNvSpPr/>
          <p:nvPr/>
        </p:nvSpPr>
        <p:spPr>
          <a:xfrm>
            <a:off x="1032642" y="1497496"/>
            <a:ext cx="3429000" cy="3567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324" name="Google Shape;2324;p198"/>
          <p:cNvSpPr/>
          <p:nvPr/>
        </p:nvSpPr>
        <p:spPr>
          <a:xfrm>
            <a:off x="1032642" y="3975653"/>
            <a:ext cx="3429000" cy="3567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325" name="Google Shape;2325;p198"/>
          <p:cNvSpPr/>
          <p:nvPr/>
        </p:nvSpPr>
        <p:spPr>
          <a:xfrm>
            <a:off x="4660425" y="1497496"/>
            <a:ext cx="3429000" cy="3567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326" name="Google Shape;2326;p198"/>
          <p:cNvSpPr/>
          <p:nvPr/>
        </p:nvSpPr>
        <p:spPr>
          <a:xfrm>
            <a:off x="4660425" y="3975653"/>
            <a:ext cx="3429000" cy="3567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327" name="Google Shape;2327;p198"/>
          <p:cNvSpPr txBox="1">
            <a:spLocks noGrp="1"/>
          </p:cNvSpPr>
          <p:nvPr>
            <p:ph type="body" idx="5"/>
          </p:nvPr>
        </p:nvSpPr>
        <p:spPr>
          <a:xfrm>
            <a:off x="1032643" y="1497014"/>
            <a:ext cx="3429000" cy="357300"/>
          </a:xfrm>
          <a:prstGeom prst="rect">
            <a:avLst/>
          </a:prstGeom>
          <a:noFill/>
          <a:ln>
            <a:noFill/>
          </a:ln>
        </p:spPr>
        <p:txBody>
          <a:bodyPr spcFirstLastPara="1" wrap="square" lIns="0" tIns="0" rIns="0" bIns="0" anchor="ctr" anchorCtr="0">
            <a:normAutofit/>
          </a:bodyPr>
          <a:lstStyle>
            <a:lvl1pPr marL="457200" lvl="0" indent="-228600" algn="ctr">
              <a:lnSpc>
                <a:spcPct val="100000"/>
              </a:lnSpc>
              <a:spcBef>
                <a:spcPts val="900"/>
              </a:spcBef>
              <a:spcAft>
                <a:spcPts val="0"/>
              </a:spcAft>
              <a:buClr>
                <a:schemeClr val="lt1"/>
              </a:buClr>
              <a:buSzPts val="1200"/>
              <a:buNone/>
              <a:defRPr sz="1200" b="1">
                <a:solidFill>
                  <a:schemeClr val="lt1"/>
                </a:solidFill>
                <a:latin typeface="Arial"/>
                <a:ea typeface="Arial"/>
                <a:cs typeface="Arial"/>
                <a:sym typeface="Arial"/>
              </a:defRPr>
            </a:lvl1pPr>
            <a:lvl2pPr marL="914400" lvl="1" indent="-342900" algn="l">
              <a:lnSpc>
                <a:spcPct val="100000"/>
              </a:lnSpc>
              <a:spcBef>
                <a:spcPts val="225"/>
              </a:spcBef>
              <a:spcAft>
                <a:spcPts val="0"/>
              </a:spcAft>
              <a:buClr>
                <a:schemeClr val="dk1"/>
              </a:buClr>
              <a:buSzPts val="1800"/>
              <a:buChar char="–"/>
              <a:defRPr/>
            </a:lvl2pPr>
            <a:lvl3pPr marL="1371600" lvl="2" indent="-342900" algn="l">
              <a:lnSpc>
                <a:spcPct val="100000"/>
              </a:lnSpc>
              <a:spcBef>
                <a:spcPts val="225"/>
              </a:spcBef>
              <a:spcAft>
                <a:spcPts val="0"/>
              </a:spcAft>
              <a:buClr>
                <a:schemeClr val="dk1"/>
              </a:buClr>
              <a:buSzPts val="1800"/>
              <a:buChar char="–"/>
              <a:defRPr/>
            </a:lvl3pPr>
            <a:lvl4pPr marL="1828800" lvl="3" indent="-342900" algn="l">
              <a:lnSpc>
                <a:spcPct val="100000"/>
              </a:lnSpc>
              <a:spcBef>
                <a:spcPts val="225"/>
              </a:spcBef>
              <a:spcAft>
                <a:spcPts val="0"/>
              </a:spcAft>
              <a:buClr>
                <a:schemeClr val="dk1"/>
              </a:buClr>
              <a:buSzPts val="1800"/>
              <a:buChar char="–"/>
              <a:defRPr/>
            </a:lvl4pPr>
            <a:lvl5pPr marL="2286000" lvl="4" indent="-342900" algn="l">
              <a:lnSpc>
                <a:spcPct val="100000"/>
              </a:lnSpc>
              <a:spcBef>
                <a:spcPts val="225"/>
              </a:spcBef>
              <a:spcAft>
                <a:spcPts val="0"/>
              </a:spcAft>
              <a:buClr>
                <a:schemeClr val="dk1"/>
              </a:buClr>
              <a:buSzPts val="1800"/>
              <a:buChar char="–"/>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328" name="Google Shape;2328;p198"/>
          <p:cNvSpPr txBox="1">
            <a:spLocks noGrp="1"/>
          </p:cNvSpPr>
          <p:nvPr>
            <p:ph type="body" idx="6"/>
          </p:nvPr>
        </p:nvSpPr>
        <p:spPr>
          <a:xfrm>
            <a:off x="4660425" y="1497014"/>
            <a:ext cx="3429000" cy="357300"/>
          </a:xfrm>
          <a:prstGeom prst="rect">
            <a:avLst/>
          </a:prstGeom>
          <a:noFill/>
          <a:ln>
            <a:noFill/>
          </a:ln>
        </p:spPr>
        <p:txBody>
          <a:bodyPr spcFirstLastPara="1" wrap="square" lIns="0" tIns="0" rIns="0" bIns="0" anchor="ctr" anchorCtr="0">
            <a:normAutofit/>
          </a:bodyPr>
          <a:lstStyle>
            <a:lvl1pPr marL="457200" lvl="0" indent="-228600" algn="ctr">
              <a:lnSpc>
                <a:spcPct val="100000"/>
              </a:lnSpc>
              <a:spcBef>
                <a:spcPts val="900"/>
              </a:spcBef>
              <a:spcAft>
                <a:spcPts val="0"/>
              </a:spcAft>
              <a:buClr>
                <a:schemeClr val="lt1"/>
              </a:buClr>
              <a:buSzPts val="1200"/>
              <a:buNone/>
              <a:defRPr sz="1200" b="1">
                <a:solidFill>
                  <a:schemeClr val="lt1"/>
                </a:solidFill>
                <a:latin typeface="Arial"/>
                <a:ea typeface="Arial"/>
                <a:cs typeface="Arial"/>
                <a:sym typeface="Arial"/>
              </a:defRPr>
            </a:lvl1pPr>
            <a:lvl2pPr marL="914400" lvl="1" indent="-342900" algn="l">
              <a:lnSpc>
                <a:spcPct val="100000"/>
              </a:lnSpc>
              <a:spcBef>
                <a:spcPts val="225"/>
              </a:spcBef>
              <a:spcAft>
                <a:spcPts val="0"/>
              </a:spcAft>
              <a:buClr>
                <a:schemeClr val="dk1"/>
              </a:buClr>
              <a:buSzPts val="1800"/>
              <a:buChar char="–"/>
              <a:defRPr/>
            </a:lvl2pPr>
            <a:lvl3pPr marL="1371600" lvl="2" indent="-342900" algn="l">
              <a:lnSpc>
                <a:spcPct val="100000"/>
              </a:lnSpc>
              <a:spcBef>
                <a:spcPts val="225"/>
              </a:spcBef>
              <a:spcAft>
                <a:spcPts val="0"/>
              </a:spcAft>
              <a:buClr>
                <a:schemeClr val="dk1"/>
              </a:buClr>
              <a:buSzPts val="1800"/>
              <a:buChar char="–"/>
              <a:defRPr/>
            </a:lvl3pPr>
            <a:lvl4pPr marL="1828800" lvl="3" indent="-342900" algn="l">
              <a:lnSpc>
                <a:spcPct val="100000"/>
              </a:lnSpc>
              <a:spcBef>
                <a:spcPts val="225"/>
              </a:spcBef>
              <a:spcAft>
                <a:spcPts val="0"/>
              </a:spcAft>
              <a:buClr>
                <a:schemeClr val="dk1"/>
              </a:buClr>
              <a:buSzPts val="1800"/>
              <a:buChar char="–"/>
              <a:defRPr/>
            </a:lvl4pPr>
            <a:lvl5pPr marL="2286000" lvl="4" indent="-342900" algn="l">
              <a:lnSpc>
                <a:spcPct val="100000"/>
              </a:lnSpc>
              <a:spcBef>
                <a:spcPts val="225"/>
              </a:spcBef>
              <a:spcAft>
                <a:spcPts val="0"/>
              </a:spcAft>
              <a:buClr>
                <a:schemeClr val="dk1"/>
              </a:buClr>
              <a:buSzPts val="1800"/>
              <a:buChar char="–"/>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329" name="Google Shape;2329;p198"/>
          <p:cNvSpPr txBox="1">
            <a:spLocks noGrp="1"/>
          </p:cNvSpPr>
          <p:nvPr>
            <p:ph type="body" idx="7"/>
          </p:nvPr>
        </p:nvSpPr>
        <p:spPr>
          <a:xfrm>
            <a:off x="4660425" y="3975171"/>
            <a:ext cx="3429000" cy="357300"/>
          </a:xfrm>
          <a:prstGeom prst="rect">
            <a:avLst/>
          </a:prstGeom>
          <a:noFill/>
          <a:ln>
            <a:noFill/>
          </a:ln>
        </p:spPr>
        <p:txBody>
          <a:bodyPr spcFirstLastPara="1" wrap="square" lIns="0" tIns="0" rIns="0" bIns="0" anchor="ctr" anchorCtr="0">
            <a:normAutofit/>
          </a:bodyPr>
          <a:lstStyle>
            <a:lvl1pPr marL="457200" lvl="0" indent="-228600" algn="ctr">
              <a:lnSpc>
                <a:spcPct val="100000"/>
              </a:lnSpc>
              <a:spcBef>
                <a:spcPts val="900"/>
              </a:spcBef>
              <a:spcAft>
                <a:spcPts val="0"/>
              </a:spcAft>
              <a:buClr>
                <a:schemeClr val="lt1"/>
              </a:buClr>
              <a:buSzPts val="1200"/>
              <a:buNone/>
              <a:defRPr sz="1200" b="1">
                <a:solidFill>
                  <a:schemeClr val="lt1"/>
                </a:solidFill>
                <a:latin typeface="Arial"/>
                <a:ea typeface="Arial"/>
                <a:cs typeface="Arial"/>
                <a:sym typeface="Arial"/>
              </a:defRPr>
            </a:lvl1pPr>
            <a:lvl2pPr marL="914400" lvl="1" indent="-342900" algn="l">
              <a:lnSpc>
                <a:spcPct val="100000"/>
              </a:lnSpc>
              <a:spcBef>
                <a:spcPts val="225"/>
              </a:spcBef>
              <a:spcAft>
                <a:spcPts val="0"/>
              </a:spcAft>
              <a:buClr>
                <a:schemeClr val="dk1"/>
              </a:buClr>
              <a:buSzPts val="1800"/>
              <a:buChar char="–"/>
              <a:defRPr/>
            </a:lvl2pPr>
            <a:lvl3pPr marL="1371600" lvl="2" indent="-342900" algn="l">
              <a:lnSpc>
                <a:spcPct val="100000"/>
              </a:lnSpc>
              <a:spcBef>
                <a:spcPts val="225"/>
              </a:spcBef>
              <a:spcAft>
                <a:spcPts val="0"/>
              </a:spcAft>
              <a:buClr>
                <a:schemeClr val="dk1"/>
              </a:buClr>
              <a:buSzPts val="1800"/>
              <a:buChar char="–"/>
              <a:defRPr/>
            </a:lvl3pPr>
            <a:lvl4pPr marL="1828800" lvl="3" indent="-342900" algn="l">
              <a:lnSpc>
                <a:spcPct val="100000"/>
              </a:lnSpc>
              <a:spcBef>
                <a:spcPts val="225"/>
              </a:spcBef>
              <a:spcAft>
                <a:spcPts val="0"/>
              </a:spcAft>
              <a:buClr>
                <a:schemeClr val="dk1"/>
              </a:buClr>
              <a:buSzPts val="1800"/>
              <a:buChar char="–"/>
              <a:defRPr/>
            </a:lvl4pPr>
            <a:lvl5pPr marL="2286000" lvl="4" indent="-342900" algn="l">
              <a:lnSpc>
                <a:spcPct val="100000"/>
              </a:lnSpc>
              <a:spcBef>
                <a:spcPts val="225"/>
              </a:spcBef>
              <a:spcAft>
                <a:spcPts val="0"/>
              </a:spcAft>
              <a:buClr>
                <a:schemeClr val="dk1"/>
              </a:buClr>
              <a:buSzPts val="1800"/>
              <a:buChar char="–"/>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
        <p:nvSpPr>
          <p:cNvPr id="2330" name="Google Shape;2330;p198"/>
          <p:cNvSpPr txBox="1">
            <a:spLocks noGrp="1"/>
          </p:cNvSpPr>
          <p:nvPr>
            <p:ph type="body" idx="8"/>
          </p:nvPr>
        </p:nvSpPr>
        <p:spPr>
          <a:xfrm>
            <a:off x="1032643" y="3975171"/>
            <a:ext cx="3429000" cy="357300"/>
          </a:xfrm>
          <a:prstGeom prst="rect">
            <a:avLst/>
          </a:prstGeom>
          <a:noFill/>
          <a:ln>
            <a:noFill/>
          </a:ln>
        </p:spPr>
        <p:txBody>
          <a:bodyPr spcFirstLastPara="1" wrap="square" lIns="0" tIns="0" rIns="0" bIns="0" anchor="ctr" anchorCtr="0">
            <a:normAutofit/>
          </a:bodyPr>
          <a:lstStyle>
            <a:lvl1pPr marL="457200" lvl="0" indent="-228600" algn="ctr">
              <a:lnSpc>
                <a:spcPct val="100000"/>
              </a:lnSpc>
              <a:spcBef>
                <a:spcPts val="900"/>
              </a:spcBef>
              <a:spcAft>
                <a:spcPts val="0"/>
              </a:spcAft>
              <a:buClr>
                <a:schemeClr val="lt1"/>
              </a:buClr>
              <a:buSzPts val="1200"/>
              <a:buNone/>
              <a:defRPr sz="1200" b="1">
                <a:solidFill>
                  <a:schemeClr val="lt1"/>
                </a:solidFill>
                <a:latin typeface="Arial"/>
                <a:ea typeface="Arial"/>
                <a:cs typeface="Arial"/>
                <a:sym typeface="Arial"/>
              </a:defRPr>
            </a:lvl1pPr>
            <a:lvl2pPr marL="914400" lvl="1" indent="-342900" algn="l">
              <a:lnSpc>
                <a:spcPct val="100000"/>
              </a:lnSpc>
              <a:spcBef>
                <a:spcPts val="225"/>
              </a:spcBef>
              <a:spcAft>
                <a:spcPts val="0"/>
              </a:spcAft>
              <a:buClr>
                <a:schemeClr val="dk1"/>
              </a:buClr>
              <a:buSzPts val="1800"/>
              <a:buChar char="–"/>
              <a:defRPr/>
            </a:lvl2pPr>
            <a:lvl3pPr marL="1371600" lvl="2" indent="-342900" algn="l">
              <a:lnSpc>
                <a:spcPct val="100000"/>
              </a:lnSpc>
              <a:spcBef>
                <a:spcPts val="225"/>
              </a:spcBef>
              <a:spcAft>
                <a:spcPts val="0"/>
              </a:spcAft>
              <a:buClr>
                <a:schemeClr val="dk1"/>
              </a:buClr>
              <a:buSzPts val="1800"/>
              <a:buChar char="–"/>
              <a:defRPr/>
            </a:lvl3pPr>
            <a:lvl4pPr marL="1828800" lvl="3" indent="-342900" algn="l">
              <a:lnSpc>
                <a:spcPct val="100000"/>
              </a:lnSpc>
              <a:spcBef>
                <a:spcPts val="225"/>
              </a:spcBef>
              <a:spcAft>
                <a:spcPts val="0"/>
              </a:spcAft>
              <a:buClr>
                <a:schemeClr val="dk1"/>
              </a:buClr>
              <a:buSzPts val="1800"/>
              <a:buChar char="–"/>
              <a:defRPr/>
            </a:lvl4pPr>
            <a:lvl5pPr marL="2286000" lvl="4" indent="-342900" algn="l">
              <a:lnSpc>
                <a:spcPct val="100000"/>
              </a:lnSpc>
              <a:spcBef>
                <a:spcPts val="225"/>
              </a:spcBef>
              <a:spcAft>
                <a:spcPts val="0"/>
              </a:spcAft>
              <a:buClr>
                <a:schemeClr val="dk1"/>
              </a:buClr>
              <a:buSzPts val="1800"/>
              <a:buChar char="–"/>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196.xml><?xml version="1.0" encoding="utf-8"?>
<p:sldLayout xmlns:a="http://schemas.openxmlformats.org/drawingml/2006/main" xmlns:r="http://schemas.openxmlformats.org/officeDocument/2006/relationships" xmlns:p="http://schemas.openxmlformats.org/presentationml/2006/main" matchingName="Text Cluster 04">
  <p:cSld name="Text Cluster 04">
    <p:spTree>
      <p:nvGrpSpPr>
        <p:cNvPr id="1" name="Shape 2331"/>
        <p:cNvGrpSpPr/>
        <p:nvPr/>
      </p:nvGrpSpPr>
      <p:grpSpPr>
        <a:xfrm>
          <a:off x="0" y="0"/>
          <a:ext cx="0" cy="0"/>
          <a:chOff x="0" y="0"/>
          <a:chExt cx="0" cy="0"/>
        </a:xfrm>
      </p:grpSpPr>
      <p:sp>
        <p:nvSpPr>
          <p:cNvPr id="2332" name="Google Shape;2332;p199"/>
          <p:cNvSpPr txBox="1">
            <a:spLocks noGrp="1"/>
          </p:cNvSpPr>
          <p:nvPr>
            <p:ph type="title"/>
          </p:nvPr>
        </p:nvSpPr>
        <p:spPr>
          <a:xfrm>
            <a:off x="274321" y="365760"/>
            <a:ext cx="5404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33" name="Google Shape;2333;p199"/>
          <p:cNvSpPr txBox="1">
            <a:spLocks noGrp="1"/>
          </p:cNvSpPr>
          <p:nvPr>
            <p:ph type="body" idx="1"/>
          </p:nvPr>
        </p:nvSpPr>
        <p:spPr>
          <a:xfrm>
            <a:off x="5781294" y="365126"/>
            <a:ext cx="1748700" cy="2332500"/>
          </a:xfrm>
          <a:prstGeom prst="rect">
            <a:avLst/>
          </a:prstGeom>
          <a:solidFill>
            <a:srgbClr val="881E87"/>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34" name="Google Shape;2334;p199"/>
          <p:cNvSpPr txBox="1">
            <a:spLocks noGrp="1"/>
          </p:cNvSpPr>
          <p:nvPr>
            <p:ph type="body" idx="2"/>
          </p:nvPr>
        </p:nvSpPr>
        <p:spPr>
          <a:xfrm>
            <a:off x="1714501" y="1828802"/>
            <a:ext cx="3963900" cy="1874400"/>
          </a:xfrm>
          <a:prstGeom prst="rect">
            <a:avLst/>
          </a:prstGeom>
          <a:solidFill>
            <a:srgbClr val="0097AC"/>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35" name="Google Shape;2335;p199"/>
          <p:cNvSpPr txBox="1">
            <a:spLocks noGrp="1"/>
          </p:cNvSpPr>
          <p:nvPr>
            <p:ph type="body" idx="3"/>
          </p:nvPr>
        </p:nvSpPr>
        <p:spPr>
          <a:xfrm>
            <a:off x="5781294" y="2834640"/>
            <a:ext cx="3086100" cy="3246000"/>
          </a:xfrm>
          <a:prstGeom prst="rect">
            <a:avLst/>
          </a:prstGeom>
          <a:solidFill>
            <a:srgbClr val="006E74"/>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36" name="Google Shape;2336;p199"/>
          <p:cNvSpPr txBox="1">
            <a:spLocks noGrp="1"/>
          </p:cNvSpPr>
          <p:nvPr>
            <p:ph type="body" idx="4"/>
          </p:nvPr>
        </p:nvSpPr>
        <p:spPr>
          <a:xfrm>
            <a:off x="3463290" y="3840480"/>
            <a:ext cx="2215200" cy="2240400"/>
          </a:xfrm>
          <a:prstGeom prst="rect">
            <a:avLst/>
          </a:prstGeom>
          <a:solidFill>
            <a:srgbClr val="003C5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197.xml><?xml version="1.0" encoding="utf-8"?>
<p:sldLayout xmlns:a="http://schemas.openxmlformats.org/drawingml/2006/main" xmlns:r="http://schemas.openxmlformats.org/officeDocument/2006/relationships" xmlns:p="http://schemas.openxmlformats.org/presentationml/2006/main" matchingName="Case Study">
  <p:cSld name="Case Study">
    <p:spTree>
      <p:nvGrpSpPr>
        <p:cNvPr id="1" name="Shape 2337"/>
        <p:cNvGrpSpPr/>
        <p:nvPr/>
      </p:nvGrpSpPr>
      <p:grpSpPr>
        <a:xfrm>
          <a:off x="0" y="0"/>
          <a:ext cx="0" cy="0"/>
          <a:chOff x="0" y="0"/>
          <a:chExt cx="0" cy="0"/>
        </a:xfrm>
      </p:grpSpPr>
      <p:sp>
        <p:nvSpPr>
          <p:cNvPr id="2338" name="Google Shape;2338;p200"/>
          <p:cNvSpPr txBox="1">
            <a:spLocks noGrp="1"/>
          </p:cNvSpPr>
          <p:nvPr>
            <p:ph type="title"/>
          </p:nvPr>
        </p:nvSpPr>
        <p:spPr>
          <a:xfrm>
            <a:off x="274321" y="365760"/>
            <a:ext cx="2863200" cy="11202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39" name="Google Shape;2339;p200"/>
          <p:cNvSpPr txBox="1">
            <a:spLocks noGrp="1"/>
          </p:cNvSpPr>
          <p:nvPr>
            <p:ph type="body" idx="1"/>
          </p:nvPr>
        </p:nvSpPr>
        <p:spPr>
          <a:xfrm>
            <a:off x="606934" y="3017521"/>
            <a:ext cx="2530500" cy="3063300"/>
          </a:xfrm>
          <a:prstGeom prst="rect">
            <a:avLst/>
          </a:prstGeom>
          <a:solidFill>
            <a:srgbClr val="0097AC"/>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40" name="Google Shape;2340;p200"/>
          <p:cNvSpPr txBox="1">
            <a:spLocks noGrp="1"/>
          </p:cNvSpPr>
          <p:nvPr>
            <p:ph type="body" idx="2"/>
          </p:nvPr>
        </p:nvSpPr>
        <p:spPr>
          <a:xfrm>
            <a:off x="3308985" y="4114800"/>
            <a:ext cx="5835000" cy="1965900"/>
          </a:xfrm>
          <a:prstGeom prst="rect">
            <a:avLst/>
          </a:prstGeom>
          <a:solidFill>
            <a:srgbClr val="003C5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41" name="Google Shape;2341;p200"/>
          <p:cNvSpPr txBox="1">
            <a:spLocks noGrp="1"/>
          </p:cNvSpPr>
          <p:nvPr>
            <p:ph type="body" idx="3"/>
          </p:nvPr>
        </p:nvSpPr>
        <p:spPr>
          <a:xfrm>
            <a:off x="3308985" y="1280161"/>
            <a:ext cx="1748700" cy="2629200"/>
          </a:xfrm>
          <a:prstGeom prst="rect">
            <a:avLst/>
          </a:prstGeom>
          <a:solidFill>
            <a:schemeClr val="dk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latin typeface="Arial"/>
                <a:ea typeface="Arial"/>
                <a:cs typeface="Arial"/>
                <a:sym typeface="Aria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latin typeface="Arial"/>
                <a:ea typeface="Arial"/>
                <a:cs typeface="Arial"/>
                <a:sym typeface="Arial"/>
              </a:defRPr>
            </a:lvl2pPr>
            <a:lvl3pPr marL="1371600" lvl="2"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3pPr>
            <a:lvl4pPr marL="1828800" lvl="3"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4pPr>
            <a:lvl5pPr marL="2286000" lvl="4" indent="-304800" algn="l">
              <a:lnSpc>
                <a:spcPct val="100000"/>
              </a:lnSpc>
              <a:spcBef>
                <a:spcPts val="225"/>
              </a:spcBef>
              <a:spcAft>
                <a:spcPts val="0"/>
              </a:spcAft>
              <a:buClr>
                <a:schemeClr val="lt1"/>
              </a:buClr>
              <a:buSzPts val="1200"/>
              <a:buChar char="–"/>
              <a:defRPr sz="1200">
                <a:solidFill>
                  <a:schemeClr val="lt1"/>
                </a:solidFill>
                <a:latin typeface="Arial"/>
                <a:ea typeface="Arial"/>
                <a:cs typeface="Arial"/>
                <a:sym typeface="Aria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42" name="Google Shape;2342;p200"/>
          <p:cNvSpPr>
            <a:spLocks noGrp="1"/>
          </p:cNvSpPr>
          <p:nvPr>
            <p:ph type="pic" idx="4"/>
          </p:nvPr>
        </p:nvSpPr>
        <p:spPr>
          <a:xfrm>
            <a:off x="5057775" y="0"/>
            <a:ext cx="4086300" cy="411480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198.xml><?xml version="1.0" encoding="utf-8"?>
<p:sldLayout xmlns:a="http://schemas.openxmlformats.org/drawingml/2006/main" xmlns:r="http://schemas.openxmlformats.org/officeDocument/2006/relationships" xmlns:p="http://schemas.openxmlformats.org/presentationml/2006/main" matchingName="1_Text Cluster 01">
  <p:cSld name="1_Text Cluster 01">
    <p:spTree>
      <p:nvGrpSpPr>
        <p:cNvPr id="1" name="Shape 2343"/>
        <p:cNvGrpSpPr/>
        <p:nvPr/>
      </p:nvGrpSpPr>
      <p:grpSpPr>
        <a:xfrm>
          <a:off x="0" y="0"/>
          <a:ext cx="0" cy="0"/>
          <a:chOff x="0" y="0"/>
          <a:chExt cx="0" cy="0"/>
        </a:xfrm>
      </p:grpSpPr>
      <p:sp>
        <p:nvSpPr>
          <p:cNvPr id="2344" name="Google Shape;2344;p201"/>
          <p:cNvSpPr txBox="1">
            <a:spLocks noGrp="1"/>
          </p:cNvSpPr>
          <p:nvPr>
            <p:ph type="title"/>
          </p:nvPr>
        </p:nvSpPr>
        <p:spPr>
          <a:xfrm>
            <a:off x="274320" y="365760"/>
            <a:ext cx="63894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45" name="Google Shape;2345;p201"/>
          <p:cNvSpPr txBox="1">
            <a:spLocks noGrp="1"/>
          </p:cNvSpPr>
          <p:nvPr>
            <p:ph type="body" idx="1"/>
          </p:nvPr>
        </p:nvSpPr>
        <p:spPr>
          <a:xfrm>
            <a:off x="6771132" y="365760"/>
            <a:ext cx="2096400" cy="2788800"/>
          </a:xfrm>
          <a:prstGeom prst="rect">
            <a:avLst/>
          </a:prstGeom>
          <a:solidFill>
            <a:srgbClr val="003C5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46" name="Google Shape;2346;p201"/>
          <p:cNvSpPr txBox="1">
            <a:spLocks noGrp="1"/>
          </p:cNvSpPr>
          <p:nvPr>
            <p:ph type="body" idx="2"/>
          </p:nvPr>
        </p:nvSpPr>
        <p:spPr>
          <a:xfrm>
            <a:off x="4572000" y="1828800"/>
            <a:ext cx="2091600" cy="2788800"/>
          </a:xfrm>
          <a:prstGeom prst="rect">
            <a:avLst/>
          </a:prstGeom>
          <a:solidFill>
            <a:srgbClr val="881E87"/>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47" name="Google Shape;2347;p201"/>
          <p:cNvSpPr txBox="1">
            <a:spLocks noGrp="1"/>
          </p:cNvSpPr>
          <p:nvPr>
            <p:ph type="body" idx="3"/>
          </p:nvPr>
        </p:nvSpPr>
        <p:spPr>
          <a:xfrm>
            <a:off x="6771132" y="3289300"/>
            <a:ext cx="2096400" cy="2788800"/>
          </a:xfrm>
          <a:prstGeom prst="rect">
            <a:avLst/>
          </a:prstGeom>
          <a:solidFill>
            <a:srgbClr val="0097AC"/>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48" name="Google Shape;2348;p201"/>
          <p:cNvSpPr txBox="1">
            <a:spLocks noGrp="1"/>
          </p:cNvSpPr>
          <p:nvPr>
            <p:ph type="body" idx="4"/>
          </p:nvPr>
        </p:nvSpPr>
        <p:spPr>
          <a:xfrm>
            <a:off x="2379726" y="4069080"/>
            <a:ext cx="2091600" cy="2788800"/>
          </a:xfrm>
          <a:prstGeom prst="rect">
            <a:avLst/>
          </a:prstGeom>
          <a:solidFill>
            <a:srgbClr val="006E74"/>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199.xml><?xml version="1.0" encoding="utf-8"?>
<p:sldLayout xmlns:a="http://schemas.openxmlformats.org/drawingml/2006/main" xmlns:r="http://schemas.openxmlformats.org/officeDocument/2006/relationships" xmlns:p="http://schemas.openxmlformats.org/presentationml/2006/main" matchingName="1_Text Cluster 02">
  <p:cSld name="1_Text Cluster 02">
    <p:spTree>
      <p:nvGrpSpPr>
        <p:cNvPr id="1" name="Shape 2349"/>
        <p:cNvGrpSpPr/>
        <p:nvPr/>
      </p:nvGrpSpPr>
      <p:grpSpPr>
        <a:xfrm>
          <a:off x="0" y="0"/>
          <a:ext cx="0" cy="0"/>
          <a:chOff x="0" y="0"/>
          <a:chExt cx="0" cy="0"/>
        </a:xfrm>
      </p:grpSpPr>
      <p:sp>
        <p:nvSpPr>
          <p:cNvPr id="2350" name="Google Shape;2350;p202"/>
          <p:cNvSpPr txBox="1">
            <a:spLocks noGrp="1"/>
          </p:cNvSpPr>
          <p:nvPr>
            <p:ph type="title"/>
          </p:nvPr>
        </p:nvSpPr>
        <p:spPr>
          <a:xfrm>
            <a:off x="274321" y="365760"/>
            <a:ext cx="5404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51" name="Google Shape;2351;p202"/>
          <p:cNvSpPr txBox="1">
            <a:spLocks noGrp="1"/>
          </p:cNvSpPr>
          <p:nvPr>
            <p:ph type="body" idx="1"/>
          </p:nvPr>
        </p:nvSpPr>
        <p:spPr>
          <a:xfrm>
            <a:off x="5781294" y="365760"/>
            <a:ext cx="3086100" cy="4114800"/>
          </a:xfrm>
          <a:prstGeom prst="rect">
            <a:avLst/>
          </a:prstGeom>
          <a:solidFill>
            <a:srgbClr val="003C5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52" name="Google Shape;2352;p202"/>
          <p:cNvSpPr txBox="1">
            <a:spLocks noGrp="1"/>
          </p:cNvSpPr>
          <p:nvPr>
            <p:ph type="body" idx="2"/>
          </p:nvPr>
        </p:nvSpPr>
        <p:spPr>
          <a:xfrm>
            <a:off x="274319" y="1554480"/>
            <a:ext cx="3086100" cy="2194500"/>
          </a:xfrm>
          <a:prstGeom prst="rect">
            <a:avLst/>
          </a:prstGeom>
          <a:solidFill>
            <a:srgbClr val="881E87"/>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53" name="Google Shape;2353;p202"/>
          <p:cNvSpPr txBox="1">
            <a:spLocks noGrp="1"/>
          </p:cNvSpPr>
          <p:nvPr>
            <p:ph type="body" idx="3"/>
          </p:nvPr>
        </p:nvSpPr>
        <p:spPr>
          <a:xfrm>
            <a:off x="3463289" y="2103118"/>
            <a:ext cx="2215200" cy="3246000"/>
          </a:xfrm>
          <a:prstGeom prst="rect">
            <a:avLst/>
          </a:prstGeom>
          <a:solidFill>
            <a:srgbClr val="006E74"/>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54" name="Google Shape;2354;p202"/>
          <p:cNvSpPr txBox="1">
            <a:spLocks noGrp="1"/>
          </p:cNvSpPr>
          <p:nvPr>
            <p:ph type="body" idx="4"/>
          </p:nvPr>
        </p:nvSpPr>
        <p:spPr>
          <a:xfrm>
            <a:off x="5781294" y="4617720"/>
            <a:ext cx="2229000" cy="1463100"/>
          </a:xfrm>
          <a:prstGeom prst="rect">
            <a:avLst/>
          </a:prstGeom>
          <a:solidFill>
            <a:srgbClr val="0097AC"/>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200.xml><?xml version="1.0" encoding="utf-8"?>
<p:sldLayout xmlns:a="http://schemas.openxmlformats.org/drawingml/2006/main" xmlns:r="http://schemas.openxmlformats.org/officeDocument/2006/relationships" xmlns:p="http://schemas.openxmlformats.org/presentationml/2006/main" matchingName="1_Text Cluster 03">
  <p:cSld name="1_Text Cluster 03">
    <p:spTree>
      <p:nvGrpSpPr>
        <p:cNvPr id="1" name="Shape 2355"/>
        <p:cNvGrpSpPr/>
        <p:nvPr/>
      </p:nvGrpSpPr>
      <p:grpSpPr>
        <a:xfrm>
          <a:off x="0" y="0"/>
          <a:ext cx="0" cy="0"/>
          <a:chOff x="0" y="0"/>
          <a:chExt cx="0" cy="0"/>
        </a:xfrm>
      </p:grpSpPr>
      <p:sp>
        <p:nvSpPr>
          <p:cNvPr id="2356" name="Google Shape;2356;p203"/>
          <p:cNvSpPr txBox="1">
            <a:spLocks noGrp="1"/>
          </p:cNvSpPr>
          <p:nvPr>
            <p:ph type="title"/>
          </p:nvPr>
        </p:nvSpPr>
        <p:spPr>
          <a:xfrm>
            <a:off x="274321" y="365760"/>
            <a:ext cx="5404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57" name="Google Shape;2357;p203"/>
          <p:cNvSpPr txBox="1">
            <a:spLocks noGrp="1"/>
          </p:cNvSpPr>
          <p:nvPr>
            <p:ph type="body" idx="1"/>
          </p:nvPr>
        </p:nvSpPr>
        <p:spPr>
          <a:xfrm>
            <a:off x="5781294" y="365126"/>
            <a:ext cx="1748700" cy="2332500"/>
          </a:xfrm>
          <a:prstGeom prst="rect">
            <a:avLst/>
          </a:prstGeom>
          <a:solidFill>
            <a:srgbClr val="881E87"/>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58" name="Google Shape;2358;p203"/>
          <p:cNvSpPr txBox="1">
            <a:spLocks noGrp="1"/>
          </p:cNvSpPr>
          <p:nvPr>
            <p:ph type="body" idx="2"/>
          </p:nvPr>
        </p:nvSpPr>
        <p:spPr>
          <a:xfrm>
            <a:off x="1714501" y="1828802"/>
            <a:ext cx="3963900" cy="1874400"/>
          </a:xfrm>
          <a:prstGeom prst="rect">
            <a:avLst/>
          </a:prstGeom>
          <a:solidFill>
            <a:srgbClr val="0097AC"/>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59" name="Google Shape;2359;p203"/>
          <p:cNvSpPr txBox="1">
            <a:spLocks noGrp="1"/>
          </p:cNvSpPr>
          <p:nvPr>
            <p:ph type="body" idx="3"/>
          </p:nvPr>
        </p:nvSpPr>
        <p:spPr>
          <a:xfrm>
            <a:off x="5781294" y="2834640"/>
            <a:ext cx="3086100" cy="3246000"/>
          </a:xfrm>
          <a:prstGeom prst="rect">
            <a:avLst/>
          </a:prstGeom>
          <a:solidFill>
            <a:srgbClr val="006E74"/>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
        <p:nvSpPr>
          <p:cNvPr id="2360" name="Google Shape;2360;p203"/>
          <p:cNvSpPr txBox="1">
            <a:spLocks noGrp="1"/>
          </p:cNvSpPr>
          <p:nvPr>
            <p:ph type="body" idx="4"/>
          </p:nvPr>
        </p:nvSpPr>
        <p:spPr>
          <a:xfrm>
            <a:off x="3463290" y="3840480"/>
            <a:ext cx="2215200" cy="2240400"/>
          </a:xfrm>
          <a:prstGeom prst="rect">
            <a:avLst/>
          </a:prstGeom>
          <a:solidFill>
            <a:srgbClr val="003C51"/>
          </a:solidFill>
          <a:ln>
            <a:noFill/>
          </a:ln>
        </p:spPr>
        <p:txBody>
          <a:bodyPr spcFirstLastPara="1" wrap="square" lIns="274300" tIns="274300" rIns="182875" bIns="182875" anchor="t" anchorCtr="0">
            <a:noAutofit/>
          </a:bodyPr>
          <a:lstStyle>
            <a:lvl1pPr marL="457200" lvl="0" indent="-228600" algn="l">
              <a:lnSpc>
                <a:spcPct val="100000"/>
              </a:lnSpc>
              <a:spcBef>
                <a:spcPts val="900"/>
              </a:spcBef>
              <a:spcAft>
                <a:spcPts val="0"/>
              </a:spcAft>
              <a:buClr>
                <a:schemeClr val="lt1"/>
              </a:buClr>
              <a:buSzPts val="1200"/>
              <a:buNone/>
              <a:defRPr sz="1200">
                <a:solidFill>
                  <a:schemeClr val="lt1"/>
                </a:solidFill>
              </a:defRPr>
            </a:lvl1pPr>
            <a:lvl2pPr marL="914400" lvl="1" indent="-304800" algn="l">
              <a:lnSpc>
                <a:spcPct val="100000"/>
              </a:lnSpc>
              <a:spcBef>
                <a:spcPts val="900"/>
              </a:spcBef>
              <a:spcAft>
                <a:spcPts val="0"/>
              </a:spcAft>
              <a:buClr>
                <a:schemeClr val="lt1"/>
              </a:buClr>
              <a:buSzPts val="1200"/>
              <a:buFont typeface="Arial"/>
              <a:buChar char="•"/>
              <a:defRPr sz="1200">
                <a:solidFill>
                  <a:schemeClr val="lt1"/>
                </a:solidFill>
              </a:defRPr>
            </a:lvl2pPr>
            <a:lvl3pPr marL="1371600" lvl="2" indent="-304800" algn="l">
              <a:lnSpc>
                <a:spcPct val="100000"/>
              </a:lnSpc>
              <a:spcBef>
                <a:spcPts val="225"/>
              </a:spcBef>
              <a:spcAft>
                <a:spcPts val="0"/>
              </a:spcAft>
              <a:buClr>
                <a:schemeClr val="lt1"/>
              </a:buClr>
              <a:buSzPts val="1200"/>
              <a:buChar char="–"/>
              <a:defRPr sz="1200">
                <a:solidFill>
                  <a:schemeClr val="lt1"/>
                </a:solidFill>
              </a:defRPr>
            </a:lvl3pPr>
            <a:lvl4pPr marL="1828800" lvl="3" indent="-304800" algn="l">
              <a:lnSpc>
                <a:spcPct val="100000"/>
              </a:lnSpc>
              <a:spcBef>
                <a:spcPts val="225"/>
              </a:spcBef>
              <a:spcAft>
                <a:spcPts val="0"/>
              </a:spcAft>
              <a:buClr>
                <a:schemeClr val="lt1"/>
              </a:buClr>
              <a:buSzPts val="1200"/>
              <a:buChar char="–"/>
              <a:defRPr sz="1200">
                <a:solidFill>
                  <a:schemeClr val="lt1"/>
                </a:solidFill>
              </a:defRPr>
            </a:lvl4pPr>
            <a:lvl5pPr marL="2286000" lvl="4" indent="-304800" algn="l">
              <a:lnSpc>
                <a:spcPct val="100000"/>
              </a:lnSpc>
              <a:spcBef>
                <a:spcPts val="225"/>
              </a:spcBef>
              <a:spcAft>
                <a:spcPts val="0"/>
              </a:spcAft>
              <a:buClr>
                <a:schemeClr val="lt1"/>
              </a:buClr>
              <a:buSzPts val="1200"/>
              <a:buChar char="–"/>
              <a:defRPr sz="1200">
                <a:solidFill>
                  <a:schemeClr val="lt1"/>
                </a:solidFill>
              </a:defRPr>
            </a:lvl5pPr>
            <a:lvl6pPr marL="2743200" lvl="5" indent="-304800" algn="l">
              <a:lnSpc>
                <a:spcPct val="100000"/>
              </a:lnSpc>
              <a:spcBef>
                <a:spcPts val="225"/>
              </a:spcBef>
              <a:spcAft>
                <a:spcPts val="0"/>
              </a:spcAft>
              <a:buClr>
                <a:schemeClr val="lt1"/>
              </a:buClr>
              <a:buSzPts val="1200"/>
              <a:buChar char="–"/>
              <a:defRPr sz="1200">
                <a:solidFill>
                  <a:schemeClr val="lt1"/>
                </a:solidFill>
              </a:defRPr>
            </a:lvl6pPr>
            <a:lvl7pPr marL="3200400" lvl="6" indent="-304800" algn="l">
              <a:lnSpc>
                <a:spcPct val="100000"/>
              </a:lnSpc>
              <a:spcBef>
                <a:spcPts val="225"/>
              </a:spcBef>
              <a:spcAft>
                <a:spcPts val="0"/>
              </a:spcAft>
              <a:buClr>
                <a:schemeClr val="lt1"/>
              </a:buClr>
              <a:buSzPts val="1200"/>
              <a:buChar char="–"/>
              <a:defRPr sz="1200">
                <a:solidFill>
                  <a:schemeClr val="lt1"/>
                </a:solidFill>
              </a:defRPr>
            </a:lvl7pPr>
            <a:lvl8pPr marL="3657600" lvl="7" indent="-304800" algn="l">
              <a:lnSpc>
                <a:spcPct val="100000"/>
              </a:lnSpc>
              <a:spcBef>
                <a:spcPts val="225"/>
              </a:spcBef>
              <a:spcAft>
                <a:spcPts val="0"/>
              </a:spcAft>
              <a:buClr>
                <a:schemeClr val="lt1"/>
              </a:buClr>
              <a:buSzPts val="1200"/>
              <a:buChar char="–"/>
              <a:defRPr sz="1200">
                <a:solidFill>
                  <a:schemeClr val="lt1"/>
                </a:solidFill>
              </a:defRPr>
            </a:lvl8pPr>
            <a:lvl9pPr marL="4114800" lvl="8" indent="-304800" algn="l">
              <a:lnSpc>
                <a:spcPct val="100000"/>
              </a:lnSpc>
              <a:spcBef>
                <a:spcPts val="225"/>
              </a:spcBef>
              <a:spcAft>
                <a:spcPts val="0"/>
              </a:spcAft>
              <a:buClr>
                <a:schemeClr val="lt1"/>
              </a:buClr>
              <a:buSzPts val="1200"/>
              <a:buChar char="–"/>
              <a:defRPr sz="1200">
                <a:solidFill>
                  <a:schemeClr val="lt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201.xml><?xml version="1.0" encoding="utf-8"?>
<p:sldLayout xmlns:a="http://schemas.openxmlformats.org/drawingml/2006/main" xmlns:r="http://schemas.openxmlformats.org/officeDocument/2006/relationships" xmlns:p="http://schemas.openxmlformats.org/presentationml/2006/main" matchingName="Three Quarters Sand">
  <p:cSld name="Three Quarters Sand">
    <p:bg>
      <p:bgPr>
        <a:blipFill>
          <a:blip r:embed="rId2">
            <a:alphaModFix/>
          </a:blip>
          <a:stretch>
            <a:fillRect/>
          </a:stretch>
        </a:blipFill>
        <a:effectLst/>
      </p:bgPr>
    </p:bg>
    <p:spTree>
      <p:nvGrpSpPr>
        <p:cNvPr id="1" name="Shape 2361"/>
        <p:cNvGrpSpPr/>
        <p:nvPr/>
      </p:nvGrpSpPr>
      <p:grpSpPr>
        <a:xfrm>
          <a:off x="0" y="0"/>
          <a:ext cx="0" cy="0"/>
          <a:chOff x="0" y="0"/>
          <a:chExt cx="0" cy="0"/>
        </a:xfrm>
      </p:grpSpPr>
      <p:sp>
        <p:nvSpPr>
          <p:cNvPr id="2362" name="Google Shape;2362;p204"/>
          <p:cNvSpPr txBox="1">
            <a:spLocks noGrp="1"/>
          </p:cNvSpPr>
          <p:nvPr>
            <p:ph type="title"/>
          </p:nvPr>
        </p:nvSpPr>
        <p:spPr>
          <a:xfrm>
            <a:off x="274319" y="365760"/>
            <a:ext cx="61515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63" name="Google Shape;2363;p204"/>
          <p:cNvSpPr txBox="1">
            <a:spLocks noGrp="1"/>
          </p:cNvSpPr>
          <p:nvPr>
            <p:ph type="body" idx="1"/>
          </p:nvPr>
        </p:nvSpPr>
        <p:spPr>
          <a:xfrm>
            <a:off x="274320" y="1828800"/>
            <a:ext cx="61515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sz="1350">
                <a:latin typeface="Arial"/>
                <a:ea typeface="Arial"/>
                <a:cs typeface="Arial"/>
                <a:sym typeface="Arial"/>
              </a:defRPr>
            </a:lvl1pPr>
            <a:lvl2pPr marL="914400" lvl="1" indent="-314325" algn="l">
              <a:lnSpc>
                <a:spcPct val="100000"/>
              </a:lnSpc>
              <a:spcBef>
                <a:spcPts val="225"/>
              </a:spcBef>
              <a:spcAft>
                <a:spcPts val="0"/>
              </a:spcAft>
              <a:buClr>
                <a:schemeClr val="dk1"/>
              </a:buClr>
              <a:buSzPts val="1350"/>
              <a:buChar char="–"/>
              <a:defRPr sz="1350">
                <a:latin typeface="Arial"/>
                <a:ea typeface="Arial"/>
                <a:cs typeface="Arial"/>
                <a:sym typeface="Arial"/>
              </a:defRPr>
            </a:lvl2pPr>
            <a:lvl3pPr marL="1371600" lvl="2" indent="-314325" algn="l">
              <a:lnSpc>
                <a:spcPct val="100000"/>
              </a:lnSpc>
              <a:spcBef>
                <a:spcPts val="225"/>
              </a:spcBef>
              <a:spcAft>
                <a:spcPts val="0"/>
              </a:spcAft>
              <a:buClr>
                <a:schemeClr val="dk1"/>
              </a:buClr>
              <a:buSzPts val="1350"/>
              <a:buChar char="–"/>
              <a:defRPr sz="1350">
                <a:latin typeface="Arial"/>
                <a:ea typeface="Arial"/>
                <a:cs typeface="Arial"/>
                <a:sym typeface="Arial"/>
              </a:defRPr>
            </a:lvl3pPr>
            <a:lvl4pPr marL="1828800" lvl="3" indent="-314325" algn="l">
              <a:lnSpc>
                <a:spcPct val="100000"/>
              </a:lnSpc>
              <a:spcBef>
                <a:spcPts val="225"/>
              </a:spcBef>
              <a:spcAft>
                <a:spcPts val="0"/>
              </a:spcAft>
              <a:buClr>
                <a:schemeClr val="dk1"/>
              </a:buClr>
              <a:buSzPts val="1350"/>
              <a:buChar char="–"/>
              <a:defRPr sz="1350">
                <a:latin typeface="Arial"/>
                <a:ea typeface="Arial"/>
                <a:cs typeface="Arial"/>
                <a:sym typeface="Arial"/>
              </a:defRPr>
            </a:lvl4pPr>
            <a:lvl5pPr marL="2286000" lvl="4" indent="-314325" algn="l">
              <a:lnSpc>
                <a:spcPct val="100000"/>
              </a:lnSpc>
              <a:spcBef>
                <a:spcPts val="225"/>
              </a:spcBef>
              <a:spcAft>
                <a:spcPts val="0"/>
              </a:spcAft>
              <a:buClr>
                <a:schemeClr val="dk1"/>
              </a:buClr>
              <a:buSzPts val="1350"/>
              <a:buChar char="–"/>
              <a:defRPr sz="1350">
                <a:latin typeface="Arial"/>
                <a:ea typeface="Arial"/>
                <a:cs typeface="Arial"/>
                <a:sym typeface="Arial"/>
              </a:defRPr>
            </a:lvl5pPr>
            <a:lvl6pPr marL="2743200" lvl="5" indent="-314325" algn="l">
              <a:lnSpc>
                <a:spcPct val="100000"/>
              </a:lnSpc>
              <a:spcBef>
                <a:spcPts val="225"/>
              </a:spcBef>
              <a:spcAft>
                <a:spcPts val="0"/>
              </a:spcAft>
              <a:buClr>
                <a:schemeClr val="dk1"/>
              </a:buClr>
              <a:buSzPts val="1350"/>
              <a:buChar char="–"/>
              <a:defRPr sz="1350"/>
            </a:lvl6pPr>
            <a:lvl7pPr marL="3200400" lvl="6" indent="-314325" algn="l">
              <a:lnSpc>
                <a:spcPct val="100000"/>
              </a:lnSpc>
              <a:spcBef>
                <a:spcPts val="225"/>
              </a:spcBef>
              <a:spcAft>
                <a:spcPts val="0"/>
              </a:spcAft>
              <a:buClr>
                <a:schemeClr val="dk1"/>
              </a:buClr>
              <a:buSzPts val="1350"/>
              <a:buChar char="–"/>
              <a:defRPr sz="1350"/>
            </a:lvl7pPr>
            <a:lvl8pPr marL="3657600" lvl="7" indent="-314325" algn="l">
              <a:lnSpc>
                <a:spcPct val="100000"/>
              </a:lnSpc>
              <a:spcBef>
                <a:spcPts val="225"/>
              </a:spcBef>
              <a:spcAft>
                <a:spcPts val="0"/>
              </a:spcAft>
              <a:buClr>
                <a:schemeClr val="dk1"/>
              </a:buClr>
              <a:buSzPts val="1350"/>
              <a:buChar char="–"/>
              <a:defRPr sz="1350"/>
            </a:lvl8pPr>
            <a:lvl9pPr marL="4114800" lvl="8" indent="-314325" algn="l">
              <a:lnSpc>
                <a:spcPct val="100000"/>
              </a:lnSpc>
              <a:spcBef>
                <a:spcPts val="225"/>
              </a:spcBef>
              <a:spcAft>
                <a:spcPts val="0"/>
              </a:spcAft>
              <a:buClr>
                <a:schemeClr val="dk1"/>
              </a:buClr>
              <a:buSzPts val="1350"/>
              <a:buChar char="–"/>
              <a:defRPr sz="1350"/>
            </a:lvl9pPr>
          </a:lstStyle>
          <a:p>
            <a:endParaRPr/>
          </a:p>
        </p:txBody>
      </p:sp>
      <p:sp>
        <p:nvSpPr>
          <p:cNvPr id="2364" name="Google Shape;2364;p204"/>
          <p:cNvSpPr txBox="1">
            <a:spLocks noGrp="1"/>
          </p:cNvSpPr>
          <p:nvPr>
            <p:ph type="body" idx="2"/>
          </p:nvPr>
        </p:nvSpPr>
        <p:spPr>
          <a:xfrm>
            <a:off x="6891338" y="1828800"/>
            <a:ext cx="1975200" cy="425190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lvl6pPr>
            <a:lvl7pPr marL="3200400" lvl="6" indent="-304800" algn="l">
              <a:lnSpc>
                <a:spcPct val="100000"/>
              </a:lnSpc>
              <a:spcBef>
                <a:spcPts val="225"/>
              </a:spcBef>
              <a:spcAft>
                <a:spcPts val="0"/>
              </a:spcAft>
              <a:buClr>
                <a:schemeClr val="dk1"/>
              </a:buClr>
              <a:buSzPts val="1200"/>
              <a:buChar char="–"/>
              <a:defRPr sz="1200"/>
            </a:lvl7pPr>
            <a:lvl8pPr marL="3657600" lvl="7" indent="-304800" algn="l">
              <a:lnSpc>
                <a:spcPct val="100000"/>
              </a:lnSpc>
              <a:spcBef>
                <a:spcPts val="225"/>
              </a:spcBef>
              <a:spcAft>
                <a:spcPts val="0"/>
              </a:spcAft>
              <a:buClr>
                <a:schemeClr val="dk1"/>
              </a:buClr>
              <a:buSzPts val="1200"/>
              <a:buChar char="–"/>
              <a:defRPr sz="1200"/>
            </a:lvl8pPr>
            <a:lvl9pPr marL="4114800" lvl="8" indent="-304800" algn="l">
              <a:lnSpc>
                <a:spcPct val="100000"/>
              </a:lnSpc>
              <a:spcBef>
                <a:spcPts val="225"/>
              </a:spcBef>
              <a:spcAft>
                <a:spcPts val="0"/>
              </a:spcAft>
              <a:buClr>
                <a:schemeClr val="dk1"/>
              </a:buClr>
              <a:buSzPts val="1200"/>
              <a:buChar char="–"/>
              <a:defRPr sz="120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788">
          <p15:clr>
            <a:srgbClr val="FBAE40"/>
          </p15:clr>
        </p15:guide>
        <p15:guide id="2" orient="horz" pos="1152">
          <p15:clr>
            <a:srgbClr val="FBAE40"/>
          </p15:clr>
        </p15:guide>
        <p15:guide id="3" orient="horz" pos="3832">
          <p15:clr>
            <a:srgbClr val="FBAE40"/>
          </p15:clr>
        </p15:guide>
        <p15:guide id="4" orient="horz" pos="4148">
          <p15:clr>
            <a:srgbClr val="FBAE40"/>
          </p15:clr>
        </p15:guide>
        <p15:guide id="5" pos="5400">
          <p15:clr>
            <a:srgbClr val="FBAE40"/>
          </p15:clr>
        </p15:guide>
      </p15:sldGuideLst>
    </p:ext>
  </p:extLst>
</p:sldLayout>
</file>

<file path=ppt/slideLayouts/slideLayout202.xml><?xml version="1.0" encoding="utf-8"?>
<p:sldLayout xmlns:a="http://schemas.openxmlformats.org/drawingml/2006/main" xmlns:r="http://schemas.openxmlformats.org/officeDocument/2006/relationships" xmlns:p="http://schemas.openxmlformats.org/presentationml/2006/main" matchingName="Team">
  <p:cSld name="Team">
    <p:spTree>
      <p:nvGrpSpPr>
        <p:cNvPr id="1" name="Shape 2365"/>
        <p:cNvGrpSpPr/>
        <p:nvPr/>
      </p:nvGrpSpPr>
      <p:grpSpPr>
        <a:xfrm>
          <a:off x="0" y="0"/>
          <a:ext cx="0" cy="0"/>
          <a:chOff x="0" y="0"/>
          <a:chExt cx="0" cy="0"/>
        </a:xfrm>
      </p:grpSpPr>
      <p:sp>
        <p:nvSpPr>
          <p:cNvPr id="2366" name="Google Shape;2366;p205"/>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67" name="Google Shape;2367;p205"/>
          <p:cNvSpPr>
            <a:spLocks noGrp="1"/>
          </p:cNvSpPr>
          <p:nvPr>
            <p:ph type="pic" idx="2"/>
          </p:nvPr>
        </p:nvSpPr>
        <p:spPr>
          <a:xfrm>
            <a:off x="274319" y="1828800"/>
            <a:ext cx="2709300" cy="2286000"/>
          </a:xfrm>
          <a:prstGeom prst="rect">
            <a:avLst/>
          </a:prstGeom>
          <a:solidFill>
            <a:srgbClr val="D7E0E3"/>
          </a:solidFill>
          <a:ln>
            <a:noFill/>
          </a:ln>
        </p:spPr>
      </p:sp>
      <p:sp>
        <p:nvSpPr>
          <p:cNvPr id="2368" name="Google Shape;2368;p205"/>
          <p:cNvSpPr txBox="1">
            <a:spLocks noGrp="1"/>
          </p:cNvSpPr>
          <p:nvPr>
            <p:ph type="body" idx="1"/>
          </p:nvPr>
        </p:nvSpPr>
        <p:spPr>
          <a:xfrm>
            <a:off x="274320" y="4343400"/>
            <a:ext cx="2709000" cy="17373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None/>
              <a:defRPr sz="1050" b="1">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None/>
              <a:defRPr sz="1050">
                <a:latin typeface="Arial"/>
                <a:ea typeface="Arial"/>
                <a:cs typeface="Arial"/>
                <a:sym typeface="Arial"/>
              </a:defRPr>
            </a:lvl3pPr>
            <a:lvl4pPr marL="1828800" lvl="3" indent="-295275" algn="l">
              <a:lnSpc>
                <a:spcPct val="100000"/>
              </a:lnSpc>
              <a:spcBef>
                <a:spcPts val="450"/>
              </a:spcBef>
              <a:spcAft>
                <a:spcPts val="0"/>
              </a:spcAft>
              <a:buClr>
                <a:schemeClr val="dk1"/>
              </a:buClr>
              <a:buSzPts val="1050"/>
              <a:buFont typeface="Arial"/>
              <a:buChar char="•"/>
              <a:defRPr sz="105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Char char="–"/>
              <a:defRPr sz="1050">
                <a:latin typeface="Arial"/>
                <a:ea typeface="Arial"/>
                <a:cs typeface="Arial"/>
                <a:sym typeface="Arial"/>
              </a:defRPr>
            </a:lvl5pPr>
            <a:lvl6pPr marL="2743200" lvl="5" indent="-295275" algn="l">
              <a:lnSpc>
                <a:spcPct val="100000"/>
              </a:lnSpc>
              <a:spcBef>
                <a:spcPts val="225"/>
              </a:spcBef>
              <a:spcAft>
                <a:spcPts val="0"/>
              </a:spcAft>
              <a:buClr>
                <a:schemeClr val="dk1"/>
              </a:buClr>
              <a:buSzPts val="1050"/>
              <a:buChar char="–"/>
              <a:defRPr sz="1050"/>
            </a:lvl6pPr>
            <a:lvl7pPr marL="3200400" lvl="6" indent="-295275" algn="l">
              <a:lnSpc>
                <a:spcPct val="100000"/>
              </a:lnSpc>
              <a:spcBef>
                <a:spcPts val="225"/>
              </a:spcBef>
              <a:spcAft>
                <a:spcPts val="0"/>
              </a:spcAft>
              <a:buClr>
                <a:schemeClr val="dk1"/>
              </a:buClr>
              <a:buSzPts val="1050"/>
              <a:buChar char="–"/>
              <a:defRPr sz="1050"/>
            </a:lvl7pPr>
            <a:lvl8pPr marL="3657600" lvl="7" indent="-295275" algn="l">
              <a:lnSpc>
                <a:spcPct val="100000"/>
              </a:lnSpc>
              <a:spcBef>
                <a:spcPts val="225"/>
              </a:spcBef>
              <a:spcAft>
                <a:spcPts val="0"/>
              </a:spcAft>
              <a:buClr>
                <a:schemeClr val="dk1"/>
              </a:buClr>
              <a:buSzPts val="1050"/>
              <a:buChar char="–"/>
              <a:defRPr sz="1050"/>
            </a:lvl8pPr>
            <a:lvl9pPr marL="4114800" lvl="8" indent="-295275" algn="l">
              <a:lnSpc>
                <a:spcPct val="100000"/>
              </a:lnSpc>
              <a:spcBef>
                <a:spcPts val="225"/>
              </a:spcBef>
              <a:spcAft>
                <a:spcPts val="0"/>
              </a:spcAft>
              <a:buClr>
                <a:schemeClr val="dk1"/>
              </a:buClr>
              <a:buSzPts val="1050"/>
              <a:buChar char="–"/>
              <a:defRPr sz="1050"/>
            </a:lvl9pPr>
          </a:lstStyle>
          <a:p>
            <a:endParaRPr/>
          </a:p>
        </p:txBody>
      </p:sp>
      <p:sp>
        <p:nvSpPr>
          <p:cNvPr id="2369" name="Google Shape;2369;p205"/>
          <p:cNvSpPr>
            <a:spLocks noGrp="1"/>
          </p:cNvSpPr>
          <p:nvPr>
            <p:ph type="pic" idx="3"/>
          </p:nvPr>
        </p:nvSpPr>
        <p:spPr>
          <a:xfrm>
            <a:off x="3216402" y="1828800"/>
            <a:ext cx="2709300" cy="2286000"/>
          </a:xfrm>
          <a:prstGeom prst="rect">
            <a:avLst/>
          </a:prstGeom>
          <a:solidFill>
            <a:srgbClr val="D7E0E3"/>
          </a:solidFill>
          <a:ln>
            <a:noFill/>
          </a:ln>
        </p:spPr>
      </p:sp>
      <p:sp>
        <p:nvSpPr>
          <p:cNvPr id="2370" name="Google Shape;2370;p205"/>
          <p:cNvSpPr txBox="1">
            <a:spLocks noGrp="1"/>
          </p:cNvSpPr>
          <p:nvPr>
            <p:ph type="body" idx="4"/>
          </p:nvPr>
        </p:nvSpPr>
        <p:spPr>
          <a:xfrm>
            <a:off x="3216402" y="4343400"/>
            <a:ext cx="2709000" cy="17373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None/>
              <a:defRPr sz="1050" b="1">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None/>
              <a:defRPr sz="1050">
                <a:latin typeface="Arial"/>
                <a:ea typeface="Arial"/>
                <a:cs typeface="Arial"/>
                <a:sym typeface="Arial"/>
              </a:defRPr>
            </a:lvl3pPr>
            <a:lvl4pPr marL="1828800" lvl="3" indent="-295275" algn="l">
              <a:lnSpc>
                <a:spcPct val="100000"/>
              </a:lnSpc>
              <a:spcBef>
                <a:spcPts val="450"/>
              </a:spcBef>
              <a:spcAft>
                <a:spcPts val="0"/>
              </a:spcAft>
              <a:buClr>
                <a:schemeClr val="dk1"/>
              </a:buClr>
              <a:buSzPts val="1050"/>
              <a:buFont typeface="Arial"/>
              <a:buChar char="•"/>
              <a:defRPr sz="105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Char char="–"/>
              <a:defRPr sz="1050">
                <a:latin typeface="Arial"/>
                <a:ea typeface="Arial"/>
                <a:cs typeface="Arial"/>
                <a:sym typeface="Arial"/>
              </a:defRPr>
            </a:lvl5pPr>
            <a:lvl6pPr marL="2743200" lvl="5" indent="-295275" algn="l">
              <a:lnSpc>
                <a:spcPct val="100000"/>
              </a:lnSpc>
              <a:spcBef>
                <a:spcPts val="225"/>
              </a:spcBef>
              <a:spcAft>
                <a:spcPts val="0"/>
              </a:spcAft>
              <a:buClr>
                <a:schemeClr val="dk1"/>
              </a:buClr>
              <a:buSzPts val="1050"/>
              <a:buChar char="–"/>
              <a:defRPr sz="1050"/>
            </a:lvl6pPr>
            <a:lvl7pPr marL="3200400" lvl="6" indent="-295275" algn="l">
              <a:lnSpc>
                <a:spcPct val="100000"/>
              </a:lnSpc>
              <a:spcBef>
                <a:spcPts val="225"/>
              </a:spcBef>
              <a:spcAft>
                <a:spcPts val="0"/>
              </a:spcAft>
              <a:buClr>
                <a:schemeClr val="dk1"/>
              </a:buClr>
              <a:buSzPts val="1050"/>
              <a:buChar char="–"/>
              <a:defRPr sz="1050"/>
            </a:lvl7pPr>
            <a:lvl8pPr marL="3657600" lvl="7" indent="-295275" algn="l">
              <a:lnSpc>
                <a:spcPct val="100000"/>
              </a:lnSpc>
              <a:spcBef>
                <a:spcPts val="225"/>
              </a:spcBef>
              <a:spcAft>
                <a:spcPts val="0"/>
              </a:spcAft>
              <a:buClr>
                <a:schemeClr val="dk1"/>
              </a:buClr>
              <a:buSzPts val="1050"/>
              <a:buChar char="–"/>
              <a:defRPr sz="1050"/>
            </a:lvl8pPr>
            <a:lvl9pPr marL="4114800" lvl="8" indent="-295275" algn="l">
              <a:lnSpc>
                <a:spcPct val="100000"/>
              </a:lnSpc>
              <a:spcBef>
                <a:spcPts val="225"/>
              </a:spcBef>
              <a:spcAft>
                <a:spcPts val="0"/>
              </a:spcAft>
              <a:buClr>
                <a:schemeClr val="dk1"/>
              </a:buClr>
              <a:buSzPts val="1050"/>
              <a:buChar char="–"/>
              <a:defRPr sz="1050"/>
            </a:lvl9pPr>
          </a:lstStyle>
          <a:p>
            <a:endParaRPr/>
          </a:p>
        </p:txBody>
      </p:sp>
      <p:sp>
        <p:nvSpPr>
          <p:cNvPr id="2371" name="Google Shape;2371;p205"/>
          <p:cNvSpPr>
            <a:spLocks noGrp="1"/>
          </p:cNvSpPr>
          <p:nvPr>
            <p:ph type="pic" idx="5"/>
          </p:nvPr>
        </p:nvSpPr>
        <p:spPr>
          <a:xfrm>
            <a:off x="6158007" y="1828800"/>
            <a:ext cx="2709300" cy="2286000"/>
          </a:xfrm>
          <a:prstGeom prst="rect">
            <a:avLst/>
          </a:prstGeom>
          <a:solidFill>
            <a:srgbClr val="D7E0E3"/>
          </a:solidFill>
          <a:ln>
            <a:noFill/>
          </a:ln>
        </p:spPr>
      </p:sp>
      <p:sp>
        <p:nvSpPr>
          <p:cNvPr id="2372" name="Google Shape;2372;p205"/>
          <p:cNvSpPr txBox="1">
            <a:spLocks noGrp="1"/>
          </p:cNvSpPr>
          <p:nvPr>
            <p:ph type="body" idx="6"/>
          </p:nvPr>
        </p:nvSpPr>
        <p:spPr>
          <a:xfrm>
            <a:off x="6158484" y="4343400"/>
            <a:ext cx="2709000" cy="17373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None/>
              <a:defRPr sz="1050" b="1">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None/>
              <a:defRPr sz="1050">
                <a:latin typeface="Arial"/>
                <a:ea typeface="Arial"/>
                <a:cs typeface="Arial"/>
                <a:sym typeface="Arial"/>
              </a:defRPr>
            </a:lvl3pPr>
            <a:lvl4pPr marL="1828800" lvl="3" indent="-295275" algn="l">
              <a:lnSpc>
                <a:spcPct val="100000"/>
              </a:lnSpc>
              <a:spcBef>
                <a:spcPts val="450"/>
              </a:spcBef>
              <a:spcAft>
                <a:spcPts val="0"/>
              </a:spcAft>
              <a:buClr>
                <a:schemeClr val="dk1"/>
              </a:buClr>
              <a:buSzPts val="1050"/>
              <a:buFont typeface="Arial"/>
              <a:buChar char="•"/>
              <a:defRPr sz="105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Char char="–"/>
              <a:defRPr sz="1050">
                <a:latin typeface="Arial"/>
                <a:ea typeface="Arial"/>
                <a:cs typeface="Arial"/>
                <a:sym typeface="Arial"/>
              </a:defRPr>
            </a:lvl5pPr>
            <a:lvl6pPr marL="2743200" lvl="5" indent="-295275" algn="l">
              <a:lnSpc>
                <a:spcPct val="100000"/>
              </a:lnSpc>
              <a:spcBef>
                <a:spcPts val="225"/>
              </a:spcBef>
              <a:spcAft>
                <a:spcPts val="0"/>
              </a:spcAft>
              <a:buClr>
                <a:schemeClr val="dk1"/>
              </a:buClr>
              <a:buSzPts val="1050"/>
              <a:buChar char="–"/>
              <a:defRPr sz="1050"/>
            </a:lvl6pPr>
            <a:lvl7pPr marL="3200400" lvl="6" indent="-295275" algn="l">
              <a:lnSpc>
                <a:spcPct val="100000"/>
              </a:lnSpc>
              <a:spcBef>
                <a:spcPts val="225"/>
              </a:spcBef>
              <a:spcAft>
                <a:spcPts val="0"/>
              </a:spcAft>
              <a:buClr>
                <a:schemeClr val="dk1"/>
              </a:buClr>
              <a:buSzPts val="1050"/>
              <a:buChar char="–"/>
              <a:defRPr sz="1050"/>
            </a:lvl7pPr>
            <a:lvl8pPr marL="3657600" lvl="7" indent="-295275" algn="l">
              <a:lnSpc>
                <a:spcPct val="100000"/>
              </a:lnSpc>
              <a:spcBef>
                <a:spcPts val="225"/>
              </a:spcBef>
              <a:spcAft>
                <a:spcPts val="0"/>
              </a:spcAft>
              <a:buClr>
                <a:schemeClr val="dk1"/>
              </a:buClr>
              <a:buSzPts val="1050"/>
              <a:buChar char="–"/>
              <a:defRPr sz="1050"/>
            </a:lvl8pPr>
            <a:lvl9pPr marL="4114800" lvl="8" indent="-295275" algn="l">
              <a:lnSpc>
                <a:spcPct val="100000"/>
              </a:lnSpc>
              <a:spcBef>
                <a:spcPts val="225"/>
              </a:spcBef>
              <a:spcAft>
                <a:spcPts val="0"/>
              </a:spcAft>
              <a:buClr>
                <a:schemeClr val="dk1"/>
              </a:buClr>
              <a:buSzPts val="1050"/>
              <a:buChar char="–"/>
              <a:defRPr sz="105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guide id="8" orient="horz" pos="2736">
          <p15:clr>
            <a:srgbClr val="FBAE40"/>
          </p15:clr>
        </p15:guide>
        <p15:guide id="9" orient="horz" pos="2592">
          <p15:clr>
            <a:srgbClr val="FBAE40"/>
          </p15:clr>
        </p15:guide>
      </p15:sldGuideLst>
    </p:ext>
  </p:extLst>
</p:sldLayout>
</file>

<file path=ppt/slideLayouts/slideLayout203.xml><?xml version="1.0" encoding="utf-8"?>
<p:sldLayout xmlns:a="http://schemas.openxmlformats.org/drawingml/2006/main" xmlns:r="http://schemas.openxmlformats.org/officeDocument/2006/relationships" xmlns:p="http://schemas.openxmlformats.org/presentationml/2006/main" matchingName="1_Team">
  <p:cSld name="1_Team">
    <p:spTree>
      <p:nvGrpSpPr>
        <p:cNvPr id="1" name="Shape 2373"/>
        <p:cNvGrpSpPr/>
        <p:nvPr/>
      </p:nvGrpSpPr>
      <p:grpSpPr>
        <a:xfrm>
          <a:off x="0" y="0"/>
          <a:ext cx="0" cy="0"/>
          <a:chOff x="0" y="0"/>
          <a:chExt cx="0" cy="0"/>
        </a:xfrm>
      </p:grpSpPr>
      <p:sp>
        <p:nvSpPr>
          <p:cNvPr id="2374" name="Google Shape;2374;p206"/>
          <p:cNvSpPr/>
          <p:nvPr/>
        </p:nvSpPr>
        <p:spPr>
          <a:xfrm>
            <a:off x="5421232" y="1649651"/>
            <a:ext cx="3446100" cy="3877200"/>
          </a:xfrm>
          <a:prstGeom prst="rect">
            <a:avLst/>
          </a:prstGeom>
          <a:solidFill>
            <a:srgbClr val="ECECE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375" name="Google Shape;2375;p206"/>
          <p:cNvSpPr/>
          <p:nvPr/>
        </p:nvSpPr>
        <p:spPr>
          <a:xfrm>
            <a:off x="904691" y="1645921"/>
            <a:ext cx="3446100" cy="3880800"/>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376" name="Google Shape;2376;p206"/>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77" name="Google Shape;2377;p206"/>
          <p:cNvSpPr>
            <a:spLocks noGrp="1"/>
          </p:cNvSpPr>
          <p:nvPr>
            <p:ph type="pic" idx="2"/>
          </p:nvPr>
        </p:nvSpPr>
        <p:spPr>
          <a:xfrm>
            <a:off x="428625" y="2366010"/>
            <a:ext cx="1714500" cy="2286000"/>
          </a:xfrm>
          <a:prstGeom prst="rect">
            <a:avLst/>
          </a:prstGeom>
          <a:solidFill>
            <a:srgbClr val="D7E0E3"/>
          </a:solidFill>
          <a:ln>
            <a:noFill/>
          </a:ln>
        </p:spPr>
      </p:sp>
      <p:sp>
        <p:nvSpPr>
          <p:cNvPr id="2378" name="Google Shape;2378;p206"/>
          <p:cNvSpPr txBox="1">
            <a:spLocks noGrp="1"/>
          </p:cNvSpPr>
          <p:nvPr>
            <p:ph type="body" idx="1"/>
          </p:nvPr>
        </p:nvSpPr>
        <p:spPr>
          <a:xfrm>
            <a:off x="2329731" y="2640330"/>
            <a:ext cx="1834500" cy="17373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0"/>
              </a:spcBef>
              <a:spcAft>
                <a:spcPts val="0"/>
              </a:spcAft>
              <a:buClr>
                <a:schemeClr val="dk1"/>
              </a:buClr>
              <a:buSzPts val="1200"/>
              <a:buFont typeface="Arial"/>
              <a:buNone/>
              <a:defRPr sz="1200" b="1">
                <a:solidFill>
                  <a:schemeClr val="dk1"/>
                </a:solidFill>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None/>
              <a:defRPr sz="1050" b="0">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None/>
              <a:defRPr sz="1050"/>
            </a:lvl3pPr>
            <a:lvl4pPr marL="1828800" lvl="3" indent="-285750" algn="l">
              <a:lnSpc>
                <a:spcPct val="100000"/>
              </a:lnSpc>
              <a:spcBef>
                <a:spcPts val="450"/>
              </a:spcBef>
              <a:spcAft>
                <a:spcPts val="0"/>
              </a:spcAft>
              <a:buClr>
                <a:schemeClr val="dk1"/>
              </a:buClr>
              <a:buSzPts val="900"/>
              <a:buFont typeface="Noto Sans Symbols"/>
              <a:buChar char="▪"/>
              <a:defRPr sz="90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Font typeface="Noto Sans Symbols"/>
              <a:buChar char="▪"/>
              <a:defRPr sz="1050"/>
            </a:lvl5pPr>
            <a:lvl6pPr marL="2743200" lvl="5" indent="-295275" algn="l">
              <a:lnSpc>
                <a:spcPct val="100000"/>
              </a:lnSpc>
              <a:spcBef>
                <a:spcPts val="225"/>
              </a:spcBef>
              <a:spcAft>
                <a:spcPts val="0"/>
              </a:spcAft>
              <a:buClr>
                <a:schemeClr val="dk1"/>
              </a:buClr>
              <a:buSzPts val="1050"/>
              <a:buChar char="–"/>
              <a:defRPr sz="1050"/>
            </a:lvl6pPr>
            <a:lvl7pPr marL="3200400" lvl="6" indent="-295275" algn="l">
              <a:lnSpc>
                <a:spcPct val="100000"/>
              </a:lnSpc>
              <a:spcBef>
                <a:spcPts val="225"/>
              </a:spcBef>
              <a:spcAft>
                <a:spcPts val="0"/>
              </a:spcAft>
              <a:buClr>
                <a:schemeClr val="dk1"/>
              </a:buClr>
              <a:buSzPts val="1050"/>
              <a:buChar char="–"/>
              <a:defRPr sz="1050"/>
            </a:lvl7pPr>
            <a:lvl8pPr marL="3657600" lvl="7" indent="-295275" algn="l">
              <a:lnSpc>
                <a:spcPct val="100000"/>
              </a:lnSpc>
              <a:spcBef>
                <a:spcPts val="225"/>
              </a:spcBef>
              <a:spcAft>
                <a:spcPts val="0"/>
              </a:spcAft>
              <a:buClr>
                <a:schemeClr val="dk1"/>
              </a:buClr>
              <a:buSzPts val="1050"/>
              <a:buChar char="–"/>
              <a:defRPr sz="1050"/>
            </a:lvl8pPr>
            <a:lvl9pPr marL="4114800" lvl="8" indent="-295275" algn="l">
              <a:lnSpc>
                <a:spcPct val="100000"/>
              </a:lnSpc>
              <a:spcBef>
                <a:spcPts val="225"/>
              </a:spcBef>
              <a:spcAft>
                <a:spcPts val="0"/>
              </a:spcAft>
              <a:buClr>
                <a:schemeClr val="dk1"/>
              </a:buClr>
              <a:buSzPts val="1050"/>
              <a:buChar char="–"/>
              <a:defRPr sz="1050"/>
            </a:lvl9pPr>
          </a:lstStyle>
          <a:p>
            <a:endParaRPr/>
          </a:p>
        </p:txBody>
      </p:sp>
      <p:sp>
        <p:nvSpPr>
          <p:cNvPr id="2379" name="Google Shape;2379;p206"/>
          <p:cNvSpPr>
            <a:spLocks noGrp="1"/>
          </p:cNvSpPr>
          <p:nvPr>
            <p:ph type="pic" idx="3"/>
          </p:nvPr>
        </p:nvSpPr>
        <p:spPr>
          <a:xfrm>
            <a:off x="4926332" y="2286000"/>
            <a:ext cx="1714500" cy="2286000"/>
          </a:xfrm>
          <a:prstGeom prst="rect">
            <a:avLst/>
          </a:prstGeom>
          <a:solidFill>
            <a:srgbClr val="D7E0E3"/>
          </a:solidFill>
          <a:ln>
            <a:noFill/>
          </a:ln>
        </p:spPr>
      </p:sp>
      <p:sp>
        <p:nvSpPr>
          <p:cNvPr id="2380" name="Google Shape;2380;p206"/>
          <p:cNvSpPr txBox="1">
            <a:spLocks noGrp="1"/>
          </p:cNvSpPr>
          <p:nvPr>
            <p:ph type="body" idx="4"/>
          </p:nvPr>
        </p:nvSpPr>
        <p:spPr>
          <a:xfrm>
            <a:off x="6806565" y="2640330"/>
            <a:ext cx="1666500" cy="17373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450"/>
              </a:spcBef>
              <a:spcAft>
                <a:spcPts val="0"/>
              </a:spcAft>
              <a:buClr>
                <a:schemeClr val="dk1"/>
              </a:buClr>
              <a:buSzPts val="1200"/>
              <a:buFont typeface="Arial"/>
              <a:buNone/>
              <a:defRPr sz="1200" b="1">
                <a:solidFill>
                  <a:schemeClr val="dk1"/>
                </a:solidFill>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None/>
              <a:defRPr sz="1050" b="0">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None/>
              <a:defRPr sz="1050"/>
            </a:lvl3pPr>
            <a:lvl4pPr marL="1828800" lvl="3" indent="-295275" algn="l">
              <a:lnSpc>
                <a:spcPct val="100000"/>
              </a:lnSpc>
              <a:spcBef>
                <a:spcPts val="450"/>
              </a:spcBef>
              <a:spcAft>
                <a:spcPts val="0"/>
              </a:spcAft>
              <a:buClr>
                <a:schemeClr val="dk1"/>
              </a:buClr>
              <a:buSzPts val="1050"/>
              <a:buFont typeface="Arial"/>
              <a:buChar char="•"/>
              <a:defRPr sz="105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Char char="–"/>
              <a:defRPr sz="1050"/>
            </a:lvl5pPr>
            <a:lvl6pPr marL="2743200" lvl="5" indent="-295275" algn="l">
              <a:lnSpc>
                <a:spcPct val="100000"/>
              </a:lnSpc>
              <a:spcBef>
                <a:spcPts val="225"/>
              </a:spcBef>
              <a:spcAft>
                <a:spcPts val="0"/>
              </a:spcAft>
              <a:buClr>
                <a:schemeClr val="dk1"/>
              </a:buClr>
              <a:buSzPts val="1050"/>
              <a:buChar char="–"/>
              <a:defRPr sz="1050"/>
            </a:lvl6pPr>
            <a:lvl7pPr marL="3200400" lvl="6" indent="-295275" algn="l">
              <a:lnSpc>
                <a:spcPct val="100000"/>
              </a:lnSpc>
              <a:spcBef>
                <a:spcPts val="225"/>
              </a:spcBef>
              <a:spcAft>
                <a:spcPts val="0"/>
              </a:spcAft>
              <a:buClr>
                <a:schemeClr val="dk1"/>
              </a:buClr>
              <a:buSzPts val="1050"/>
              <a:buChar char="–"/>
              <a:defRPr sz="1050"/>
            </a:lvl7pPr>
            <a:lvl8pPr marL="3657600" lvl="7" indent="-295275" algn="l">
              <a:lnSpc>
                <a:spcPct val="100000"/>
              </a:lnSpc>
              <a:spcBef>
                <a:spcPts val="225"/>
              </a:spcBef>
              <a:spcAft>
                <a:spcPts val="0"/>
              </a:spcAft>
              <a:buClr>
                <a:schemeClr val="dk1"/>
              </a:buClr>
              <a:buSzPts val="1050"/>
              <a:buChar char="–"/>
              <a:defRPr sz="1050"/>
            </a:lvl8pPr>
            <a:lvl9pPr marL="4114800" lvl="8" indent="-295275" algn="l">
              <a:lnSpc>
                <a:spcPct val="100000"/>
              </a:lnSpc>
              <a:spcBef>
                <a:spcPts val="225"/>
              </a:spcBef>
              <a:spcAft>
                <a:spcPts val="0"/>
              </a:spcAft>
              <a:buClr>
                <a:schemeClr val="dk1"/>
              </a:buClr>
              <a:buSzPts val="1050"/>
              <a:buChar char="–"/>
              <a:defRPr sz="1050"/>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guide id="8" orient="horz" pos="2736">
          <p15:clr>
            <a:srgbClr val="FBAE40"/>
          </p15:clr>
        </p15:guide>
        <p15:guide id="9" orient="horz" pos="2592">
          <p15:clr>
            <a:srgbClr val="FBAE40"/>
          </p15:clr>
        </p15:guide>
      </p15:sldGuideLst>
    </p:ext>
  </p:extLst>
</p:sldLayout>
</file>

<file path=ppt/slideLayouts/slideLayout204.xml><?xml version="1.0" encoding="utf-8"?>
<p:sldLayout xmlns:a="http://schemas.openxmlformats.org/drawingml/2006/main" xmlns:r="http://schemas.openxmlformats.org/officeDocument/2006/relationships" xmlns:p="http://schemas.openxmlformats.org/presentationml/2006/main" matchingName="Biography">
  <p:cSld name="Biography">
    <p:bg>
      <p:bgPr>
        <a:blipFill>
          <a:blip r:embed="rId2">
            <a:alphaModFix/>
          </a:blip>
          <a:stretch>
            <a:fillRect/>
          </a:stretch>
        </a:blipFill>
        <a:effectLst/>
      </p:bgPr>
    </p:bg>
    <p:spTree>
      <p:nvGrpSpPr>
        <p:cNvPr id="1" name="Shape 2381"/>
        <p:cNvGrpSpPr/>
        <p:nvPr/>
      </p:nvGrpSpPr>
      <p:grpSpPr>
        <a:xfrm>
          <a:off x="0" y="0"/>
          <a:ext cx="0" cy="0"/>
          <a:chOff x="0" y="0"/>
          <a:chExt cx="0" cy="0"/>
        </a:xfrm>
      </p:grpSpPr>
      <p:sp>
        <p:nvSpPr>
          <p:cNvPr id="2382" name="Google Shape;2382;p207"/>
          <p:cNvSpPr txBox="1">
            <a:spLocks noGrp="1"/>
          </p:cNvSpPr>
          <p:nvPr>
            <p:ph type="title"/>
          </p:nvPr>
        </p:nvSpPr>
        <p:spPr>
          <a:xfrm>
            <a:off x="274320" y="365760"/>
            <a:ext cx="61527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83" name="Google Shape;2383;p207"/>
          <p:cNvSpPr txBox="1">
            <a:spLocks noGrp="1"/>
          </p:cNvSpPr>
          <p:nvPr>
            <p:ph type="body" idx="1"/>
          </p:nvPr>
        </p:nvSpPr>
        <p:spPr>
          <a:xfrm>
            <a:off x="273843" y="1828800"/>
            <a:ext cx="1975200" cy="425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Font typeface="Arial"/>
              <a:buNone/>
              <a:defRPr sz="1050" b="1">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Font typeface="Arial"/>
              <a:buNone/>
              <a:defRPr sz="1050">
                <a:latin typeface="Arial"/>
                <a:ea typeface="Arial"/>
                <a:cs typeface="Arial"/>
                <a:sym typeface="Arial"/>
              </a:defRPr>
            </a:lvl3pPr>
            <a:lvl4pPr marL="1828800" lvl="3" indent="-295275" algn="l">
              <a:lnSpc>
                <a:spcPct val="100000"/>
              </a:lnSpc>
              <a:spcBef>
                <a:spcPts val="450"/>
              </a:spcBef>
              <a:spcAft>
                <a:spcPts val="0"/>
              </a:spcAft>
              <a:buClr>
                <a:schemeClr val="dk1"/>
              </a:buClr>
              <a:buSzPts val="1050"/>
              <a:buFont typeface="Arial"/>
              <a:buChar char="•"/>
              <a:defRPr sz="105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Char char="–"/>
              <a:defRPr sz="1050">
                <a:latin typeface="Arial"/>
                <a:ea typeface="Arial"/>
                <a:cs typeface="Arial"/>
                <a:sym typeface="Arial"/>
              </a:defRPr>
            </a:lvl5pPr>
            <a:lvl6pPr marL="2743200" lvl="5" indent="-295275" algn="l">
              <a:lnSpc>
                <a:spcPct val="100000"/>
              </a:lnSpc>
              <a:spcBef>
                <a:spcPts val="225"/>
              </a:spcBef>
              <a:spcAft>
                <a:spcPts val="0"/>
              </a:spcAft>
              <a:buClr>
                <a:schemeClr val="dk1"/>
              </a:buClr>
              <a:buSzPts val="1050"/>
              <a:buChar char="–"/>
              <a:defRPr sz="1050">
                <a:latin typeface="Arial"/>
                <a:ea typeface="Arial"/>
                <a:cs typeface="Arial"/>
                <a:sym typeface="Arial"/>
              </a:defRPr>
            </a:lvl6pPr>
            <a:lvl7pPr marL="3200400" lvl="6" indent="-295275" algn="l">
              <a:lnSpc>
                <a:spcPct val="100000"/>
              </a:lnSpc>
              <a:spcBef>
                <a:spcPts val="225"/>
              </a:spcBef>
              <a:spcAft>
                <a:spcPts val="0"/>
              </a:spcAft>
              <a:buClr>
                <a:schemeClr val="dk1"/>
              </a:buClr>
              <a:buSzPts val="1050"/>
              <a:buChar char="–"/>
              <a:defRPr sz="1050">
                <a:latin typeface="Arial"/>
                <a:ea typeface="Arial"/>
                <a:cs typeface="Arial"/>
                <a:sym typeface="Arial"/>
              </a:defRPr>
            </a:lvl7pPr>
            <a:lvl8pPr marL="3657600" lvl="7" indent="-295275" algn="l">
              <a:lnSpc>
                <a:spcPct val="100000"/>
              </a:lnSpc>
              <a:spcBef>
                <a:spcPts val="225"/>
              </a:spcBef>
              <a:spcAft>
                <a:spcPts val="0"/>
              </a:spcAft>
              <a:buClr>
                <a:schemeClr val="dk1"/>
              </a:buClr>
              <a:buSzPts val="1050"/>
              <a:buChar char="–"/>
              <a:defRPr sz="1050">
                <a:latin typeface="Arial"/>
                <a:ea typeface="Arial"/>
                <a:cs typeface="Arial"/>
                <a:sym typeface="Arial"/>
              </a:defRPr>
            </a:lvl8pPr>
            <a:lvl9pPr marL="4114800" lvl="8" indent="-295275" algn="l">
              <a:lnSpc>
                <a:spcPct val="100000"/>
              </a:lnSpc>
              <a:spcBef>
                <a:spcPts val="225"/>
              </a:spcBef>
              <a:spcAft>
                <a:spcPts val="0"/>
              </a:spcAft>
              <a:buClr>
                <a:schemeClr val="dk1"/>
              </a:buClr>
              <a:buSzPts val="1050"/>
              <a:buChar char="–"/>
              <a:defRPr sz="1050">
                <a:latin typeface="Arial"/>
                <a:ea typeface="Arial"/>
                <a:cs typeface="Arial"/>
                <a:sym typeface="Arial"/>
              </a:defRPr>
            </a:lvl9pPr>
          </a:lstStyle>
          <a:p>
            <a:endParaRPr/>
          </a:p>
        </p:txBody>
      </p:sp>
      <p:sp>
        <p:nvSpPr>
          <p:cNvPr id="2384" name="Google Shape;2384;p207"/>
          <p:cNvSpPr txBox="1">
            <a:spLocks noGrp="1"/>
          </p:cNvSpPr>
          <p:nvPr>
            <p:ph type="body" idx="2"/>
          </p:nvPr>
        </p:nvSpPr>
        <p:spPr>
          <a:xfrm>
            <a:off x="2481263" y="1828800"/>
            <a:ext cx="2969400" cy="42519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Clr>
                <a:schemeClr val="dk1"/>
              </a:buClr>
              <a:buSzPts val="1200"/>
              <a:buFont typeface="Arial"/>
              <a:buNone/>
              <a:defRPr sz="1200" b="1">
                <a:latin typeface="Arial"/>
                <a:ea typeface="Arial"/>
                <a:cs typeface="Arial"/>
                <a:sym typeface="Arial"/>
              </a:defRPr>
            </a:lvl1pPr>
            <a:lvl2pPr marL="914400" lvl="1" indent="-228600" algn="l">
              <a:lnSpc>
                <a:spcPct val="100000"/>
              </a:lnSpc>
              <a:spcBef>
                <a:spcPts val="450"/>
              </a:spcBef>
              <a:spcAft>
                <a:spcPts val="0"/>
              </a:spcAft>
              <a:buClr>
                <a:schemeClr val="dk1"/>
              </a:buClr>
              <a:buSzPts val="1050"/>
              <a:buFont typeface="Arial"/>
              <a:buNone/>
              <a:defRPr sz="1050" b="1">
                <a:solidFill>
                  <a:schemeClr val="dk1"/>
                </a:solidFill>
                <a:latin typeface="Arial"/>
                <a:ea typeface="Arial"/>
                <a:cs typeface="Arial"/>
                <a:sym typeface="Arial"/>
              </a:defRPr>
            </a:lvl2pPr>
            <a:lvl3pPr marL="1371600" lvl="2" indent="-228600" algn="l">
              <a:lnSpc>
                <a:spcPct val="100000"/>
              </a:lnSpc>
              <a:spcBef>
                <a:spcPts val="450"/>
              </a:spcBef>
              <a:spcAft>
                <a:spcPts val="0"/>
              </a:spcAft>
              <a:buClr>
                <a:schemeClr val="dk1"/>
              </a:buClr>
              <a:buSzPts val="1050"/>
              <a:buFont typeface="Arial"/>
              <a:buNone/>
              <a:defRPr sz="1050">
                <a:latin typeface="Arial"/>
                <a:ea typeface="Arial"/>
                <a:cs typeface="Arial"/>
                <a:sym typeface="Arial"/>
              </a:defRPr>
            </a:lvl3pPr>
            <a:lvl4pPr marL="1828800" lvl="3" indent="-295275" algn="l">
              <a:lnSpc>
                <a:spcPct val="100000"/>
              </a:lnSpc>
              <a:spcBef>
                <a:spcPts val="450"/>
              </a:spcBef>
              <a:spcAft>
                <a:spcPts val="0"/>
              </a:spcAft>
              <a:buClr>
                <a:schemeClr val="dk1"/>
              </a:buClr>
              <a:buSzPts val="1050"/>
              <a:buFont typeface="Arial"/>
              <a:buChar char="•"/>
              <a:defRPr sz="1050">
                <a:latin typeface="Arial"/>
                <a:ea typeface="Arial"/>
                <a:cs typeface="Arial"/>
                <a:sym typeface="Arial"/>
              </a:defRPr>
            </a:lvl4pPr>
            <a:lvl5pPr marL="2286000" lvl="4" indent="-295275" algn="l">
              <a:lnSpc>
                <a:spcPct val="100000"/>
              </a:lnSpc>
              <a:spcBef>
                <a:spcPts val="225"/>
              </a:spcBef>
              <a:spcAft>
                <a:spcPts val="0"/>
              </a:spcAft>
              <a:buClr>
                <a:schemeClr val="dk1"/>
              </a:buClr>
              <a:buSzPts val="1050"/>
              <a:buChar char="–"/>
              <a:defRPr sz="1050">
                <a:latin typeface="Arial"/>
                <a:ea typeface="Arial"/>
                <a:cs typeface="Arial"/>
                <a:sym typeface="Arial"/>
              </a:defRPr>
            </a:lvl5pPr>
            <a:lvl6pPr marL="2743200" lvl="5" indent="-295275" algn="l">
              <a:lnSpc>
                <a:spcPct val="100000"/>
              </a:lnSpc>
              <a:spcBef>
                <a:spcPts val="225"/>
              </a:spcBef>
              <a:spcAft>
                <a:spcPts val="0"/>
              </a:spcAft>
              <a:buClr>
                <a:schemeClr val="dk1"/>
              </a:buClr>
              <a:buSzPts val="1050"/>
              <a:buChar char="–"/>
              <a:defRPr sz="1050">
                <a:latin typeface="Arial"/>
                <a:ea typeface="Arial"/>
                <a:cs typeface="Arial"/>
                <a:sym typeface="Arial"/>
              </a:defRPr>
            </a:lvl6pPr>
            <a:lvl7pPr marL="3200400" lvl="6" indent="-295275" algn="l">
              <a:lnSpc>
                <a:spcPct val="100000"/>
              </a:lnSpc>
              <a:spcBef>
                <a:spcPts val="225"/>
              </a:spcBef>
              <a:spcAft>
                <a:spcPts val="0"/>
              </a:spcAft>
              <a:buClr>
                <a:schemeClr val="dk1"/>
              </a:buClr>
              <a:buSzPts val="1050"/>
              <a:buChar char="–"/>
              <a:defRPr sz="1050">
                <a:latin typeface="Arial"/>
                <a:ea typeface="Arial"/>
                <a:cs typeface="Arial"/>
                <a:sym typeface="Arial"/>
              </a:defRPr>
            </a:lvl7pPr>
            <a:lvl8pPr marL="3657600" lvl="7" indent="-295275" algn="l">
              <a:lnSpc>
                <a:spcPct val="100000"/>
              </a:lnSpc>
              <a:spcBef>
                <a:spcPts val="225"/>
              </a:spcBef>
              <a:spcAft>
                <a:spcPts val="0"/>
              </a:spcAft>
              <a:buClr>
                <a:schemeClr val="dk1"/>
              </a:buClr>
              <a:buSzPts val="1050"/>
              <a:buChar char="–"/>
              <a:defRPr sz="1050">
                <a:latin typeface="Arial"/>
                <a:ea typeface="Arial"/>
                <a:cs typeface="Arial"/>
                <a:sym typeface="Arial"/>
              </a:defRPr>
            </a:lvl8pPr>
            <a:lvl9pPr marL="4114800" lvl="8" indent="-295275" algn="l">
              <a:lnSpc>
                <a:spcPct val="100000"/>
              </a:lnSpc>
              <a:spcBef>
                <a:spcPts val="225"/>
              </a:spcBef>
              <a:spcAft>
                <a:spcPts val="0"/>
              </a:spcAft>
              <a:buClr>
                <a:schemeClr val="dk1"/>
              </a:buClr>
              <a:buSzPts val="1050"/>
              <a:buChar char="–"/>
              <a:defRPr sz="1050">
                <a:latin typeface="Arial"/>
                <a:ea typeface="Arial"/>
                <a:cs typeface="Arial"/>
                <a:sym typeface="Arial"/>
              </a:defRPr>
            </a:lvl9pPr>
          </a:lstStyle>
          <a:p>
            <a:endParaRPr/>
          </a:p>
        </p:txBody>
      </p:sp>
      <p:sp>
        <p:nvSpPr>
          <p:cNvPr id="2385" name="Google Shape;2385;p207"/>
          <p:cNvSpPr>
            <a:spLocks noGrp="1"/>
          </p:cNvSpPr>
          <p:nvPr>
            <p:ph type="pic" idx="3"/>
          </p:nvPr>
        </p:nvSpPr>
        <p:spPr>
          <a:xfrm>
            <a:off x="5678424" y="1828797"/>
            <a:ext cx="3189000" cy="425190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768">
          <p15:clr>
            <a:srgbClr val="FBAE40"/>
          </p15:clr>
        </p15:guide>
        <p15:guide id="2" pos="4580">
          <p15:clr>
            <a:srgbClr val="FBAE40"/>
          </p15:clr>
        </p15:guide>
        <p15:guide id="3" orient="horz" pos="1152">
          <p15:clr>
            <a:srgbClr val="FBAE40"/>
          </p15:clr>
        </p15:guide>
        <p15:guide id="4" orient="horz" pos="3832">
          <p15:clr>
            <a:srgbClr val="FBAE40"/>
          </p15:clr>
        </p15:guide>
        <p15:guide id="5" pos="1890">
          <p15:clr>
            <a:srgbClr val="FBAE40"/>
          </p15:clr>
        </p15:guide>
        <p15:guide id="6" pos="2084">
          <p15:clr>
            <a:srgbClr val="FBAE40"/>
          </p15:clr>
        </p15:guide>
      </p15:sldGuideLst>
    </p:ext>
  </p:extLst>
</p:sldLayout>
</file>

<file path=ppt/slideLayouts/slideLayout205.xml><?xml version="1.0" encoding="utf-8"?>
<p:sldLayout xmlns:a="http://schemas.openxmlformats.org/drawingml/2006/main" xmlns:r="http://schemas.openxmlformats.org/officeDocument/2006/relationships" xmlns:p="http://schemas.openxmlformats.org/presentationml/2006/main" matchingName="Section Header - Sand">
  <p:cSld name="Section Header - Sand">
    <p:bg>
      <p:bgPr>
        <a:solidFill>
          <a:schemeClr val="lt1"/>
        </a:solidFill>
        <a:effectLst/>
      </p:bgPr>
    </p:bg>
    <p:spTree>
      <p:nvGrpSpPr>
        <p:cNvPr id="1" name="Shape 2386"/>
        <p:cNvGrpSpPr/>
        <p:nvPr/>
      </p:nvGrpSpPr>
      <p:grpSpPr>
        <a:xfrm>
          <a:off x="0" y="0"/>
          <a:ext cx="0" cy="0"/>
          <a:chOff x="0" y="0"/>
          <a:chExt cx="0" cy="0"/>
        </a:xfrm>
      </p:grpSpPr>
      <p:sp>
        <p:nvSpPr>
          <p:cNvPr id="2387" name="Google Shape;2387;p208"/>
          <p:cNvSpPr/>
          <p:nvPr/>
        </p:nvSpPr>
        <p:spPr>
          <a:xfrm>
            <a:off x="569214" y="365125"/>
            <a:ext cx="8298300" cy="5811000"/>
          </a:xfrm>
          <a:prstGeom prst="rect">
            <a:avLst/>
          </a:prstGeom>
          <a:solidFill>
            <a:srgbClr val="ECECE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2388" name="Google Shape;2388;p208"/>
          <p:cNvSpPr txBox="1">
            <a:spLocks noGrp="1"/>
          </p:cNvSpPr>
          <p:nvPr>
            <p:ph type="title"/>
          </p:nvPr>
        </p:nvSpPr>
        <p:spPr>
          <a:xfrm>
            <a:off x="843534" y="731520"/>
            <a:ext cx="6378000" cy="21030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89" name="Google Shape;2389;p208"/>
          <p:cNvSpPr txBox="1">
            <a:spLocks noGrp="1"/>
          </p:cNvSpPr>
          <p:nvPr>
            <p:ph type="body" idx="1"/>
          </p:nvPr>
        </p:nvSpPr>
        <p:spPr>
          <a:xfrm>
            <a:off x="843534" y="2971799"/>
            <a:ext cx="6378900" cy="31116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dk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dk1"/>
              </a:buClr>
              <a:buSzPts val="1800"/>
              <a:buChar char="–"/>
              <a:defRPr/>
            </a:lvl2pPr>
            <a:lvl3pPr marL="1371600" lvl="2" indent="-342900" algn="l">
              <a:lnSpc>
                <a:spcPct val="100000"/>
              </a:lnSpc>
              <a:spcBef>
                <a:spcPts val="225"/>
              </a:spcBef>
              <a:spcAft>
                <a:spcPts val="0"/>
              </a:spcAft>
              <a:buClr>
                <a:schemeClr val="dk1"/>
              </a:buClr>
              <a:buSzPts val="1800"/>
              <a:buChar char="–"/>
              <a:defRPr/>
            </a:lvl3pPr>
            <a:lvl4pPr marL="1828800" lvl="3" indent="-342900" algn="l">
              <a:lnSpc>
                <a:spcPct val="100000"/>
              </a:lnSpc>
              <a:spcBef>
                <a:spcPts val="225"/>
              </a:spcBef>
              <a:spcAft>
                <a:spcPts val="0"/>
              </a:spcAft>
              <a:buClr>
                <a:schemeClr val="dk1"/>
              </a:buClr>
              <a:buSzPts val="1800"/>
              <a:buChar char="–"/>
              <a:defRPr/>
            </a:lvl4pPr>
            <a:lvl5pPr marL="2286000" lvl="4" indent="-342900" algn="l">
              <a:lnSpc>
                <a:spcPct val="100000"/>
              </a:lnSpc>
              <a:spcBef>
                <a:spcPts val="225"/>
              </a:spcBef>
              <a:spcAft>
                <a:spcPts val="0"/>
              </a:spcAft>
              <a:buClr>
                <a:schemeClr val="dk1"/>
              </a:buClr>
              <a:buSzPts val="1800"/>
              <a:buChar char="–"/>
              <a:defRPr/>
            </a:lvl5pPr>
            <a:lvl6pPr marL="2743200" lvl="5" indent="-342900" algn="l">
              <a:lnSpc>
                <a:spcPct val="100000"/>
              </a:lnSpc>
              <a:spcBef>
                <a:spcPts val="225"/>
              </a:spcBef>
              <a:spcAft>
                <a:spcPts val="0"/>
              </a:spcAft>
              <a:buClr>
                <a:schemeClr val="dk1"/>
              </a:buClr>
              <a:buSzPts val="1800"/>
              <a:buChar char="–"/>
              <a:defRPr/>
            </a:lvl6pPr>
            <a:lvl7pPr marL="3200400" lvl="6" indent="-342900" algn="l">
              <a:lnSpc>
                <a:spcPct val="100000"/>
              </a:lnSpc>
              <a:spcBef>
                <a:spcPts val="225"/>
              </a:spcBef>
              <a:spcAft>
                <a:spcPts val="0"/>
              </a:spcAft>
              <a:buClr>
                <a:schemeClr val="dk1"/>
              </a:buClr>
              <a:buSzPts val="1800"/>
              <a:buChar char="–"/>
              <a:defRPr/>
            </a:lvl7pPr>
            <a:lvl8pPr marL="3657600" lvl="7" indent="-342900" algn="l">
              <a:lnSpc>
                <a:spcPct val="100000"/>
              </a:lnSpc>
              <a:spcBef>
                <a:spcPts val="225"/>
              </a:spcBef>
              <a:spcAft>
                <a:spcPts val="0"/>
              </a:spcAft>
              <a:buClr>
                <a:schemeClr val="dk1"/>
              </a:buClr>
              <a:buSzPts val="1800"/>
              <a:buChar char="–"/>
              <a:defRPr/>
            </a:lvl8pPr>
            <a:lvl9pPr marL="4114800" lvl="8" indent="-342900" algn="l">
              <a:lnSpc>
                <a:spcPct val="100000"/>
              </a:lnSpc>
              <a:spcBef>
                <a:spcPts val="225"/>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6066">
          <p15:clr>
            <a:srgbClr val="FBAE40"/>
          </p15:clr>
        </p15:guide>
        <p15:guide id="2" orient="horz" pos="3832">
          <p15:clr>
            <a:srgbClr val="FBAE40"/>
          </p15:clr>
        </p15:guide>
        <p15:guide id="3" orient="horz" pos="4148">
          <p15:clr>
            <a:srgbClr val="FBAE40"/>
          </p15:clr>
        </p15:guide>
        <p15:guide id="4" pos="708">
          <p15:clr>
            <a:srgbClr val="FBAE40"/>
          </p15:clr>
        </p15:guide>
      </p15:sldGuideLst>
    </p:ext>
  </p:extLst>
</p:sldLayout>
</file>

<file path=ppt/slideLayouts/slideLayout206.xml><?xml version="1.0" encoding="utf-8"?>
<p:sldLayout xmlns:a="http://schemas.openxmlformats.org/drawingml/2006/main" xmlns:r="http://schemas.openxmlformats.org/officeDocument/2006/relationships" xmlns:p="http://schemas.openxmlformats.org/presentationml/2006/main" matchingName="Section Header Dark Teal">
  <p:cSld name="Section Header Dark Teal">
    <p:bg>
      <p:bgPr>
        <a:solidFill>
          <a:srgbClr val="006E74"/>
        </a:solidFill>
        <a:effectLst/>
      </p:bgPr>
    </p:bg>
    <p:spTree>
      <p:nvGrpSpPr>
        <p:cNvPr id="1" name="Shape 2390"/>
        <p:cNvGrpSpPr/>
        <p:nvPr/>
      </p:nvGrpSpPr>
      <p:grpSpPr>
        <a:xfrm>
          <a:off x="0" y="0"/>
          <a:ext cx="0" cy="0"/>
          <a:chOff x="0" y="0"/>
          <a:chExt cx="0" cy="0"/>
        </a:xfrm>
      </p:grpSpPr>
      <p:sp>
        <p:nvSpPr>
          <p:cNvPr id="2391" name="Google Shape;2391;p209"/>
          <p:cNvSpPr txBox="1">
            <a:spLocks noGrp="1"/>
          </p:cNvSpPr>
          <p:nvPr>
            <p:ph type="title"/>
          </p:nvPr>
        </p:nvSpPr>
        <p:spPr>
          <a:xfrm>
            <a:off x="274320" y="1737360"/>
            <a:ext cx="6378000" cy="21030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92" name="Google Shape;2392;p209"/>
          <p:cNvSpPr txBox="1">
            <a:spLocks noGrp="1"/>
          </p:cNvSpPr>
          <p:nvPr>
            <p:ph type="body" idx="1"/>
          </p:nvPr>
        </p:nvSpPr>
        <p:spPr>
          <a:xfrm>
            <a:off x="274320" y="4114800"/>
            <a:ext cx="6378900" cy="19686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588">
          <p15:clr>
            <a:srgbClr val="FBAE40"/>
          </p15:clr>
        </p15:guide>
        <p15:guide id="2" orient="horz" pos="3832">
          <p15:clr>
            <a:srgbClr val="FBAE40"/>
          </p15:clr>
        </p15:guide>
        <p15:guide id="3" orient="horz" pos="4148">
          <p15:clr>
            <a:srgbClr val="FBAE40"/>
          </p15:clr>
        </p15:guide>
      </p15:sldGuideLst>
    </p:ext>
  </p:extLst>
</p:sldLayout>
</file>

<file path=ppt/slideLayouts/slideLayout207.xml><?xml version="1.0" encoding="utf-8"?>
<p:sldLayout xmlns:a="http://schemas.openxmlformats.org/drawingml/2006/main" xmlns:r="http://schemas.openxmlformats.org/officeDocument/2006/relationships" xmlns:p="http://schemas.openxmlformats.org/presentationml/2006/main" matchingName="Section Header Light Teal">
  <p:cSld name="Section Header Light Teal">
    <p:bg>
      <p:bgPr>
        <a:solidFill>
          <a:schemeClr val="accent1"/>
        </a:solidFill>
        <a:effectLst/>
      </p:bgPr>
    </p:bg>
    <p:spTree>
      <p:nvGrpSpPr>
        <p:cNvPr id="1" name="Shape 2393"/>
        <p:cNvGrpSpPr/>
        <p:nvPr/>
      </p:nvGrpSpPr>
      <p:grpSpPr>
        <a:xfrm>
          <a:off x="0" y="0"/>
          <a:ext cx="0" cy="0"/>
          <a:chOff x="0" y="0"/>
          <a:chExt cx="0" cy="0"/>
        </a:xfrm>
      </p:grpSpPr>
      <p:sp>
        <p:nvSpPr>
          <p:cNvPr id="2394" name="Google Shape;2394;p210"/>
          <p:cNvSpPr txBox="1">
            <a:spLocks noGrp="1"/>
          </p:cNvSpPr>
          <p:nvPr>
            <p:ph type="title"/>
          </p:nvPr>
        </p:nvSpPr>
        <p:spPr>
          <a:xfrm>
            <a:off x="274320" y="1737360"/>
            <a:ext cx="6378000" cy="21030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95" name="Google Shape;2395;p210"/>
          <p:cNvSpPr txBox="1">
            <a:spLocks noGrp="1"/>
          </p:cNvSpPr>
          <p:nvPr>
            <p:ph type="body" idx="1"/>
          </p:nvPr>
        </p:nvSpPr>
        <p:spPr>
          <a:xfrm>
            <a:off x="274320" y="4114800"/>
            <a:ext cx="6378900" cy="19686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588">
          <p15:clr>
            <a:srgbClr val="FBAE40"/>
          </p15:clr>
        </p15:guide>
        <p15:guide id="2" orient="horz" pos="3832">
          <p15:clr>
            <a:srgbClr val="FBAE40"/>
          </p15:clr>
        </p15:guide>
        <p15:guide id="3" orient="horz" pos="4148">
          <p15:clr>
            <a:srgbClr val="FBAE40"/>
          </p15:clr>
        </p15:guide>
      </p15:sldGuideLst>
    </p:ext>
  </p:extLst>
</p:sldLayout>
</file>

<file path=ppt/slideLayouts/slideLayout208.xml><?xml version="1.0" encoding="utf-8"?>
<p:sldLayout xmlns:a="http://schemas.openxmlformats.org/drawingml/2006/main" xmlns:r="http://schemas.openxmlformats.org/officeDocument/2006/relationships" xmlns:p="http://schemas.openxmlformats.org/presentationml/2006/main" matchingName="Section Header Black">
  <p:cSld name="Section Header Black">
    <p:bg>
      <p:bgPr>
        <a:solidFill>
          <a:schemeClr val="dk1"/>
        </a:solidFill>
        <a:effectLst/>
      </p:bgPr>
    </p:bg>
    <p:spTree>
      <p:nvGrpSpPr>
        <p:cNvPr id="1" name="Shape 2396"/>
        <p:cNvGrpSpPr/>
        <p:nvPr/>
      </p:nvGrpSpPr>
      <p:grpSpPr>
        <a:xfrm>
          <a:off x="0" y="0"/>
          <a:ext cx="0" cy="0"/>
          <a:chOff x="0" y="0"/>
          <a:chExt cx="0" cy="0"/>
        </a:xfrm>
      </p:grpSpPr>
      <p:sp>
        <p:nvSpPr>
          <p:cNvPr id="2397" name="Google Shape;2397;p211"/>
          <p:cNvSpPr txBox="1">
            <a:spLocks noGrp="1"/>
          </p:cNvSpPr>
          <p:nvPr>
            <p:ph type="title"/>
          </p:nvPr>
        </p:nvSpPr>
        <p:spPr>
          <a:xfrm>
            <a:off x="274320" y="1737360"/>
            <a:ext cx="6378000" cy="21030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98" name="Google Shape;2398;p211"/>
          <p:cNvSpPr txBox="1">
            <a:spLocks noGrp="1"/>
          </p:cNvSpPr>
          <p:nvPr>
            <p:ph type="body" idx="1"/>
          </p:nvPr>
        </p:nvSpPr>
        <p:spPr>
          <a:xfrm>
            <a:off x="274320" y="4114800"/>
            <a:ext cx="6378900" cy="19686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588">
          <p15:clr>
            <a:srgbClr val="FBAE40"/>
          </p15:clr>
        </p15:guide>
        <p15:guide id="2" orient="horz" pos="3832">
          <p15:clr>
            <a:srgbClr val="FBAE40"/>
          </p15:clr>
        </p15:guide>
        <p15:guide id="3" orient="horz" pos="4148">
          <p15:clr>
            <a:srgbClr val="FBAE40"/>
          </p15:clr>
        </p15:guide>
      </p15:sldGuideLst>
    </p:ext>
  </p:extLst>
</p:sldLayout>
</file>

<file path=ppt/slideLayouts/slideLayout209.xml><?xml version="1.0" encoding="utf-8"?>
<p:sldLayout xmlns:a="http://schemas.openxmlformats.org/drawingml/2006/main" xmlns:r="http://schemas.openxmlformats.org/officeDocument/2006/relationships" xmlns:p="http://schemas.openxmlformats.org/presentationml/2006/main" matchingName="Section Header - Number">
  <p:cSld name="Section Header - Number">
    <p:bg>
      <p:bgPr>
        <a:solidFill>
          <a:srgbClr val="006E74"/>
        </a:solidFill>
        <a:effectLst/>
      </p:bgPr>
    </p:bg>
    <p:spTree>
      <p:nvGrpSpPr>
        <p:cNvPr id="1" name="Shape 2399"/>
        <p:cNvGrpSpPr/>
        <p:nvPr/>
      </p:nvGrpSpPr>
      <p:grpSpPr>
        <a:xfrm>
          <a:off x="0" y="0"/>
          <a:ext cx="0" cy="0"/>
          <a:chOff x="0" y="0"/>
          <a:chExt cx="0" cy="0"/>
        </a:xfrm>
      </p:grpSpPr>
      <p:sp>
        <p:nvSpPr>
          <p:cNvPr id="2400" name="Google Shape;2400;p212"/>
          <p:cNvSpPr txBox="1">
            <a:spLocks noGrp="1"/>
          </p:cNvSpPr>
          <p:nvPr>
            <p:ph type="body" idx="1"/>
          </p:nvPr>
        </p:nvSpPr>
        <p:spPr>
          <a:xfrm>
            <a:off x="274319" y="2514600"/>
            <a:ext cx="960000" cy="3568800"/>
          </a:xfrm>
          <a:prstGeom prst="rect">
            <a:avLst/>
          </a:prstGeom>
          <a:noFill/>
          <a:ln>
            <a:noFill/>
          </a:ln>
        </p:spPr>
        <p:txBody>
          <a:bodyPr spcFirstLastPara="1" wrap="square" lIns="0" tIns="0" rIns="0" bIns="0" anchor="t" anchorCtr="0">
            <a:noAutofit/>
          </a:bodyPr>
          <a:lstStyle>
            <a:lvl1pPr marL="457200" lvl="0" indent="-228600" algn="r">
              <a:lnSpc>
                <a:spcPct val="85000"/>
              </a:lnSpc>
              <a:spcBef>
                <a:spcPts val="0"/>
              </a:spcBef>
              <a:spcAft>
                <a:spcPts val="0"/>
              </a:spcAft>
              <a:buClr>
                <a:schemeClr val="lt1"/>
              </a:buClr>
              <a:buSzPts val="5400"/>
              <a:buFont typeface="Arial"/>
              <a:buNone/>
              <a:defRPr sz="5400">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2401" name="Google Shape;2401;p212"/>
          <p:cNvSpPr txBox="1">
            <a:spLocks noGrp="1"/>
          </p:cNvSpPr>
          <p:nvPr>
            <p:ph type="title"/>
          </p:nvPr>
        </p:nvSpPr>
        <p:spPr>
          <a:xfrm>
            <a:off x="1371600" y="2514600"/>
            <a:ext cx="7496100" cy="35688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5400"/>
              <a:buFont typeface="Arial"/>
              <a:buNone/>
              <a:defRPr sz="54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210.xml><?xml version="1.0" encoding="utf-8"?>
<p:sldLayout xmlns:a="http://schemas.openxmlformats.org/drawingml/2006/main" xmlns:r="http://schemas.openxmlformats.org/officeDocument/2006/relationships" xmlns:p="http://schemas.openxmlformats.org/presentationml/2006/main" matchingName="Section Header - Number Light teal">
  <p:cSld name="Section Header - Number Light teal">
    <p:bg>
      <p:bgPr>
        <a:solidFill>
          <a:schemeClr val="accent1"/>
        </a:solidFill>
        <a:effectLst/>
      </p:bgPr>
    </p:bg>
    <p:spTree>
      <p:nvGrpSpPr>
        <p:cNvPr id="1" name="Shape 2402"/>
        <p:cNvGrpSpPr/>
        <p:nvPr/>
      </p:nvGrpSpPr>
      <p:grpSpPr>
        <a:xfrm>
          <a:off x="0" y="0"/>
          <a:ext cx="0" cy="0"/>
          <a:chOff x="0" y="0"/>
          <a:chExt cx="0" cy="0"/>
        </a:xfrm>
      </p:grpSpPr>
      <p:sp>
        <p:nvSpPr>
          <p:cNvPr id="2403" name="Google Shape;2403;p213"/>
          <p:cNvSpPr txBox="1">
            <a:spLocks noGrp="1"/>
          </p:cNvSpPr>
          <p:nvPr>
            <p:ph type="body" idx="1"/>
          </p:nvPr>
        </p:nvSpPr>
        <p:spPr>
          <a:xfrm>
            <a:off x="274319" y="2514600"/>
            <a:ext cx="960000" cy="3568800"/>
          </a:xfrm>
          <a:prstGeom prst="rect">
            <a:avLst/>
          </a:prstGeom>
          <a:noFill/>
          <a:ln>
            <a:noFill/>
          </a:ln>
        </p:spPr>
        <p:txBody>
          <a:bodyPr spcFirstLastPara="1" wrap="square" lIns="0" tIns="0" rIns="0" bIns="0" anchor="t" anchorCtr="0">
            <a:noAutofit/>
          </a:bodyPr>
          <a:lstStyle>
            <a:lvl1pPr marL="457200" lvl="0" indent="-228600" algn="r">
              <a:lnSpc>
                <a:spcPct val="85000"/>
              </a:lnSpc>
              <a:spcBef>
                <a:spcPts val="0"/>
              </a:spcBef>
              <a:spcAft>
                <a:spcPts val="0"/>
              </a:spcAft>
              <a:buClr>
                <a:schemeClr val="lt1"/>
              </a:buClr>
              <a:buSzPts val="5400"/>
              <a:buFont typeface="Arial"/>
              <a:buNone/>
              <a:defRPr sz="5400">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2404" name="Google Shape;2404;p213"/>
          <p:cNvSpPr txBox="1">
            <a:spLocks noGrp="1"/>
          </p:cNvSpPr>
          <p:nvPr>
            <p:ph type="title"/>
          </p:nvPr>
        </p:nvSpPr>
        <p:spPr>
          <a:xfrm>
            <a:off x="1371600" y="2514600"/>
            <a:ext cx="7496100" cy="35688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5400"/>
              <a:buFont typeface="Arial"/>
              <a:buNone/>
              <a:defRPr sz="54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211.xml><?xml version="1.0" encoding="utf-8"?>
<p:sldLayout xmlns:a="http://schemas.openxmlformats.org/drawingml/2006/main" xmlns:r="http://schemas.openxmlformats.org/officeDocument/2006/relationships" xmlns:p="http://schemas.openxmlformats.org/presentationml/2006/main" matchingName="Section Header - Number Black">
  <p:cSld name="Section Header - Number Black">
    <p:bg>
      <p:bgPr>
        <a:solidFill>
          <a:schemeClr val="dk1"/>
        </a:solidFill>
        <a:effectLst/>
      </p:bgPr>
    </p:bg>
    <p:spTree>
      <p:nvGrpSpPr>
        <p:cNvPr id="1" name="Shape 2405"/>
        <p:cNvGrpSpPr/>
        <p:nvPr/>
      </p:nvGrpSpPr>
      <p:grpSpPr>
        <a:xfrm>
          <a:off x="0" y="0"/>
          <a:ext cx="0" cy="0"/>
          <a:chOff x="0" y="0"/>
          <a:chExt cx="0" cy="0"/>
        </a:xfrm>
      </p:grpSpPr>
      <p:sp>
        <p:nvSpPr>
          <p:cNvPr id="2406" name="Google Shape;2406;p214"/>
          <p:cNvSpPr txBox="1">
            <a:spLocks noGrp="1"/>
          </p:cNvSpPr>
          <p:nvPr>
            <p:ph type="body" idx="1"/>
          </p:nvPr>
        </p:nvSpPr>
        <p:spPr>
          <a:xfrm>
            <a:off x="274319" y="2514600"/>
            <a:ext cx="960000" cy="3568800"/>
          </a:xfrm>
          <a:prstGeom prst="rect">
            <a:avLst/>
          </a:prstGeom>
          <a:noFill/>
          <a:ln>
            <a:noFill/>
          </a:ln>
        </p:spPr>
        <p:txBody>
          <a:bodyPr spcFirstLastPara="1" wrap="square" lIns="0" tIns="0" rIns="0" bIns="0" anchor="t" anchorCtr="0">
            <a:noAutofit/>
          </a:bodyPr>
          <a:lstStyle>
            <a:lvl1pPr marL="457200" lvl="0" indent="-228600" algn="r">
              <a:lnSpc>
                <a:spcPct val="85000"/>
              </a:lnSpc>
              <a:spcBef>
                <a:spcPts val="0"/>
              </a:spcBef>
              <a:spcAft>
                <a:spcPts val="0"/>
              </a:spcAft>
              <a:buClr>
                <a:schemeClr val="lt1"/>
              </a:buClr>
              <a:buSzPts val="5400"/>
              <a:buFont typeface="Arial"/>
              <a:buNone/>
              <a:defRPr sz="5400">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2407" name="Google Shape;2407;p214"/>
          <p:cNvSpPr txBox="1">
            <a:spLocks noGrp="1"/>
          </p:cNvSpPr>
          <p:nvPr>
            <p:ph type="title"/>
          </p:nvPr>
        </p:nvSpPr>
        <p:spPr>
          <a:xfrm>
            <a:off x="1371600" y="2514600"/>
            <a:ext cx="7496100" cy="35688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5400"/>
              <a:buFont typeface="Arial"/>
              <a:buNone/>
              <a:defRPr sz="54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212.xml><?xml version="1.0" encoding="utf-8"?>
<p:sldLayout xmlns:a="http://schemas.openxmlformats.org/drawingml/2006/main" xmlns:r="http://schemas.openxmlformats.org/officeDocument/2006/relationships" xmlns:p="http://schemas.openxmlformats.org/presentationml/2006/main" matchingName="Section Header - Big Number">
  <p:cSld name="Section Header - Big Number">
    <p:bg>
      <p:bgPr>
        <a:solidFill>
          <a:srgbClr val="006E74"/>
        </a:solidFill>
        <a:effectLst/>
      </p:bgPr>
    </p:bg>
    <p:spTree>
      <p:nvGrpSpPr>
        <p:cNvPr id="1" name="Shape 2408"/>
        <p:cNvGrpSpPr/>
        <p:nvPr/>
      </p:nvGrpSpPr>
      <p:grpSpPr>
        <a:xfrm>
          <a:off x="0" y="0"/>
          <a:ext cx="0" cy="0"/>
          <a:chOff x="0" y="0"/>
          <a:chExt cx="0" cy="0"/>
        </a:xfrm>
      </p:grpSpPr>
      <p:sp>
        <p:nvSpPr>
          <p:cNvPr id="2409" name="Google Shape;2409;p215"/>
          <p:cNvSpPr txBox="1">
            <a:spLocks noGrp="1"/>
          </p:cNvSpPr>
          <p:nvPr>
            <p:ph type="body" idx="1"/>
          </p:nvPr>
        </p:nvSpPr>
        <p:spPr>
          <a:xfrm>
            <a:off x="274318" y="1571626"/>
            <a:ext cx="1904400" cy="17202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9000"/>
              <a:buFont typeface="Arial"/>
              <a:buNone/>
              <a:defRPr sz="9000" b="0">
                <a:solidFill>
                  <a:schemeClr val="lt1"/>
                </a:solidFill>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2410" name="Google Shape;2410;p215"/>
          <p:cNvSpPr txBox="1">
            <a:spLocks noGrp="1"/>
          </p:cNvSpPr>
          <p:nvPr>
            <p:ph type="title"/>
          </p:nvPr>
        </p:nvSpPr>
        <p:spPr>
          <a:xfrm>
            <a:off x="274320" y="3429000"/>
            <a:ext cx="5874900" cy="26544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213.xml><?xml version="1.0" encoding="utf-8"?>
<p:sldLayout xmlns:a="http://schemas.openxmlformats.org/drawingml/2006/main" xmlns:r="http://schemas.openxmlformats.org/officeDocument/2006/relationships" xmlns:p="http://schemas.openxmlformats.org/presentationml/2006/main" matchingName="Section Header - Big Number Light teal">
  <p:cSld name="Section Header - Big Number Light teal">
    <p:bg>
      <p:bgPr>
        <a:solidFill>
          <a:schemeClr val="accent1"/>
        </a:solidFill>
        <a:effectLst/>
      </p:bgPr>
    </p:bg>
    <p:spTree>
      <p:nvGrpSpPr>
        <p:cNvPr id="1" name="Shape 2411"/>
        <p:cNvGrpSpPr/>
        <p:nvPr/>
      </p:nvGrpSpPr>
      <p:grpSpPr>
        <a:xfrm>
          <a:off x="0" y="0"/>
          <a:ext cx="0" cy="0"/>
          <a:chOff x="0" y="0"/>
          <a:chExt cx="0" cy="0"/>
        </a:xfrm>
      </p:grpSpPr>
      <p:sp>
        <p:nvSpPr>
          <p:cNvPr id="2412" name="Google Shape;2412;p216"/>
          <p:cNvSpPr txBox="1">
            <a:spLocks noGrp="1"/>
          </p:cNvSpPr>
          <p:nvPr>
            <p:ph type="body" idx="1"/>
          </p:nvPr>
        </p:nvSpPr>
        <p:spPr>
          <a:xfrm>
            <a:off x="274318" y="1571626"/>
            <a:ext cx="1904400" cy="17202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9000"/>
              <a:buFont typeface="Arial"/>
              <a:buNone/>
              <a:defRPr sz="9000" b="0">
                <a:solidFill>
                  <a:schemeClr val="lt1"/>
                </a:solidFill>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2413" name="Google Shape;2413;p216"/>
          <p:cNvSpPr txBox="1">
            <a:spLocks noGrp="1"/>
          </p:cNvSpPr>
          <p:nvPr>
            <p:ph type="title"/>
          </p:nvPr>
        </p:nvSpPr>
        <p:spPr>
          <a:xfrm>
            <a:off x="274320" y="3429000"/>
            <a:ext cx="5874900" cy="26544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214.xml><?xml version="1.0" encoding="utf-8"?>
<p:sldLayout xmlns:a="http://schemas.openxmlformats.org/drawingml/2006/main" xmlns:r="http://schemas.openxmlformats.org/officeDocument/2006/relationships" xmlns:p="http://schemas.openxmlformats.org/presentationml/2006/main" matchingName="2_Section Header - Number Black">
  <p:cSld name="2_Section Header - Number Black">
    <p:bg>
      <p:bgPr>
        <a:solidFill>
          <a:schemeClr val="dk1"/>
        </a:solidFill>
        <a:effectLst/>
      </p:bgPr>
    </p:bg>
    <p:spTree>
      <p:nvGrpSpPr>
        <p:cNvPr id="1" name="Shape 2414"/>
        <p:cNvGrpSpPr/>
        <p:nvPr/>
      </p:nvGrpSpPr>
      <p:grpSpPr>
        <a:xfrm>
          <a:off x="0" y="0"/>
          <a:ext cx="0" cy="0"/>
          <a:chOff x="0" y="0"/>
          <a:chExt cx="0" cy="0"/>
        </a:xfrm>
      </p:grpSpPr>
      <p:sp>
        <p:nvSpPr>
          <p:cNvPr id="2415" name="Google Shape;2415;p217"/>
          <p:cNvSpPr txBox="1">
            <a:spLocks noGrp="1"/>
          </p:cNvSpPr>
          <p:nvPr>
            <p:ph type="body" idx="1"/>
          </p:nvPr>
        </p:nvSpPr>
        <p:spPr>
          <a:xfrm>
            <a:off x="274318" y="1571626"/>
            <a:ext cx="1904400" cy="17202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9000"/>
              <a:buFont typeface="Arial"/>
              <a:buNone/>
              <a:defRPr sz="9000" b="0">
                <a:solidFill>
                  <a:schemeClr val="lt1"/>
                </a:solidFill>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2416" name="Google Shape;2416;p217"/>
          <p:cNvSpPr txBox="1">
            <a:spLocks noGrp="1"/>
          </p:cNvSpPr>
          <p:nvPr>
            <p:ph type="title"/>
          </p:nvPr>
        </p:nvSpPr>
        <p:spPr>
          <a:xfrm>
            <a:off x="274320" y="3429000"/>
            <a:ext cx="5874900" cy="26544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215.xml><?xml version="1.0" encoding="utf-8"?>
<p:sldLayout xmlns:a="http://schemas.openxmlformats.org/drawingml/2006/main" xmlns:r="http://schemas.openxmlformats.org/officeDocument/2006/relationships" xmlns:p="http://schemas.openxmlformats.org/presentationml/2006/main" matchingName="Section Header - Big Number and Image">
  <p:cSld name="Section Header - Big Number and Image">
    <p:bg>
      <p:bgPr>
        <a:solidFill>
          <a:srgbClr val="006E74"/>
        </a:solidFill>
        <a:effectLst/>
      </p:bgPr>
    </p:bg>
    <p:spTree>
      <p:nvGrpSpPr>
        <p:cNvPr id="1" name="Shape 2417"/>
        <p:cNvGrpSpPr/>
        <p:nvPr/>
      </p:nvGrpSpPr>
      <p:grpSpPr>
        <a:xfrm>
          <a:off x="0" y="0"/>
          <a:ext cx="0" cy="0"/>
          <a:chOff x="0" y="0"/>
          <a:chExt cx="0" cy="0"/>
        </a:xfrm>
      </p:grpSpPr>
      <p:sp>
        <p:nvSpPr>
          <p:cNvPr id="2418" name="Google Shape;2418;p218"/>
          <p:cNvSpPr txBox="1">
            <a:spLocks noGrp="1"/>
          </p:cNvSpPr>
          <p:nvPr>
            <p:ph type="body" idx="1"/>
          </p:nvPr>
        </p:nvSpPr>
        <p:spPr>
          <a:xfrm>
            <a:off x="4640580" y="1571626"/>
            <a:ext cx="1904400" cy="14001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7200"/>
              <a:buFont typeface="Arial"/>
              <a:buNone/>
              <a:defRPr sz="7200" b="0">
                <a:solidFill>
                  <a:schemeClr val="lt1"/>
                </a:solidFill>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2419" name="Google Shape;2419;p218"/>
          <p:cNvSpPr txBox="1">
            <a:spLocks noGrp="1"/>
          </p:cNvSpPr>
          <p:nvPr>
            <p:ph type="title"/>
          </p:nvPr>
        </p:nvSpPr>
        <p:spPr>
          <a:xfrm>
            <a:off x="4640580" y="2971800"/>
            <a:ext cx="4206300" cy="31116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20" name="Google Shape;2420;p218"/>
          <p:cNvSpPr>
            <a:spLocks noGrp="1"/>
          </p:cNvSpPr>
          <p:nvPr>
            <p:ph type="pic" idx="2"/>
          </p:nvPr>
        </p:nvSpPr>
        <p:spPr>
          <a:xfrm>
            <a:off x="0" y="0"/>
            <a:ext cx="4229100" cy="6858000"/>
          </a:xfrm>
          <a:prstGeom prst="rect">
            <a:avLst/>
          </a:prstGeom>
          <a:solidFill>
            <a:srgbClr val="D7E0E3"/>
          </a:solidFill>
          <a:ln>
            <a:noFill/>
          </a:ln>
        </p:spPr>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216.xml><?xml version="1.0" encoding="utf-8"?>
<p:sldLayout xmlns:a="http://schemas.openxmlformats.org/drawingml/2006/main" xmlns:r="http://schemas.openxmlformats.org/officeDocument/2006/relationships" xmlns:p="http://schemas.openxmlformats.org/presentationml/2006/main" matchingName="Section Header - Big Number and Image Light teal">
  <p:cSld name="Section Header - Big Number and Image Light teal">
    <p:bg>
      <p:bgPr>
        <a:solidFill>
          <a:schemeClr val="accent1"/>
        </a:solidFill>
        <a:effectLst/>
      </p:bgPr>
    </p:bg>
    <p:spTree>
      <p:nvGrpSpPr>
        <p:cNvPr id="1" name="Shape 2421"/>
        <p:cNvGrpSpPr/>
        <p:nvPr/>
      </p:nvGrpSpPr>
      <p:grpSpPr>
        <a:xfrm>
          <a:off x="0" y="0"/>
          <a:ext cx="0" cy="0"/>
          <a:chOff x="0" y="0"/>
          <a:chExt cx="0" cy="0"/>
        </a:xfrm>
      </p:grpSpPr>
      <p:sp>
        <p:nvSpPr>
          <p:cNvPr id="2422" name="Google Shape;2422;p219"/>
          <p:cNvSpPr>
            <a:spLocks noGrp="1"/>
          </p:cNvSpPr>
          <p:nvPr>
            <p:ph type="pic" idx="2"/>
          </p:nvPr>
        </p:nvSpPr>
        <p:spPr>
          <a:xfrm>
            <a:off x="0" y="0"/>
            <a:ext cx="4229100" cy="6858000"/>
          </a:xfrm>
          <a:prstGeom prst="rect">
            <a:avLst/>
          </a:prstGeom>
          <a:solidFill>
            <a:srgbClr val="D7E0E3"/>
          </a:solidFill>
          <a:ln>
            <a:noFill/>
          </a:ln>
        </p:spPr>
      </p:sp>
      <p:sp>
        <p:nvSpPr>
          <p:cNvPr id="2423" name="Google Shape;2423;p219"/>
          <p:cNvSpPr txBox="1">
            <a:spLocks noGrp="1"/>
          </p:cNvSpPr>
          <p:nvPr>
            <p:ph type="body" idx="1"/>
          </p:nvPr>
        </p:nvSpPr>
        <p:spPr>
          <a:xfrm>
            <a:off x="4640580" y="1571626"/>
            <a:ext cx="1904400" cy="14001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7200"/>
              <a:buFont typeface="Arial"/>
              <a:buNone/>
              <a:defRPr sz="7200" b="0">
                <a:solidFill>
                  <a:schemeClr val="lt1"/>
                </a:solidFill>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2424" name="Google Shape;2424;p219"/>
          <p:cNvSpPr txBox="1">
            <a:spLocks noGrp="1"/>
          </p:cNvSpPr>
          <p:nvPr>
            <p:ph type="title"/>
          </p:nvPr>
        </p:nvSpPr>
        <p:spPr>
          <a:xfrm>
            <a:off x="4640580" y="2971800"/>
            <a:ext cx="4206300" cy="31116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217.xml><?xml version="1.0" encoding="utf-8"?>
<p:sldLayout xmlns:a="http://schemas.openxmlformats.org/drawingml/2006/main" xmlns:r="http://schemas.openxmlformats.org/officeDocument/2006/relationships" xmlns:p="http://schemas.openxmlformats.org/presentationml/2006/main" matchingName="Section Header - Big Number and Image Black">
  <p:cSld name="Section Header - Big Number and Image Black">
    <p:bg>
      <p:bgPr>
        <a:solidFill>
          <a:schemeClr val="dk1"/>
        </a:solidFill>
        <a:effectLst/>
      </p:bgPr>
    </p:bg>
    <p:spTree>
      <p:nvGrpSpPr>
        <p:cNvPr id="1" name="Shape 2425"/>
        <p:cNvGrpSpPr/>
        <p:nvPr/>
      </p:nvGrpSpPr>
      <p:grpSpPr>
        <a:xfrm>
          <a:off x="0" y="0"/>
          <a:ext cx="0" cy="0"/>
          <a:chOff x="0" y="0"/>
          <a:chExt cx="0" cy="0"/>
        </a:xfrm>
      </p:grpSpPr>
      <p:sp>
        <p:nvSpPr>
          <p:cNvPr id="2426" name="Google Shape;2426;p220"/>
          <p:cNvSpPr>
            <a:spLocks noGrp="1"/>
          </p:cNvSpPr>
          <p:nvPr>
            <p:ph type="pic" idx="2"/>
          </p:nvPr>
        </p:nvSpPr>
        <p:spPr>
          <a:xfrm>
            <a:off x="0" y="0"/>
            <a:ext cx="4229100" cy="6858000"/>
          </a:xfrm>
          <a:prstGeom prst="rect">
            <a:avLst/>
          </a:prstGeom>
          <a:solidFill>
            <a:srgbClr val="D7E0E3"/>
          </a:solidFill>
          <a:ln>
            <a:noFill/>
          </a:ln>
        </p:spPr>
      </p:sp>
      <p:sp>
        <p:nvSpPr>
          <p:cNvPr id="2427" name="Google Shape;2427;p220"/>
          <p:cNvSpPr txBox="1">
            <a:spLocks noGrp="1"/>
          </p:cNvSpPr>
          <p:nvPr>
            <p:ph type="body" idx="1"/>
          </p:nvPr>
        </p:nvSpPr>
        <p:spPr>
          <a:xfrm>
            <a:off x="4640580" y="1571626"/>
            <a:ext cx="1904400" cy="14001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7200"/>
              <a:buFont typeface="Arial"/>
              <a:buNone/>
              <a:defRPr sz="7200" b="0">
                <a:solidFill>
                  <a:schemeClr val="lt1"/>
                </a:solidFill>
                <a:latin typeface="Arial"/>
                <a:ea typeface="Arial"/>
                <a:cs typeface="Arial"/>
                <a:sym typeface="Arial"/>
              </a:defRPr>
            </a:lvl1pPr>
            <a:lvl2pPr marL="914400" lvl="1" indent="-228600" algn="r">
              <a:lnSpc>
                <a:spcPct val="85000"/>
              </a:lnSpc>
              <a:spcBef>
                <a:spcPts val="0"/>
              </a:spcBef>
              <a:spcAft>
                <a:spcPts val="0"/>
              </a:spcAft>
              <a:buClr>
                <a:schemeClr val="lt1"/>
              </a:buClr>
              <a:buSzPts val="5400"/>
              <a:buFont typeface="Arial"/>
              <a:buNone/>
              <a:defRPr sz="5400"/>
            </a:lvl2pPr>
            <a:lvl3pPr marL="1371600" lvl="2" indent="-228600" algn="r">
              <a:lnSpc>
                <a:spcPct val="85000"/>
              </a:lnSpc>
              <a:spcBef>
                <a:spcPts val="0"/>
              </a:spcBef>
              <a:spcAft>
                <a:spcPts val="0"/>
              </a:spcAft>
              <a:buClr>
                <a:schemeClr val="lt1"/>
              </a:buClr>
              <a:buSzPts val="5400"/>
              <a:buFont typeface="Arial"/>
              <a:buNone/>
              <a:defRPr sz="5400"/>
            </a:lvl3pPr>
            <a:lvl4pPr marL="1828800" lvl="3" indent="-228600" algn="r">
              <a:lnSpc>
                <a:spcPct val="85000"/>
              </a:lnSpc>
              <a:spcBef>
                <a:spcPts val="0"/>
              </a:spcBef>
              <a:spcAft>
                <a:spcPts val="0"/>
              </a:spcAft>
              <a:buClr>
                <a:schemeClr val="lt1"/>
              </a:buClr>
              <a:buSzPts val="5400"/>
              <a:buFont typeface="Arial"/>
              <a:buNone/>
              <a:defRPr sz="5400"/>
            </a:lvl4pPr>
            <a:lvl5pPr marL="2286000" lvl="4" indent="-228600" algn="r">
              <a:lnSpc>
                <a:spcPct val="85000"/>
              </a:lnSpc>
              <a:spcBef>
                <a:spcPts val="0"/>
              </a:spcBef>
              <a:spcAft>
                <a:spcPts val="0"/>
              </a:spcAft>
              <a:buClr>
                <a:schemeClr val="lt1"/>
              </a:buClr>
              <a:buSzPts val="5400"/>
              <a:buFont typeface="Arial"/>
              <a:buNone/>
              <a:defRPr sz="5400"/>
            </a:lvl5pPr>
            <a:lvl6pPr marL="2743200" lvl="5" indent="-228600" algn="r">
              <a:lnSpc>
                <a:spcPct val="85000"/>
              </a:lnSpc>
              <a:spcBef>
                <a:spcPts val="0"/>
              </a:spcBef>
              <a:spcAft>
                <a:spcPts val="0"/>
              </a:spcAft>
              <a:buClr>
                <a:schemeClr val="lt1"/>
              </a:buClr>
              <a:buSzPts val="5400"/>
              <a:buFont typeface="Arial"/>
              <a:buNone/>
              <a:defRPr sz="5400"/>
            </a:lvl6pPr>
            <a:lvl7pPr marL="3200400" lvl="6" indent="-228600" algn="r">
              <a:lnSpc>
                <a:spcPct val="85000"/>
              </a:lnSpc>
              <a:spcBef>
                <a:spcPts val="0"/>
              </a:spcBef>
              <a:spcAft>
                <a:spcPts val="0"/>
              </a:spcAft>
              <a:buClr>
                <a:schemeClr val="lt1"/>
              </a:buClr>
              <a:buSzPts val="5400"/>
              <a:buFont typeface="Arial"/>
              <a:buNone/>
              <a:defRPr sz="5400"/>
            </a:lvl7pPr>
            <a:lvl8pPr marL="3657600" lvl="7" indent="-228600" algn="r">
              <a:lnSpc>
                <a:spcPct val="85000"/>
              </a:lnSpc>
              <a:spcBef>
                <a:spcPts val="0"/>
              </a:spcBef>
              <a:spcAft>
                <a:spcPts val="0"/>
              </a:spcAft>
              <a:buClr>
                <a:schemeClr val="lt1"/>
              </a:buClr>
              <a:buSzPts val="5400"/>
              <a:buFont typeface="Arial"/>
              <a:buNone/>
              <a:defRPr sz="5400"/>
            </a:lvl8pPr>
            <a:lvl9pPr marL="4114800" lvl="8" indent="-228600" algn="r">
              <a:lnSpc>
                <a:spcPct val="85000"/>
              </a:lnSpc>
              <a:spcBef>
                <a:spcPts val="0"/>
              </a:spcBef>
              <a:spcAft>
                <a:spcPts val="0"/>
              </a:spcAft>
              <a:buClr>
                <a:schemeClr val="lt1"/>
              </a:buClr>
              <a:buSzPts val="5400"/>
              <a:buFont typeface="Arial"/>
              <a:buNone/>
              <a:defRPr sz="5400"/>
            </a:lvl9pPr>
          </a:lstStyle>
          <a:p>
            <a:endParaRPr/>
          </a:p>
        </p:txBody>
      </p:sp>
      <p:sp>
        <p:nvSpPr>
          <p:cNvPr id="2428" name="Google Shape;2428;p220"/>
          <p:cNvSpPr txBox="1">
            <a:spLocks noGrp="1"/>
          </p:cNvSpPr>
          <p:nvPr>
            <p:ph type="title"/>
          </p:nvPr>
        </p:nvSpPr>
        <p:spPr>
          <a:xfrm>
            <a:off x="4640580" y="2971800"/>
            <a:ext cx="4206300" cy="3111600"/>
          </a:xfrm>
          <a:prstGeom prst="rect">
            <a:avLst/>
          </a:prstGeom>
          <a:noFill/>
          <a:ln>
            <a:noFill/>
          </a:ln>
        </p:spPr>
        <p:txBody>
          <a:bodyPr spcFirstLastPara="1" wrap="square" lIns="0" tIns="0" rIns="0" bIns="0" anchor="t" anchorCtr="0">
            <a:noAutofit/>
          </a:bodyPr>
          <a:lstStyle>
            <a:lvl1pPr lvl="0" algn="l">
              <a:lnSpc>
                <a:spcPct val="85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218.xml><?xml version="1.0" encoding="utf-8"?>
<p:sldLayout xmlns:a="http://schemas.openxmlformats.org/drawingml/2006/main" xmlns:r="http://schemas.openxmlformats.org/officeDocument/2006/relationships" xmlns:p="http://schemas.openxmlformats.org/presentationml/2006/main" matchingName="1_Section Header - Big Number">
  <p:cSld name="1_Section Header - Big Number">
    <p:bg>
      <p:bgPr>
        <a:solidFill>
          <a:srgbClr val="006E74"/>
        </a:solidFill>
        <a:effectLst/>
      </p:bgPr>
    </p:bg>
    <p:spTree>
      <p:nvGrpSpPr>
        <p:cNvPr id="1" name="Shape 2429"/>
        <p:cNvGrpSpPr/>
        <p:nvPr/>
      </p:nvGrpSpPr>
      <p:grpSpPr>
        <a:xfrm>
          <a:off x="0" y="0"/>
          <a:ext cx="0" cy="0"/>
          <a:chOff x="0" y="0"/>
          <a:chExt cx="0" cy="0"/>
        </a:xfrm>
      </p:grpSpPr>
      <p:sp>
        <p:nvSpPr>
          <p:cNvPr id="2430" name="Google Shape;2430;p221"/>
          <p:cNvSpPr txBox="1">
            <a:spLocks noGrp="1"/>
          </p:cNvSpPr>
          <p:nvPr>
            <p:ph type="body" idx="1"/>
          </p:nvPr>
        </p:nvSpPr>
        <p:spPr>
          <a:xfrm>
            <a:off x="274319" y="365126"/>
            <a:ext cx="1894200" cy="3473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12750"/>
              <a:buFont typeface="Arial"/>
              <a:buNone/>
              <a:defRPr sz="12750">
                <a:latin typeface="Arial"/>
                <a:ea typeface="Arial"/>
                <a:cs typeface="Arial"/>
                <a:sym typeface="Arial"/>
              </a:defRPr>
            </a:lvl1pPr>
            <a:lvl2pPr marL="914400" lvl="1" indent="-228600" algn="l">
              <a:lnSpc>
                <a:spcPct val="85000"/>
              </a:lnSpc>
              <a:spcBef>
                <a:spcPts val="0"/>
              </a:spcBef>
              <a:spcAft>
                <a:spcPts val="0"/>
              </a:spcAft>
              <a:buClr>
                <a:schemeClr val="lt1"/>
              </a:buClr>
              <a:buSzPts val="12750"/>
              <a:buFont typeface="Arial"/>
              <a:buNone/>
              <a:defRPr sz="12750"/>
            </a:lvl2pPr>
            <a:lvl3pPr marL="1371600" lvl="2" indent="-228600" algn="l">
              <a:lnSpc>
                <a:spcPct val="85000"/>
              </a:lnSpc>
              <a:spcBef>
                <a:spcPts val="0"/>
              </a:spcBef>
              <a:spcAft>
                <a:spcPts val="0"/>
              </a:spcAft>
              <a:buClr>
                <a:schemeClr val="lt1"/>
              </a:buClr>
              <a:buSzPts val="12750"/>
              <a:buFont typeface="Arial"/>
              <a:buNone/>
              <a:defRPr sz="12750"/>
            </a:lvl3pPr>
            <a:lvl4pPr marL="1828800" lvl="3" indent="-228600" algn="l">
              <a:lnSpc>
                <a:spcPct val="85000"/>
              </a:lnSpc>
              <a:spcBef>
                <a:spcPts val="0"/>
              </a:spcBef>
              <a:spcAft>
                <a:spcPts val="0"/>
              </a:spcAft>
              <a:buClr>
                <a:schemeClr val="lt1"/>
              </a:buClr>
              <a:buSzPts val="12750"/>
              <a:buFont typeface="Arial"/>
              <a:buNone/>
              <a:defRPr sz="12750"/>
            </a:lvl4pPr>
            <a:lvl5pPr marL="2286000" lvl="4" indent="-228600" algn="l">
              <a:lnSpc>
                <a:spcPct val="85000"/>
              </a:lnSpc>
              <a:spcBef>
                <a:spcPts val="0"/>
              </a:spcBef>
              <a:spcAft>
                <a:spcPts val="0"/>
              </a:spcAft>
              <a:buClr>
                <a:schemeClr val="lt1"/>
              </a:buClr>
              <a:buSzPts val="12750"/>
              <a:buFont typeface="Arial"/>
              <a:buNone/>
              <a:defRPr sz="12750"/>
            </a:lvl5pPr>
            <a:lvl6pPr marL="2743200" lvl="5" indent="-228600" algn="l">
              <a:lnSpc>
                <a:spcPct val="85000"/>
              </a:lnSpc>
              <a:spcBef>
                <a:spcPts val="0"/>
              </a:spcBef>
              <a:spcAft>
                <a:spcPts val="0"/>
              </a:spcAft>
              <a:buClr>
                <a:schemeClr val="lt1"/>
              </a:buClr>
              <a:buSzPts val="12750"/>
              <a:buFont typeface="Arial"/>
              <a:buNone/>
              <a:defRPr sz="12750"/>
            </a:lvl6pPr>
            <a:lvl7pPr marL="3200400" lvl="6" indent="-228600" algn="l">
              <a:lnSpc>
                <a:spcPct val="85000"/>
              </a:lnSpc>
              <a:spcBef>
                <a:spcPts val="0"/>
              </a:spcBef>
              <a:spcAft>
                <a:spcPts val="0"/>
              </a:spcAft>
              <a:buClr>
                <a:schemeClr val="lt1"/>
              </a:buClr>
              <a:buSzPts val="12750"/>
              <a:buFont typeface="Arial"/>
              <a:buNone/>
              <a:defRPr sz="12750"/>
            </a:lvl7pPr>
            <a:lvl8pPr marL="3657600" lvl="7" indent="-228600" algn="l">
              <a:lnSpc>
                <a:spcPct val="85000"/>
              </a:lnSpc>
              <a:spcBef>
                <a:spcPts val="0"/>
              </a:spcBef>
              <a:spcAft>
                <a:spcPts val="0"/>
              </a:spcAft>
              <a:buClr>
                <a:schemeClr val="lt1"/>
              </a:buClr>
              <a:buSzPts val="12750"/>
              <a:buFont typeface="Arial"/>
              <a:buNone/>
              <a:defRPr sz="12750"/>
            </a:lvl8pPr>
            <a:lvl9pPr marL="4114800" lvl="8" indent="-228600" algn="l">
              <a:lnSpc>
                <a:spcPct val="85000"/>
              </a:lnSpc>
              <a:spcBef>
                <a:spcPts val="0"/>
              </a:spcBef>
              <a:spcAft>
                <a:spcPts val="0"/>
              </a:spcAft>
              <a:buClr>
                <a:schemeClr val="lt1"/>
              </a:buClr>
              <a:buSzPts val="12750"/>
              <a:buFont typeface="Arial"/>
              <a:buNone/>
              <a:defRPr sz="12750"/>
            </a:lvl9pPr>
          </a:lstStyle>
          <a:p>
            <a:endParaRPr/>
          </a:p>
        </p:txBody>
      </p:sp>
      <p:sp>
        <p:nvSpPr>
          <p:cNvPr id="2431" name="Google Shape;2431;p221"/>
          <p:cNvSpPr txBox="1">
            <a:spLocks noGrp="1"/>
          </p:cNvSpPr>
          <p:nvPr>
            <p:ph type="title"/>
          </p:nvPr>
        </p:nvSpPr>
        <p:spPr>
          <a:xfrm>
            <a:off x="1371600" y="2329840"/>
            <a:ext cx="7495800" cy="15087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32" name="Google Shape;2432;p221"/>
          <p:cNvSpPr txBox="1">
            <a:spLocks noGrp="1"/>
          </p:cNvSpPr>
          <p:nvPr>
            <p:ph type="body" idx="2"/>
          </p:nvPr>
        </p:nvSpPr>
        <p:spPr>
          <a:xfrm>
            <a:off x="1371599" y="4114800"/>
            <a:ext cx="7495800" cy="19686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219.xml><?xml version="1.0" encoding="utf-8"?>
<p:sldLayout xmlns:a="http://schemas.openxmlformats.org/drawingml/2006/main" xmlns:r="http://schemas.openxmlformats.org/officeDocument/2006/relationships" xmlns:p="http://schemas.openxmlformats.org/presentationml/2006/main" matchingName="1_Section Header - Big Number Light teal">
  <p:cSld name="1_Section Header - Big Number Light teal">
    <p:bg>
      <p:bgPr>
        <a:solidFill>
          <a:schemeClr val="accent1"/>
        </a:solidFill>
        <a:effectLst/>
      </p:bgPr>
    </p:bg>
    <p:spTree>
      <p:nvGrpSpPr>
        <p:cNvPr id="1" name="Shape 2433"/>
        <p:cNvGrpSpPr/>
        <p:nvPr/>
      </p:nvGrpSpPr>
      <p:grpSpPr>
        <a:xfrm>
          <a:off x="0" y="0"/>
          <a:ext cx="0" cy="0"/>
          <a:chOff x="0" y="0"/>
          <a:chExt cx="0" cy="0"/>
        </a:xfrm>
      </p:grpSpPr>
      <p:sp>
        <p:nvSpPr>
          <p:cNvPr id="2434" name="Google Shape;2434;p222"/>
          <p:cNvSpPr txBox="1">
            <a:spLocks noGrp="1"/>
          </p:cNvSpPr>
          <p:nvPr>
            <p:ph type="body" idx="1"/>
          </p:nvPr>
        </p:nvSpPr>
        <p:spPr>
          <a:xfrm>
            <a:off x="274319" y="365126"/>
            <a:ext cx="1894200" cy="3473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12750"/>
              <a:buFont typeface="Arial"/>
              <a:buNone/>
              <a:defRPr sz="12750">
                <a:latin typeface="Arial"/>
                <a:ea typeface="Arial"/>
                <a:cs typeface="Arial"/>
                <a:sym typeface="Arial"/>
              </a:defRPr>
            </a:lvl1pPr>
            <a:lvl2pPr marL="914400" lvl="1" indent="-228600" algn="l">
              <a:lnSpc>
                <a:spcPct val="85000"/>
              </a:lnSpc>
              <a:spcBef>
                <a:spcPts val="0"/>
              </a:spcBef>
              <a:spcAft>
                <a:spcPts val="0"/>
              </a:spcAft>
              <a:buClr>
                <a:schemeClr val="lt1"/>
              </a:buClr>
              <a:buSzPts val="12750"/>
              <a:buFont typeface="Arial"/>
              <a:buNone/>
              <a:defRPr sz="12750"/>
            </a:lvl2pPr>
            <a:lvl3pPr marL="1371600" lvl="2" indent="-228600" algn="l">
              <a:lnSpc>
                <a:spcPct val="85000"/>
              </a:lnSpc>
              <a:spcBef>
                <a:spcPts val="0"/>
              </a:spcBef>
              <a:spcAft>
                <a:spcPts val="0"/>
              </a:spcAft>
              <a:buClr>
                <a:schemeClr val="lt1"/>
              </a:buClr>
              <a:buSzPts val="12750"/>
              <a:buFont typeface="Arial"/>
              <a:buNone/>
              <a:defRPr sz="12750"/>
            </a:lvl3pPr>
            <a:lvl4pPr marL="1828800" lvl="3" indent="-228600" algn="l">
              <a:lnSpc>
                <a:spcPct val="85000"/>
              </a:lnSpc>
              <a:spcBef>
                <a:spcPts val="0"/>
              </a:spcBef>
              <a:spcAft>
                <a:spcPts val="0"/>
              </a:spcAft>
              <a:buClr>
                <a:schemeClr val="lt1"/>
              </a:buClr>
              <a:buSzPts val="12750"/>
              <a:buFont typeface="Arial"/>
              <a:buNone/>
              <a:defRPr sz="12750"/>
            </a:lvl4pPr>
            <a:lvl5pPr marL="2286000" lvl="4" indent="-228600" algn="l">
              <a:lnSpc>
                <a:spcPct val="85000"/>
              </a:lnSpc>
              <a:spcBef>
                <a:spcPts val="0"/>
              </a:spcBef>
              <a:spcAft>
                <a:spcPts val="0"/>
              </a:spcAft>
              <a:buClr>
                <a:schemeClr val="lt1"/>
              </a:buClr>
              <a:buSzPts val="12750"/>
              <a:buFont typeface="Arial"/>
              <a:buNone/>
              <a:defRPr sz="12750"/>
            </a:lvl5pPr>
            <a:lvl6pPr marL="2743200" lvl="5" indent="-228600" algn="l">
              <a:lnSpc>
                <a:spcPct val="85000"/>
              </a:lnSpc>
              <a:spcBef>
                <a:spcPts val="0"/>
              </a:spcBef>
              <a:spcAft>
                <a:spcPts val="0"/>
              </a:spcAft>
              <a:buClr>
                <a:schemeClr val="lt1"/>
              </a:buClr>
              <a:buSzPts val="12750"/>
              <a:buFont typeface="Arial"/>
              <a:buNone/>
              <a:defRPr sz="12750"/>
            </a:lvl6pPr>
            <a:lvl7pPr marL="3200400" lvl="6" indent="-228600" algn="l">
              <a:lnSpc>
                <a:spcPct val="85000"/>
              </a:lnSpc>
              <a:spcBef>
                <a:spcPts val="0"/>
              </a:spcBef>
              <a:spcAft>
                <a:spcPts val="0"/>
              </a:spcAft>
              <a:buClr>
                <a:schemeClr val="lt1"/>
              </a:buClr>
              <a:buSzPts val="12750"/>
              <a:buFont typeface="Arial"/>
              <a:buNone/>
              <a:defRPr sz="12750"/>
            </a:lvl7pPr>
            <a:lvl8pPr marL="3657600" lvl="7" indent="-228600" algn="l">
              <a:lnSpc>
                <a:spcPct val="85000"/>
              </a:lnSpc>
              <a:spcBef>
                <a:spcPts val="0"/>
              </a:spcBef>
              <a:spcAft>
                <a:spcPts val="0"/>
              </a:spcAft>
              <a:buClr>
                <a:schemeClr val="lt1"/>
              </a:buClr>
              <a:buSzPts val="12750"/>
              <a:buFont typeface="Arial"/>
              <a:buNone/>
              <a:defRPr sz="12750"/>
            </a:lvl8pPr>
            <a:lvl9pPr marL="4114800" lvl="8" indent="-228600" algn="l">
              <a:lnSpc>
                <a:spcPct val="85000"/>
              </a:lnSpc>
              <a:spcBef>
                <a:spcPts val="0"/>
              </a:spcBef>
              <a:spcAft>
                <a:spcPts val="0"/>
              </a:spcAft>
              <a:buClr>
                <a:schemeClr val="lt1"/>
              </a:buClr>
              <a:buSzPts val="12750"/>
              <a:buFont typeface="Arial"/>
              <a:buNone/>
              <a:defRPr sz="12750"/>
            </a:lvl9pPr>
          </a:lstStyle>
          <a:p>
            <a:endParaRPr/>
          </a:p>
        </p:txBody>
      </p:sp>
      <p:sp>
        <p:nvSpPr>
          <p:cNvPr id="2435" name="Google Shape;2435;p222"/>
          <p:cNvSpPr txBox="1">
            <a:spLocks noGrp="1"/>
          </p:cNvSpPr>
          <p:nvPr>
            <p:ph type="title"/>
          </p:nvPr>
        </p:nvSpPr>
        <p:spPr>
          <a:xfrm>
            <a:off x="1371600" y="2329840"/>
            <a:ext cx="7495800" cy="15087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36" name="Google Shape;2436;p222"/>
          <p:cNvSpPr txBox="1">
            <a:spLocks noGrp="1"/>
          </p:cNvSpPr>
          <p:nvPr>
            <p:ph type="body" idx="2"/>
          </p:nvPr>
        </p:nvSpPr>
        <p:spPr>
          <a:xfrm>
            <a:off x="1371599" y="4114800"/>
            <a:ext cx="7495800" cy="19686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220.xml><?xml version="1.0" encoding="utf-8"?>
<p:sldLayout xmlns:a="http://schemas.openxmlformats.org/drawingml/2006/main" xmlns:r="http://schemas.openxmlformats.org/officeDocument/2006/relationships" xmlns:p="http://schemas.openxmlformats.org/presentationml/2006/main" matchingName="Section Header - Big Number Black">
  <p:cSld name="Section Header - Big Number Black">
    <p:bg>
      <p:bgPr>
        <a:solidFill>
          <a:schemeClr val="dk1"/>
        </a:solidFill>
        <a:effectLst/>
      </p:bgPr>
    </p:bg>
    <p:spTree>
      <p:nvGrpSpPr>
        <p:cNvPr id="1" name="Shape 2437"/>
        <p:cNvGrpSpPr/>
        <p:nvPr/>
      </p:nvGrpSpPr>
      <p:grpSpPr>
        <a:xfrm>
          <a:off x="0" y="0"/>
          <a:ext cx="0" cy="0"/>
          <a:chOff x="0" y="0"/>
          <a:chExt cx="0" cy="0"/>
        </a:xfrm>
      </p:grpSpPr>
      <p:sp>
        <p:nvSpPr>
          <p:cNvPr id="2438" name="Google Shape;2438;p223"/>
          <p:cNvSpPr txBox="1">
            <a:spLocks noGrp="1"/>
          </p:cNvSpPr>
          <p:nvPr>
            <p:ph type="body" idx="1"/>
          </p:nvPr>
        </p:nvSpPr>
        <p:spPr>
          <a:xfrm>
            <a:off x="274319" y="365126"/>
            <a:ext cx="1894200" cy="3473400"/>
          </a:xfrm>
          <a:prstGeom prst="rect">
            <a:avLst/>
          </a:prstGeom>
          <a:noFill/>
          <a:ln>
            <a:noFill/>
          </a:ln>
        </p:spPr>
        <p:txBody>
          <a:bodyPr spcFirstLastPara="1" wrap="square" lIns="0" tIns="0" rIns="0" bIns="0" anchor="t" anchorCtr="0">
            <a:noAutofit/>
          </a:bodyPr>
          <a:lstStyle>
            <a:lvl1pPr marL="457200" lvl="0" indent="-228600" algn="l">
              <a:lnSpc>
                <a:spcPct val="85000"/>
              </a:lnSpc>
              <a:spcBef>
                <a:spcPts val="0"/>
              </a:spcBef>
              <a:spcAft>
                <a:spcPts val="0"/>
              </a:spcAft>
              <a:buClr>
                <a:schemeClr val="lt1"/>
              </a:buClr>
              <a:buSzPts val="12750"/>
              <a:buFont typeface="Arial"/>
              <a:buNone/>
              <a:defRPr sz="12750">
                <a:latin typeface="Arial"/>
                <a:ea typeface="Arial"/>
                <a:cs typeface="Arial"/>
                <a:sym typeface="Arial"/>
              </a:defRPr>
            </a:lvl1pPr>
            <a:lvl2pPr marL="914400" lvl="1" indent="-228600" algn="l">
              <a:lnSpc>
                <a:spcPct val="85000"/>
              </a:lnSpc>
              <a:spcBef>
                <a:spcPts val="0"/>
              </a:spcBef>
              <a:spcAft>
                <a:spcPts val="0"/>
              </a:spcAft>
              <a:buClr>
                <a:schemeClr val="lt1"/>
              </a:buClr>
              <a:buSzPts val="12750"/>
              <a:buFont typeface="Arial"/>
              <a:buNone/>
              <a:defRPr sz="12750"/>
            </a:lvl2pPr>
            <a:lvl3pPr marL="1371600" lvl="2" indent="-228600" algn="l">
              <a:lnSpc>
                <a:spcPct val="85000"/>
              </a:lnSpc>
              <a:spcBef>
                <a:spcPts val="0"/>
              </a:spcBef>
              <a:spcAft>
                <a:spcPts val="0"/>
              </a:spcAft>
              <a:buClr>
                <a:schemeClr val="lt1"/>
              </a:buClr>
              <a:buSzPts val="12750"/>
              <a:buFont typeface="Arial"/>
              <a:buNone/>
              <a:defRPr sz="12750"/>
            </a:lvl3pPr>
            <a:lvl4pPr marL="1828800" lvl="3" indent="-228600" algn="l">
              <a:lnSpc>
                <a:spcPct val="85000"/>
              </a:lnSpc>
              <a:spcBef>
                <a:spcPts val="0"/>
              </a:spcBef>
              <a:spcAft>
                <a:spcPts val="0"/>
              </a:spcAft>
              <a:buClr>
                <a:schemeClr val="lt1"/>
              </a:buClr>
              <a:buSzPts val="12750"/>
              <a:buFont typeface="Arial"/>
              <a:buNone/>
              <a:defRPr sz="12750"/>
            </a:lvl4pPr>
            <a:lvl5pPr marL="2286000" lvl="4" indent="-228600" algn="l">
              <a:lnSpc>
                <a:spcPct val="85000"/>
              </a:lnSpc>
              <a:spcBef>
                <a:spcPts val="0"/>
              </a:spcBef>
              <a:spcAft>
                <a:spcPts val="0"/>
              </a:spcAft>
              <a:buClr>
                <a:schemeClr val="lt1"/>
              </a:buClr>
              <a:buSzPts val="12750"/>
              <a:buFont typeface="Arial"/>
              <a:buNone/>
              <a:defRPr sz="12750"/>
            </a:lvl5pPr>
            <a:lvl6pPr marL="2743200" lvl="5" indent="-228600" algn="l">
              <a:lnSpc>
                <a:spcPct val="85000"/>
              </a:lnSpc>
              <a:spcBef>
                <a:spcPts val="0"/>
              </a:spcBef>
              <a:spcAft>
                <a:spcPts val="0"/>
              </a:spcAft>
              <a:buClr>
                <a:schemeClr val="lt1"/>
              </a:buClr>
              <a:buSzPts val="12750"/>
              <a:buFont typeface="Arial"/>
              <a:buNone/>
              <a:defRPr sz="12750"/>
            </a:lvl6pPr>
            <a:lvl7pPr marL="3200400" lvl="6" indent="-228600" algn="l">
              <a:lnSpc>
                <a:spcPct val="85000"/>
              </a:lnSpc>
              <a:spcBef>
                <a:spcPts val="0"/>
              </a:spcBef>
              <a:spcAft>
                <a:spcPts val="0"/>
              </a:spcAft>
              <a:buClr>
                <a:schemeClr val="lt1"/>
              </a:buClr>
              <a:buSzPts val="12750"/>
              <a:buFont typeface="Arial"/>
              <a:buNone/>
              <a:defRPr sz="12750"/>
            </a:lvl7pPr>
            <a:lvl8pPr marL="3657600" lvl="7" indent="-228600" algn="l">
              <a:lnSpc>
                <a:spcPct val="85000"/>
              </a:lnSpc>
              <a:spcBef>
                <a:spcPts val="0"/>
              </a:spcBef>
              <a:spcAft>
                <a:spcPts val="0"/>
              </a:spcAft>
              <a:buClr>
                <a:schemeClr val="lt1"/>
              </a:buClr>
              <a:buSzPts val="12750"/>
              <a:buFont typeface="Arial"/>
              <a:buNone/>
              <a:defRPr sz="12750"/>
            </a:lvl8pPr>
            <a:lvl9pPr marL="4114800" lvl="8" indent="-228600" algn="l">
              <a:lnSpc>
                <a:spcPct val="85000"/>
              </a:lnSpc>
              <a:spcBef>
                <a:spcPts val="0"/>
              </a:spcBef>
              <a:spcAft>
                <a:spcPts val="0"/>
              </a:spcAft>
              <a:buClr>
                <a:schemeClr val="lt1"/>
              </a:buClr>
              <a:buSzPts val="12750"/>
              <a:buFont typeface="Arial"/>
              <a:buNone/>
              <a:defRPr sz="12750"/>
            </a:lvl9pPr>
          </a:lstStyle>
          <a:p>
            <a:endParaRPr/>
          </a:p>
        </p:txBody>
      </p:sp>
      <p:sp>
        <p:nvSpPr>
          <p:cNvPr id="2439" name="Google Shape;2439;p223"/>
          <p:cNvSpPr txBox="1">
            <a:spLocks noGrp="1"/>
          </p:cNvSpPr>
          <p:nvPr>
            <p:ph type="title"/>
          </p:nvPr>
        </p:nvSpPr>
        <p:spPr>
          <a:xfrm>
            <a:off x="1371600" y="2329840"/>
            <a:ext cx="7495800" cy="15087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lt1"/>
              </a:buClr>
              <a:buSzPts val="3600"/>
              <a:buFont typeface="Arial"/>
              <a:buNone/>
              <a:defRPr sz="3600" b="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40" name="Google Shape;2440;p223"/>
          <p:cNvSpPr txBox="1">
            <a:spLocks noGrp="1"/>
          </p:cNvSpPr>
          <p:nvPr>
            <p:ph type="body" idx="2"/>
          </p:nvPr>
        </p:nvSpPr>
        <p:spPr>
          <a:xfrm>
            <a:off x="1371599" y="4114800"/>
            <a:ext cx="7495800" cy="19686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150">
          <p15:clr>
            <a:srgbClr val="FBAE40"/>
          </p15:clr>
        </p15:guide>
        <p15:guide id="2" orient="horz" pos="3832">
          <p15:clr>
            <a:srgbClr val="FBAE40"/>
          </p15:clr>
        </p15:guide>
        <p15:guide id="3" orient="horz" pos="4148">
          <p15:clr>
            <a:srgbClr val="FBAE40"/>
          </p15:clr>
        </p15:guide>
        <p15:guide id="4" pos="1038">
          <p15:clr>
            <a:srgbClr val="FBAE40"/>
          </p15:clr>
        </p15:guide>
      </p15:sldGuideLst>
    </p:ext>
  </p:extLst>
</p:sldLayout>
</file>

<file path=ppt/slideLayouts/slideLayout221.xml><?xml version="1.0" encoding="utf-8"?>
<p:sldLayout xmlns:a="http://schemas.openxmlformats.org/drawingml/2006/main" xmlns:r="http://schemas.openxmlformats.org/officeDocument/2006/relationships" xmlns:p="http://schemas.openxmlformats.org/presentationml/2006/main" matchingName="1_Black background">
  <p:cSld name="1_Black background">
    <p:bg>
      <p:bgPr>
        <a:solidFill>
          <a:srgbClr val="231F20"/>
        </a:solidFill>
        <a:effectLst/>
      </p:bgPr>
    </p:bg>
    <p:spTree>
      <p:nvGrpSpPr>
        <p:cNvPr id="1" name="Shape 2441"/>
        <p:cNvGrpSpPr/>
        <p:nvPr/>
      </p:nvGrpSpPr>
      <p:grpSpPr>
        <a:xfrm>
          <a:off x="0" y="0"/>
          <a:ext cx="0" cy="0"/>
          <a:chOff x="0" y="0"/>
          <a:chExt cx="0" cy="0"/>
        </a:xfrm>
      </p:grpSpPr>
      <p:sp>
        <p:nvSpPr>
          <p:cNvPr id="2442" name="Google Shape;2442;p224"/>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494">
          <p15:clr>
            <a:srgbClr val="FBAE40"/>
          </p15:clr>
        </p15:guide>
      </p15:sldGuideLst>
    </p:ext>
  </p:extLst>
</p:sldLayout>
</file>

<file path=ppt/slideLayouts/slideLayout222.xml><?xml version="1.0" encoding="utf-8"?>
<p:sldLayout xmlns:a="http://schemas.openxmlformats.org/drawingml/2006/main" xmlns:r="http://schemas.openxmlformats.org/officeDocument/2006/relationships" xmlns:p="http://schemas.openxmlformats.org/presentationml/2006/main" matchingName="Sand background">
  <p:cSld name="Sand background">
    <p:bg>
      <p:bgPr>
        <a:solidFill>
          <a:schemeClr val="lt2"/>
        </a:solidFill>
        <a:effectLst/>
      </p:bgPr>
    </p:bg>
    <p:spTree>
      <p:nvGrpSpPr>
        <p:cNvPr id="1" name="Shape 2443"/>
        <p:cNvGrpSpPr/>
        <p:nvPr/>
      </p:nvGrpSpPr>
      <p:grpSpPr>
        <a:xfrm>
          <a:off x="0" y="0"/>
          <a:ext cx="0" cy="0"/>
          <a:chOff x="0" y="0"/>
          <a:chExt cx="0" cy="0"/>
        </a:xfrm>
      </p:grpSpPr>
      <p:sp>
        <p:nvSpPr>
          <p:cNvPr id="2444" name="Google Shape;2444;p225"/>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orient="horz" pos="4148">
          <p15:clr>
            <a:srgbClr val="FBAE40"/>
          </p15:clr>
        </p15:guide>
      </p15:sldGuideLst>
    </p:ext>
  </p:extLst>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matchingName="Half sand bottom half">
  <p:cSld name="Half sand bottom half">
    <p:bg>
      <p:bgPr>
        <a:solidFill>
          <a:schemeClr val="lt1"/>
        </a:solidFill>
        <a:effectLst/>
      </p:bgPr>
    </p:bg>
    <p:spTree>
      <p:nvGrpSpPr>
        <p:cNvPr id="1" name="Shape 2445"/>
        <p:cNvGrpSpPr/>
        <p:nvPr/>
      </p:nvGrpSpPr>
      <p:grpSpPr>
        <a:xfrm>
          <a:off x="0" y="0"/>
          <a:ext cx="0" cy="0"/>
          <a:chOff x="0" y="0"/>
          <a:chExt cx="0" cy="0"/>
        </a:xfrm>
      </p:grpSpPr>
      <p:sp>
        <p:nvSpPr>
          <p:cNvPr id="2446" name="Google Shape;2446;p226"/>
          <p:cNvSpPr/>
          <p:nvPr/>
        </p:nvSpPr>
        <p:spPr>
          <a:xfrm>
            <a:off x="0" y="3840480"/>
            <a:ext cx="9144000" cy="3017400"/>
          </a:xfrm>
          <a:prstGeom prst="rect">
            <a:avLst/>
          </a:prstGeom>
          <a:solidFill>
            <a:srgbClr val="ECECE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2447" name="Google Shape;2447;p226"/>
          <p:cNvSpPr txBox="1"/>
          <p:nvPr/>
        </p:nvSpPr>
        <p:spPr>
          <a:xfrm>
            <a:off x="-1481036" y="-1750979"/>
            <a:ext cx="0" cy="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chemeClr val="dk1"/>
              </a:buClr>
              <a:buSzPts val="1350"/>
              <a:buFont typeface="Arial"/>
              <a:buNone/>
            </a:pPr>
            <a:endParaRPr sz="1350">
              <a:solidFill>
                <a:schemeClr val="dk1"/>
              </a:solidFill>
              <a:latin typeface="Arial"/>
              <a:ea typeface="Arial"/>
              <a:cs typeface="Arial"/>
              <a:sym typeface="Arial"/>
            </a:endParaRPr>
          </a:p>
        </p:txBody>
      </p:sp>
      <p:sp>
        <p:nvSpPr>
          <p:cNvPr id="2448" name="Google Shape;2448;p226"/>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2449" name="Google Shape;2449;p226"/>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2450" name="Google Shape;2450;p226"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451" name="Google Shape;2451;p226"/>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748">
          <p15:clr>
            <a:srgbClr val="FBAE40"/>
          </p15:clr>
        </p15:guide>
        <p15:guide id="3" pos="4192">
          <p15:clr>
            <a:srgbClr val="FBAE40"/>
          </p15:clr>
        </p15:guide>
        <p15:guide id="4" pos="4004">
          <p15:clr>
            <a:srgbClr val="FBAE40"/>
          </p15:clr>
        </p15:guide>
        <p15:guide id="5" orient="horz" pos="776">
          <p15:clr>
            <a:srgbClr val="FBAE40"/>
          </p15:clr>
        </p15:guide>
      </p15:sldGuideLst>
    </p:ext>
  </p:extLst>
</p:sldLayout>
</file>

<file path=ppt/slideLayouts/slideLayout224.xml><?xml version="1.0" encoding="utf-8"?>
<p:sldLayout xmlns:a="http://schemas.openxmlformats.org/drawingml/2006/main" xmlns:r="http://schemas.openxmlformats.org/officeDocument/2006/relationships" xmlns:p="http://schemas.openxmlformats.org/presentationml/2006/main" matchingName="Title Only + bottom callout bar">
  <p:cSld name="Title Only + bottom callout bar">
    <p:spTree>
      <p:nvGrpSpPr>
        <p:cNvPr id="1" name="Shape 2452"/>
        <p:cNvGrpSpPr/>
        <p:nvPr/>
      </p:nvGrpSpPr>
      <p:grpSpPr>
        <a:xfrm>
          <a:off x="0" y="0"/>
          <a:ext cx="0" cy="0"/>
          <a:chOff x="0" y="0"/>
          <a:chExt cx="0" cy="0"/>
        </a:xfrm>
      </p:grpSpPr>
      <p:sp>
        <p:nvSpPr>
          <p:cNvPr id="2453" name="Google Shape;2453;p227"/>
          <p:cNvSpPr/>
          <p:nvPr/>
        </p:nvSpPr>
        <p:spPr>
          <a:xfrm>
            <a:off x="-1143" y="6114426"/>
            <a:ext cx="9144000" cy="587400"/>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454" name="Google Shape;2454;p227"/>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455" name="Google Shape;2455;p227" descr="Logo, icon&#10;&#10;Description automatically generated"/>
          <p:cNvPicPr preferRelativeResize="0"/>
          <p:nvPr/>
        </p:nvPicPr>
        <p:blipFill rotWithShape="1">
          <a:blip r:embed="rId2">
            <a:alphaModFix/>
          </a:blip>
          <a:srcRect/>
          <a:stretch/>
        </p:blipFill>
        <p:spPr>
          <a:xfrm>
            <a:off x="274320" y="6234730"/>
            <a:ext cx="243731" cy="359182"/>
          </a:xfrm>
          <a:prstGeom prst="rect">
            <a:avLst/>
          </a:prstGeom>
          <a:noFill/>
          <a:ln>
            <a:noFill/>
          </a:ln>
        </p:spPr>
      </p:pic>
      <p:sp>
        <p:nvSpPr>
          <p:cNvPr id="2456" name="Google Shape;2456;p227"/>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a:solidFill>
                  <a:schemeClr val="dk1"/>
                </a:solidFill>
                <a:latin typeface="Arial"/>
                <a:ea typeface="Arial"/>
                <a:cs typeface="Arial"/>
                <a:sym typeface="Arial"/>
              </a:rPr>
              <a:t> </a:t>
            </a:r>
            <a:fld id="{00000000-1234-1234-1234-123412341234}" type="slidenum">
              <a:rPr lang="en-US" sz="600">
                <a:solidFill>
                  <a:schemeClr val="dk1"/>
                </a:solidFill>
                <a:latin typeface="Arial"/>
                <a:ea typeface="Arial"/>
                <a:cs typeface="Arial"/>
                <a:sym typeface="Arial"/>
              </a:rPr>
              <a:t>‹#›</a:t>
            </a:fld>
            <a:endParaRPr sz="600">
              <a:solidFill>
                <a:schemeClr val="dk1"/>
              </a:solidFill>
              <a:latin typeface="Arial"/>
              <a:ea typeface="Arial"/>
              <a:cs typeface="Arial"/>
              <a:sym typeface="Arial"/>
            </a:endParaRPr>
          </a:p>
        </p:txBody>
      </p:sp>
      <p:sp>
        <p:nvSpPr>
          <p:cNvPr id="2457" name="Google Shape;2457;p227"/>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orient="horz" pos="4148">
          <p15:clr>
            <a:srgbClr val="FBAE40"/>
          </p15:clr>
        </p15:guide>
      </p15:sldGuideLst>
    </p:ext>
  </p:extLst>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matchingName="About UST summary">
  <p:cSld name="About UST summary">
    <p:bg>
      <p:bgPr>
        <a:solidFill>
          <a:schemeClr val="lt1"/>
        </a:solidFill>
        <a:effectLst/>
      </p:bgPr>
    </p:bg>
    <p:spTree>
      <p:nvGrpSpPr>
        <p:cNvPr id="1" name="Shape 2458"/>
        <p:cNvGrpSpPr/>
        <p:nvPr/>
      </p:nvGrpSpPr>
      <p:grpSpPr>
        <a:xfrm>
          <a:off x="0" y="0"/>
          <a:ext cx="0" cy="0"/>
          <a:chOff x="0" y="0"/>
          <a:chExt cx="0" cy="0"/>
        </a:xfrm>
      </p:grpSpPr>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4090">
          <p15:clr>
            <a:srgbClr val="FBAE40"/>
          </p15:clr>
        </p15:guide>
        <p15:guide id="2" pos="748">
          <p15:clr>
            <a:srgbClr val="FBAE40"/>
          </p15:clr>
        </p15:guide>
        <p15:guide id="3" pos="4192">
          <p15:clr>
            <a:srgbClr val="FBAE40"/>
          </p15:clr>
        </p15:guide>
        <p15:guide id="4" pos="4004">
          <p15:clr>
            <a:srgbClr val="FBAE40"/>
          </p15:clr>
        </p15:guide>
        <p15:guide id="5" orient="horz" pos="776">
          <p15:clr>
            <a:srgbClr val="FBAE40"/>
          </p15:clr>
        </p15:guide>
      </p15:sldGuideLst>
    </p:ext>
  </p:extLst>
</p:sldLayout>
</file>

<file path=ppt/slideLayouts/slideLayout22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2459"/>
        <p:cNvGrpSpPr/>
        <p:nvPr/>
      </p:nvGrpSpPr>
      <p:grpSpPr>
        <a:xfrm>
          <a:off x="0" y="0"/>
          <a:ext cx="0" cy="0"/>
          <a:chOff x="0" y="0"/>
          <a:chExt cx="0" cy="0"/>
        </a:xfrm>
      </p:grpSpPr>
      <p:sp>
        <p:nvSpPr>
          <p:cNvPr id="2460" name="Google Shape;2460;p229"/>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orient="horz" pos="4148">
          <p15:clr>
            <a:srgbClr val="FBAE40"/>
          </p15:clr>
        </p15:guide>
      </p15:sldGuideLst>
    </p:ext>
  </p:extLst>
</p:sldLayout>
</file>

<file path=ppt/slideLayouts/slideLayout227.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2461"/>
        <p:cNvGrpSpPr/>
        <p:nvPr/>
      </p:nvGrpSpPr>
      <p:grpSpPr>
        <a:xfrm>
          <a:off x="0" y="0"/>
          <a:ext cx="0" cy="0"/>
          <a:chOff x="0" y="0"/>
          <a:chExt cx="0" cy="0"/>
        </a:xfrm>
      </p:grpSpPr>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3832">
          <p15:clr>
            <a:srgbClr val="FBAE40"/>
          </p15:clr>
        </p15:guide>
        <p15:guide id="2" orient="horz" pos="4148">
          <p15:clr>
            <a:srgbClr val="FBAE40"/>
          </p15:clr>
        </p15:guide>
        <p15:guide id="3" orient="horz" pos="1152">
          <p15:clr>
            <a:srgbClr val="FBAE40"/>
          </p15:clr>
        </p15:guide>
      </p15:sldGuideLst>
    </p:ext>
  </p:extLst>
</p:sldLayout>
</file>

<file path=ppt/slideLayouts/slideLayout228.xml><?xml version="1.0" encoding="utf-8"?>
<p:sldLayout xmlns:a="http://schemas.openxmlformats.org/drawingml/2006/main" xmlns:r="http://schemas.openxmlformats.org/officeDocument/2006/relationships" xmlns:p="http://schemas.openxmlformats.org/presentationml/2006/main" matchingName="Questions">
  <p:cSld name="Questions">
    <p:spTree>
      <p:nvGrpSpPr>
        <p:cNvPr id="1" name="Shape 2462"/>
        <p:cNvGrpSpPr/>
        <p:nvPr/>
      </p:nvGrpSpPr>
      <p:grpSpPr>
        <a:xfrm>
          <a:off x="0" y="0"/>
          <a:ext cx="0" cy="0"/>
          <a:chOff x="0" y="0"/>
          <a:chExt cx="0" cy="0"/>
        </a:xfrm>
      </p:grpSpPr>
      <p:sp>
        <p:nvSpPr>
          <p:cNvPr id="2463" name="Google Shape;2463;p231"/>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464" name="Google Shape;2464;p231" descr="Icon&#10;&#10;Description automatically generated with medium confidence"/>
          <p:cNvPicPr preferRelativeResize="0"/>
          <p:nvPr/>
        </p:nvPicPr>
        <p:blipFill rotWithShape="1">
          <a:blip r:embed="rId2">
            <a:alphaModFix/>
          </a:blip>
          <a:srcRect/>
          <a:stretch/>
        </p:blipFill>
        <p:spPr>
          <a:xfrm>
            <a:off x="3677697" y="365761"/>
            <a:ext cx="4581421" cy="6108559"/>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2">
          <p15:clr>
            <a:srgbClr val="FBAE40"/>
          </p15:clr>
        </p15:guide>
        <p15:guide id="2" orient="horz" pos="3832">
          <p15:clr>
            <a:srgbClr val="FBAE40"/>
          </p15:clr>
        </p15:guide>
        <p15:guide id="3" orient="horz" pos="4148">
          <p15:clr>
            <a:srgbClr val="FBAE40"/>
          </p15:clr>
        </p15:guide>
      </p15:sldGuideLst>
    </p:ext>
  </p:extLst>
</p:sldLayout>
</file>

<file path=ppt/slideLayouts/slideLayout229.xml><?xml version="1.0" encoding="utf-8"?>
<p:sldLayout xmlns:a="http://schemas.openxmlformats.org/drawingml/2006/main" xmlns:r="http://schemas.openxmlformats.org/officeDocument/2006/relationships" xmlns:p="http://schemas.openxmlformats.org/presentationml/2006/main" matchingName="Closing boundless impact slide 01">
  <p:cSld name="Closing boundless impact slide 01">
    <p:spTree>
      <p:nvGrpSpPr>
        <p:cNvPr id="1" name="Shape 2465"/>
        <p:cNvGrpSpPr/>
        <p:nvPr/>
      </p:nvGrpSpPr>
      <p:grpSpPr>
        <a:xfrm>
          <a:off x="0" y="0"/>
          <a:ext cx="0" cy="0"/>
          <a:chOff x="0" y="0"/>
          <a:chExt cx="0" cy="0"/>
        </a:xfrm>
      </p:grpSpPr>
      <p:sp>
        <p:nvSpPr>
          <p:cNvPr id="2466" name="Google Shape;2466;p232"/>
          <p:cNvSpPr/>
          <p:nvPr/>
        </p:nvSpPr>
        <p:spPr>
          <a:xfrm>
            <a:off x="770467" y="1715911"/>
            <a:ext cx="4453500" cy="38835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lt1"/>
              </a:solidFill>
              <a:latin typeface="Arial"/>
              <a:ea typeface="Arial"/>
              <a:cs typeface="Arial"/>
              <a:sym typeface="Arial"/>
            </a:endParaRPr>
          </a:p>
        </p:txBody>
      </p:sp>
      <p:sp>
        <p:nvSpPr>
          <p:cNvPr id="2467" name="Google Shape;2467;p232"/>
          <p:cNvSpPr txBox="1"/>
          <p:nvPr/>
        </p:nvSpPr>
        <p:spPr>
          <a:xfrm>
            <a:off x="1028997" y="2997201"/>
            <a:ext cx="3664800" cy="2331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FFFFFF"/>
              </a:buClr>
              <a:buSzPts val="3600"/>
              <a:buFont typeface="Arial"/>
              <a:buNone/>
            </a:pPr>
            <a:r>
              <a:rPr lang="en-US" sz="3600" b="0" i="0" u="none" strike="noStrike" cap="none">
                <a:solidFill>
                  <a:srgbClr val="FFFFFF"/>
                </a:solidFill>
                <a:latin typeface="Arial"/>
                <a:ea typeface="Arial"/>
                <a:cs typeface="Arial"/>
                <a:sym typeface="Arial"/>
              </a:rPr>
              <a:t>Together, we build for boundless impact</a:t>
            </a:r>
            <a:endParaRPr sz="1800" b="0">
              <a:solidFill>
                <a:schemeClr val="dk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230.xml><?xml version="1.0" encoding="utf-8"?>
<p:sldLayout xmlns:a="http://schemas.openxmlformats.org/drawingml/2006/main" xmlns:r="http://schemas.openxmlformats.org/officeDocument/2006/relationships" xmlns:p="http://schemas.openxmlformats.org/presentationml/2006/main" matchingName="Closing boundless impact slide">
  <p:cSld name="Closing boundless impact slide">
    <p:bg>
      <p:bgPr>
        <a:solidFill>
          <a:srgbClr val="231F20"/>
        </a:solidFill>
        <a:effectLst/>
      </p:bgPr>
    </p:bg>
    <p:spTree>
      <p:nvGrpSpPr>
        <p:cNvPr id="1" name="Shape 2468"/>
        <p:cNvGrpSpPr/>
        <p:nvPr/>
      </p:nvGrpSpPr>
      <p:grpSpPr>
        <a:xfrm>
          <a:off x="0" y="0"/>
          <a:ext cx="0" cy="0"/>
          <a:chOff x="0" y="0"/>
          <a:chExt cx="0" cy="0"/>
        </a:xfrm>
      </p:grpSpPr>
      <p:sp>
        <p:nvSpPr>
          <p:cNvPr id="2469" name="Google Shape;2469;p233"/>
          <p:cNvSpPr txBox="1"/>
          <p:nvPr/>
        </p:nvSpPr>
        <p:spPr>
          <a:xfrm>
            <a:off x="275463" y="2937933"/>
            <a:ext cx="8593200" cy="982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FFFFFF"/>
              </a:buClr>
              <a:buSzPts val="3000"/>
              <a:buFont typeface="Arial"/>
              <a:buNone/>
            </a:pPr>
            <a:r>
              <a:rPr lang="en-US" sz="3000" b="1" i="0" u="none" strike="noStrike" cap="none">
                <a:solidFill>
                  <a:srgbClr val="FFFFFF"/>
                </a:solidFill>
                <a:latin typeface="Arial"/>
                <a:ea typeface="Arial"/>
                <a:cs typeface="Arial"/>
                <a:sym typeface="Arial"/>
              </a:rPr>
              <a:t>Together, we build for boundless impact</a:t>
            </a:r>
            <a:endParaRPr sz="1350">
              <a:solidFill>
                <a:schemeClr val="lt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1494">
          <p15:clr>
            <a:srgbClr val="FBAE40"/>
          </p15:clr>
        </p15:guide>
      </p15:sldGuideLst>
    </p:ext>
  </p:extLst>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matchingName="End Slide">
  <p:cSld name="End Slide">
    <p:bg>
      <p:bgPr>
        <a:solidFill>
          <a:schemeClr val="lt1"/>
        </a:solidFill>
        <a:effectLst/>
      </p:bgPr>
    </p:bg>
    <p:spTree>
      <p:nvGrpSpPr>
        <p:cNvPr id="1" name="Shape 2470"/>
        <p:cNvGrpSpPr/>
        <p:nvPr/>
      </p:nvGrpSpPr>
      <p:grpSpPr>
        <a:xfrm>
          <a:off x="0" y="0"/>
          <a:ext cx="0" cy="0"/>
          <a:chOff x="0" y="0"/>
          <a:chExt cx="0" cy="0"/>
        </a:xfrm>
      </p:grpSpPr>
      <p:sp>
        <p:nvSpPr>
          <p:cNvPr id="2471" name="Google Shape;2471;p234"/>
          <p:cNvSpPr/>
          <p:nvPr/>
        </p:nvSpPr>
        <p:spPr>
          <a:xfrm>
            <a:off x="891541" y="1234441"/>
            <a:ext cx="8252400" cy="5623500"/>
          </a:xfrm>
          <a:prstGeom prst="rect">
            <a:avLst/>
          </a:prstGeom>
          <a:solidFill>
            <a:srgbClr val="006E7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350">
              <a:solidFill>
                <a:schemeClr val="dk1"/>
              </a:solidFill>
              <a:latin typeface="Arial"/>
              <a:ea typeface="Arial"/>
              <a:cs typeface="Arial"/>
              <a:sym typeface="Arial"/>
            </a:endParaRPr>
          </a:p>
        </p:txBody>
      </p:sp>
      <p:sp>
        <p:nvSpPr>
          <p:cNvPr id="2472" name="Google Shape;2472;p234" descr="UST"/>
          <p:cNvSpPr/>
          <p:nvPr/>
        </p:nvSpPr>
        <p:spPr>
          <a:xfrm>
            <a:off x="273844" y="358775"/>
            <a:ext cx="548636" cy="809170"/>
          </a:xfrm>
          <a:custGeom>
            <a:avLst/>
            <a:gdLst/>
            <a:ahLst/>
            <a:cxnLst/>
            <a:rect l="l" t="t" r="r" b="b"/>
            <a:pathLst>
              <a:path w="3998" h="4415" extrusionOk="0">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473" name="Google Shape;2473;p234"/>
          <p:cNvSpPr txBox="1"/>
          <p:nvPr/>
        </p:nvSpPr>
        <p:spPr>
          <a:xfrm>
            <a:off x="1276540" y="1585468"/>
            <a:ext cx="5383800" cy="2105100"/>
          </a:xfrm>
          <a:prstGeom prst="rect">
            <a:avLst/>
          </a:prstGeom>
          <a:noFill/>
          <a:ln>
            <a:noFill/>
          </a:ln>
        </p:spPr>
        <p:txBody>
          <a:bodyPr spcFirstLastPara="1" wrap="square" lIns="0" tIns="0" rIns="0" bIns="0" anchor="b" anchorCtr="0">
            <a:noAutofit/>
          </a:bodyPr>
          <a:lstStyle/>
          <a:p>
            <a:pPr marL="0" marR="0" lvl="0" indent="0" algn="l" rtl="0">
              <a:lnSpc>
                <a:spcPct val="90000"/>
              </a:lnSpc>
              <a:spcBef>
                <a:spcPts val="0"/>
              </a:spcBef>
              <a:spcAft>
                <a:spcPts val="0"/>
              </a:spcAft>
              <a:buClr>
                <a:schemeClr val="lt1"/>
              </a:buClr>
              <a:buSzPts val="3600"/>
              <a:buFont typeface="Arial"/>
              <a:buNone/>
            </a:pPr>
            <a:r>
              <a:rPr lang="en-US" sz="3600" b="0">
                <a:solidFill>
                  <a:schemeClr val="lt1"/>
                </a:solidFill>
                <a:latin typeface="Arial"/>
                <a:ea typeface="Arial"/>
                <a:cs typeface="Arial"/>
                <a:sym typeface="Arial"/>
              </a:rPr>
              <a:t>Thank you</a:t>
            </a:r>
            <a:endParaRPr/>
          </a:p>
        </p:txBody>
      </p:sp>
      <p:sp>
        <p:nvSpPr>
          <p:cNvPr id="2474" name="Google Shape;2474;p234"/>
          <p:cNvSpPr txBox="1">
            <a:spLocks noGrp="1"/>
          </p:cNvSpPr>
          <p:nvPr>
            <p:ph type="body" idx="1"/>
          </p:nvPr>
        </p:nvSpPr>
        <p:spPr>
          <a:xfrm>
            <a:off x="1276540" y="4893617"/>
            <a:ext cx="5383800" cy="1152000"/>
          </a:xfrm>
          <a:prstGeom prst="rect">
            <a:avLst/>
          </a:prstGeom>
          <a:noFill/>
          <a:ln>
            <a:noFill/>
          </a:ln>
        </p:spPr>
        <p:txBody>
          <a:bodyPr spcFirstLastPara="1" wrap="square" lIns="0" tIns="0" rIns="0" bIns="0" anchor="b" anchorCtr="0">
            <a:noAutofit/>
          </a:bodyPr>
          <a:lstStyle>
            <a:lvl1pPr marL="457200" lvl="0" indent="-228600" algn="l">
              <a:lnSpc>
                <a:spcPct val="100000"/>
              </a:lnSpc>
              <a:spcBef>
                <a:spcPts val="0"/>
              </a:spcBef>
              <a:spcAft>
                <a:spcPts val="0"/>
              </a:spcAft>
              <a:buClr>
                <a:schemeClr val="lt1"/>
              </a:buClr>
              <a:buSzPts val="1200"/>
              <a:buFont typeface="Arial"/>
              <a:buNone/>
              <a:defRPr sz="1200">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lt1"/>
              </a:buClr>
              <a:buSzPts val="1200"/>
              <a:buFont typeface="Arial"/>
              <a:buNone/>
              <a:defRPr sz="1200">
                <a:solidFill>
                  <a:schemeClr val="lt1"/>
                </a:solidFill>
              </a:defRPr>
            </a:lvl2pPr>
            <a:lvl3pPr marL="1371600" lvl="2" indent="-228600" algn="l">
              <a:lnSpc>
                <a:spcPct val="100000"/>
              </a:lnSpc>
              <a:spcBef>
                <a:spcPts val="0"/>
              </a:spcBef>
              <a:spcAft>
                <a:spcPts val="0"/>
              </a:spcAft>
              <a:buClr>
                <a:schemeClr val="lt1"/>
              </a:buClr>
              <a:buSzPts val="1200"/>
              <a:buFont typeface="Arial"/>
              <a:buNone/>
              <a:defRPr sz="1200">
                <a:solidFill>
                  <a:schemeClr val="lt1"/>
                </a:solidFill>
              </a:defRPr>
            </a:lvl3pPr>
            <a:lvl4pPr marL="1828800" lvl="3" indent="-228600" algn="l">
              <a:lnSpc>
                <a:spcPct val="100000"/>
              </a:lnSpc>
              <a:spcBef>
                <a:spcPts val="0"/>
              </a:spcBef>
              <a:spcAft>
                <a:spcPts val="0"/>
              </a:spcAft>
              <a:buClr>
                <a:schemeClr val="lt1"/>
              </a:buClr>
              <a:buSzPts val="1200"/>
              <a:buFont typeface="Arial"/>
              <a:buNone/>
              <a:defRPr sz="1200">
                <a:solidFill>
                  <a:schemeClr val="lt1"/>
                </a:solidFill>
              </a:defRPr>
            </a:lvl4pPr>
            <a:lvl5pPr marL="2286000" lvl="4" indent="-228600" algn="l">
              <a:lnSpc>
                <a:spcPct val="100000"/>
              </a:lnSpc>
              <a:spcBef>
                <a:spcPts val="0"/>
              </a:spcBef>
              <a:spcAft>
                <a:spcPts val="0"/>
              </a:spcAft>
              <a:buClr>
                <a:schemeClr val="lt1"/>
              </a:buClr>
              <a:buSzPts val="1200"/>
              <a:buFont typeface="Arial"/>
              <a:buNone/>
              <a:defRPr sz="1200">
                <a:solidFill>
                  <a:schemeClr val="lt1"/>
                </a:solidFill>
              </a:defRPr>
            </a:lvl5pPr>
            <a:lvl6pPr marL="2743200" lvl="5" indent="-228600" algn="l">
              <a:lnSpc>
                <a:spcPct val="100000"/>
              </a:lnSpc>
              <a:spcBef>
                <a:spcPts val="0"/>
              </a:spcBef>
              <a:spcAft>
                <a:spcPts val="0"/>
              </a:spcAft>
              <a:buClr>
                <a:schemeClr val="lt1"/>
              </a:buClr>
              <a:buSzPts val="1200"/>
              <a:buFont typeface="Arial"/>
              <a:buNone/>
              <a:defRPr sz="1200">
                <a:solidFill>
                  <a:schemeClr val="lt1"/>
                </a:solidFill>
              </a:defRPr>
            </a:lvl6pPr>
            <a:lvl7pPr marL="3200400" lvl="6" indent="-228600" algn="l">
              <a:lnSpc>
                <a:spcPct val="100000"/>
              </a:lnSpc>
              <a:spcBef>
                <a:spcPts val="0"/>
              </a:spcBef>
              <a:spcAft>
                <a:spcPts val="0"/>
              </a:spcAft>
              <a:buClr>
                <a:schemeClr val="lt1"/>
              </a:buClr>
              <a:buSzPts val="1200"/>
              <a:buFont typeface="Arial"/>
              <a:buNone/>
              <a:defRPr sz="1200">
                <a:solidFill>
                  <a:schemeClr val="lt1"/>
                </a:solidFill>
              </a:defRPr>
            </a:lvl7pPr>
            <a:lvl8pPr marL="3657600" lvl="7" indent="-228600" algn="l">
              <a:lnSpc>
                <a:spcPct val="100000"/>
              </a:lnSpc>
              <a:spcBef>
                <a:spcPts val="0"/>
              </a:spcBef>
              <a:spcAft>
                <a:spcPts val="0"/>
              </a:spcAft>
              <a:buClr>
                <a:schemeClr val="lt1"/>
              </a:buClr>
              <a:buSzPts val="1200"/>
              <a:buFont typeface="Arial"/>
              <a:buNone/>
              <a:defRPr sz="1200">
                <a:solidFill>
                  <a:schemeClr val="lt1"/>
                </a:solidFill>
              </a:defRPr>
            </a:lvl8pPr>
            <a:lvl9pPr marL="4114800" lvl="8" indent="-228600" algn="l">
              <a:lnSpc>
                <a:spcPct val="100000"/>
              </a:lnSpc>
              <a:spcBef>
                <a:spcPts val="0"/>
              </a:spcBef>
              <a:spcAft>
                <a:spcPts val="0"/>
              </a:spcAft>
              <a:buClr>
                <a:schemeClr val="lt1"/>
              </a:buClr>
              <a:buSzPts val="1200"/>
              <a:buFont typeface="Arial"/>
              <a:buNone/>
              <a:defRPr sz="1200">
                <a:solidFill>
                  <a:schemeClr val="lt1"/>
                </a:solidFill>
              </a:defRPr>
            </a:lvl9pPr>
          </a:lstStyle>
          <a:p>
            <a:endParaRPr/>
          </a:p>
        </p:txBody>
      </p:sp>
      <p:sp>
        <p:nvSpPr>
          <p:cNvPr id="2475" name="Google Shape;2475;p234"/>
          <p:cNvSpPr txBox="1"/>
          <p:nvPr/>
        </p:nvSpPr>
        <p:spPr>
          <a:xfrm>
            <a:off x="6891337" y="4893618"/>
            <a:ext cx="1976400" cy="15987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lt1"/>
              </a:buClr>
              <a:buSzPts val="1200"/>
              <a:buFont typeface="Arial"/>
              <a:buNone/>
            </a:pPr>
            <a:r>
              <a:rPr lang="en-US" sz="1200" b="1">
                <a:solidFill>
                  <a:schemeClr val="lt1"/>
                </a:solidFill>
                <a:latin typeface="Arial"/>
                <a:ea typeface="Arial"/>
                <a:cs typeface="Arial"/>
                <a:sym typeface="Arial"/>
              </a:rPr>
              <a:t>ust.com</a:t>
            </a:r>
            <a:endParaRPr/>
          </a:p>
        </p:txBody>
      </p:sp>
      <p:sp>
        <p:nvSpPr>
          <p:cNvPr id="2476" name="Google Shape;2476;p234"/>
          <p:cNvSpPr txBox="1"/>
          <p:nvPr/>
        </p:nvSpPr>
        <p:spPr>
          <a:xfrm>
            <a:off x="1276539" y="6045617"/>
            <a:ext cx="5383800" cy="446700"/>
          </a:xfrm>
          <a:prstGeom prst="rect">
            <a:avLst/>
          </a:prstGeom>
          <a:noFill/>
          <a:ln>
            <a:noFill/>
          </a:ln>
        </p:spPr>
        <p:txBody>
          <a:bodyPr spcFirstLastPara="1" wrap="square" lIns="0" tIns="0" rIns="0" bIns="0" anchor="b" anchorCtr="0">
            <a:noAutofit/>
          </a:bodyPr>
          <a:lstStyle/>
          <a:p>
            <a:pPr marL="0" marR="0" lvl="0" indent="0" algn="l" rtl="0">
              <a:lnSpc>
                <a:spcPct val="100000"/>
              </a:lnSpc>
              <a:spcBef>
                <a:spcPts val="0"/>
              </a:spcBef>
              <a:spcAft>
                <a:spcPts val="0"/>
              </a:spcAft>
              <a:buClr>
                <a:schemeClr val="lt1"/>
              </a:buClr>
              <a:buSzPts val="1200"/>
              <a:buFont typeface="Arial"/>
              <a:buNone/>
            </a:pPr>
            <a:r>
              <a:rPr lang="en-US" sz="1200" b="1">
                <a:solidFill>
                  <a:schemeClr val="lt1"/>
                </a:solidFill>
                <a:latin typeface="Arial"/>
                <a:ea typeface="Arial"/>
                <a:cs typeface="Arial"/>
                <a:sym typeface="Arial"/>
              </a:rPr>
              <a:t>Digital solutions | Platforms | Engineering, R&amp;D and Products</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788">
          <p15:clr>
            <a:srgbClr val="FBAE40"/>
          </p15:clr>
        </p15:guide>
        <p15:guide id="2" orient="horz" pos="4090">
          <p15:clr>
            <a:srgbClr val="FBAE40"/>
          </p15:clr>
        </p15:guide>
        <p15:guide id="3" pos="5594">
          <p15:clr>
            <a:srgbClr val="FBAE40"/>
          </p15:clr>
        </p15:guide>
      </p15:sldGuideLst>
    </p:ext>
  </p:extLst>
</p:sldLayout>
</file>

<file path=ppt/slideLayouts/slideLayout232.xml><?xml version="1.0" encoding="utf-8"?>
<p:sldLayout xmlns:a="http://schemas.openxmlformats.org/drawingml/2006/main" xmlns:r="http://schemas.openxmlformats.org/officeDocument/2006/relationships" xmlns:p="http://schemas.openxmlformats.org/presentationml/2006/main" matchingName="Appendix slide">
  <p:cSld name="Appendix slide">
    <p:bg>
      <p:bgPr>
        <a:solidFill>
          <a:srgbClr val="006E74"/>
        </a:solidFill>
        <a:effectLst/>
      </p:bgPr>
    </p:bg>
    <p:spTree>
      <p:nvGrpSpPr>
        <p:cNvPr id="1" name="Shape 2477"/>
        <p:cNvGrpSpPr/>
        <p:nvPr/>
      </p:nvGrpSpPr>
      <p:grpSpPr>
        <a:xfrm>
          <a:off x="0" y="0"/>
          <a:ext cx="0" cy="0"/>
          <a:chOff x="0" y="0"/>
          <a:chExt cx="0" cy="0"/>
        </a:xfrm>
      </p:grpSpPr>
      <p:sp>
        <p:nvSpPr>
          <p:cNvPr id="2478" name="Google Shape;2478;p235"/>
          <p:cNvSpPr txBox="1">
            <a:spLocks noGrp="1"/>
          </p:cNvSpPr>
          <p:nvPr>
            <p:ph type="body" idx="1"/>
          </p:nvPr>
        </p:nvSpPr>
        <p:spPr>
          <a:xfrm>
            <a:off x="274320" y="4114800"/>
            <a:ext cx="6378900" cy="19686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a:latin typeface="Arial"/>
                <a:ea typeface="Arial"/>
                <a:cs typeface="Arial"/>
                <a:sym typeface="Arial"/>
              </a:defRPr>
            </a:lvl1pPr>
            <a:lvl2pPr marL="914400" lvl="1" indent="-342900" algn="l">
              <a:lnSpc>
                <a:spcPct val="100000"/>
              </a:lnSpc>
              <a:spcBef>
                <a:spcPts val="225"/>
              </a:spcBef>
              <a:spcAft>
                <a:spcPts val="0"/>
              </a:spcAft>
              <a:buClr>
                <a:schemeClr val="lt1"/>
              </a:buClr>
              <a:buSzPts val="1800"/>
              <a:buChar char="–"/>
              <a:defRPr/>
            </a:lvl2pPr>
            <a:lvl3pPr marL="1371600" lvl="2" indent="-342900" algn="l">
              <a:lnSpc>
                <a:spcPct val="100000"/>
              </a:lnSpc>
              <a:spcBef>
                <a:spcPts val="225"/>
              </a:spcBef>
              <a:spcAft>
                <a:spcPts val="0"/>
              </a:spcAft>
              <a:buClr>
                <a:schemeClr val="lt1"/>
              </a:buClr>
              <a:buSzPts val="1800"/>
              <a:buChar char="–"/>
              <a:defRPr/>
            </a:lvl3pPr>
            <a:lvl4pPr marL="1828800" lvl="3" indent="-342900" algn="l">
              <a:lnSpc>
                <a:spcPct val="100000"/>
              </a:lnSpc>
              <a:spcBef>
                <a:spcPts val="225"/>
              </a:spcBef>
              <a:spcAft>
                <a:spcPts val="0"/>
              </a:spcAft>
              <a:buClr>
                <a:schemeClr val="lt1"/>
              </a:buClr>
              <a:buSzPts val="1800"/>
              <a:buChar char="–"/>
              <a:defRPr/>
            </a:lvl4pPr>
            <a:lvl5pPr marL="2286000" lvl="4" indent="-342900" algn="l">
              <a:lnSpc>
                <a:spcPct val="100000"/>
              </a:lnSpc>
              <a:spcBef>
                <a:spcPts val="225"/>
              </a:spcBef>
              <a:spcAft>
                <a:spcPts val="0"/>
              </a:spcAft>
              <a:buClr>
                <a:schemeClr val="lt1"/>
              </a:buClr>
              <a:buSzPts val="1800"/>
              <a:buChar char="–"/>
              <a:defRPr/>
            </a:lvl5pPr>
            <a:lvl6pPr marL="2743200" lvl="5" indent="-342900" algn="l">
              <a:lnSpc>
                <a:spcPct val="100000"/>
              </a:lnSpc>
              <a:spcBef>
                <a:spcPts val="225"/>
              </a:spcBef>
              <a:spcAft>
                <a:spcPts val="0"/>
              </a:spcAft>
              <a:buClr>
                <a:schemeClr val="lt1"/>
              </a:buClr>
              <a:buSzPts val="1800"/>
              <a:buChar char="–"/>
              <a:defRPr/>
            </a:lvl6pPr>
            <a:lvl7pPr marL="3200400" lvl="6" indent="-342900" algn="l">
              <a:lnSpc>
                <a:spcPct val="100000"/>
              </a:lnSpc>
              <a:spcBef>
                <a:spcPts val="225"/>
              </a:spcBef>
              <a:spcAft>
                <a:spcPts val="0"/>
              </a:spcAft>
              <a:buClr>
                <a:schemeClr val="lt1"/>
              </a:buClr>
              <a:buSzPts val="1800"/>
              <a:buChar char="–"/>
              <a:defRPr/>
            </a:lvl7pPr>
            <a:lvl8pPr marL="3657600" lvl="7" indent="-342900" algn="l">
              <a:lnSpc>
                <a:spcPct val="100000"/>
              </a:lnSpc>
              <a:spcBef>
                <a:spcPts val="225"/>
              </a:spcBef>
              <a:spcAft>
                <a:spcPts val="0"/>
              </a:spcAft>
              <a:buClr>
                <a:schemeClr val="lt1"/>
              </a:buClr>
              <a:buSzPts val="1800"/>
              <a:buChar char="–"/>
              <a:defRPr/>
            </a:lvl8pPr>
            <a:lvl9pPr marL="4114800" lvl="8" indent="-342900" algn="l">
              <a:lnSpc>
                <a:spcPct val="100000"/>
              </a:lnSpc>
              <a:spcBef>
                <a:spcPts val="225"/>
              </a:spcBef>
              <a:spcAft>
                <a:spcPts val="0"/>
              </a:spcAft>
              <a:buClr>
                <a:schemeClr val="lt1"/>
              </a:buClr>
              <a:buSzPts val="1800"/>
              <a:buChar char="–"/>
              <a:defRPr/>
            </a:lvl9pPr>
          </a:lstStyle>
          <a:p>
            <a:endParaRPr/>
          </a:p>
        </p:txBody>
      </p:sp>
      <p:sp>
        <p:nvSpPr>
          <p:cNvPr id="2479" name="Google Shape;2479;p235"/>
          <p:cNvSpPr txBox="1"/>
          <p:nvPr/>
        </p:nvSpPr>
        <p:spPr>
          <a:xfrm>
            <a:off x="274320" y="1737360"/>
            <a:ext cx="5026800" cy="2103000"/>
          </a:xfrm>
          <a:prstGeom prst="rect">
            <a:avLst/>
          </a:prstGeom>
          <a:noFill/>
          <a:ln>
            <a:noFill/>
          </a:ln>
        </p:spPr>
        <p:txBody>
          <a:bodyPr spcFirstLastPara="1" wrap="square" lIns="0" tIns="0" rIns="0" bIns="0" anchor="b" anchorCtr="0">
            <a:noAutofit/>
          </a:bodyPr>
          <a:lstStyle/>
          <a:p>
            <a:pPr marL="0" marR="0" lvl="0" indent="0" algn="l" rtl="0">
              <a:lnSpc>
                <a:spcPct val="100000"/>
              </a:lnSpc>
              <a:spcBef>
                <a:spcPts val="0"/>
              </a:spcBef>
              <a:spcAft>
                <a:spcPts val="0"/>
              </a:spcAft>
              <a:buClr>
                <a:srgbClr val="FFFFFF"/>
              </a:buClr>
              <a:buSzPts val="3600"/>
              <a:buFont typeface="Arial"/>
              <a:buNone/>
            </a:pPr>
            <a:r>
              <a:rPr lang="en-US" sz="3600" b="0" i="0" u="none" strike="noStrike" cap="none">
                <a:solidFill>
                  <a:srgbClr val="FFFFFF"/>
                </a:solidFill>
                <a:latin typeface="Arial"/>
                <a:ea typeface="Arial"/>
                <a:cs typeface="Arial"/>
                <a:sym typeface="Arial"/>
              </a:rPr>
              <a:t>Appendix</a:t>
            </a:r>
            <a:endParaRPr sz="3600" b="0">
              <a:solidFill>
                <a:schemeClr val="lt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588">
          <p15:clr>
            <a:srgbClr val="FBAE40"/>
          </p15:clr>
        </p15:guide>
        <p15:guide id="2" orient="horz" pos="3832">
          <p15:clr>
            <a:srgbClr val="FBAE40"/>
          </p15:clr>
        </p15:guide>
        <p15:guide id="3" orient="horz" pos="4148">
          <p15:clr>
            <a:srgbClr val="FBAE40"/>
          </p15:clr>
        </p15:guide>
      </p15:sldGuideLst>
    </p:ext>
  </p:extLst>
</p:sldLayout>
</file>

<file path=ppt/slideLayouts/slideLayout233.xml><?xml version="1.0" encoding="utf-8"?>
<p:sldLayout xmlns:a="http://schemas.openxmlformats.org/drawingml/2006/main" xmlns:r="http://schemas.openxmlformats.org/officeDocument/2006/relationships" xmlns:p="http://schemas.openxmlformats.org/presentationml/2006/main" matchingName="Copyright and Confidentiality">
  <p:cSld name="Copyright and Confidentiality">
    <p:spTree>
      <p:nvGrpSpPr>
        <p:cNvPr id="1" name="Shape 2480"/>
        <p:cNvGrpSpPr/>
        <p:nvPr/>
      </p:nvGrpSpPr>
      <p:grpSpPr>
        <a:xfrm>
          <a:off x="0" y="0"/>
          <a:ext cx="0" cy="0"/>
          <a:chOff x="0" y="0"/>
          <a:chExt cx="0" cy="0"/>
        </a:xfrm>
      </p:grpSpPr>
      <p:sp>
        <p:nvSpPr>
          <p:cNvPr id="2481" name="Google Shape;2481;p236"/>
          <p:cNvSpPr txBox="1"/>
          <p:nvPr/>
        </p:nvSpPr>
        <p:spPr>
          <a:xfrm>
            <a:off x="274321" y="365760"/>
            <a:ext cx="6138300" cy="9144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dk1"/>
              </a:buClr>
              <a:buSzPts val="2400"/>
              <a:buFont typeface="Arial"/>
              <a:buNone/>
            </a:pPr>
            <a:r>
              <a:rPr lang="en-US" sz="2400" b="0">
                <a:solidFill>
                  <a:schemeClr val="dk1"/>
                </a:solidFill>
                <a:latin typeface="Arial"/>
                <a:ea typeface="Arial"/>
                <a:cs typeface="Arial"/>
                <a:sym typeface="Arial"/>
              </a:rPr>
              <a:t>Copyright and confidentiality notice</a:t>
            </a:r>
            <a:endParaRPr/>
          </a:p>
        </p:txBody>
      </p:sp>
      <p:sp>
        <p:nvSpPr>
          <p:cNvPr id="2482" name="Google Shape;2482;p236"/>
          <p:cNvSpPr txBox="1"/>
          <p:nvPr/>
        </p:nvSpPr>
        <p:spPr>
          <a:xfrm>
            <a:off x="274321" y="1828800"/>
            <a:ext cx="6138000" cy="4251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350">
                <a:solidFill>
                  <a:schemeClr val="dk1"/>
                </a:solidFill>
                <a:latin typeface="Arial"/>
                <a:ea typeface="Arial"/>
                <a:cs typeface="Arial"/>
                <a:sym typeface="Arial"/>
              </a:rPr>
              <a:t>Copyright © 2026 by UST Global Inc. All rights reserved.</a:t>
            </a:r>
            <a:endParaRPr/>
          </a:p>
          <a:p>
            <a:pPr marL="0" marR="0" lvl="0" indent="0" algn="l" rtl="0">
              <a:lnSpc>
                <a:spcPct val="100000"/>
              </a:lnSpc>
              <a:spcBef>
                <a:spcPts val="900"/>
              </a:spcBef>
              <a:spcAft>
                <a:spcPts val="0"/>
              </a:spcAft>
              <a:buNone/>
            </a:pPr>
            <a:r>
              <a:rPr lang="en-US" sz="1350">
                <a:solidFill>
                  <a:schemeClr val="dk1"/>
                </a:solidFill>
                <a:latin typeface="Arial"/>
                <a:ea typeface="Arial"/>
                <a:cs typeface="Arial"/>
                <a:sym typeface="Arial"/>
              </a:rPr>
              <a:t>This document is protected under the copyright laws of United States, India, and other countries as an unpublished work and contains information that shall not be reproduced, published, used in the preparation of derivative works, and/or distributed, in whole or in part, by the recipient for any purpose other than to evaluate this document. Further, all information contained herein is proprietary and confidential to UST Global Inc and may not be disclosed to any third party. Exceptions to this notice are permitted only with the express, written permission of UST Global Inc.</a:t>
            </a:r>
            <a:endParaRPr/>
          </a:p>
          <a:p>
            <a:pPr marL="0" marR="0" lvl="0" indent="0" algn="l" rtl="0">
              <a:lnSpc>
                <a:spcPct val="100000"/>
              </a:lnSpc>
              <a:spcBef>
                <a:spcPts val="900"/>
              </a:spcBef>
              <a:spcAft>
                <a:spcPts val="0"/>
              </a:spcAft>
              <a:buNone/>
            </a:pPr>
            <a:r>
              <a:rPr lang="en-US" sz="1350">
                <a:solidFill>
                  <a:schemeClr val="dk1"/>
                </a:solidFill>
                <a:latin typeface="Arial"/>
                <a:ea typeface="Arial"/>
                <a:cs typeface="Arial"/>
                <a:sym typeface="Arial"/>
              </a:rPr>
              <a:t>UST</a:t>
            </a:r>
            <a:r>
              <a:rPr lang="en-US" sz="1350" baseline="30000">
                <a:solidFill>
                  <a:schemeClr val="dk1"/>
                </a:solidFill>
                <a:latin typeface="Arial"/>
                <a:ea typeface="Arial"/>
                <a:cs typeface="Arial"/>
                <a:sym typeface="Arial"/>
              </a:rPr>
              <a:t>®</a:t>
            </a:r>
            <a:r>
              <a:rPr lang="en-US" sz="1350">
                <a:solidFill>
                  <a:schemeClr val="dk1"/>
                </a:solidFill>
                <a:latin typeface="Arial"/>
                <a:ea typeface="Arial"/>
                <a:cs typeface="Arial"/>
                <a:sym typeface="Arial"/>
              </a:rPr>
              <a:t> is a registered service mark of UST Global Inc.</a:t>
            </a:r>
            <a:endParaRPr/>
          </a:p>
        </p:txBody>
      </p:sp>
      <p:sp>
        <p:nvSpPr>
          <p:cNvPr id="2483" name="Google Shape;2483;p236"/>
          <p:cNvSpPr/>
          <p:nvPr/>
        </p:nvSpPr>
        <p:spPr>
          <a:xfrm>
            <a:off x="6653212" y="1828800"/>
            <a:ext cx="2214300" cy="4254600"/>
          </a:xfrm>
          <a:prstGeom prst="rect">
            <a:avLst/>
          </a:prstGeom>
          <a:solidFill>
            <a:srgbClr val="ECECE1"/>
          </a:solidFill>
          <a:ln>
            <a:noFill/>
          </a:ln>
        </p:spPr>
        <p:txBody>
          <a:bodyPr spcFirstLastPara="1" wrap="square" lIns="240025" tIns="240025" rIns="137150" bIns="617200" anchor="t" anchorCtr="0">
            <a:noAutofit/>
          </a:bodyPr>
          <a:lstStyle/>
          <a:p>
            <a:pPr marL="0" marR="0" lvl="0" indent="0" algn="l" rtl="0">
              <a:lnSpc>
                <a:spcPct val="100000"/>
              </a:lnSpc>
              <a:spcBef>
                <a:spcPts val="0"/>
              </a:spcBef>
              <a:spcAft>
                <a:spcPts val="0"/>
              </a:spcAft>
              <a:buNone/>
            </a:pPr>
            <a:r>
              <a:rPr lang="en-US" sz="1350" b="1">
                <a:solidFill>
                  <a:schemeClr val="dk1"/>
                </a:solidFill>
                <a:latin typeface="Arial"/>
                <a:ea typeface="Arial"/>
                <a:cs typeface="Arial"/>
                <a:sym typeface="Arial"/>
              </a:rPr>
              <a:t>UST</a:t>
            </a:r>
            <a:endParaRPr/>
          </a:p>
          <a:p>
            <a:pPr marL="0" marR="0" lvl="0" indent="0" algn="l" rtl="0">
              <a:lnSpc>
                <a:spcPct val="100000"/>
              </a:lnSpc>
              <a:spcBef>
                <a:spcPts val="0"/>
              </a:spcBef>
              <a:spcAft>
                <a:spcPts val="0"/>
              </a:spcAft>
              <a:buNone/>
            </a:pPr>
            <a:r>
              <a:rPr lang="en-US" sz="1350" b="0">
                <a:solidFill>
                  <a:schemeClr val="dk1"/>
                </a:solidFill>
                <a:latin typeface="Arial"/>
                <a:ea typeface="Arial"/>
                <a:cs typeface="Arial"/>
                <a:sym typeface="Arial"/>
              </a:rPr>
              <a:t>101 Enterprise, Suite 300</a:t>
            </a:r>
            <a:endParaRPr/>
          </a:p>
          <a:p>
            <a:pPr marL="0" marR="0" lvl="0" indent="0" algn="l" rtl="0">
              <a:lnSpc>
                <a:spcPct val="100000"/>
              </a:lnSpc>
              <a:spcBef>
                <a:spcPts val="0"/>
              </a:spcBef>
              <a:spcAft>
                <a:spcPts val="0"/>
              </a:spcAft>
              <a:buNone/>
            </a:pPr>
            <a:r>
              <a:rPr lang="en-US" sz="1350" b="0">
                <a:solidFill>
                  <a:schemeClr val="dk1"/>
                </a:solidFill>
                <a:latin typeface="Arial"/>
                <a:ea typeface="Arial"/>
                <a:cs typeface="Arial"/>
                <a:sym typeface="Arial"/>
              </a:rPr>
              <a:t>Aliso Viejo, CA 92656</a:t>
            </a:r>
            <a:endParaRPr/>
          </a:p>
          <a:p>
            <a:pPr marL="0" marR="0" lvl="0" indent="0" algn="l" rtl="0">
              <a:lnSpc>
                <a:spcPct val="100000"/>
              </a:lnSpc>
              <a:spcBef>
                <a:spcPts val="900"/>
              </a:spcBef>
              <a:spcAft>
                <a:spcPts val="0"/>
              </a:spcAft>
              <a:buNone/>
            </a:pPr>
            <a:r>
              <a:rPr lang="en-US" sz="1350" b="0">
                <a:solidFill>
                  <a:schemeClr val="dk1"/>
                </a:solidFill>
                <a:latin typeface="Arial"/>
                <a:ea typeface="Arial"/>
                <a:cs typeface="Arial"/>
                <a:sym typeface="Arial"/>
              </a:rPr>
              <a:t>T +1 949 716 8757</a:t>
            </a:r>
            <a:endParaRPr/>
          </a:p>
          <a:p>
            <a:pPr marL="0" marR="0" lvl="0" indent="0" algn="l" rtl="0">
              <a:lnSpc>
                <a:spcPct val="100000"/>
              </a:lnSpc>
              <a:spcBef>
                <a:spcPts val="0"/>
              </a:spcBef>
              <a:spcAft>
                <a:spcPts val="0"/>
              </a:spcAft>
              <a:buNone/>
            </a:pPr>
            <a:r>
              <a:rPr lang="en-US" sz="1350" b="0">
                <a:solidFill>
                  <a:schemeClr val="dk1"/>
                </a:solidFill>
                <a:latin typeface="Arial"/>
                <a:ea typeface="Arial"/>
                <a:cs typeface="Arial"/>
                <a:sym typeface="Arial"/>
              </a:rPr>
              <a:t>F +1 949 716 8396</a:t>
            </a:r>
            <a:endParaRPr/>
          </a:p>
          <a:p>
            <a:pPr marL="0" marR="0" lvl="0" indent="0" algn="l" rtl="0">
              <a:lnSpc>
                <a:spcPct val="100000"/>
              </a:lnSpc>
              <a:spcBef>
                <a:spcPts val="900"/>
              </a:spcBef>
              <a:spcAft>
                <a:spcPts val="0"/>
              </a:spcAft>
              <a:buNone/>
            </a:pPr>
            <a:r>
              <a:rPr lang="en-US" sz="1350" b="1">
                <a:solidFill>
                  <a:schemeClr val="dk1"/>
                </a:solidFill>
                <a:latin typeface="Arial"/>
                <a:ea typeface="Arial"/>
                <a:cs typeface="Arial"/>
                <a:sym typeface="Arial"/>
              </a:rPr>
              <a:t>ust.com</a:t>
            </a:r>
            <a:endParaRPr/>
          </a:p>
        </p:txBody>
      </p:sp>
      <p:sp>
        <p:nvSpPr>
          <p:cNvPr id="2484" name="Google Shape;2484;p236">
            <a:hlinkClick r:id="rId2"/>
          </p:cNvPr>
          <p:cNvSpPr/>
          <p:nvPr/>
        </p:nvSpPr>
        <p:spPr>
          <a:xfrm>
            <a:off x="6897853" y="5537235"/>
            <a:ext cx="91373" cy="262850"/>
          </a:xfrm>
          <a:custGeom>
            <a:avLst/>
            <a:gdLst/>
            <a:ahLst/>
            <a:cxnLst/>
            <a:rect l="l" t="t" r="r" b="b"/>
            <a:pathLst>
              <a:path w="321" h="690" extrusionOk="0">
                <a:moveTo>
                  <a:pt x="321" y="223"/>
                </a:moveTo>
                <a:lnTo>
                  <a:pt x="321" y="223"/>
                </a:lnTo>
                <a:lnTo>
                  <a:pt x="212" y="223"/>
                </a:lnTo>
                <a:lnTo>
                  <a:pt x="212" y="152"/>
                </a:lnTo>
                <a:cubicBezTo>
                  <a:pt x="212" y="125"/>
                  <a:pt x="230" y="118"/>
                  <a:pt x="242" y="118"/>
                </a:cubicBezTo>
                <a:lnTo>
                  <a:pt x="319" y="118"/>
                </a:lnTo>
                <a:lnTo>
                  <a:pt x="319" y="0"/>
                </a:lnTo>
                <a:lnTo>
                  <a:pt x="213" y="0"/>
                </a:lnTo>
                <a:cubicBezTo>
                  <a:pt x="95" y="0"/>
                  <a:pt x="69" y="88"/>
                  <a:pt x="69" y="144"/>
                </a:cubicBezTo>
                <a:lnTo>
                  <a:pt x="69" y="223"/>
                </a:lnTo>
                <a:lnTo>
                  <a:pt x="0" y="223"/>
                </a:lnTo>
                <a:lnTo>
                  <a:pt x="0" y="345"/>
                </a:lnTo>
                <a:lnTo>
                  <a:pt x="69" y="345"/>
                </a:lnTo>
                <a:lnTo>
                  <a:pt x="69" y="690"/>
                </a:lnTo>
                <a:lnTo>
                  <a:pt x="212" y="690"/>
                </a:lnTo>
                <a:lnTo>
                  <a:pt x="212" y="345"/>
                </a:lnTo>
                <a:lnTo>
                  <a:pt x="309" y="345"/>
                </a:lnTo>
                <a:lnTo>
                  <a:pt x="321" y="223"/>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485" name="Google Shape;2485;p236">
            <a:hlinkClick r:id="rId3"/>
          </p:cNvPr>
          <p:cNvSpPr/>
          <p:nvPr/>
        </p:nvSpPr>
        <p:spPr>
          <a:xfrm>
            <a:off x="8187422" y="5537234"/>
            <a:ext cx="218072" cy="205199"/>
          </a:xfrm>
          <a:custGeom>
            <a:avLst/>
            <a:gdLst/>
            <a:ahLst/>
            <a:cxnLst/>
            <a:rect l="l" t="t" r="r" b="b"/>
            <a:pathLst>
              <a:path w="768" h="538" extrusionOk="0">
                <a:moveTo>
                  <a:pt x="307" y="384"/>
                </a:moveTo>
                <a:lnTo>
                  <a:pt x="307" y="384"/>
                </a:lnTo>
                <a:lnTo>
                  <a:pt x="307" y="154"/>
                </a:lnTo>
                <a:lnTo>
                  <a:pt x="507" y="269"/>
                </a:lnTo>
                <a:lnTo>
                  <a:pt x="307" y="384"/>
                </a:lnTo>
                <a:close/>
                <a:moveTo>
                  <a:pt x="752" y="84"/>
                </a:moveTo>
                <a:lnTo>
                  <a:pt x="752" y="84"/>
                </a:lnTo>
                <a:cubicBezTo>
                  <a:pt x="743" y="51"/>
                  <a:pt x="717" y="25"/>
                  <a:pt x="684" y="16"/>
                </a:cubicBezTo>
                <a:cubicBezTo>
                  <a:pt x="624" y="0"/>
                  <a:pt x="384" y="0"/>
                  <a:pt x="384" y="0"/>
                </a:cubicBezTo>
                <a:cubicBezTo>
                  <a:pt x="384" y="0"/>
                  <a:pt x="144" y="0"/>
                  <a:pt x="84" y="16"/>
                </a:cubicBezTo>
                <a:cubicBezTo>
                  <a:pt x="51" y="25"/>
                  <a:pt x="25" y="51"/>
                  <a:pt x="16" y="84"/>
                </a:cubicBezTo>
                <a:cubicBezTo>
                  <a:pt x="0" y="144"/>
                  <a:pt x="0" y="269"/>
                  <a:pt x="0" y="269"/>
                </a:cubicBezTo>
                <a:cubicBezTo>
                  <a:pt x="0" y="269"/>
                  <a:pt x="0" y="394"/>
                  <a:pt x="16" y="454"/>
                </a:cubicBezTo>
                <a:cubicBezTo>
                  <a:pt x="25" y="487"/>
                  <a:pt x="51" y="513"/>
                  <a:pt x="84" y="522"/>
                </a:cubicBezTo>
                <a:cubicBezTo>
                  <a:pt x="144" y="538"/>
                  <a:pt x="384" y="538"/>
                  <a:pt x="384" y="538"/>
                </a:cubicBezTo>
                <a:cubicBezTo>
                  <a:pt x="384" y="538"/>
                  <a:pt x="624" y="538"/>
                  <a:pt x="684" y="522"/>
                </a:cubicBezTo>
                <a:cubicBezTo>
                  <a:pt x="717" y="513"/>
                  <a:pt x="743" y="487"/>
                  <a:pt x="752" y="454"/>
                </a:cubicBezTo>
                <a:cubicBezTo>
                  <a:pt x="768" y="394"/>
                  <a:pt x="768" y="269"/>
                  <a:pt x="768" y="269"/>
                </a:cubicBezTo>
                <a:cubicBezTo>
                  <a:pt x="768" y="269"/>
                  <a:pt x="768" y="144"/>
                  <a:pt x="752" y="84"/>
                </a:cubicBez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486" name="Google Shape;2486;p236">
            <a:hlinkClick r:id="rId4"/>
          </p:cNvPr>
          <p:cNvSpPr/>
          <p:nvPr/>
        </p:nvSpPr>
        <p:spPr>
          <a:xfrm>
            <a:off x="7494325" y="5537235"/>
            <a:ext cx="192148" cy="244253"/>
          </a:xfrm>
          <a:custGeom>
            <a:avLst/>
            <a:gdLst/>
            <a:ahLst/>
            <a:cxnLst/>
            <a:rect l="l" t="t" r="r" b="b"/>
            <a:pathLst>
              <a:path w="671" h="641" extrusionOk="0">
                <a:moveTo>
                  <a:pt x="671" y="641"/>
                </a:moveTo>
                <a:lnTo>
                  <a:pt x="671" y="641"/>
                </a:lnTo>
                <a:lnTo>
                  <a:pt x="527" y="641"/>
                </a:lnTo>
                <a:lnTo>
                  <a:pt x="527" y="410"/>
                </a:lnTo>
                <a:cubicBezTo>
                  <a:pt x="527" y="352"/>
                  <a:pt x="506" y="312"/>
                  <a:pt x="454" y="312"/>
                </a:cubicBezTo>
                <a:cubicBezTo>
                  <a:pt x="415" y="312"/>
                  <a:pt x="391" y="339"/>
                  <a:pt x="380" y="365"/>
                </a:cubicBezTo>
                <a:cubicBezTo>
                  <a:pt x="377" y="374"/>
                  <a:pt x="376" y="387"/>
                  <a:pt x="376" y="400"/>
                </a:cubicBezTo>
                <a:lnTo>
                  <a:pt x="376" y="641"/>
                </a:lnTo>
                <a:lnTo>
                  <a:pt x="232" y="641"/>
                </a:lnTo>
                <a:cubicBezTo>
                  <a:pt x="232" y="641"/>
                  <a:pt x="234" y="249"/>
                  <a:pt x="232" y="209"/>
                </a:cubicBezTo>
                <a:lnTo>
                  <a:pt x="376" y="209"/>
                </a:lnTo>
                <a:lnTo>
                  <a:pt x="376" y="270"/>
                </a:lnTo>
                <a:cubicBezTo>
                  <a:pt x="395" y="241"/>
                  <a:pt x="429" y="199"/>
                  <a:pt x="505" y="199"/>
                </a:cubicBezTo>
                <a:cubicBezTo>
                  <a:pt x="600" y="199"/>
                  <a:pt x="671" y="260"/>
                  <a:pt x="671" y="393"/>
                </a:cubicBezTo>
                <a:lnTo>
                  <a:pt x="671" y="641"/>
                </a:lnTo>
                <a:close/>
                <a:moveTo>
                  <a:pt x="81" y="150"/>
                </a:moveTo>
                <a:lnTo>
                  <a:pt x="81" y="150"/>
                </a:lnTo>
                <a:lnTo>
                  <a:pt x="80" y="150"/>
                </a:lnTo>
                <a:cubicBezTo>
                  <a:pt x="31" y="150"/>
                  <a:pt x="0" y="117"/>
                  <a:pt x="0" y="75"/>
                </a:cubicBezTo>
                <a:cubicBezTo>
                  <a:pt x="0" y="33"/>
                  <a:pt x="32" y="0"/>
                  <a:pt x="82" y="0"/>
                </a:cubicBezTo>
                <a:cubicBezTo>
                  <a:pt x="131" y="0"/>
                  <a:pt x="161" y="33"/>
                  <a:pt x="162" y="75"/>
                </a:cubicBezTo>
                <a:cubicBezTo>
                  <a:pt x="162" y="117"/>
                  <a:pt x="131" y="150"/>
                  <a:pt x="81" y="150"/>
                </a:cubicBezTo>
                <a:close/>
                <a:moveTo>
                  <a:pt x="152" y="641"/>
                </a:moveTo>
                <a:lnTo>
                  <a:pt x="152" y="641"/>
                </a:lnTo>
                <a:lnTo>
                  <a:pt x="9" y="641"/>
                </a:lnTo>
                <a:lnTo>
                  <a:pt x="9" y="209"/>
                </a:lnTo>
                <a:lnTo>
                  <a:pt x="152" y="209"/>
                </a:lnTo>
                <a:lnTo>
                  <a:pt x="152" y="641"/>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pic>
        <p:nvPicPr>
          <p:cNvPr id="2487" name="Google Shape;2487;p236">
            <a:hlinkClick r:id="rId5"/>
          </p:cNvPr>
          <p:cNvPicPr preferRelativeResize="0"/>
          <p:nvPr/>
        </p:nvPicPr>
        <p:blipFill rotWithShape="1">
          <a:blip r:embed="rId6">
            <a:alphaModFix/>
          </a:blip>
          <a:srcRect/>
          <a:stretch/>
        </p:blipFill>
        <p:spPr>
          <a:xfrm>
            <a:off x="7140048" y="5537234"/>
            <a:ext cx="203453" cy="245365"/>
          </a:xfrm>
          <a:prstGeom prst="rect">
            <a:avLst/>
          </a:prstGeom>
          <a:noFill/>
          <a:ln>
            <a:noFill/>
          </a:ln>
        </p:spPr>
      </p:pic>
      <p:pic>
        <p:nvPicPr>
          <p:cNvPr id="2488" name="Google Shape;2488;p236"/>
          <p:cNvPicPr preferRelativeResize="0"/>
          <p:nvPr/>
        </p:nvPicPr>
        <p:blipFill rotWithShape="1">
          <a:blip r:embed="rId7">
            <a:alphaModFix/>
          </a:blip>
          <a:srcRect/>
          <a:stretch/>
        </p:blipFill>
        <p:spPr>
          <a:xfrm>
            <a:off x="7837294" y="5539000"/>
            <a:ext cx="199306" cy="26574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orient="horz" pos="1150">
          <p15:clr>
            <a:srgbClr val="FBAE40"/>
          </p15:clr>
        </p15:guide>
        <p15:guide id="2" orient="horz" pos="3832">
          <p15:clr>
            <a:srgbClr val="FBAE40"/>
          </p15:clr>
        </p15:guide>
        <p15:guide id="3" pos="5588">
          <p15:clr>
            <a:srgbClr val="FBAE40"/>
          </p15:clr>
        </p15:guide>
        <p15:guide id="4" pos="5786">
          <p15:clr>
            <a:srgbClr val="FBAE40"/>
          </p15:clr>
        </p15:guide>
        <p15:guide id="5" orient="horz" pos="4148">
          <p15:clr>
            <a:srgbClr val="FBAE40"/>
          </p15:clr>
        </p15:guide>
        <p15:guide id="6" pos="5386">
          <p15:clr>
            <a:srgbClr val="FBAE40"/>
          </p15:clr>
        </p15:guide>
      </p15:sldGuideLst>
    </p:ext>
  </p:extLst>
</p:sldLayout>
</file>

<file path=ppt/slideLayouts/slideLayout23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489"/>
        <p:cNvGrpSpPr/>
        <p:nvPr/>
      </p:nvGrpSpPr>
      <p:grpSpPr>
        <a:xfrm>
          <a:off x="0" y="0"/>
          <a:ext cx="0" cy="0"/>
          <a:chOff x="0" y="0"/>
          <a:chExt cx="0" cy="0"/>
        </a:xfrm>
      </p:grpSpPr>
      <p:sp>
        <p:nvSpPr>
          <p:cNvPr id="2490" name="Google Shape;2490;p237"/>
          <p:cNvSpPr txBox="1">
            <a:spLocks noGrp="1"/>
          </p:cNvSpPr>
          <p:nvPr>
            <p:ph type="ctrTitle"/>
          </p:nvPr>
        </p:nvSpPr>
        <p:spPr>
          <a:xfrm>
            <a:off x="685800" y="2130425"/>
            <a:ext cx="7772400" cy="14700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91" name="Google Shape;2491;p237"/>
          <p:cNvSpPr txBox="1">
            <a:spLocks noGrp="1"/>
          </p:cNvSpPr>
          <p:nvPr>
            <p:ph type="subTitle" idx="1"/>
          </p:nvPr>
        </p:nvSpPr>
        <p:spPr>
          <a:xfrm>
            <a:off x="1371600" y="3886200"/>
            <a:ext cx="6400800" cy="1752600"/>
          </a:xfrm>
          <a:prstGeom prst="rect">
            <a:avLst/>
          </a:prstGeom>
          <a:noFill/>
          <a:ln>
            <a:noFill/>
          </a:ln>
        </p:spPr>
        <p:txBody>
          <a:bodyPr spcFirstLastPara="1" wrap="square" lIns="0" tIns="0" rIns="0" bIns="0" anchor="t" anchorCtr="0">
            <a:normAutofit/>
          </a:bodyPr>
          <a:lstStyle>
            <a:lvl1pPr lvl="0" algn="ctr">
              <a:lnSpc>
                <a:spcPct val="100000"/>
              </a:lnSpc>
              <a:spcBef>
                <a:spcPts val="900"/>
              </a:spcBef>
              <a:spcAft>
                <a:spcPts val="0"/>
              </a:spcAft>
              <a:buClr>
                <a:srgbClr val="8A8A8A"/>
              </a:buClr>
              <a:buSzPts val="1350"/>
              <a:buNone/>
              <a:defRPr>
                <a:solidFill>
                  <a:srgbClr val="8A8A8A"/>
                </a:solidFill>
              </a:defRPr>
            </a:lvl1pPr>
            <a:lvl2pPr lvl="1" algn="ctr">
              <a:lnSpc>
                <a:spcPct val="100000"/>
              </a:lnSpc>
              <a:spcBef>
                <a:spcPts val="225"/>
              </a:spcBef>
              <a:spcAft>
                <a:spcPts val="0"/>
              </a:spcAft>
              <a:buClr>
                <a:srgbClr val="8A8A8A"/>
              </a:buClr>
              <a:buSzPts val="1350"/>
              <a:buNone/>
              <a:defRPr>
                <a:solidFill>
                  <a:srgbClr val="8A8A8A"/>
                </a:solidFill>
              </a:defRPr>
            </a:lvl2pPr>
            <a:lvl3pPr lvl="2" algn="ctr">
              <a:lnSpc>
                <a:spcPct val="100000"/>
              </a:lnSpc>
              <a:spcBef>
                <a:spcPts val="225"/>
              </a:spcBef>
              <a:spcAft>
                <a:spcPts val="0"/>
              </a:spcAft>
              <a:buClr>
                <a:srgbClr val="8A8A8A"/>
              </a:buClr>
              <a:buSzPts val="1350"/>
              <a:buNone/>
              <a:defRPr>
                <a:solidFill>
                  <a:srgbClr val="8A8A8A"/>
                </a:solidFill>
              </a:defRPr>
            </a:lvl3pPr>
            <a:lvl4pPr lvl="3" algn="ctr">
              <a:lnSpc>
                <a:spcPct val="100000"/>
              </a:lnSpc>
              <a:spcBef>
                <a:spcPts val="225"/>
              </a:spcBef>
              <a:spcAft>
                <a:spcPts val="0"/>
              </a:spcAft>
              <a:buClr>
                <a:srgbClr val="8A8A8A"/>
              </a:buClr>
              <a:buSzPts val="1350"/>
              <a:buNone/>
              <a:defRPr>
                <a:solidFill>
                  <a:srgbClr val="8A8A8A"/>
                </a:solidFill>
              </a:defRPr>
            </a:lvl4pPr>
            <a:lvl5pPr lvl="4" algn="ctr">
              <a:lnSpc>
                <a:spcPct val="100000"/>
              </a:lnSpc>
              <a:spcBef>
                <a:spcPts val="225"/>
              </a:spcBef>
              <a:spcAft>
                <a:spcPts val="0"/>
              </a:spcAft>
              <a:buClr>
                <a:srgbClr val="8A8A8A"/>
              </a:buClr>
              <a:buSzPts val="1350"/>
              <a:buNone/>
              <a:defRPr>
                <a:solidFill>
                  <a:srgbClr val="8A8A8A"/>
                </a:solidFill>
              </a:defRPr>
            </a:lvl5pPr>
            <a:lvl6pPr lvl="5" algn="ctr">
              <a:lnSpc>
                <a:spcPct val="100000"/>
              </a:lnSpc>
              <a:spcBef>
                <a:spcPts val="225"/>
              </a:spcBef>
              <a:spcAft>
                <a:spcPts val="0"/>
              </a:spcAft>
              <a:buClr>
                <a:srgbClr val="8A8A8A"/>
              </a:buClr>
              <a:buSzPts val="1350"/>
              <a:buNone/>
              <a:defRPr>
                <a:solidFill>
                  <a:srgbClr val="8A8A8A"/>
                </a:solidFill>
              </a:defRPr>
            </a:lvl6pPr>
            <a:lvl7pPr lvl="6" algn="ctr">
              <a:lnSpc>
                <a:spcPct val="100000"/>
              </a:lnSpc>
              <a:spcBef>
                <a:spcPts val="225"/>
              </a:spcBef>
              <a:spcAft>
                <a:spcPts val="0"/>
              </a:spcAft>
              <a:buClr>
                <a:srgbClr val="8A8A8A"/>
              </a:buClr>
              <a:buSzPts val="1350"/>
              <a:buNone/>
              <a:defRPr>
                <a:solidFill>
                  <a:srgbClr val="8A8A8A"/>
                </a:solidFill>
              </a:defRPr>
            </a:lvl7pPr>
            <a:lvl8pPr lvl="7" algn="ctr">
              <a:lnSpc>
                <a:spcPct val="100000"/>
              </a:lnSpc>
              <a:spcBef>
                <a:spcPts val="225"/>
              </a:spcBef>
              <a:spcAft>
                <a:spcPts val="0"/>
              </a:spcAft>
              <a:buClr>
                <a:srgbClr val="8A8A8A"/>
              </a:buClr>
              <a:buSzPts val="1350"/>
              <a:buNone/>
              <a:defRPr>
                <a:solidFill>
                  <a:srgbClr val="8A8A8A"/>
                </a:solidFill>
              </a:defRPr>
            </a:lvl8pPr>
            <a:lvl9pPr lvl="8" algn="ctr">
              <a:lnSpc>
                <a:spcPct val="100000"/>
              </a:lnSpc>
              <a:spcBef>
                <a:spcPts val="225"/>
              </a:spcBef>
              <a:spcAft>
                <a:spcPts val="0"/>
              </a:spcAft>
              <a:buClr>
                <a:srgbClr val="8A8A8A"/>
              </a:buClr>
              <a:buSzPts val="1350"/>
              <a:buNone/>
              <a:defRPr>
                <a:solidFill>
                  <a:srgbClr val="8A8A8A"/>
                </a:solidFill>
              </a:defRPr>
            </a:lvl9pPr>
          </a:lstStyle>
          <a:p>
            <a:endParaRPr/>
          </a:p>
        </p:txBody>
      </p:sp>
      <p:sp>
        <p:nvSpPr>
          <p:cNvPr id="2492" name="Google Shape;2492;p237"/>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493" name="Google Shape;2493;p237"/>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494" name="Google Shape;2494;p237"/>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Arial"/>
                <a:ea typeface="Arial"/>
                <a:cs typeface="Arial"/>
                <a:sym typeface="Arial"/>
              </a:defRPr>
            </a:lvl1pPr>
            <a:lvl2pPr marL="0" marR="0" lvl="1" indent="0" algn="l" rtl="0">
              <a:spcBef>
                <a:spcPts val="0"/>
              </a:spcBef>
              <a:buNone/>
              <a:defRPr sz="1800">
                <a:solidFill>
                  <a:schemeClr val="dk1"/>
                </a:solidFill>
                <a:latin typeface="Arial"/>
                <a:ea typeface="Arial"/>
                <a:cs typeface="Arial"/>
                <a:sym typeface="Arial"/>
              </a:defRPr>
            </a:lvl2pPr>
            <a:lvl3pPr marL="0" marR="0" lvl="2" indent="0" algn="l" rtl="0">
              <a:spcBef>
                <a:spcPts val="0"/>
              </a:spcBef>
              <a:buNone/>
              <a:defRPr sz="1800">
                <a:solidFill>
                  <a:schemeClr val="dk1"/>
                </a:solidFill>
                <a:latin typeface="Arial"/>
                <a:ea typeface="Arial"/>
                <a:cs typeface="Arial"/>
                <a:sym typeface="Arial"/>
              </a:defRPr>
            </a:lvl3pPr>
            <a:lvl4pPr marL="0" marR="0" lvl="3" indent="0" algn="l" rtl="0">
              <a:spcBef>
                <a:spcPts val="0"/>
              </a:spcBef>
              <a:buNone/>
              <a:defRPr sz="1800">
                <a:solidFill>
                  <a:schemeClr val="dk1"/>
                </a:solidFill>
                <a:latin typeface="Arial"/>
                <a:ea typeface="Arial"/>
                <a:cs typeface="Arial"/>
                <a:sym typeface="Arial"/>
              </a:defRPr>
            </a:lvl4pPr>
            <a:lvl5pPr marL="0" marR="0" lvl="4" indent="0" algn="l" rtl="0">
              <a:spcBef>
                <a:spcPts val="0"/>
              </a:spcBef>
              <a:buNone/>
              <a:defRPr sz="1800">
                <a:solidFill>
                  <a:schemeClr val="dk1"/>
                </a:solidFill>
                <a:latin typeface="Arial"/>
                <a:ea typeface="Arial"/>
                <a:cs typeface="Arial"/>
                <a:sym typeface="Arial"/>
              </a:defRPr>
            </a:lvl5pPr>
            <a:lvl6pPr marL="0" marR="0" lvl="5" indent="0" algn="l" rtl="0">
              <a:spcBef>
                <a:spcPts val="0"/>
              </a:spcBef>
              <a:buNone/>
              <a:defRPr sz="1800">
                <a:solidFill>
                  <a:schemeClr val="dk1"/>
                </a:solidFill>
                <a:latin typeface="Arial"/>
                <a:ea typeface="Arial"/>
                <a:cs typeface="Arial"/>
                <a:sym typeface="Arial"/>
              </a:defRPr>
            </a:lvl6pPr>
            <a:lvl7pPr marL="0" marR="0" lvl="6" indent="0" algn="l" rtl="0">
              <a:spcBef>
                <a:spcPts val="0"/>
              </a:spcBef>
              <a:buNone/>
              <a:defRPr sz="1800">
                <a:solidFill>
                  <a:schemeClr val="dk1"/>
                </a:solidFill>
                <a:latin typeface="Arial"/>
                <a:ea typeface="Arial"/>
                <a:cs typeface="Arial"/>
                <a:sym typeface="Arial"/>
              </a:defRPr>
            </a:lvl7pPr>
            <a:lvl8pPr marL="0" marR="0" lvl="7" indent="0" algn="l" rtl="0">
              <a:spcBef>
                <a:spcPts val="0"/>
              </a:spcBef>
              <a:buNone/>
              <a:defRPr sz="1800">
                <a:solidFill>
                  <a:schemeClr val="dk1"/>
                </a:solidFill>
                <a:latin typeface="Arial"/>
                <a:ea typeface="Arial"/>
                <a:cs typeface="Arial"/>
                <a:sym typeface="Arial"/>
              </a:defRPr>
            </a:lvl8pPr>
            <a:lvl9pPr marL="0" marR="0" lvl="8" indent="0" algn="l" rtl="0">
              <a:spcBef>
                <a:spcPts val="0"/>
              </a:spcBef>
              <a:buNone/>
              <a:defRPr sz="1800">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matchingName="Three Quarters Black 1">
  <p:cSld name="Three Quarters Black (g3eb05b043ef_51_0)">
    <p:bg>
      <p:bgPr>
        <a:blipFill>
          <a:blip r:embed="rId2">
            <a:alphaModFix/>
          </a:blip>
          <a:stretch>
            <a:fillRect/>
          </a:stretch>
        </a:blipFill>
        <a:effectLst/>
      </p:bgPr>
    </p:bg>
    <p:spTree>
      <p:nvGrpSpPr>
        <p:cNvPr id="1" name="Shape 2495"/>
        <p:cNvGrpSpPr/>
        <p:nvPr/>
      </p:nvGrpSpPr>
      <p:grpSpPr>
        <a:xfrm>
          <a:off x="0" y="0"/>
          <a:ext cx="0" cy="0"/>
          <a:chOff x="0" y="0"/>
          <a:chExt cx="0" cy="0"/>
        </a:xfrm>
      </p:grpSpPr>
      <p:sp>
        <p:nvSpPr>
          <p:cNvPr id="2496" name="Google Shape;2496;p238"/>
          <p:cNvSpPr txBox="1">
            <a:spLocks noGrp="1"/>
          </p:cNvSpPr>
          <p:nvPr>
            <p:ph type="title"/>
          </p:nvPr>
        </p:nvSpPr>
        <p:spPr>
          <a:xfrm>
            <a:off x="274321" y="365760"/>
            <a:ext cx="6153000" cy="914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2400"/>
              <a:buFont typeface="Arial"/>
              <a:buNone/>
              <a:defRPr>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97" name="Google Shape;2497;p238"/>
          <p:cNvSpPr txBox="1">
            <a:spLocks noGrp="1"/>
          </p:cNvSpPr>
          <p:nvPr>
            <p:ph type="body" idx="1"/>
          </p:nvPr>
        </p:nvSpPr>
        <p:spPr>
          <a:xfrm>
            <a:off x="274320" y="1828800"/>
            <a:ext cx="6153000" cy="4251900"/>
          </a:xfrm>
          <a:prstGeom prst="rect">
            <a:avLst/>
          </a:prstGeom>
          <a:noFill/>
          <a:ln>
            <a:noFill/>
          </a:ln>
        </p:spPr>
        <p:txBody>
          <a:bodyPr spcFirstLastPara="1" wrap="square" lIns="0" tIns="0" rIns="0" bIns="0" anchor="t" anchorCtr="0">
            <a:normAutofit/>
          </a:bodyPr>
          <a:lstStyle>
            <a:lvl1pPr marL="457200" lvl="0" indent="-314325" algn="l">
              <a:lnSpc>
                <a:spcPct val="100000"/>
              </a:lnSpc>
              <a:spcBef>
                <a:spcPts val="900"/>
              </a:spcBef>
              <a:spcAft>
                <a:spcPts val="0"/>
              </a:spcAft>
              <a:buClr>
                <a:schemeClr val="lt1"/>
              </a:buClr>
              <a:buSzPts val="1350"/>
              <a:buChar char="•"/>
              <a:defRPr sz="1350">
                <a:solidFill>
                  <a:schemeClr val="lt1"/>
                </a:solidFill>
                <a:latin typeface="Arial"/>
                <a:ea typeface="Arial"/>
                <a:cs typeface="Arial"/>
                <a:sym typeface="Arial"/>
              </a:defRPr>
            </a:lvl1pPr>
            <a:lvl2pPr marL="914400" lvl="1" indent="-314325" algn="l">
              <a:lnSpc>
                <a:spcPct val="100000"/>
              </a:lnSpc>
              <a:spcBef>
                <a:spcPts val="225"/>
              </a:spcBef>
              <a:spcAft>
                <a:spcPts val="0"/>
              </a:spcAft>
              <a:buClr>
                <a:schemeClr val="lt1"/>
              </a:buClr>
              <a:buSzPts val="1350"/>
              <a:buChar char="–"/>
              <a:defRPr sz="1350">
                <a:solidFill>
                  <a:schemeClr val="lt1"/>
                </a:solidFill>
                <a:latin typeface="Arial"/>
                <a:ea typeface="Arial"/>
                <a:cs typeface="Arial"/>
                <a:sym typeface="Arial"/>
              </a:defRPr>
            </a:lvl2pPr>
            <a:lvl3pPr marL="1371600" lvl="2" indent="-314325" algn="l">
              <a:lnSpc>
                <a:spcPct val="100000"/>
              </a:lnSpc>
              <a:spcBef>
                <a:spcPts val="225"/>
              </a:spcBef>
              <a:spcAft>
                <a:spcPts val="0"/>
              </a:spcAft>
              <a:buClr>
                <a:schemeClr val="lt1"/>
              </a:buClr>
              <a:buSzPts val="1350"/>
              <a:buChar char="–"/>
              <a:defRPr sz="1350">
                <a:solidFill>
                  <a:schemeClr val="lt1"/>
                </a:solidFill>
                <a:latin typeface="Arial"/>
                <a:ea typeface="Arial"/>
                <a:cs typeface="Arial"/>
                <a:sym typeface="Arial"/>
              </a:defRPr>
            </a:lvl3pPr>
            <a:lvl4pPr marL="1828800" lvl="3" indent="-314325" algn="l">
              <a:lnSpc>
                <a:spcPct val="100000"/>
              </a:lnSpc>
              <a:spcBef>
                <a:spcPts val="225"/>
              </a:spcBef>
              <a:spcAft>
                <a:spcPts val="0"/>
              </a:spcAft>
              <a:buClr>
                <a:schemeClr val="lt1"/>
              </a:buClr>
              <a:buSzPts val="1350"/>
              <a:buChar char="–"/>
              <a:defRPr sz="1350">
                <a:solidFill>
                  <a:schemeClr val="lt1"/>
                </a:solidFill>
                <a:latin typeface="Arial"/>
                <a:ea typeface="Arial"/>
                <a:cs typeface="Arial"/>
                <a:sym typeface="Arial"/>
              </a:defRPr>
            </a:lvl4pPr>
            <a:lvl5pPr marL="2286000" lvl="4" indent="-314325" algn="l">
              <a:lnSpc>
                <a:spcPct val="100000"/>
              </a:lnSpc>
              <a:spcBef>
                <a:spcPts val="225"/>
              </a:spcBef>
              <a:spcAft>
                <a:spcPts val="0"/>
              </a:spcAft>
              <a:buClr>
                <a:schemeClr val="lt1"/>
              </a:buClr>
              <a:buSzPts val="1350"/>
              <a:buChar char="–"/>
              <a:defRPr sz="1350">
                <a:solidFill>
                  <a:schemeClr val="lt1"/>
                </a:solidFill>
                <a:latin typeface="Arial"/>
                <a:ea typeface="Arial"/>
                <a:cs typeface="Arial"/>
                <a:sym typeface="Arial"/>
              </a:defRPr>
            </a:lvl5pPr>
            <a:lvl6pPr marL="2743200" lvl="5" indent="-314325" algn="l">
              <a:lnSpc>
                <a:spcPct val="100000"/>
              </a:lnSpc>
              <a:spcBef>
                <a:spcPts val="225"/>
              </a:spcBef>
              <a:spcAft>
                <a:spcPts val="0"/>
              </a:spcAft>
              <a:buClr>
                <a:schemeClr val="lt1"/>
              </a:buClr>
              <a:buSzPts val="1350"/>
              <a:buChar char="–"/>
              <a:defRPr sz="1350">
                <a:solidFill>
                  <a:schemeClr val="lt1"/>
                </a:solidFill>
              </a:defRPr>
            </a:lvl6pPr>
            <a:lvl7pPr marL="3200400" lvl="6" indent="-314325" algn="l">
              <a:lnSpc>
                <a:spcPct val="100000"/>
              </a:lnSpc>
              <a:spcBef>
                <a:spcPts val="225"/>
              </a:spcBef>
              <a:spcAft>
                <a:spcPts val="0"/>
              </a:spcAft>
              <a:buClr>
                <a:schemeClr val="lt1"/>
              </a:buClr>
              <a:buSzPts val="1350"/>
              <a:buChar char="–"/>
              <a:defRPr sz="1350">
                <a:solidFill>
                  <a:schemeClr val="lt1"/>
                </a:solidFill>
              </a:defRPr>
            </a:lvl7pPr>
            <a:lvl8pPr marL="3657600" lvl="7" indent="-314325" algn="l">
              <a:lnSpc>
                <a:spcPct val="100000"/>
              </a:lnSpc>
              <a:spcBef>
                <a:spcPts val="225"/>
              </a:spcBef>
              <a:spcAft>
                <a:spcPts val="0"/>
              </a:spcAft>
              <a:buClr>
                <a:schemeClr val="lt1"/>
              </a:buClr>
              <a:buSzPts val="1350"/>
              <a:buChar char="–"/>
              <a:defRPr sz="1350">
                <a:solidFill>
                  <a:schemeClr val="lt1"/>
                </a:solidFill>
              </a:defRPr>
            </a:lvl8pPr>
            <a:lvl9pPr marL="4114800" lvl="8" indent="-314325" algn="l">
              <a:lnSpc>
                <a:spcPct val="100000"/>
              </a:lnSpc>
              <a:spcBef>
                <a:spcPts val="225"/>
              </a:spcBef>
              <a:spcAft>
                <a:spcPts val="0"/>
              </a:spcAft>
              <a:buClr>
                <a:schemeClr val="lt1"/>
              </a:buClr>
              <a:buSzPts val="1350"/>
              <a:buChar char="–"/>
              <a:defRPr sz="1350">
                <a:solidFill>
                  <a:schemeClr val="lt1"/>
                </a:solidFill>
              </a:defRPr>
            </a:lvl9pPr>
          </a:lstStyle>
          <a:p>
            <a:endParaRPr/>
          </a:p>
        </p:txBody>
      </p:sp>
      <p:sp>
        <p:nvSpPr>
          <p:cNvPr id="2498" name="Google Shape;2498;p238"/>
          <p:cNvSpPr txBox="1">
            <a:spLocks noGrp="1"/>
          </p:cNvSpPr>
          <p:nvPr>
            <p:ph type="body" idx="2"/>
          </p:nvPr>
        </p:nvSpPr>
        <p:spPr>
          <a:xfrm>
            <a:off x="6891337" y="1828800"/>
            <a:ext cx="1976100" cy="4251900"/>
          </a:xfrm>
          <a:prstGeom prst="rect">
            <a:avLst/>
          </a:prstGeom>
          <a:noFill/>
          <a:ln>
            <a:noFill/>
          </a:ln>
        </p:spPr>
        <p:txBody>
          <a:bodyPr spcFirstLastPara="1" wrap="square" lIns="0" tIns="0" rIns="0" bIns="0" anchor="t" anchorCtr="0">
            <a:normAutofit/>
          </a:bodyPr>
          <a:lstStyle>
            <a:lvl1pPr marL="457200" lvl="0" indent="-304800" algn="l">
              <a:lnSpc>
                <a:spcPct val="100000"/>
              </a:lnSpc>
              <a:spcBef>
                <a:spcPts val="900"/>
              </a:spcBef>
              <a:spcAft>
                <a:spcPts val="0"/>
              </a:spcAft>
              <a:buClr>
                <a:schemeClr val="dk1"/>
              </a:buClr>
              <a:buSzPts val="1200"/>
              <a:buChar char="•"/>
              <a:defRPr sz="1200">
                <a:solidFill>
                  <a:schemeClr val="dk1"/>
                </a:solidFill>
                <a:latin typeface="Arial"/>
                <a:ea typeface="Arial"/>
                <a:cs typeface="Arial"/>
                <a:sym typeface="Arial"/>
              </a:defRPr>
            </a:lvl1pPr>
            <a:lvl2pPr marL="914400" lvl="1"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2pPr>
            <a:lvl3pPr marL="1371600" lvl="2"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3pPr>
            <a:lvl4pPr marL="1828800" lvl="3"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4pPr>
            <a:lvl5pPr marL="2286000" lvl="4" indent="-304800" algn="l">
              <a:lnSpc>
                <a:spcPct val="100000"/>
              </a:lnSpc>
              <a:spcBef>
                <a:spcPts val="225"/>
              </a:spcBef>
              <a:spcAft>
                <a:spcPts val="0"/>
              </a:spcAft>
              <a:buClr>
                <a:schemeClr val="dk1"/>
              </a:buClr>
              <a:buSzPts val="1200"/>
              <a:buChar char="–"/>
              <a:defRPr sz="1200">
                <a:solidFill>
                  <a:schemeClr val="dk1"/>
                </a:solidFill>
                <a:latin typeface="Arial"/>
                <a:ea typeface="Arial"/>
                <a:cs typeface="Arial"/>
                <a:sym typeface="Arial"/>
              </a:defRPr>
            </a:lvl5pPr>
            <a:lvl6pPr marL="2743200" lvl="5" indent="-304800" algn="l">
              <a:lnSpc>
                <a:spcPct val="100000"/>
              </a:lnSpc>
              <a:spcBef>
                <a:spcPts val="225"/>
              </a:spcBef>
              <a:spcAft>
                <a:spcPts val="0"/>
              </a:spcAft>
              <a:buClr>
                <a:schemeClr val="dk1"/>
              </a:buClr>
              <a:buSzPts val="1200"/>
              <a:buChar char="–"/>
              <a:defRPr sz="1200">
                <a:solidFill>
                  <a:schemeClr val="dk1"/>
                </a:solidFill>
              </a:defRPr>
            </a:lvl6pPr>
            <a:lvl7pPr marL="3200400" lvl="6" indent="-304800" algn="l">
              <a:lnSpc>
                <a:spcPct val="100000"/>
              </a:lnSpc>
              <a:spcBef>
                <a:spcPts val="225"/>
              </a:spcBef>
              <a:spcAft>
                <a:spcPts val="0"/>
              </a:spcAft>
              <a:buClr>
                <a:schemeClr val="dk1"/>
              </a:buClr>
              <a:buSzPts val="1200"/>
              <a:buChar char="–"/>
              <a:defRPr sz="1200">
                <a:solidFill>
                  <a:schemeClr val="dk1"/>
                </a:solidFill>
              </a:defRPr>
            </a:lvl7pPr>
            <a:lvl8pPr marL="3657600" lvl="7" indent="-304800" algn="l">
              <a:lnSpc>
                <a:spcPct val="100000"/>
              </a:lnSpc>
              <a:spcBef>
                <a:spcPts val="225"/>
              </a:spcBef>
              <a:spcAft>
                <a:spcPts val="0"/>
              </a:spcAft>
              <a:buClr>
                <a:schemeClr val="dk1"/>
              </a:buClr>
              <a:buSzPts val="1200"/>
              <a:buChar char="–"/>
              <a:defRPr sz="1200">
                <a:solidFill>
                  <a:schemeClr val="dk1"/>
                </a:solidFill>
              </a:defRPr>
            </a:lvl8pPr>
            <a:lvl9pPr marL="4114800" lvl="8" indent="-304800" algn="l">
              <a:lnSpc>
                <a:spcPct val="100000"/>
              </a:lnSpc>
              <a:spcBef>
                <a:spcPts val="225"/>
              </a:spcBef>
              <a:spcAft>
                <a:spcPts val="0"/>
              </a:spcAft>
              <a:buClr>
                <a:schemeClr val="dk1"/>
              </a:buClr>
              <a:buSzPts val="1200"/>
              <a:buChar char="–"/>
              <a:defRPr sz="1200">
                <a:solidFill>
                  <a:schemeClr val="dk1"/>
                </a:solidFill>
              </a:defRPr>
            </a:lvl9p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788">
          <p15:clr>
            <a:srgbClr val="FBAE40"/>
          </p15:clr>
        </p15:guide>
        <p15:guide id="2" orient="horz" pos="1152">
          <p15:clr>
            <a:srgbClr val="FBAE40"/>
          </p15:clr>
        </p15:guide>
        <p15:guide id="3" orient="horz" pos="3832">
          <p15:clr>
            <a:srgbClr val="FBAE40"/>
          </p15:clr>
        </p15:guide>
        <p15:guide id="4" orient="horz" pos="4148">
          <p15:clr>
            <a:srgbClr val="FBAE40"/>
          </p15:clr>
        </p15:guide>
        <p15:guide id="5" pos="5400">
          <p15:clr>
            <a:srgbClr val="FBAE40"/>
          </p15:clr>
        </p15:guide>
      </p15:sldGuideLst>
    </p:ext>
  </p:extLs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117" Type="http://schemas.openxmlformats.org/officeDocument/2006/relationships/theme" Target="../theme/theme1.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12" Type="http://schemas.openxmlformats.org/officeDocument/2006/relationships/slideLayout" Target="../slideLayouts/slideLayout112.xml"/><Relationship Id="rId16" Type="http://schemas.openxmlformats.org/officeDocument/2006/relationships/slideLayout" Target="../slideLayouts/slideLayout16.xml"/><Relationship Id="rId107" Type="http://schemas.openxmlformats.org/officeDocument/2006/relationships/slideLayout" Target="../slideLayouts/slideLayout107.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slideLayout" Target="../slideLayouts/slideLayout102.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113" Type="http://schemas.openxmlformats.org/officeDocument/2006/relationships/slideLayout" Target="../slideLayouts/slideLayout113.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59" Type="http://schemas.openxmlformats.org/officeDocument/2006/relationships/slideLayout" Target="../slideLayouts/slideLayout59.xml"/><Relationship Id="rId103" Type="http://schemas.openxmlformats.org/officeDocument/2006/relationships/slideLayout" Target="../slideLayouts/slideLayout103.xml"/><Relationship Id="rId108" Type="http://schemas.openxmlformats.org/officeDocument/2006/relationships/slideLayout" Target="../slideLayouts/slideLayout108.xml"/><Relationship Id="rId54" Type="http://schemas.openxmlformats.org/officeDocument/2006/relationships/slideLayout" Target="../slideLayouts/slideLayout54.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49" Type="http://schemas.openxmlformats.org/officeDocument/2006/relationships/slideLayout" Target="../slideLayouts/slideLayout49.xml"/><Relationship Id="rId114" Type="http://schemas.openxmlformats.org/officeDocument/2006/relationships/slideLayout" Target="../slideLayouts/slideLayout114.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109" Type="http://schemas.openxmlformats.org/officeDocument/2006/relationships/slideLayout" Target="../slideLayouts/slideLayout10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104" Type="http://schemas.openxmlformats.org/officeDocument/2006/relationships/slideLayout" Target="../slideLayouts/slideLayout104.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110" Type="http://schemas.openxmlformats.org/officeDocument/2006/relationships/slideLayout" Target="../slideLayouts/slideLayout110.xml"/><Relationship Id="rId115" Type="http://schemas.openxmlformats.org/officeDocument/2006/relationships/slideLayout" Target="../slideLayouts/slideLayout115.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105" Type="http://schemas.openxmlformats.org/officeDocument/2006/relationships/slideLayout" Target="../slideLayouts/slideLayout105.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 Id="rId25" Type="http://schemas.openxmlformats.org/officeDocument/2006/relationships/slideLayout" Target="../slideLayouts/slideLayout25.xml"/><Relationship Id="rId46" Type="http://schemas.openxmlformats.org/officeDocument/2006/relationships/slideLayout" Target="../slideLayouts/slideLayout46.xml"/><Relationship Id="rId67" Type="http://schemas.openxmlformats.org/officeDocument/2006/relationships/slideLayout" Target="../slideLayouts/slideLayout67.xml"/><Relationship Id="rId116" Type="http://schemas.openxmlformats.org/officeDocument/2006/relationships/slideLayout" Target="../slideLayouts/slideLayout11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62" Type="http://schemas.openxmlformats.org/officeDocument/2006/relationships/slideLayout" Target="../slideLayouts/slideLayout62.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111" Type="http://schemas.openxmlformats.org/officeDocument/2006/relationships/slideLayout" Target="../slideLayouts/slideLayout111.xml"/><Relationship Id="rId15" Type="http://schemas.openxmlformats.org/officeDocument/2006/relationships/slideLayout" Target="../slideLayouts/slideLayout15.xml"/><Relationship Id="rId36" Type="http://schemas.openxmlformats.org/officeDocument/2006/relationships/slideLayout" Target="../slideLayouts/slideLayout36.xml"/><Relationship Id="rId57" Type="http://schemas.openxmlformats.org/officeDocument/2006/relationships/slideLayout" Target="../slideLayouts/slideLayout57.xml"/><Relationship Id="rId106" Type="http://schemas.openxmlformats.org/officeDocument/2006/relationships/slideLayout" Target="../slideLayouts/slideLayout106.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18.xml"/><Relationship Id="rId1" Type="http://schemas.openxmlformats.org/officeDocument/2006/relationships/slideLayout" Target="../slideLayouts/slideLayout117.xml"/></Relationships>
</file>

<file path=ppt/slideMasters/_rels/slideMaster3.xml.rels><?xml version="1.0" encoding="UTF-8" standalone="yes"?>
<Relationships xmlns="http://schemas.openxmlformats.org/package/2006/relationships"><Relationship Id="rId26" Type="http://schemas.openxmlformats.org/officeDocument/2006/relationships/slideLayout" Target="../slideLayouts/slideLayout144.xml"/><Relationship Id="rId117" Type="http://schemas.openxmlformats.org/officeDocument/2006/relationships/slideLayout" Target="../slideLayouts/slideLayout235.xml"/><Relationship Id="rId21" Type="http://schemas.openxmlformats.org/officeDocument/2006/relationships/slideLayout" Target="../slideLayouts/slideLayout139.xml"/><Relationship Id="rId42" Type="http://schemas.openxmlformats.org/officeDocument/2006/relationships/slideLayout" Target="../slideLayouts/slideLayout160.xml"/><Relationship Id="rId47" Type="http://schemas.openxmlformats.org/officeDocument/2006/relationships/slideLayout" Target="../slideLayouts/slideLayout165.xml"/><Relationship Id="rId63" Type="http://schemas.openxmlformats.org/officeDocument/2006/relationships/slideLayout" Target="../slideLayouts/slideLayout181.xml"/><Relationship Id="rId68" Type="http://schemas.openxmlformats.org/officeDocument/2006/relationships/slideLayout" Target="../slideLayouts/slideLayout186.xml"/><Relationship Id="rId84" Type="http://schemas.openxmlformats.org/officeDocument/2006/relationships/slideLayout" Target="../slideLayouts/slideLayout202.xml"/><Relationship Id="rId89" Type="http://schemas.openxmlformats.org/officeDocument/2006/relationships/slideLayout" Target="../slideLayouts/slideLayout207.xml"/><Relationship Id="rId112" Type="http://schemas.openxmlformats.org/officeDocument/2006/relationships/slideLayout" Target="../slideLayouts/slideLayout230.xml"/><Relationship Id="rId16" Type="http://schemas.openxmlformats.org/officeDocument/2006/relationships/slideLayout" Target="../slideLayouts/slideLayout134.xml"/><Relationship Id="rId107" Type="http://schemas.openxmlformats.org/officeDocument/2006/relationships/slideLayout" Target="../slideLayouts/slideLayout225.xml"/><Relationship Id="rId11" Type="http://schemas.openxmlformats.org/officeDocument/2006/relationships/slideLayout" Target="../slideLayouts/slideLayout129.xml"/><Relationship Id="rId32" Type="http://schemas.openxmlformats.org/officeDocument/2006/relationships/slideLayout" Target="../slideLayouts/slideLayout150.xml"/><Relationship Id="rId37" Type="http://schemas.openxmlformats.org/officeDocument/2006/relationships/slideLayout" Target="../slideLayouts/slideLayout155.xml"/><Relationship Id="rId53" Type="http://schemas.openxmlformats.org/officeDocument/2006/relationships/slideLayout" Target="../slideLayouts/slideLayout171.xml"/><Relationship Id="rId58" Type="http://schemas.openxmlformats.org/officeDocument/2006/relationships/slideLayout" Target="../slideLayouts/slideLayout176.xml"/><Relationship Id="rId74" Type="http://schemas.openxmlformats.org/officeDocument/2006/relationships/slideLayout" Target="../slideLayouts/slideLayout192.xml"/><Relationship Id="rId79" Type="http://schemas.openxmlformats.org/officeDocument/2006/relationships/slideLayout" Target="../slideLayouts/slideLayout197.xml"/><Relationship Id="rId102" Type="http://schemas.openxmlformats.org/officeDocument/2006/relationships/slideLayout" Target="../slideLayouts/slideLayout220.xml"/><Relationship Id="rId5" Type="http://schemas.openxmlformats.org/officeDocument/2006/relationships/slideLayout" Target="../slideLayouts/slideLayout123.xml"/><Relationship Id="rId90" Type="http://schemas.openxmlformats.org/officeDocument/2006/relationships/slideLayout" Target="../slideLayouts/slideLayout208.xml"/><Relationship Id="rId95" Type="http://schemas.openxmlformats.org/officeDocument/2006/relationships/slideLayout" Target="../slideLayouts/slideLayout213.xml"/><Relationship Id="rId22" Type="http://schemas.openxmlformats.org/officeDocument/2006/relationships/slideLayout" Target="../slideLayouts/slideLayout140.xml"/><Relationship Id="rId27" Type="http://schemas.openxmlformats.org/officeDocument/2006/relationships/slideLayout" Target="../slideLayouts/slideLayout145.xml"/><Relationship Id="rId43" Type="http://schemas.openxmlformats.org/officeDocument/2006/relationships/slideLayout" Target="../slideLayouts/slideLayout161.xml"/><Relationship Id="rId48" Type="http://schemas.openxmlformats.org/officeDocument/2006/relationships/slideLayout" Target="../slideLayouts/slideLayout166.xml"/><Relationship Id="rId64" Type="http://schemas.openxmlformats.org/officeDocument/2006/relationships/slideLayout" Target="../slideLayouts/slideLayout182.xml"/><Relationship Id="rId69" Type="http://schemas.openxmlformats.org/officeDocument/2006/relationships/slideLayout" Target="../slideLayouts/slideLayout187.xml"/><Relationship Id="rId113" Type="http://schemas.openxmlformats.org/officeDocument/2006/relationships/slideLayout" Target="../slideLayouts/slideLayout231.xml"/><Relationship Id="rId118" Type="http://schemas.openxmlformats.org/officeDocument/2006/relationships/theme" Target="../theme/theme3.xml"/><Relationship Id="rId80" Type="http://schemas.openxmlformats.org/officeDocument/2006/relationships/slideLayout" Target="../slideLayouts/slideLayout198.xml"/><Relationship Id="rId85" Type="http://schemas.openxmlformats.org/officeDocument/2006/relationships/slideLayout" Target="../slideLayouts/slideLayout203.xml"/><Relationship Id="rId12" Type="http://schemas.openxmlformats.org/officeDocument/2006/relationships/slideLayout" Target="../slideLayouts/slideLayout130.xml"/><Relationship Id="rId17" Type="http://schemas.openxmlformats.org/officeDocument/2006/relationships/slideLayout" Target="../slideLayouts/slideLayout135.xml"/><Relationship Id="rId33" Type="http://schemas.openxmlformats.org/officeDocument/2006/relationships/slideLayout" Target="../slideLayouts/slideLayout151.xml"/><Relationship Id="rId38" Type="http://schemas.openxmlformats.org/officeDocument/2006/relationships/slideLayout" Target="../slideLayouts/slideLayout156.xml"/><Relationship Id="rId59" Type="http://schemas.openxmlformats.org/officeDocument/2006/relationships/slideLayout" Target="../slideLayouts/slideLayout177.xml"/><Relationship Id="rId103" Type="http://schemas.openxmlformats.org/officeDocument/2006/relationships/slideLayout" Target="../slideLayouts/slideLayout221.xml"/><Relationship Id="rId108" Type="http://schemas.openxmlformats.org/officeDocument/2006/relationships/slideLayout" Target="../slideLayouts/slideLayout226.xml"/><Relationship Id="rId54" Type="http://schemas.openxmlformats.org/officeDocument/2006/relationships/slideLayout" Target="../slideLayouts/slideLayout172.xml"/><Relationship Id="rId70" Type="http://schemas.openxmlformats.org/officeDocument/2006/relationships/slideLayout" Target="../slideLayouts/slideLayout188.xml"/><Relationship Id="rId75" Type="http://schemas.openxmlformats.org/officeDocument/2006/relationships/slideLayout" Target="../slideLayouts/slideLayout193.xml"/><Relationship Id="rId91" Type="http://schemas.openxmlformats.org/officeDocument/2006/relationships/slideLayout" Target="../slideLayouts/slideLayout209.xml"/><Relationship Id="rId96" Type="http://schemas.openxmlformats.org/officeDocument/2006/relationships/slideLayout" Target="../slideLayouts/slideLayout214.xml"/><Relationship Id="rId1" Type="http://schemas.openxmlformats.org/officeDocument/2006/relationships/slideLayout" Target="../slideLayouts/slideLayout119.xml"/><Relationship Id="rId6" Type="http://schemas.openxmlformats.org/officeDocument/2006/relationships/slideLayout" Target="../slideLayouts/slideLayout124.xml"/><Relationship Id="rId23" Type="http://schemas.openxmlformats.org/officeDocument/2006/relationships/slideLayout" Target="../slideLayouts/slideLayout141.xml"/><Relationship Id="rId28" Type="http://schemas.openxmlformats.org/officeDocument/2006/relationships/slideLayout" Target="../slideLayouts/slideLayout146.xml"/><Relationship Id="rId49" Type="http://schemas.openxmlformats.org/officeDocument/2006/relationships/slideLayout" Target="../slideLayouts/slideLayout167.xml"/><Relationship Id="rId114" Type="http://schemas.openxmlformats.org/officeDocument/2006/relationships/slideLayout" Target="../slideLayouts/slideLayout232.xml"/><Relationship Id="rId10" Type="http://schemas.openxmlformats.org/officeDocument/2006/relationships/slideLayout" Target="../slideLayouts/slideLayout128.xml"/><Relationship Id="rId31" Type="http://schemas.openxmlformats.org/officeDocument/2006/relationships/slideLayout" Target="../slideLayouts/slideLayout149.xml"/><Relationship Id="rId44" Type="http://schemas.openxmlformats.org/officeDocument/2006/relationships/slideLayout" Target="../slideLayouts/slideLayout162.xml"/><Relationship Id="rId52" Type="http://schemas.openxmlformats.org/officeDocument/2006/relationships/slideLayout" Target="../slideLayouts/slideLayout170.xml"/><Relationship Id="rId60" Type="http://schemas.openxmlformats.org/officeDocument/2006/relationships/slideLayout" Target="../slideLayouts/slideLayout178.xml"/><Relationship Id="rId65" Type="http://schemas.openxmlformats.org/officeDocument/2006/relationships/slideLayout" Target="../slideLayouts/slideLayout183.xml"/><Relationship Id="rId73" Type="http://schemas.openxmlformats.org/officeDocument/2006/relationships/slideLayout" Target="../slideLayouts/slideLayout191.xml"/><Relationship Id="rId78" Type="http://schemas.openxmlformats.org/officeDocument/2006/relationships/slideLayout" Target="../slideLayouts/slideLayout196.xml"/><Relationship Id="rId81" Type="http://schemas.openxmlformats.org/officeDocument/2006/relationships/slideLayout" Target="../slideLayouts/slideLayout199.xml"/><Relationship Id="rId86" Type="http://schemas.openxmlformats.org/officeDocument/2006/relationships/slideLayout" Target="../slideLayouts/slideLayout204.xml"/><Relationship Id="rId94" Type="http://schemas.openxmlformats.org/officeDocument/2006/relationships/slideLayout" Target="../slideLayouts/slideLayout212.xml"/><Relationship Id="rId99" Type="http://schemas.openxmlformats.org/officeDocument/2006/relationships/slideLayout" Target="../slideLayouts/slideLayout217.xml"/><Relationship Id="rId101" Type="http://schemas.openxmlformats.org/officeDocument/2006/relationships/slideLayout" Target="../slideLayouts/slideLayout219.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13" Type="http://schemas.openxmlformats.org/officeDocument/2006/relationships/slideLayout" Target="../slideLayouts/slideLayout131.xml"/><Relationship Id="rId18" Type="http://schemas.openxmlformats.org/officeDocument/2006/relationships/slideLayout" Target="../slideLayouts/slideLayout136.xml"/><Relationship Id="rId39" Type="http://schemas.openxmlformats.org/officeDocument/2006/relationships/slideLayout" Target="../slideLayouts/slideLayout157.xml"/><Relationship Id="rId109" Type="http://schemas.openxmlformats.org/officeDocument/2006/relationships/slideLayout" Target="../slideLayouts/slideLayout227.xml"/><Relationship Id="rId34" Type="http://schemas.openxmlformats.org/officeDocument/2006/relationships/slideLayout" Target="../slideLayouts/slideLayout152.xml"/><Relationship Id="rId50" Type="http://schemas.openxmlformats.org/officeDocument/2006/relationships/slideLayout" Target="../slideLayouts/slideLayout168.xml"/><Relationship Id="rId55" Type="http://schemas.openxmlformats.org/officeDocument/2006/relationships/slideLayout" Target="../slideLayouts/slideLayout173.xml"/><Relationship Id="rId76" Type="http://schemas.openxmlformats.org/officeDocument/2006/relationships/slideLayout" Target="../slideLayouts/slideLayout194.xml"/><Relationship Id="rId97" Type="http://schemas.openxmlformats.org/officeDocument/2006/relationships/slideLayout" Target="../slideLayouts/slideLayout215.xml"/><Relationship Id="rId104" Type="http://schemas.openxmlformats.org/officeDocument/2006/relationships/slideLayout" Target="../slideLayouts/slideLayout222.xml"/><Relationship Id="rId7" Type="http://schemas.openxmlformats.org/officeDocument/2006/relationships/slideLayout" Target="../slideLayouts/slideLayout125.xml"/><Relationship Id="rId71" Type="http://schemas.openxmlformats.org/officeDocument/2006/relationships/slideLayout" Target="../slideLayouts/slideLayout189.xml"/><Relationship Id="rId92" Type="http://schemas.openxmlformats.org/officeDocument/2006/relationships/slideLayout" Target="../slideLayouts/slideLayout210.xml"/><Relationship Id="rId2" Type="http://schemas.openxmlformats.org/officeDocument/2006/relationships/slideLayout" Target="../slideLayouts/slideLayout120.xml"/><Relationship Id="rId29" Type="http://schemas.openxmlformats.org/officeDocument/2006/relationships/slideLayout" Target="../slideLayouts/slideLayout147.xml"/><Relationship Id="rId24" Type="http://schemas.openxmlformats.org/officeDocument/2006/relationships/slideLayout" Target="../slideLayouts/slideLayout142.xml"/><Relationship Id="rId40" Type="http://schemas.openxmlformats.org/officeDocument/2006/relationships/slideLayout" Target="../slideLayouts/slideLayout158.xml"/><Relationship Id="rId45" Type="http://schemas.openxmlformats.org/officeDocument/2006/relationships/slideLayout" Target="../slideLayouts/slideLayout163.xml"/><Relationship Id="rId66" Type="http://schemas.openxmlformats.org/officeDocument/2006/relationships/slideLayout" Target="../slideLayouts/slideLayout184.xml"/><Relationship Id="rId87" Type="http://schemas.openxmlformats.org/officeDocument/2006/relationships/slideLayout" Target="../slideLayouts/slideLayout205.xml"/><Relationship Id="rId110" Type="http://schemas.openxmlformats.org/officeDocument/2006/relationships/slideLayout" Target="../slideLayouts/slideLayout228.xml"/><Relationship Id="rId115" Type="http://schemas.openxmlformats.org/officeDocument/2006/relationships/slideLayout" Target="../slideLayouts/slideLayout233.xml"/><Relationship Id="rId61" Type="http://schemas.openxmlformats.org/officeDocument/2006/relationships/slideLayout" Target="../slideLayouts/slideLayout179.xml"/><Relationship Id="rId82" Type="http://schemas.openxmlformats.org/officeDocument/2006/relationships/slideLayout" Target="../slideLayouts/slideLayout200.xml"/><Relationship Id="rId19" Type="http://schemas.openxmlformats.org/officeDocument/2006/relationships/slideLayout" Target="../slideLayouts/slideLayout137.xml"/><Relationship Id="rId14" Type="http://schemas.openxmlformats.org/officeDocument/2006/relationships/slideLayout" Target="../slideLayouts/slideLayout132.xml"/><Relationship Id="rId30" Type="http://schemas.openxmlformats.org/officeDocument/2006/relationships/slideLayout" Target="../slideLayouts/slideLayout148.xml"/><Relationship Id="rId35" Type="http://schemas.openxmlformats.org/officeDocument/2006/relationships/slideLayout" Target="../slideLayouts/slideLayout153.xml"/><Relationship Id="rId56" Type="http://schemas.openxmlformats.org/officeDocument/2006/relationships/slideLayout" Target="../slideLayouts/slideLayout174.xml"/><Relationship Id="rId77" Type="http://schemas.openxmlformats.org/officeDocument/2006/relationships/slideLayout" Target="../slideLayouts/slideLayout195.xml"/><Relationship Id="rId100" Type="http://schemas.openxmlformats.org/officeDocument/2006/relationships/slideLayout" Target="../slideLayouts/slideLayout218.xml"/><Relationship Id="rId105" Type="http://schemas.openxmlformats.org/officeDocument/2006/relationships/slideLayout" Target="../slideLayouts/slideLayout223.xml"/><Relationship Id="rId8" Type="http://schemas.openxmlformats.org/officeDocument/2006/relationships/slideLayout" Target="../slideLayouts/slideLayout126.xml"/><Relationship Id="rId51" Type="http://schemas.openxmlformats.org/officeDocument/2006/relationships/slideLayout" Target="../slideLayouts/slideLayout169.xml"/><Relationship Id="rId72" Type="http://schemas.openxmlformats.org/officeDocument/2006/relationships/slideLayout" Target="../slideLayouts/slideLayout190.xml"/><Relationship Id="rId93" Type="http://schemas.openxmlformats.org/officeDocument/2006/relationships/slideLayout" Target="../slideLayouts/slideLayout211.xml"/><Relationship Id="rId98" Type="http://schemas.openxmlformats.org/officeDocument/2006/relationships/slideLayout" Target="../slideLayouts/slideLayout216.xml"/><Relationship Id="rId3" Type="http://schemas.openxmlformats.org/officeDocument/2006/relationships/slideLayout" Target="../slideLayouts/slideLayout121.xml"/><Relationship Id="rId25" Type="http://schemas.openxmlformats.org/officeDocument/2006/relationships/slideLayout" Target="../slideLayouts/slideLayout143.xml"/><Relationship Id="rId46" Type="http://schemas.openxmlformats.org/officeDocument/2006/relationships/slideLayout" Target="../slideLayouts/slideLayout164.xml"/><Relationship Id="rId67" Type="http://schemas.openxmlformats.org/officeDocument/2006/relationships/slideLayout" Target="../slideLayouts/slideLayout185.xml"/><Relationship Id="rId116" Type="http://schemas.openxmlformats.org/officeDocument/2006/relationships/slideLayout" Target="../slideLayouts/slideLayout234.xml"/><Relationship Id="rId20" Type="http://schemas.openxmlformats.org/officeDocument/2006/relationships/slideLayout" Target="../slideLayouts/slideLayout138.xml"/><Relationship Id="rId41" Type="http://schemas.openxmlformats.org/officeDocument/2006/relationships/slideLayout" Target="../slideLayouts/slideLayout159.xml"/><Relationship Id="rId62" Type="http://schemas.openxmlformats.org/officeDocument/2006/relationships/slideLayout" Target="../slideLayouts/slideLayout180.xml"/><Relationship Id="rId83" Type="http://schemas.openxmlformats.org/officeDocument/2006/relationships/slideLayout" Target="../slideLayouts/slideLayout201.xml"/><Relationship Id="rId88" Type="http://schemas.openxmlformats.org/officeDocument/2006/relationships/slideLayout" Target="../slideLayouts/slideLayout206.xml"/><Relationship Id="rId111" Type="http://schemas.openxmlformats.org/officeDocument/2006/relationships/slideLayout" Target="../slideLayouts/slideLayout229.xml"/><Relationship Id="rId15" Type="http://schemas.openxmlformats.org/officeDocument/2006/relationships/slideLayout" Target="../slideLayouts/slideLayout133.xml"/><Relationship Id="rId36" Type="http://schemas.openxmlformats.org/officeDocument/2006/relationships/slideLayout" Target="../slideLayouts/slideLayout154.xml"/><Relationship Id="rId57" Type="http://schemas.openxmlformats.org/officeDocument/2006/relationships/slideLayout" Target="../slideLayouts/slideLayout175.xml"/><Relationship Id="rId106" Type="http://schemas.openxmlformats.org/officeDocument/2006/relationships/slideLayout" Target="../slideLayouts/slideLayout2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74320" y="365760"/>
            <a:ext cx="8593074" cy="914400"/>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274320" y="1828800"/>
            <a:ext cx="8593074" cy="4251960"/>
          </a:xfrm>
          <a:prstGeom prst="rect">
            <a:avLst/>
          </a:prstGeom>
          <a:noFill/>
          <a:ln>
            <a:noFill/>
          </a:ln>
        </p:spPr>
        <p:txBody>
          <a:bodyPr spcFirstLastPara="1" wrap="square" lIns="0" tIns="0" rIns="0" bIns="0" anchor="t" anchorCtr="0">
            <a:normAutofit/>
          </a:bodyPr>
          <a:lstStyle>
            <a:lvl1pPr marL="457200" marR="0" lvl="0" indent="-314325" algn="l" rtl="0">
              <a:lnSpc>
                <a:spcPct val="100000"/>
              </a:lnSpc>
              <a:spcBef>
                <a:spcPts val="900"/>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1pPr>
            <a:lvl2pPr marL="914400" marR="0" lvl="1"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2pPr>
            <a:lvl3pPr marL="1371600" marR="0" lvl="2"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3pPr>
            <a:lvl4pPr marL="1828800" marR="0" lvl="3"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8" name="Google Shape;8;p1" descr="UST"/>
          <p:cNvSpPr/>
          <p:nvPr/>
        </p:nvSpPr>
        <p:spPr>
          <a:xfrm>
            <a:off x="274320" y="6238277"/>
            <a:ext cx="240030" cy="354090"/>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9" name="Google Shape;9;p1"/>
          <p:cNvSpPr txBox="1"/>
          <p:nvPr/>
        </p:nvSpPr>
        <p:spPr>
          <a:xfrm>
            <a:off x="6167470" y="6402070"/>
            <a:ext cx="2357024" cy="182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10" name="Google Shape;10;p1"/>
          <p:cNvSpPr txBox="1"/>
          <p:nvPr/>
        </p:nvSpPr>
        <p:spPr>
          <a:xfrm>
            <a:off x="8524494" y="6317731"/>
            <a:ext cx="342900" cy="274637"/>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b="0" u="none">
                <a:solidFill>
                  <a:schemeClr val="dk1"/>
                </a:solidFill>
                <a:latin typeface="Arial"/>
                <a:ea typeface="Arial"/>
                <a:cs typeface="Arial"/>
                <a:sym typeface="Arial"/>
              </a:rPr>
              <a:t> </a:t>
            </a:r>
            <a:fld id="{00000000-1234-1234-1234-123412341234}" type="slidenum">
              <a:rPr lang="en-US" sz="600" b="0" u="none">
                <a:solidFill>
                  <a:schemeClr val="dk1"/>
                </a:solidFill>
                <a:latin typeface="Arial"/>
                <a:ea typeface="Arial"/>
                <a:cs typeface="Arial"/>
                <a:sym typeface="Arial"/>
              </a:rPr>
              <a:t>‹#›</a:t>
            </a:fld>
            <a:endParaRPr sz="600" b="0" u="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 id="2147483703" r:id="rId56"/>
    <p:sldLayoutId id="2147483704" r:id="rId57"/>
    <p:sldLayoutId id="2147483705" r:id="rId58"/>
    <p:sldLayoutId id="2147483706" r:id="rId59"/>
    <p:sldLayoutId id="2147483707" r:id="rId60"/>
    <p:sldLayoutId id="2147483708" r:id="rId61"/>
    <p:sldLayoutId id="2147483709" r:id="rId62"/>
    <p:sldLayoutId id="2147483710" r:id="rId63"/>
    <p:sldLayoutId id="2147483711" r:id="rId64"/>
    <p:sldLayoutId id="2147483712" r:id="rId65"/>
    <p:sldLayoutId id="2147483713" r:id="rId66"/>
    <p:sldLayoutId id="2147483714" r:id="rId67"/>
    <p:sldLayoutId id="2147483715" r:id="rId68"/>
    <p:sldLayoutId id="2147483716" r:id="rId69"/>
    <p:sldLayoutId id="2147483717" r:id="rId70"/>
    <p:sldLayoutId id="2147483718" r:id="rId71"/>
    <p:sldLayoutId id="2147483719" r:id="rId72"/>
    <p:sldLayoutId id="2147483720" r:id="rId73"/>
    <p:sldLayoutId id="2147483721" r:id="rId74"/>
    <p:sldLayoutId id="2147483722" r:id="rId75"/>
    <p:sldLayoutId id="2147483723" r:id="rId76"/>
    <p:sldLayoutId id="2147483724" r:id="rId77"/>
    <p:sldLayoutId id="2147483725" r:id="rId78"/>
    <p:sldLayoutId id="2147483726" r:id="rId79"/>
    <p:sldLayoutId id="2147483727" r:id="rId80"/>
    <p:sldLayoutId id="2147483728" r:id="rId81"/>
    <p:sldLayoutId id="2147483729" r:id="rId82"/>
    <p:sldLayoutId id="2147483730" r:id="rId83"/>
    <p:sldLayoutId id="2147483731" r:id="rId84"/>
    <p:sldLayoutId id="2147483732" r:id="rId85"/>
    <p:sldLayoutId id="2147483733" r:id="rId86"/>
    <p:sldLayoutId id="2147483734" r:id="rId87"/>
    <p:sldLayoutId id="2147483735" r:id="rId88"/>
    <p:sldLayoutId id="2147483736" r:id="rId89"/>
    <p:sldLayoutId id="2147483737" r:id="rId90"/>
    <p:sldLayoutId id="2147483738" r:id="rId91"/>
    <p:sldLayoutId id="2147483739" r:id="rId92"/>
    <p:sldLayoutId id="2147483740" r:id="rId93"/>
    <p:sldLayoutId id="2147483741" r:id="rId94"/>
    <p:sldLayoutId id="2147483742" r:id="rId95"/>
    <p:sldLayoutId id="2147483743" r:id="rId96"/>
    <p:sldLayoutId id="2147483744" r:id="rId97"/>
    <p:sldLayoutId id="2147483745" r:id="rId98"/>
    <p:sldLayoutId id="2147483746" r:id="rId99"/>
    <p:sldLayoutId id="2147483747" r:id="rId100"/>
    <p:sldLayoutId id="2147483748" r:id="rId101"/>
    <p:sldLayoutId id="2147483749" r:id="rId102"/>
    <p:sldLayoutId id="2147483750" r:id="rId103"/>
    <p:sldLayoutId id="2147483751" r:id="rId104"/>
    <p:sldLayoutId id="2147483752" r:id="rId105"/>
    <p:sldLayoutId id="2147483753" r:id="rId106"/>
    <p:sldLayoutId id="2147483754" r:id="rId107"/>
    <p:sldLayoutId id="2147483755" r:id="rId108"/>
    <p:sldLayoutId id="2147483756" r:id="rId109"/>
    <p:sldLayoutId id="2147483757" r:id="rId110"/>
    <p:sldLayoutId id="2147483758" r:id="rId111"/>
    <p:sldLayoutId id="2147483759" r:id="rId112"/>
    <p:sldLayoutId id="2147483760" r:id="rId113"/>
    <p:sldLayoutId id="2147483761" r:id="rId114"/>
    <p:sldLayoutId id="2147483762" r:id="rId115"/>
    <p:sldLayoutId id="2147483763" r:id="rId116"/>
  </p:sldLayoutIdLst>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30">
          <p15:clr>
            <a:srgbClr val="F26B43"/>
          </p15:clr>
        </p15:guide>
        <p15:guide id="2" pos="230">
          <p15:clr>
            <a:srgbClr val="F26B43"/>
          </p15:clr>
        </p15:guide>
        <p15:guide id="3" pos="744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1214"/>
        <p:cNvGrpSpPr/>
        <p:nvPr/>
      </p:nvGrpSpPr>
      <p:grpSpPr>
        <a:xfrm>
          <a:off x="0" y="0"/>
          <a:ext cx="0" cy="0"/>
          <a:chOff x="0" y="0"/>
          <a:chExt cx="0" cy="0"/>
        </a:xfrm>
      </p:grpSpPr>
      <p:sp>
        <p:nvSpPr>
          <p:cNvPr id="1215" name="Google Shape;1215;p118"/>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lt1"/>
              </a:buClr>
              <a:buSzPts val="2400"/>
              <a:buFont typeface="Arial"/>
              <a:buNone/>
              <a:defRPr sz="2400" b="0" i="0" u="none" strike="noStrike" cap="non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16" name="Google Shape;1216;p118"/>
          <p:cNvSpPr txBox="1">
            <a:spLocks noGrp="1"/>
          </p:cNvSpPr>
          <p:nvPr>
            <p:ph type="body" idx="1"/>
          </p:nvPr>
        </p:nvSpPr>
        <p:spPr>
          <a:xfrm>
            <a:off x="274320" y="1828800"/>
            <a:ext cx="8593200" cy="4251900"/>
          </a:xfrm>
          <a:prstGeom prst="rect">
            <a:avLst/>
          </a:prstGeom>
          <a:noFill/>
          <a:ln>
            <a:noFill/>
          </a:ln>
        </p:spPr>
        <p:txBody>
          <a:bodyPr spcFirstLastPara="1" wrap="square" lIns="0" tIns="0" rIns="0" bIns="0" anchor="t" anchorCtr="0">
            <a:normAutofit/>
          </a:bodyPr>
          <a:lstStyle>
            <a:lvl1pPr marL="457200" marR="0" lvl="0" indent="-314325" algn="l" rtl="0">
              <a:lnSpc>
                <a:spcPct val="100000"/>
              </a:lnSpc>
              <a:spcBef>
                <a:spcPts val="900"/>
              </a:spcBef>
              <a:spcAft>
                <a:spcPts val="0"/>
              </a:spcAft>
              <a:buClr>
                <a:schemeClr val="lt1"/>
              </a:buClr>
              <a:buSzPts val="1350"/>
              <a:buFont typeface="Arial"/>
              <a:buChar char="•"/>
              <a:defRPr sz="1350" b="0" i="0" u="none" strike="noStrike" cap="none">
                <a:solidFill>
                  <a:schemeClr val="lt1"/>
                </a:solidFill>
                <a:latin typeface="Arial"/>
                <a:ea typeface="Arial"/>
                <a:cs typeface="Arial"/>
                <a:sym typeface="Arial"/>
              </a:defRPr>
            </a:lvl1pPr>
            <a:lvl2pPr marL="914400" marR="0" lvl="1" indent="-314325" algn="l" rtl="0">
              <a:lnSpc>
                <a:spcPct val="100000"/>
              </a:lnSpc>
              <a:spcBef>
                <a:spcPts val="225"/>
              </a:spcBef>
              <a:spcAft>
                <a:spcPts val="0"/>
              </a:spcAft>
              <a:buClr>
                <a:schemeClr val="lt1"/>
              </a:buClr>
              <a:buSzPts val="1350"/>
              <a:buFont typeface="Arial"/>
              <a:buChar char="–"/>
              <a:defRPr sz="1350" b="0" i="0" u="none" strike="noStrike" cap="none">
                <a:solidFill>
                  <a:schemeClr val="lt1"/>
                </a:solidFill>
                <a:latin typeface="Arial"/>
                <a:ea typeface="Arial"/>
                <a:cs typeface="Arial"/>
                <a:sym typeface="Arial"/>
              </a:defRPr>
            </a:lvl2pPr>
            <a:lvl3pPr marL="1371600" marR="0" lvl="2" indent="-314325" algn="l" rtl="0">
              <a:lnSpc>
                <a:spcPct val="100000"/>
              </a:lnSpc>
              <a:spcBef>
                <a:spcPts val="225"/>
              </a:spcBef>
              <a:spcAft>
                <a:spcPts val="0"/>
              </a:spcAft>
              <a:buClr>
                <a:schemeClr val="lt1"/>
              </a:buClr>
              <a:buSzPts val="1350"/>
              <a:buFont typeface="Arial"/>
              <a:buChar char="–"/>
              <a:defRPr sz="1350" b="0" i="0" u="none" strike="noStrike" cap="none">
                <a:solidFill>
                  <a:schemeClr val="lt1"/>
                </a:solidFill>
                <a:latin typeface="Arial"/>
                <a:ea typeface="Arial"/>
                <a:cs typeface="Arial"/>
                <a:sym typeface="Arial"/>
              </a:defRPr>
            </a:lvl3pPr>
            <a:lvl4pPr marL="1828800" marR="0" lvl="3" indent="-314325" algn="l" rtl="0">
              <a:lnSpc>
                <a:spcPct val="100000"/>
              </a:lnSpc>
              <a:spcBef>
                <a:spcPts val="225"/>
              </a:spcBef>
              <a:spcAft>
                <a:spcPts val="0"/>
              </a:spcAft>
              <a:buClr>
                <a:schemeClr val="lt1"/>
              </a:buClr>
              <a:buSzPts val="1350"/>
              <a:buFont typeface="Arial"/>
              <a:buChar char="–"/>
              <a:defRPr sz="1350" b="0" i="0" u="none" strike="noStrike" cap="none">
                <a:solidFill>
                  <a:schemeClr val="lt1"/>
                </a:solidFill>
                <a:latin typeface="Arial"/>
                <a:ea typeface="Arial"/>
                <a:cs typeface="Arial"/>
                <a:sym typeface="Arial"/>
              </a:defRPr>
            </a:lvl4pPr>
            <a:lvl5pPr marL="2286000" marR="0" lvl="4" indent="-314325" algn="l" rtl="0">
              <a:lnSpc>
                <a:spcPct val="100000"/>
              </a:lnSpc>
              <a:spcBef>
                <a:spcPts val="225"/>
              </a:spcBef>
              <a:spcAft>
                <a:spcPts val="0"/>
              </a:spcAft>
              <a:buClr>
                <a:schemeClr val="lt1"/>
              </a:buClr>
              <a:buSzPts val="1350"/>
              <a:buFont typeface="Arial"/>
              <a:buChar char="–"/>
              <a:defRPr sz="1350" b="0" i="0" u="none" strike="noStrike" cap="none">
                <a:solidFill>
                  <a:schemeClr val="lt1"/>
                </a:solidFill>
                <a:latin typeface="Arial"/>
                <a:ea typeface="Arial"/>
                <a:cs typeface="Arial"/>
                <a:sym typeface="Arial"/>
              </a:defRPr>
            </a:lvl5pPr>
            <a:lvl6pPr marL="2743200" marR="0" lvl="5" indent="-314325" algn="l" rtl="0">
              <a:lnSpc>
                <a:spcPct val="100000"/>
              </a:lnSpc>
              <a:spcBef>
                <a:spcPts val="225"/>
              </a:spcBef>
              <a:spcAft>
                <a:spcPts val="0"/>
              </a:spcAft>
              <a:buClr>
                <a:schemeClr val="lt1"/>
              </a:buClr>
              <a:buSzPts val="1350"/>
              <a:buFont typeface="Arial"/>
              <a:buChar char="–"/>
              <a:defRPr sz="1350" b="0" i="0" u="none" strike="noStrike" cap="none">
                <a:solidFill>
                  <a:schemeClr val="lt1"/>
                </a:solidFill>
                <a:latin typeface="Arial"/>
                <a:ea typeface="Arial"/>
                <a:cs typeface="Arial"/>
                <a:sym typeface="Arial"/>
              </a:defRPr>
            </a:lvl6pPr>
            <a:lvl7pPr marL="3200400" marR="0" lvl="6" indent="-314325" algn="l" rtl="0">
              <a:lnSpc>
                <a:spcPct val="100000"/>
              </a:lnSpc>
              <a:spcBef>
                <a:spcPts val="225"/>
              </a:spcBef>
              <a:spcAft>
                <a:spcPts val="0"/>
              </a:spcAft>
              <a:buClr>
                <a:schemeClr val="lt1"/>
              </a:buClr>
              <a:buSzPts val="1350"/>
              <a:buFont typeface="Arial"/>
              <a:buChar char="–"/>
              <a:defRPr sz="1350" b="0" i="0" u="none" strike="noStrike" cap="none">
                <a:solidFill>
                  <a:schemeClr val="lt1"/>
                </a:solidFill>
                <a:latin typeface="Arial"/>
                <a:ea typeface="Arial"/>
                <a:cs typeface="Arial"/>
                <a:sym typeface="Arial"/>
              </a:defRPr>
            </a:lvl7pPr>
            <a:lvl8pPr marL="3657600" marR="0" lvl="7" indent="-314325" algn="l" rtl="0">
              <a:lnSpc>
                <a:spcPct val="100000"/>
              </a:lnSpc>
              <a:spcBef>
                <a:spcPts val="225"/>
              </a:spcBef>
              <a:spcAft>
                <a:spcPts val="0"/>
              </a:spcAft>
              <a:buClr>
                <a:schemeClr val="lt1"/>
              </a:buClr>
              <a:buSzPts val="1350"/>
              <a:buFont typeface="Arial"/>
              <a:buChar char="–"/>
              <a:defRPr sz="1350" b="0" i="0" u="none" strike="noStrike" cap="none">
                <a:solidFill>
                  <a:schemeClr val="lt1"/>
                </a:solidFill>
                <a:latin typeface="Arial"/>
                <a:ea typeface="Arial"/>
                <a:cs typeface="Arial"/>
                <a:sym typeface="Arial"/>
              </a:defRPr>
            </a:lvl8pPr>
            <a:lvl9pPr marL="4114800" marR="0" lvl="8" indent="-314325" algn="l" rtl="0">
              <a:lnSpc>
                <a:spcPct val="100000"/>
              </a:lnSpc>
              <a:spcBef>
                <a:spcPts val="225"/>
              </a:spcBef>
              <a:spcAft>
                <a:spcPts val="0"/>
              </a:spcAft>
              <a:buClr>
                <a:schemeClr val="lt1"/>
              </a:buClr>
              <a:buSzPts val="1350"/>
              <a:buFont typeface="Arial"/>
              <a:buChar char="–"/>
              <a:defRPr sz="1350" b="0" i="0" u="none" strike="noStrike" cap="none">
                <a:solidFill>
                  <a:schemeClr val="lt1"/>
                </a:solidFill>
                <a:latin typeface="Arial"/>
                <a:ea typeface="Arial"/>
                <a:cs typeface="Arial"/>
                <a:sym typeface="Arial"/>
              </a:defRPr>
            </a:lvl9pPr>
          </a:lstStyle>
          <a:p>
            <a:endParaRPr/>
          </a:p>
        </p:txBody>
      </p:sp>
      <p:sp>
        <p:nvSpPr>
          <p:cNvPr id="1217" name="Google Shape;1217;p118"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lt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lt1"/>
              </a:solidFill>
              <a:latin typeface="Arial"/>
              <a:ea typeface="Arial"/>
              <a:cs typeface="Arial"/>
              <a:sym typeface="Arial"/>
            </a:endParaRPr>
          </a:p>
        </p:txBody>
      </p:sp>
      <p:sp>
        <p:nvSpPr>
          <p:cNvPr id="1218" name="Google Shape;1218;p118"/>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lt1"/>
              </a:buClr>
              <a:buSzPts val="600"/>
              <a:buFont typeface="Arial"/>
              <a:buNone/>
            </a:pPr>
            <a:r>
              <a:rPr lang="en-US" sz="600" b="0">
                <a:solidFill>
                  <a:schemeClr val="lt1"/>
                </a:solidFill>
                <a:latin typeface="Arial"/>
                <a:ea typeface="Arial"/>
                <a:cs typeface="Arial"/>
                <a:sym typeface="Arial"/>
              </a:rPr>
              <a:t>Confidential and Proprietary. © 2026 UST Global Inc</a:t>
            </a:r>
            <a:endParaRPr/>
          </a:p>
        </p:txBody>
      </p:sp>
      <p:sp>
        <p:nvSpPr>
          <p:cNvPr id="1219" name="Google Shape;1219;p118"/>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b="0" u="none">
                <a:solidFill>
                  <a:schemeClr val="lt1"/>
                </a:solidFill>
                <a:latin typeface="Arial"/>
                <a:ea typeface="Arial"/>
                <a:cs typeface="Arial"/>
                <a:sym typeface="Arial"/>
              </a:rPr>
              <a:t> </a:t>
            </a:r>
            <a:fld id="{00000000-1234-1234-1234-123412341234}" type="slidenum">
              <a:rPr lang="en-US" sz="600" b="0" u="none">
                <a:solidFill>
                  <a:schemeClr val="lt1"/>
                </a:solidFill>
                <a:latin typeface="Arial"/>
                <a:ea typeface="Arial"/>
                <a:cs typeface="Arial"/>
                <a:sym typeface="Arial"/>
              </a:rPr>
              <a:t>‹#›</a:t>
            </a:fld>
            <a:endParaRPr sz="600" b="0" u="none">
              <a:solidFill>
                <a:schemeClr val="lt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764" r:id="rId1"/>
    <p:sldLayoutId id="2147483765" r:id="rId2"/>
  </p:sldLayoutIdLst>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30">
          <p15:clr>
            <a:srgbClr val="F26B43"/>
          </p15:clr>
        </p15:guide>
        <p15:guide id="2" pos="230">
          <p15:clr>
            <a:srgbClr val="F26B43"/>
          </p15:clr>
        </p15:guide>
        <p15:guide id="3" pos="7448">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286"/>
        <p:cNvGrpSpPr/>
        <p:nvPr/>
      </p:nvGrpSpPr>
      <p:grpSpPr>
        <a:xfrm>
          <a:off x="0" y="0"/>
          <a:ext cx="0" cy="0"/>
          <a:chOff x="0" y="0"/>
          <a:chExt cx="0" cy="0"/>
        </a:xfrm>
      </p:grpSpPr>
      <p:sp>
        <p:nvSpPr>
          <p:cNvPr id="1287" name="Google Shape;1287;p121"/>
          <p:cNvSpPr txBox="1">
            <a:spLocks noGrp="1"/>
          </p:cNvSpPr>
          <p:nvPr>
            <p:ph type="title"/>
          </p:nvPr>
        </p:nvSpPr>
        <p:spPr>
          <a:xfrm>
            <a:off x="274320" y="365760"/>
            <a:ext cx="8593200" cy="914400"/>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88" name="Google Shape;1288;p121"/>
          <p:cNvSpPr txBox="1">
            <a:spLocks noGrp="1"/>
          </p:cNvSpPr>
          <p:nvPr>
            <p:ph type="body" idx="1"/>
          </p:nvPr>
        </p:nvSpPr>
        <p:spPr>
          <a:xfrm>
            <a:off x="274320" y="1828800"/>
            <a:ext cx="8593200" cy="4251900"/>
          </a:xfrm>
          <a:prstGeom prst="rect">
            <a:avLst/>
          </a:prstGeom>
          <a:noFill/>
          <a:ln>
            <a:noFill/>
          </a:ln>
        </p:spPr>
        <p:txBody>
          <a:bodyPr spcFirstLastPara="1" wrap="square" lIns="0" tIns="0" rIns="0" bIns="0" anchor="t" anchorCtr="0">
            <a:normAutofit/>
          </a:bodyPr>
          <a:lstStyle>
            <a:lvl1pPr marL="457200" marR="0" lvl="0" indent="-314325" algn="l" rtl="0">
              <a:lnSpc>
                <a:spcPct val="100000"/>
              </a:lnSpc>
              <a:spcBef>
                <a:spcPts val="900"/>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1pPr>
            <a:lvl2pPr marL="914400" marR="0" lvl="1"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2pPr>
            <a:lvl3pPr marL="1371600" marR="0" lvl="2"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3pPr>
            <a:lvl4pPr marL="1828800" marR="0" lvl="3"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100000"/>
              </a:lnSpc>
              <a:spcBef>
                <a:spcPts val="22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1289" name="Google Shape;1289;p121"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1290" name="Google Shape;1290;p121"/>
          <p:cNvSpPr txBox="1"/>
          <p:nvPr/>
        </p:nvSpPr>
        <p:spPr>
          <a:xfrm>
            <a:off x="6167470" y="6402070"/>
            <a:ext cx="2357100" cy="18300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chemeClr val="dk1"/>
              </a:buClr>
              <a:buSzPts val="600"/>
              <a:buFont typeface="Arial"/>
              <a:buNone/>
            </a:pPr>
            <a:r>
              <a:rPr lang="en-US" sz="600" b="0">
                <a:solidFill>
                  <a:schemeClr val="dk1"/>
                </a:solidFill>
                <a:latin typeface="Arial"/>
                <a:ea typeface="Arial"/>
                <a:cs typeface="Arial"/>
                <a:sym typeface="Arial"/>
              </a:rPr>
              <a:t>Confidential and Proprietary. © 2026 UST Global Inc</a:t>
            </a:r>
            <a:endParaRPr/>
          </a:p>
        </p:txBody>
      </p:sp>
      <p:sp>
        <p:nvSpPr>
          <p:cNvPr id="1291" name="Google Shape;1291;p121"/>
          <p:cNvSpPr txBox="1"/>
          <p:nvPr/>
        </p:nvSpPr>
        <p:spPr>
          <a:xfrm>
            <a:off x="8524494" y="6317731"/>
            <a:ext cx="342900" cy="27450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None/>
            </a:pPr>
            <a:r>
              <a:rPr lang="en-US" sz="600" b="0" u="none">
                <a:solidFill>
                  <a:schemeClr val="dk1"/>
                </a:solidFill>
                <a:latin typeface="Arial"/>
                <a:ea typeface="Arial"/>
                <a:cs typeface="Arial"/>
                <a:sym typeface="Arial"/>
              </a:rPr>
              <a:t> </a:t>
            </a:r>
            <a:fld id="{00000000-1234-1234-1234-123412341234}" type="slidenum">
              <a:rPr lang="en-US" sz="600" b="0" u="none">
                <a:solidFill>
                  <a:schemeClr val="dk1"/>
                </a:solidFill>
                <a:latin typeface="Arial"/>
                <a:ea typeface="Arial"/>
                <a:cs typeface="Arial"/>
                <a:sym typeface="Arial"/>
              </a:rPr>
              <a:t>‹#›</a:t>
            </a:fld>
            <a:endParaRPr sz="600" b="0" u="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 id="2147483789" r:id="rId24"/>
    <p:sldLayoutId id="2147483790" r:id="rId25"/>
    <p:sldLayoutId id="2147483791" r:id="rId26"/>
    <p:sldLayoutId id="2147483792" r:id="rId27"/>
    <p:sldLayoutId id="2147483793" r:id="rId28"/>
    <p:sldLayoutId id="2147483794" r:id="rId29"/>
    <p:sldLayoutId id="2147483795" r:id="rId30"/>
    <p:sldLayoutId id="2147483796" r:id="rId31"/>
    <p:sldLayoutId id="2147483797" r:id="rId32"/>
    <p:sldLayoutId id="2147483798" r:id="rId33"/>
    <p:sldLayoutId id="2147483799" r:id="rId34"/>
    <p:sldLayoutId id="2147483800" r:id="rId35"/>
    <p:sldLayoutId id="2147483801" r:id="rId36"/>
    <p:sldLayoutId id="2147483802" r:id="rId37"/>
    <p:sldLayoutId id="2147483803" r:id="rId38"/>
    <p:sldLayoutId id="2147483804" r:id="rId39"/>
    <p:sldLayoutId id="2147483805" r:id="rId40"/>
    <p:sldLayoutId id="2147483806" r:id="rId41"/>
    <p:sldLayoutId id="2147483807" r:id="rId42"/>
    <p:sldLayoutId id="2147483808" r:id="rId43"/>
    <p:sldLayoutId id="2147483809" r:id="rId44"/>
    <p:sldLayoutId id="2147483810" r:id="rId45"/>
    <p:sldLayoutId id="2147483811" r:id="rId46"/>
    <p:sldLayoutId id="2147483812" r:id="rId47"/>
    <p:sldLayoutId id="2147483813" r:id="rId48"/>
    <p:sldLayoutId id="2147483814" r:id="rId49"/>
    <p:sldLayoutId id="2147483815" r:id="rId50"/>
    <p:sldLayoutId id="2147483816" r:id="rId51"/>
    <p:sldLayoutId id="2147483817" r:id="rId52"/>
    <p:sldLayoutId id="2147483818" r:id="rId53"/>
    <p:sldLayoutId id="2147483819" r:id="rId54"/>
    <p:sldLayoutId id="2147483820" r:id="rId55"/>
    <p:sldLayoutId id="2147483821" r:id="rId56"/>
    <p:sldLayoutId id="2147483822" r:id="rId57"/>
    <p:sldLayoutId id="2147483823" r:id="rId58"/>
    <p:sldLayoutId id="2147483824" r:id="rId59"/>
    <p:sldLayoutId id="2147483825" r:id="rId60"/>
    <p:sldLayoutId id="2147483826" r:id="rId61"/>
    <p:sldLayoutId id="2147483827" r:id="rId62"/>
    <p:sldLayoutId id="2147483828" r:id="rId63"/>
    <p:sldLayoutId id="2147483829" r:id="rId64"/>
    <p:sldLayoutId id="2147483830" r:id="rId65"/>
    <p:sldLayoutId id="2147483831" r:id="rId66"/>
    <p:sldLayoutId id="2147483832" r:id="rId67"/>
    <p:sldLayoutId id="2147483833" r:id="rId68"/>
    <p:sldLayoutId id="2147483834" r:id="rId69"/>
    <p:sldLayoutId id="2147483835" r:id="rId70"/>
    <p:sldLayoutId id="2147483836" r:id="rId71"/>
    <p:sldLayoutId id="2147483837" r:id="rId72"/>
    <p:sldLayoutId id="2147483838" r:id="rId73"/>
    <p:sldLayoutId id="2147483839" r:id="rId74"/>
    <p:sldLayoutId id="2147483840" r:id="rId75"/>
    <p:sldLayoutId id="2147483841" r:id="rId76"/>
    <p:sldLayoutId id="2147483842" r:id="rId77"/>
    <p:sldLayoutId id="2147483843" r:id="rId78"/>
    <p:sldLayoutId id="2147483844" r:id="rId79"/>
    <p:sldLayoutId id="2147483845" r:id="rId80"/>
    <p:sldLayoutId id="2147483846" r:id="rId81"/>
    <p:sldLayoutId id="2147483847" r:id="rId82"/>
    <p:sldLayoutId id="2147483848" r:id="rId83"/>
    <p:sldLayoutId id="2147483849" r:id="rId84"/>
    <p:sldLayoutId id="2147483850" r:id="rId85"/>
    <p:sldLayoutId id="2147483851" r:id="rId86"/>
    <p:sldLayoutId id="2147483852" r:id="rId87"/>
    <p:sldLayoutId id="2147483853" r:id="rId88"/>
    <p:sldLayoutId id="2147483854" r:id="rId89"/>
    <p:sldLayoutId id="2147483855" r:id="rId90"/>
    <p:sldLayoutId id="2147483856" r:id="rId91"/>
    <p:sldLayoutId id="2147483857" r:id="rId92"/>
    <p:sldLayoutId id="2147483858" r:id="rId93"/>
    <p:sldLayoutId id="2147483859" r:id="rId94"/>
    <p:sldLayoutId id="2147483860" r:id="rId95"/>
    <p:sldLayoutId id="2147483861" r:id="rId96"/>
    <p:sldLayoutId id="2147483862" r:id="rId97"/>
    <p:sldLayoutId id="2147483863" r:id="rId98"/>
    <p:sldLayoutId id="2147483864" r:id="rId99"/>
    <p:sldLayoutId id="2147483865" r:id="rId100"/>
    <p:sldLayoutId id="2147483866" r:id="rId101"/>
    <p:sldLayoutId id="2147483867" r:id="rId102"/>
    <p:sldLayoutId id="2147483868" r:id="rId103"/>
    <p:sldLayoutId id="2147483869" r:id="rId104"/>
    <p:sldLayoutId id="2147483870" r:id="rId105"/>
    <p:sldLayoutId id="2147483871" r:id="rId106"/>
    <p:sldLayoutId id="2147483872" r:id="rId107"/>
    <p:sldLayoutId id="2147483873" r:id="rId108"/>
    <p:sldLayoutId id="2147483874" r:id="rId109"/>
    <p:sldLayoutId id="2147483875" r:id="rId110"/>
    <p:sldLayoutId id="2147483876" r:id="rId111"/>
    <p:sldLayoutId id="2147483877" r:id="rId112"/>
    <p:sldLayoutId id="2147483878" r:id="rId113"/>
    <p:sldLayoutId id="2147483879" r:id="rId114"/>
    <p:sldLayoutId id="2147483880" r:id="rId115"/>
    <p:sldLayoutId id="2147483881" r:id="rId116"/>
    <p:sldLayoutId id="2147483882" r:id="rId117"/>
  </p:sldLayoutIdLst>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30">
          <p15:clr>
            <a:srgbClr val="F26B43"/>
          </p15:clr>
        </p15:guide>
        <p15:guide id="2" pos="230">
          <p15:clr>
            <a:srgbClr val="F26B43"/>
          </p15:clr>
        </p15:guide>
        <p15:guide id="3" pos="74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7.xml"/></Relationships>
</file>

<file path=ppt/slides/_rels/slide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119.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19.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19.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19.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1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21.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2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20.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19.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19.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02"/>
        <p:cNvGrpSpPr/>
        <p:nvPr/>
      </p:nvGrpSpPr>
      <p:grpSpPr>
        <a:xfrm>
          <a:off x="0" y="0"/>
          <a:ext cx="0" cy="0"/>
          <a:chOff x="0" y="0"/>
          <a:chExt cx="0" cy="0"/>
        </a:xfrm>
      </p:grpSpPr>
      <p:sp>
        <p:nvSpPr>
          <p:cNvPr id="2503" name="Google Shape;2503;p239"/>
          <p:cNvSpPr txBox="1">
            <a:spLocks noGrp="1"/>
          </p:cNvSpPr>
          <p:nvPr>
            <p:ph type="title"/>
          </p:nvPr>
        </p:nvSpPr>
        <p:spPr>
          <a:xfrm>
            <a:off x="274320" y="1737360"/>
            <a:ext cx="6378000" cy="21030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FFFFFF"/>
              </a:buClr>
              <a:buSzPts val="3600"/>
              <a:buFont typeface="Arial"/>
              <a:buNone/>
            </a:pPr>
            <a:r>
              <a:rPr lang="en-US" b="1" dirty="0">
                <a:solidFill>
                  <a:srgbClr val="FFFFFF"/>
                </a:solidFill>
              </a:rPr>
              <a:t>AI Loan Eligibility Assessment Assistant</a:t>
            </a:r>
            <a:endParaRPr dirty="0"/>
          </a:p>
        </p:txBody>
      </p:sp>
      <p:sp>
        <p:nvSpPr>
          <p:cNvPr id="2504" name="Google Shape;2504;p239"/>
          <p:cNvSpPr txBox="1">
            <a:spLocks noGrp="1"/>
          </p:cNvSpPr>
          <p:nvPr>
            <p:ph type="body" idx="1"/>
          </p:nvPr>
        </p:nvSpPr>
        <p:spPr>
          <a:xfrm>
            <a:off x="274320" y="4114800"/>
            <a:ext cx="6378900" cy="1968600"/>
          </a:xfrm>
          <a:prstGeom prst="rect">
            <a:avLst/>
          </a:prstGeom>
          <a:noFill/>
          <a:ln>
            <a:noFill/>
          </a:ln>
        </p:spPr>
        <p:txBody>
          <a:bodyPr spcFirstLastPara="1" wrap="square" lIns="91425" tIns="45700" rIns="91425" bIns="45700" anchor="t" anchorCtr="0">
            <a:normAutofit/>
          </a:bodyPr>
          <a:lstStyle/>
          <a:p>
            <a:pPr marL="137160" lvl="0" indent="-51435" algn="l" rtl="0">
              <a:lnSpc>
                <a:spcPct val="100000"/>
              </a:lnSpc>
              <a:spcBef>
                <a:spcPts val="0"/>
              </a:spcBef>
              <a:spcAft>
                <a:spcPts val="0"/>
              </a:spcAft>
              <a:buClr>
                <a:schemeClr val="lt1"/>
              </a:buClr>
              <a:buSzPts val="1350"/>
              <a:buFont typeface="Arial"/>
              <a:buNone/>
            </a:pPr>
            <a:endParaRPr/>
          </a:p>
          <a:p>
            <a:pPr marL="137160" lvl="0" indent="-51435" algn="l" rtl="0">
              <a:lnSpc>
                <a:spcPct val="100000"/>
              </a:lnSpc>
              <a:spcBef>
                <a:spcPts val="900"/>
              </a:spcBef>
              <a:spcAft>
                <a:spcPts val="0"/>
              </a:spcAft>
              <a:buClr>
                <a:schemeClr val="lt1"/>
              </a:buClr>
              <a:buSzPts val="1350"/>
              <a:buFont typeface="Arial"/>
              <a:buNone/>
            </a:pPr>
            <a:endParaRPr/>
          </a:p>
          <a:p>
            <a:pPr marL="137160" lvl="0" indent="-137160" algn="l" rtl="0">
              <a:lnSpc>
                <a:spcPct val="100000"/>
              </a:lnSpc>
              <a:spcBef>
                <a:spcPts val="900"/>
              </a:spcBef>
              <a:spcAft>
                <a:spcPts val="0"/>
              </a:spcAft>
              <a:buClr>
                <a:srgbClr val="FFFFFF"/>
              </a:buClr>
              <a:buSzPts val="1300"/>
              <a:buFont typeface="Arial"/>
              <a:buChar char="•"/>
            </a:pPr>
            <a:r>
              <a:rPr lang="en-US" b="1">
                <a:solidFill>
                  <a:srgbClr val="FFFFFF"/>
                </a:solidFill>
              </a:rPr>
              <a:t>Multi-Agent Workflow Orchestration using RAG and LangGraph</a:t>
            </a:r>
            <a:endParaRPr/>
          </a:p>
          <a:p>
            <a:pPr marL="137160" lvl="0" indent="-137160" algn="l" rtl="0">
              <a:lnSpc>
                <a:spcPct val="100000"/>
              </a:lnSpc>
              <a:spcBef>
                <a:spcPts val="900"/>
              </a:spcBef>
              <a:spcAft>
                <a:spcPts val="0"/>
              </a:spcAft>
              <a:buClr>
                <a:srgbClr val="FFFFFF"/>
              </a:buClr>
              <a:buSzPts val="1300"/>
              <a:buFont typeface="Arial"/>
              <a:buChar char="•"/>
            </a:pPr>
            <a:r>
              <a:rPr lang="en-US" b="1">
                <a:solidFill>
                  <a:srgbClr val="FFFFFF"/>
                </a:solidFill>
              </a:rPr>
              <a:t>Finance Domain — UST Enterprise Capstone</a:t>
            </a:r>
            <a:endParaRPr/>
          </a:p>
          <a:p>
            <a:pPr marL="137160" lvl="0" indent="-51435" algn="l" rtl="0">
              <a:lnSpc>
                <a:spcPct val="100000"/>
              </a:lnSpc>
              <a:spcBef>
                <a:spcPts val="900"/>
              </a:spcBef>
              <a:spcAft>
                <a:spcPts val="0"/>
              </a:spcAft>
              <a:buClr>
                <a:schemeClr val="lt1"/>
              </a:buClr>
              <a:buSzPts val="1350"/>
              <a:buFont typeface="Arial"/>
              <a:buNone/>
            </a:pPr>
            <a:endParaRPr/>
          </a:p>
          <a:p>
            <a:pPr marL="137160" lvl="0" indent="-51435" algn="l" rtl="0">
              <a:lnSpc>
                <a:spcPct val="100000"/>
              </a:lnSpc>
              <a:spcBef>
                <a:spcPts val="900"/>
              </a:spcBef>
              <a:spcAft>
                <a:spcPts val="0"/>
              </a:spcAft>
              <a:buClr>
                <a:schemeClr val="lt1"/>
              </a:buClr>
              <a:buSzPts val="1350"/>
              <a:buFont typeface="Arial"/>
              <a:buNone/>
            </a:pPr>
            <a:endParaRPr/>
          </a:p>
        </p:txBody>
      </p:sp>
      <p:sp>
        <p:nvSpPr>
          <p:cNvPr id="2505" name="Google Shape;2505;p239"/>
          <p:cNvSpPr txBox="1"/>
          <p:nvPr/>
        </p:nvSpPr>
        <p:spPr>
          <a:xfrm>
            <a:off x="365120" y="1997275"/>
            <a:ext cx="63789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2800" b="1">
                <a:solidFill>
                  <a:schemeClr val="lt1"/>
                </a:solidFill>
                <a:latin typeface="Arial"/>
                <a:ea typeface="Arial"/>
                <a:cs typeface="Arial"/>
                <a:sym typeface="Arial"/>
              </a:rPr>
              <a:t>Team Gradient</a:t>
            </a:r>
            <a:endParaRPr sz="2800" b="1">
              <a:solidFill>
                <a:schemeClr val="lt1"/>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509"/>
        <p:cNvGrpSpPr/>
        <p:nvPr/>
      </p:nvGrpSpPr>
      <p:grpSpPr>
        <a:xfrm>
          <a:off x="0" y="0"/>
          <a:ext cx="0" cy="0"/>
          <a:chOff x="0" y="0"/>
          <a:chExt cx="0" cy="0"/>
        </a:xfrm>
      </p:grpSpPr>
      <p:sp>
        <p:nvSpPr>
          <p:cNvPr id="2510" name="Google Shape;2510;p240"/>
          <p:cNvSpPr txBox="1">
            <a:spLocks noGrp="1"/>
          </p:cNvSpPr>
          <p:nvPr>
            <p:ph type="title"/>
          </p:nvPr>
        </p:nvSpPr>
        <p:spPr>
          <a:xfrm>
            <a:off x="381000" y="381000"/>
            <a:ext cx="8593200" cy="914400"/>
          </a:xfrm>
          <a:prstGeom prst="rect">
            <a:avLst/>
          </a:prstGeom>
          <a:solidFill>
            <a:srgbClr val="000000">
              <a:alpha val="0"/>
            </a:srgbClr>
          </a:solidFill>
          <a:ln>
            <a:noFill/>
          </a:ln>
        </p:spPr>
        <p:txBody>
          <a:bodyPr spcFirstLastPara="1" wrap="square" lIns="0" tIns="0" rIns="0" bIns="0" anchor="t" anchorCtr="0">
            <a:normAutofit/>
          </a:bodyPr>
          <a:lstStyle/>
          <a:p>
            <a:pPr marL="0" lvl="0" indent="0" algn="l" rtl="0">
              <a:spcBef>
                <a:spcPts val="0"/>
              </a:spcBef>
              <a:spcAft>
                <a:spcPts val="0"/>
              </a:spcAft>
              <a:buNone/>
            </a:pPr>
            <a:r>
              <a:rPr lang="en-US" sz="3600" b="1" dirty="0">
                <a:solidFill>
                  <a:srgbClr val="006E74"/>
                </a:solidFill>
                <a:latin typeface="Arial"/>
                <a:ea typeface="Arial"/>
                <a:cs typeface="Arial"/>
                <a:sym typeface="Arial"/>
              </a:rPr>
              <a:t>Problem Statement</a:t>
            </a:r>
            <a:endParaRPr sz="3600" b="1" dirty="0">
              <a:solidFill>
                <a:srgbClr val="006E74"/>
              </a:solidFill>
              <a:latin typeface="Arial"/>
              <a:ea typeface="Arial"/>
              <a:cs typeface="Arial"/>
              <a:sym typeface="Arial"/>
            </a:endParaRPr>
          </a:p>
        </p:txBody>
      </p:sp>
      <p:grpSp>
        <p:nvGrpSpPr>
          <p:cNvPr id="2511" name="Google Shape;2511;p240"/>
          <p:cNvGrpSpPr/>
          <p:nvPr/>
        </p:nvGrpSpPr>
        <p:grpSpPr>
          <a:xfrm>
            <a:off x="381000" y="1524000"/>
            <a:ext cx="8382075" cy="2381400"/>
            <a:chOff x="381000" y="1524000"/>
            <a:chExt cx="8382075" cy="2381400"/>
          </a:xfrm>
        </p:grpSpPr>
        <p:sp>
          <p:nvSpPr>
            <p:cNvPr id="2512" name="Google Shape;2512;p240"/>
            <p:cNvSpPr/>
            <p:nvPr/>
          </p:nvSpPr>
          <p:spPr>
            <a:xfrm>
              <a:off x="381000" y="1524000"/>
              <a:ext cx="4048200" cy="1047900"/>
            </a:xfrm>
            <a:prstGeom prst="roundRect">
              <a:avLst>
                <a:gd name="adj" fmla="val 10909"/>
              </a:avLst>
            </a:prstGeom>
            <a:solidFill>
              <a:srgbClr val="F3F4F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13" name="Google Shape;2513;p240"/>
            <p:cNvSpPr txBox="1"/>
            <p:nvPr/>
          </p:nvSpPr>
          <p:spPr>
            <a:xfrm>
              <a:off x="381000" y="1524000"/>
              <a:ext cx="4048200" cy="1047900"/>
            </a:xfrm>
            <a:prstGeom prst="rect">
              <a:avLst/>
            </a:prstGeom>
            <a:noFill/>
            <a:ln>
              <a:noFill/>
            </a:ln>
          </p:spPr>
          <p:txBody>
            <a:bodyPr spcFirstLastPara="1" wrap="square" lIns="190500" tIns="190500" rIns="190500" bIns="190500" anchor="ctr" anchorCtr="0">
              <a:noAutofit/>
            </a:bodyPr>
            <a:lstStyle/>
            <a:p>
              <a:pPr marL="0" lvl="0" indent="0" algn="l" rtl="0">
                <a:spcBef>
                  <a:spcPts val="0"/>
                </a:spcBef>
                <a:spcAft>
                  <a:spcPts val="0"/>
                </a:spcAft>
                <a:buNone/>
              </a:pPr>
              <a:r>
                <a:rPr lang="en-US" sz="1400" b="1">
                  <a:solidFill>
                    <a:srgbClr val="006E74"/>
                  </a:solidFill>
                  <a:latin typeface="Arial"/>
                  <a:ea typeface="Arial"/>
                  <a:cs typeface="Arial"/>
                  <a:sym typeface="Arial"/>
                </a:rPr>
                <a:t>Operational Inefficiency</a:t>
              </a:r>
              <a:endParaRPr sz="1400" b="1">
                <a:solidFill>
                  <a:srgbClr val="006E74"/>
                </a:solidFill>
                <a:latin typeface="Arial"/>
                <a:ea typeface="Arial"/>
                <a:cs typeface="Arial"/>
                <a:sym typeface="Arial"/>
              </a:endParaRPr>
            </a:p>
            <a:p>
              <a:pPr marL="0" lvl="0" indent="0" algn="l" rtl="0">
                <a:spcBef>
                  <a:spcPts val="600"/>
                </a:spcBef>
                <a:spcAft>
                  <a:spcPts val="0"/>
                </a:spcAft>
                <a:buNone/>
              </a:pPr>
              <a:r>
                <a:rPr lang="en-US" sz="1200">
                  <a:solidFill>
                    <a:srgbClr val="374151"/>
                  </a:solidFill>
                  <a:latin typeface="Arial"/>
                  <a:ea typeface="Arial"/>
                  <a:cs typeface="Arial"/>
                  <a:sym typeface="Arial"/>
                </a:rPr>
                <a:t>Manual loan processing is slow and inefficient, leading to high operational costs.</a:t>
              </a:r>
              <a:endParaRPr sz="1200">
                <a:solidFill>
                  <a:srgbClr val="374151"/>
                </a:solidFill>
                <a:latin typeface="Arial"/>
                <a:ea typeface="Arial"/>
                <a:cs typeface="Arial"/>
                <a:sym typeface="Arial"/>
              </a:endParaRPr>
            </a:p>
          </p:txBody>
        </p:sp>
        <p:sp>
          <p:nvSpPr>
            <p:cNvPr id="2514" name="Google Shape;2514;p240"/>
            <p:cNvSpPr/>
            <p:nvPr/>
          </p:nvSpPr>
          <p:spPr>
            <a:xfrm>
              <a:off x="4714875" y="1524000"/>
              <a:ext cx="4048200" cy="1047900"/>
            </a:xfrm>
            <a:prstGeom prst="roundRect">
              <a:avLst>
                <a:gd name="adj" fmla="val 10909"/>
              </a:avLst>
            </a:prstGeom>
            <a:solidFill>
              <a:srgbClr val="F3F4F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15" name="Google Shape;2515;p240"/>
            <p:cNvSpPr txBox="1"/>
            <p:nvPr/>
          </p:nvSpPr>
          <p:spPr>
            <a:xfrm>
              <a:off x="4714875" y="1524000"/>
              <a:ext cx="4048200" cy="1047900"/>
            </a:xfrm>
            <a:prstGeom prst="rect">
              <a:avLst/>
            </a:prstGeom>
            <a:noFill/>
            <a:ln>
              <a:noFill/>
            </a:ln>
          </p:spPr>
          <p:txBody>
            <a:bodyPr spcFirstLastPara="1" wrap="square" lIns="190500" tIns="190500" rIns="190500" bIns="190500" anchor="ctr" anchorCtr="0">
              <a:noAutofit/>
            </a:bodyPr>
            <a:lstStyle/>
            <a:p>
              <a:pPr marL="0" lvl="0" indent="0" algn="l" rtl="0">
                <a:spcBef>
                  <a:spcPts val="0"/>
                </a:spcBef>
                <a:spcAft>
                  <a:spcPts val="0"/>
                </a:spcAft>
                <a:buNone/>
              </a:pPr>
              <a:r>
                <a:rPr lang="en-US" sz="1400" b="1">
                  <a:solidFill>
                    <a:srgbClr val="006E74"/>
                  </a:solidFill>
                  <a:latin typeface="Arial"/>
                  <a:ea typeface="Arial"/>
                  <a:cs typeface="Arial"/>
                  <a:sym typeface="Arial"/>
                </a:rPr>
                <a:t>Decision Inconsistency</a:t>
              </a:r>
              <a:endParaRPr sz="1400" b="1">
                <a:solidFill>
                  <a:srgbClr val="006E74"/>
                </a:solidFill>
                <a:latin typeface="Arial"/>
                <a:ea typeface="Arial"/>
                <a:cs typeface="Arial"/>
                <a:sym typeface="Arial"/>
              </a:endParaRPr>
            </a:p>
            <a:p>
              <a:pPr marL="0" lvl="0" indent="0" algn="l" rtl="0">
                <a:spcBef>
                  <a:spcPts val="600"/>
                </a:spcBef>
                <a:spcAft>
                  <a:spcPts val="0"/>
                </a:spcAft>
                <a:buNone/>
              </a:pPr>
              <a:r>
                <a:rPr lang="en-US" sz="1200">
                  <a:solidFill>
                    <a:srgbClr val="374151"/>
                  </a:solidFill>
                  <a:latin typeface="Arial"/>
                  <a:ea typeface="Arial"/>
                  <a:cs typeface="Arial"/>
                  <a:sym typeface="Arial"/>
                </a:rPr>
                <a:t>Risk evaluation is inconsistent across different manual assessors.</a:t>
              </a:r>
              <a:endParaRPr sz="1200">
                <a:solidFill>
                  <a:srgbClr val="374151"/>
                </a:solidFill>
                <a:latin typeface="Arial"/>
                <a:ea typeface="Arial"/>
                <a:cs typeface="Arial"/>
                <a:sym typeface="Arial"/>
              </a:endParaRPr>
            </a:p>
          </p:txBody>
        </p:sp>
        <p:sp>
          <p:nvSpPr>
            <p:cNvPr id="2516" name="Google Shape;2516;p240"/>
            <p:cNvSpPr/>
            <p:nvPr/>
          </p:nvSpPr>
          <p:spPr>
            <a:xfrm>
              <a:off x="381000" y="2857500"/>
              <a:ext cx="4048200" cy="1047900"/>
            </a:xfrm>
            <a:prstGeom prst="roundRect">
              <a:avLst>
                <a:gd name="adj" fmla="val 10909"/>
              </a:avLst>
            </a:prstGeom>
            <a:solidFill>
              <a:srgbClr val="F3F4F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17" name="Google Shape;2517;p240"/>
            <p:cNvSpPr txBox="1"/>
            <p:nvPr/>
          </p:nvSpPr>
          <p:spPr>
            <a:xfrm>
              <a:off x="381000" y="2857500"/>
              <a:ext cx="4048200" cy="1047900"/>
            </a:xfrm>
            <a:prstGeom prst="rect">
              <a:avLst/>
            </a:prstGeom>
            <a:noFill/>
            <a:ln>
              <a:noFill/>
            </a:ln>
          </p:spPr>
          <p:txBody>
            <a:bodyPr spcFirstLastPara="1" wrap="square" lIns="190500" tIns="190500" rIns="190500" bIns="190500" anchor="ctr" anchorCtr="0">
              <a:noAutofit/>
            </a:bodyPr>
            <a:lstStyle/>
            <a:p>
              <a:pPr marL="0" lvl="0" indent="0" algn="l" rtl="0">
                <a:spcBef>
                  <a:spcPts val="0"/>
                </a:spcBef>
                <a:spcAft>
                  <a:spcPts val="0"/>
                </a:spcAft>
                <a:buNone/>
              </a:pPr>
              <a:r>
                <a:rPr lang="en-US" sz="1400" b="1">
                  <a:solidFill>
                    <a:srgbClr val="006E74"/>
                  </a:solidFill>
                  <a:latin typeface="Arial"/>
                  <a:ea typeface="Arial"/>
                  <a:cs typeface="Arial"/>
                  <a:sym typeface="Arial"/>
                </a:rPr>
                <a:t>Compliance Bottlenecks</a:t>
              </a:r>
              <a:endParaRPr sz="1400" b="1">
                <a:solidFill>
                  <a:srgbClr val="006E74"/>
                </a:solidFill>
                <a:latin typeface="Arial"/>
                <a:ea typeface="Arial"/>
                <a:cs typeface="Arial"/>
                <a:sym typeface="Arial"/>
              </a:endParaRPr>
            </a:p>
            <a:p>
              <a:pPr marL="0" lvl="0" indent="0" algn="l" rtl="0">
                <a:spcBef>
                  <a:spcPts val="600"/>
                </a:spcBef>
                <a:spcAft>
                  <a:spcPts val="0"/>
                </a:spcAft>
                <a:buNone/>
              </a:pPr>
              <a:r>
                <a:rPr lang="en-US" sz="1200">
                  <a:solidFill>
                    <a:srgbClr val="374151"/>
                  </a:solidFill>
                  <a:latin typeface="Arial"/>
                  <a:ea typeface="Arial"/>
                  <a:cs typeface="Arial"/>
                  <a:sym typeface="Arial"/>
                </a:rPr>
                <a:t>Manual policy validation increases delays and risk of human error.</a:t>
              </a:r>
              <a:endParaRPr sz="1200">
                <a:solidFill>
                  <a:srgbClr val="374151"/>
                </a:solidFill>
                <a:latin typeface="Arial"/>
                <a:ea typeface="Arial"/>
                <a:cs typeface="Arial"/>
                <a:sym typeface="Arial"/>
              </a:endParaRPr>
            </a:p>
          </p:txBody>
        </p:sp>
        <p:sp>
          <p:nvSpPr>
            <p:cNvPr id="2518" name="Google Shape;2518;p240"/>
            <p:cNvSpPr/>
            <p:nvPr/>
          </p:nvSpPr>
          <p:spPr>
            <a:xfrm>
              <a:off x="4714875" y="2857500"/>
              <a:ext cx="4048200" cy="1047900"/>
            </a:xfrm>
            <a:prstGeom prst="roundRect">
              <a:avLst>
                <a:gd name="adj" fmla="val 10909"/>
              </a:avLst>
            </a:prstGeom>
            <a:solidFill>
              <a:srgbClr val="F3F4F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19" name="Google Shape;2519;p240"/>
            <p:cNvSpPr txBox="1"/>
            <p:nvPr/>
          </p:nvSpPr>
          <p:spPr>
            <a:xfrm>
              <a:off x="4714875" y="2857500"/>
              <a:ext cx="4048200" cy="1047900"/>
            </a:xfrm>
            <a:prstGeom prst="rect">
              <a:avLst/>
            </a:prstGeom>
            <a:noFill/>
            <a:ln>
              <a:noFill/>
            </a:ln>
          </p:spPr>
          <p:txBody>
            <a:bodyPr spcFirstLastPara="1" wrap="square" lIns="190500" tIns="190500" rIns="190500" bIns="190500" anchor="ctr" anchorCtr="0">
              <a:noAutofit/>
            </a:bodyPr>
            <a:lstStyle/>
            <a:p>
              <a:pPr marL="0" lvl="0" indent="0" algn="l" rtl="0">
                <a:spcBef>
                  <a:spcPts val="0"/>
                </a:spcBef>
                <a:spcAft>
                  <a:spcPts val="0"/>
                </a:spcAft>
                <a:buNone/>
              </a:pPr>
              <a:r>
                <a:rPr lang="en-US" sz="1400" b="1">
                  <a:solidFill>
                    <a:srgbClr val="006E74"/>
                  </a:solidFill>
                  <a:latin typeface="Arial"/>
                  <a:ea typeface="Arial"/>
                  <a:cs typeface="Arial"/>
                  <a:sym typeface="Arial"/>
                </a:rPr>
                <a:t>Strategic Need</a:t>
              </a:r>
              <a:endParaRPr sz="1400" b="1">
                <a:solidFill>
                  <a:srgbClr val="006E74"/>
                </a:solidFill>
                <a:latin typeface="Arial"/>
                <a:ea typeface="Arial"/>
                <a:cs typeface="Arial"/>
                <a:sym typeface="Arial"/>
              </a:endParaRPr>
            </a:p>
            <a:p>
              <a:pPr marL="0" lvl="0" indent="0" algn="l" rtl="0">
                <a:spcBef>
                  <a:spcPts val="600"/>
                </a:spcBef>
                <a:spcAft>
                  <a:spcPts val="0"/>
                </a:spcAft>
                <a:buNone/>
              </a:pPr>
              <a:r>
                <a:rPr lang="en-US" sz="1200">
                  <a:solidFill>
                    <a:srgbClr val="374151"/>
                  </a:solidFill>
                  <a:latin typeface="Arial"/>
                  <a:ea typeface="Arial"/>
                  <a:cs typeface="Arial"/>
                  <a:sym typeface="Arial"/>
                </a:rPr>
                <a:t>Need for AI-driven workflow automation to modernize lending practices.</a:t>
              </a:r>
              <a:endParaRPr sz="1200">
                <a:solidFill>
                  <a:srgbClr val="374151"/>
                </a:solidFill>
                <a:latin typeface="Arial"/>
                <a:ea typeface="Arial"/>
                <a:cs typeface="Arial"/>
                <a:sym typeface="Arial"/>
              </a:endParaRPr>
            </a:p>
          </p:txBody>
        </p:sp>
      </p:grpSp>
      <p:grpSp>
        <p:nvGrpSpPr>
          <p:cNvPr id="2520" name="Google Shape;2520;p240"/>
          <p:cNvGrpSpPr/>
          <p:nvPr/>
        </p:nvGrpSpPr>
        <p:grpSpPr>
          <a:xfrm>
            <a:off x="381000" y="4476750"/>
            <a:ext cx="8382000" cy="952500"/>
            <a:chOff x="381000" y="4476750"/>
            <a:chExt cx="8382000" cy="952500"/>
          </a:xfrm>
        </p:grpSpPr>
        <p:sp>
          <p:nvSpPr>
            <p:cNvPr id="2521" name="Google Shape;2521;p240"/>
            <p:cNvSpPr/>
            <p:nvPr/>
          </p:nvSpPr>
          <p:spPr>
            <a:xfrm>
              <a:off x="381000" y="4476750"/>
              <a:ext cx="8382000" cy="952500"/>
            </a:xfrm>
            <a:prstGeom prst="roundRect">
              <a:avLst>
                <a:gd name="adj" fmla="val 15000"/>
              </a:avLst>
            </a:prstGeom>
            <a:solidFill>
              <a:srgbClr val="006E74"/>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22" name="Google Shape;2522;p240"/>
            <p:cNvSpPr txBox="1"/>
            <p:nvPr/>
          </p:nvSpPr>
          <p:spPr>
            <a:xfrm>
              <a:off x="381000" y="4476750"/>
              <a:ext cx="8382000" cy="952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000" b="1">
                  <a:solidFill>
                    <a:srgbClr val="FFFFFF"/>
                  </a:solidFill>
                  <a:latin typeface="Arial"/>
                  <a:ea typeface="Arial"/>
                  <a:cs typeface="Arial"/>
                  <a:sym typeface="Arial"/>
                </a:rPr>
                <a:t>Goal: Automate loan eligibility assessment</a:t>
              </a:r>
              <a:endParaRPr sz="2000" b="1">
                <a:solidFill>
                  <a:srgbClr val="FFFFFF"/>
                </a:solidFill>
                <a:latin typeface="Arial"/>
                <a:ea typeface="Arial"/>
                <a:cs typeface="Arial"/>
                <a:sym typeface="Aria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526"/>
        <p:cNvGrpSpPr/>
        <p:nvPr/>
      </p:nvGrpSpPr>
      <p:grpSpPr>
        <a:xfrm>
          <a:off x="0" y="0"/>
          <a:ext cx="0" cy="0"/>
          <a:chOff x="0" y="0"/>
          <a:chExt cx="0" cy="0"/>
        </a:xfrm>
      </p:grpSpPr>
      <p:sp>
        <p:nvSpPr>
          <p:cNvPr id="2527" name="Google Shape;2527;p241"/>
          <p:cNvSpPr txBox="1">
            <a:spLocks noGrp="1"/>
          </p:cNvSpPr>
          <p:nvPr>
            <p:ph type="title"/>
          </p:nvPr>
        </p:nvSpPr>
        <p:spPr>
          <a:xfrm>
            <a:off x="381000" y="381000"/>
            <a:ext cx="8593200" cy="914400"/>
          </a:xfrm>
          <a:prstGeom prst="rect">
            <a:avLst/>
          </a:prstGeom>
          <a:solidFill>
            <a:srgbClr val="000000">
              <a:alpha val="0"/>
            </a:srgbClr>
          </a:solidFill>
          <a:ln>
            <a:noFill/>
          </a:ln>
        </p:spPr>
        <p:txBody>
          <a:bodyPr spcFirstLastPara="1" wrap="square" lIns="0" tIns="0" rIns="0" bIns="0" anchor="t" anchorCtr="0">
            <a:normAutofit/>
          </a:bodyPr>
          <a:lstStyle/>
          <a:p>
            <a:pPr marL="0" lvl="0" indent="0" algn="l" rtl="0">
              <a:spcBef>
                <a:spcPts val="0"/>
              </a:spcBef>
              <a:spcAft>
                <a:spcPts val="0"/>
              </a:spcAft>
              <a:buNone/>
            </a:pPr>
            <a:r>
              <a:rPr lang="en-US" sz="3600" b="1" i="0" u="none" strike="noStrike">
                <a:solidFill>
                  <a:srgbClr val="006E74"/>
                </a:solidFill>
                <a:latin typeface="Arial"/>
                <a:ea typeface="Arial"/>
                <a:cs typeface="Arial"/>
                <a:sym typeface="Arial"/>
              </a:rPr>
              <a:t>Project Objectives</a:t>
            </a:r>
            <a:endParaRPr sz="3600" b="1" i="0" u="none" strike="noStrike">
              <a:solidFill>
                <a:srgbClr val="006E74"/>
              </a:solidFill>
              <a:latin typeface="Arial"/>
              <a:ea typeface="Arial"/>
              <a:cs typeface="Arial"/>
              <a:sym typeface="Arial"/>
            </a:endParaRPr>
          </a:p>
        </p:txBody>
      </p:sp>
      <p:grpSp>
        <p:nvGrpSpPr>
          <p:cNvPr id="2528" name="Google Shape;2528;p241"/>
          <p:cNvGrpSpPr/>
          <p:nvPr/>
        </p:nvGrpSpPr>
        <p:grpSpPr>
          <a:xfrm>
            <a:off x="381000" y="1524000"/>
            <a:ext cx="4095900" cy="1238400"/>
            <a:chOff x="381000" y="1524000"/>
            <a:chExt cx="4095900" cy="1238400"/>
          </a:xfrm>
        </p:grpSpPr>
        <p:sp>
          <p:nvSpPr>
            <p:cNvPr id="2529" name="Google Shape;2529;p241"/>
            <p:cNvSpPr/>
            <p:nvPr/>
          </p:nvSpPr>
          <p:spPr>
            <a:xfrm>
              <a:off x="381000" y="1524000"/>
              <a:ext cx="4095900" cy="1238400"/>
            </a:xfrm>
            <a:prstGeom prst="roundRect">
              <a:avLst>
                <a:gd name="adj" fmla="val 9230"/>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30" name="Google Shape;2530;p241"/>
            <p:cNvSpPr txBox="1"/>
            <p:nvPr/>
          </p:nvSpPr>
          <p:spPr>
            <a:xfrm>
              <a:off x="381000" y="1524000"/>
              <a:ext cx="4095900" cy="1238400"/>
            </a:xfrm>
            <a:prstGeom prst="rect">
              <a:avLst/>
            </a:prstGeom>
            <a:noFill/>
            <a:ln>
              <a:noFill/>
            </a:ln>
          </p:spPr>
          <p:txBody>
            <a:bodyPr spcFirstLastPara="1" wrap="square" lIns="190500" tIns="190500" rIns="190500" bIns="190500" anchor="ctr" anchorCtr="0">
              <a:noAutofit/>
            </a:bodyPr>
            <a:lstStyle/>
            <a:p>
              <a:pPr marL="0" lvl="0" indent="0" algn="l" rtl="0">
                <a:spcBef>
                  <a:spcPts val="0"/>
                </a:spcBef>
                <a:spcAft>
                  <a:spcPts val="0"/>
                </a:spcAft>
                <a:buNone/>
              </a:pPr>
              <a:r>
                <a:rPr lang="en-US" sz="1600" b="1" dirty="0" smtClean="0">
                  <a:solidFill>
                    <a:srgbClr val="006E74"/>
                  </a:solidFill>
                  <a:latin typeface="Arial"/>
                  <a:ea typeface="Arial"/>
                  <a:cs typeface="Arial"/>
                  <a:sym typeface="Arial"/>
                </a:rPr>
                <a:t>Assessment </a:t>
              </a:r>
              <a:r>
                <a:rPr lang="en-US" sz="1600" b="1" dirty="0">
                  <a:solidFill>
                    <a:srgbClr val="006E74"/>
                  </a:solidFill>
                  <a:latin typeface="Arial"/>
                  <a:ea typeface="Arial"/>
                  <a:cs typeface="Arial"/>
                  <a:sym typeface="Arial"/>
                </a:rPr>
                <a:t>Automation</a:t>
              </a:r>
              <a:endParaRPr dirty="0"/>
            </a:p>
            <a:p>
              <a:pPr marL="0" lvl="0" indent="0" algn="l" rtl="0">
                <a:spcBef>
                  <a:spcPts val="600"/>
                </a:spcBef>
                <a:spcAft>
                  <a:spcPts val="0"/>
                </a:spcAft>
                <a:buNone/>
              </a:pPr>
              <a:r>
                <a:rPr lang="en-US" sz="1100" dirty="0">
                  <a:solidFill>
                    <a:srgbClr val="374151"/>
                  </a:solidFill>
                  <a:latin typeface="Arial"/>
                  <a:ea typeface="Arial"/>
                  <a:cs typeface="Arial"/>
                  <a:sym typeface="Arial"/>
                </a:rPr>
                <a:t>Automate loan eligibility assessment to increase speed and reduce operational overhead.</a:t>
              </a:r>
              <a:endParaRPr sz="1100" dirty="0">
                <a:solidFill>
                  <a:srgbClr val="374151"/>
                </a:solidFill>
                <a:latin typeface="Arial"/>
                <a:ea typeface="Arial"/>
                <a:cs typeface="Arial"/>
                <a:sym typeface="Arial"/>
              </a:endParaRPr>
            </a:p>
          </p:txBody>
        </p:sp>
      </p:grpSp>
      <p:grpSp>
        <p:nvGrpSpPr>
          <p:cNvPr id="2531" name="Google Shape;2531;p241"/>
          <p:cNvGrpSpPr/>
          <p:nvPr/>
        </p:nvGrpSpPr>
        <p:grpSpPr>
          <a:xfrm>
            <a:off x="4667250" y="1524000"/>
            <a:ext cx="4095900" cy="1238400"/>
            <a:chOff x="4667250" y="1524000"/>
            <a:chExt cx="4095900" cy="1238400"/>
          </a:xfrm>
        </p:grpSpPr>
        <p:sp>
          <p:nvSpPr>
            <p:cNvPr id="2532" name="Google Shape;2532;p241"/>
            <p:cNvSpPr/>
            <p:nvPr/>
          </p:nvSpPr>
          <p:spPr>
            <a:xfrm>
              <a:off x="4667250" y="1524000"/>
              <a:ext cx="4095900" cy="1238400"/>
            </a:xfrm>
            <a:prstGeom prst="roundRect">
              <a:avLst>
                <a:gd name="adj" fmla="val 9230"/>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33" name="Google Shape;2533;p241"/>
            <p:cNvSpPr txBox="1"/>
            <p:nvPr/>
          </p:nvSpPr>
          <p:spPr>
            <a:xfrm>
              <a:off x="4667250" y="1524000"/>
              <a:ext cx="4095900" cy="1238400"/>
            </a:xfrm>
            <a:prstGeom prst="rect">
              <a:avLst/>
            </a:prstGeom>
            <a:noFill/>
            <a:ln>
              <a:noFill/>
            </a:ln>
          </p:spPr>
          <p:txBody>
            <a:bodyPr spcFirstLastPara="1" wrap="square" lIns="190500" tIns="190500" rIns="190500" bIns="190500" anchor="ctr" anchorCtr="0">
              <a:noAutofit/>
            </a:bodyPr>
            <a:lstStyle/>
            <a:p>
              <a:pPr marL="0" lvl="0" indent="0" algn="l" rtl="0">
                <a:spcBef>
                  <a:spcPts val="0"/>
                </a:spcBef>
                <a:spcAft>
                  <a:spcPts val="0"/>
                </a:spcAft>
                <a:buNone/>
              </a:pPr>
              <a:r>
                <a:rPr lang="en-US" sz="1600" b="1" dirty="0" smtClean="0">
                  <a:solidFill>
                    <a:srgbClr val="006E74"/>
                  </a:solidFill>
                  <a:latin typeface="Arial"/>
                  <a:ea typeface="Arial"/>
                  <a:cs typeface="Arial"/>
                  <a:sym typeface="Arial"/>
                </a:rPr>
                <a:t>Agent </a:t>
              </a:r>
              <a:r>
                <a:rPr lang="en-US" sz="1600" b="1" dirty="0">
                  <a:solidFill>
                    <a:srgbClr val="006E74"/>
                  </a:solidFill>
                  <a:latin typeface="Arial"/>
                  <a:ea typeface="Arial"/>
                  <a:cs typeface="Arial"/>
                  <a:sym typeface="Arial"/>
                </a:rPr>
                <a:t>Orchestration</a:t>
              </a:r>
              <a:endParaRPr dirty="0"/>
            </a:p>
            <a:p>
              <a:pPr marL="0" lvl="0" indent="0" algn="l" rtl="0">
                <a:spcBef>
                  <a:spcPts val="600"/>
                </a:spcBef>
                <a:spcAft>
                  <a:spcPts val="0"/>
                </a:spcAft>
                <a:buNone/>
              </a:pPr>
              <a:r>
                <a:rPr lang="en-US" sz="1100" dirty="0">
                  <a:solidFill>
                    <a:srgbClr val="374151"/>
                  </a:solidFill>
                  <a:latin typeface="Arial"/>
                  <a:ea typeface="Arial"/>
                  <a:cs typeface="Arial"/>
                  <a:sym typeface="Arial"/>
                </a:rPr>
                <a:t>Build a robust multi-agent orchestration workflow for specialized task handling.</a:t>
              </a:r>
              <a:endParaRPr sz="1100" dirty="0">
                <a:solidFill>
                  <a:srgbClr val="374151"/>
                </a:solidFill>
                <a:latin typeface="Arial"/>
                <a:ea typeface="Arial"/>
                <a:cs typeface="Arial"/>
                <a:sym typeface="Arial"/>
              </a:endParaRPr>
            </a:p>
          </p:txBody>
        </p:sp>
      </p:grpSp>
      <p:grpSp>
        <p:nvGrpSpPr>
          <p:cNvPr id="2534" name="Google Shape;2534;p241"/>
          <p:cNvGrpSpPr/>
          <p:nvPr/>
        </p:nvGrpSpPr>
        <p:grpSpPr>
          <a:xfrm>
            <a:off x="381000" y="2952750"/>
            <a:ext cx="4095900" cy="1238400"/>
            <a:chOff x="381000" y="2952750"/>
            <a:chExt cx="4095900" cy="1238400"/>
          </a:xfrm>
        </p:grpSpPr>
        <p:sp>
          <p:nvSpPr>
            <p:cNvPr id="2535" name="Google Shape;2535;p241"/>
            <p:cNvSpPr/>
            <p:nvPr/>
          </p:nvSpPr>
          <p:spPr>
            <a:xfrm>
              <a:off x="381000" y="2952750"/>
              <a:ext cx="4095900" cy="1238400"/>
            </a:xfrm>
            <a:prstGeom prst="roundRect">
              <a:avLst>
                <a:gd name="adj" fmla="val 9230"/>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36" name="Google Shape;2536;p241"/>
            <p:cNvSpPr txBox="1"/>
            <p:nvPr/>
          </p:nvSpPr>
          <p:spPr>
            <a:xfrm>
              <a:off x="381000" y="2952750"/>
              <a:ext cx="4095900" cy="1238400"/>
            </a:xfrm>
            <a:prstGeom prst="rect">
              <a:avLst/>
            </a:prstGeom>
            <a:noFill/>
            <a:ln>
              <a:noFill/>
            </a:ln>
          </p:spPr>
          <p:txBody>
            <a:bodyPr spcFirstLastPara="1" wrap="square" lIns="190500" tIns="190500" rIns="190500" bIns="190500" anchor="ctr" anchorCtr="0">
              <a:noAutofit/>
            </a:bodyPr>
            <a:lstStyle/>
            <a:p>
              <a:pPr marL="0" lvl="0" indent="0" algn="l" rtl="0">
                <a:spcBef>
                  <a:spcPts val="0"/>
                </a:spcBef>
                <a:spcAft>
                  <a:spcPts val="0"/>
                </a:spcAft>
                <a:buNone/>
              </a:pPr>
              <a:r>
                <a:rPr lang="en-US" sz="1600" b="1" dirty="0" smtClean="0">
                  <a:solidFill>
                    <a:srgbClr val="006E74"/>
                  </a:solidFill>
                  <a:latin typeface="Arial"/>
                  <a:ea typeface="Arial"/>
                  <a:cs typeface="Arial"/>
                  <a:sym typeface="Arial"/>
                </a:rPr>
                <a:t>Intelligent </a:t>
              </a:r>
              <a:r>
                <a:rPr lang="en-US" sz="1600" b="1" dirty="0">
                  <a:solidFill>
                    <a:srgbClr val="006E74"/>
                  </a:solidFill>
                  <a:latin typeface="Arial"/>
                  <a:ea typeface="Arial"/>
                  <a:cs typeface="Arial"/>
                  <a:sym typeface="Arial"/>
                </a:rPr>
                <a:t>Routing</a:t>
              </a:r>
              <a:endParaRPr dirty="0"/>
            </a:p>
            <a:p>
              <a:pPr marL="0" lvl="0" indent="0" algn="l" rtl="0">
                <a:spcBef>
                  <a:spcPts val="600"/>
                </a:spcBef>
                <a:spcAft>
                  <a:spcPts val="0"/>
                </a:spcAft>
                <a:buNone/>
              </a:pPr>
              <a:r>
                <a:rPr lang="en-US" sz="1100" dirty="0">
                  <a:solidFill>
                    <a:srgbClr val="374151"/>
                  </a:solidFill>
                  <a:latin typeface="Arial"/>
                  <a:ea typeface="Arial"/>
                  <a:cs typeface="Arial"/>
                  <a:sym typeface="Arial"/>
                </a:rPr>
                <a:t>Implement router-based approvals to ensure logic-driven decision paths.</a:t>
              </a:r>
              <a:endParaRPr sz="1100" dirty="0">
                <a:solidFill>
                  <a:srgbClr val="374151"/>
                </a:solidFill>
                <a:latin typeface="Arial"/>
                <a:ea typeface="Arial"/>
                <a:cs typeface="Arial"/>
                <a:sym typeface="Arial"/>
              </a:endParaRPr>
            </a:p>
          </p:txBody>
        </p:sp>
      </p:grpSp>
      <p:grpSp>
        <p:nvGrpSpPr>
          <p:cNvPr id="2537" name="Google Shape;2537;p241"/>
          <p:cNvGrpSpPr/>
          <p:nvPr/>
        </p:nvGrpSpPr>
        <p:grpSpPr>
          <a:xfrm>
            <a:off x="4667250" y="2952750"/>
            <a:ext cx="4095900" cy="1238400"/>
            <a:chOff x="4667250" y="2952750"/>
            <a:chExt cx="4095900" cy="1238400"/>
          </a:xfrm>
        </p:grpSpPr>
        <p:sp>
          <p:nvSpPr>
            <p:cNvPr id="2538" name="Google Shape;2538;p241"/>
            <p:cNvSpPr/>
            <p:nvPr/>
          </p:nvSpPr>
          <p:spPr>
            <a:xfrm>
              <a:off x="4667250" y="2952750"/>
              <a:ext cx="4095900" cy="1238400"/>
            </a:xfrm>
            <a:prstGeom prst="roundRect">
              <a:avLst>
                <a:gd name="adj" fmla="val 9230"/>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39" name="Google Shape;2539;p241"/>
            <p:cNvSpPr txBox="1"/>
            <p:nvPr/>
          </p:nvSpPr>
          <p:spPr>
            <a:xfrm>
              <a:off x="4667250" y="2952750"/>
              <a:ext cx="4095900" cy="1238400"/>
            </a:xfrm>
            <a:prstGeom prst="rect">
              <a:avLst/>
            </a:prstGeom>
            <a:noFill/>
            <a:ln>
              <a:noFill/>
            </a:ln>
          </p:spPr>
          <p:txBody>
            <a:bodyPr spcFirstLastPara="1" wrap="square" lIns="190500" tIns="190500" rIns="190500" bIns="190500" anchor="ctr" anchorCtr="0">
              <a:noAutofit/>
            </a:bodyPr>
            <a:lstStyle/>
            <a:p>
              <a:pPr marL="0" lvl="0" indent="0" algn="l" rtl="0">
                <a:spcBef>
                  <a:spcPts val="0"/>
                </a:spcBef>
                <a:spcAft>
                  <a:spcPts val="0"/>
                </a:spcAft>
                <a:buNone/>
              </a:pPr>
              <a:r>
                <a:rPr lang="en-US" sz="1600" b="1" dirty="0" smtClean="0">
                  <a:solidFill>
                    <a:srgbClr val="006E74"/>
                  </a:solidFill>
                  <a:latin typeface="Arial"/>
                  <a:ea typeface="Arial"/>
                  <a:cs typeface="Arial"/>
                  <a:sym typeface="Arial"/>
                </a:rPr>
                <a:t>Policy </a:t>
              </a:r>
              <a:r>
                <a:rPr lang="en-US" sz="1600" b="1" dirty="0">
                  <a:solidFill>
                    <a:srgbClr val="006E74"/>
                  </a:solidFill>
                  <a:latin typeface="Arial"/>
                  <a:ea typeface="Arial"/>
                  <a:cs typeface="Arial"/>
                  <a:sym typeface="Arial"/>
                </a:rPr>
                <a:t>Retrieval (RAG)</a:t>
              </a:r>
              <a:endParaRPr dirty="0"/>
            </a:p>
            <a:p>
              <a:pPr marL="0" lvl="0" indent="0" algn="l" rtl="0">
                <a:spcBef>
                  <a:spcPts val="600"/>
                </a:spcBef>
                <a:spcAft>
                  <a:spcPts val="0"/>
                </a:spcAft>
                <a:buNone/>
              </a:pPr>
              <a:r>
                <a:rPr lang="en-US" sz="1100" dirty="0">
                  <a:solidFill>
                    <a:srgbClr val="374151"/>
                  </a:solidFill>
                  <a:latin typeface="Arial"/>
                  <a:ea typeface="Arial"/>
                  <a:cs typeface="Arial"/>
                  <a:sym typeface="Arial"/>
                </a:rPr>
                <a:t>Integrate RAG for precise policy retrieval to maintain strict compliance standards.</a:t>
              </a:r>
              <a:endParaRPr sz="1100" dirty="0">
                <a:solidFill>
                  <a:srgbClr val="374151"/>
                </a:solidFill>
                <a:latin typeface="Arial"/>
                <a:ea typeface="Arial"/>
                <a:cs typeface="Arial"/>
                <a:sym typeface="Arial"/>
              </a:endParaRPr>
            </a:p>
          </p:txBody>
        </p:sp>
      </p:grpSp>
      <p:grpSp>
        <p:nvGrpSpPr>
          <p:cNvPr id="2540" name="Google Shape;2540;p241"/>
          <p:cNvGrpSpPr/>
          <p:nvPr/>
        </p:nvGrpSpPr>
        <p:grpSpPr>
          <a:xfrm>
            <a:off x="381000" y="4381500"/>
            <a:ext cx="4095900" cy="1238400"/>
            <a:chOff x="381000" y="4381500"/>
            <a:chExt cx="4095900" cy="1238400"/>
          </a:xfrm>
        </p:grpSpPr>
        <p:sp>
          <p:nvSpPr>
            <p:cNvPr id="2541" name="Google Shape;2541;p241"/>
            <p:cNvSpPr/>
            <p:nvPr/>
          </p:nvSpPr>
          <p:spPr>
            <a:xfrm>
              <a:off x="381000" y="4381500"/>
              <a:ext cx="4095900" cy="1238400"/>
            </a:xfrm>
            <a:prstGeom prst="roundRect">
              <a:avLst>
                <a:gd name="adj" fmla="val 9230"/>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42" name="Google Shape;2542;p241"/>
            <p:cNvSpPr txBox="1"/>
            <p:nvPr/>
          </p:nvSpPr>
          <p:spPr>
            <a:xfrm>
              <a:off x="381000" y="4381500"/>
              <a:ext cx="4095900" cy="1238400"/>
            </a:xfrm>
            <a:prstGeom prst="rect">
              <a:avLst/>
            </a:prstGeom>
            <a:noFill/>
            <a:ln>
              <a:noFill/>
            </a:ln>
          </p:spPr>
          <p:txBody>
            <a:bodyPr spcFirstLastPara="1" wrap="square" lIns="190500" tIns="190500" rIns="190500" bIns="190500" anchor="ctr" anchorCtr="0">
              <a:noAutofit/>
            </a:bodyPr>
            <a:lstStyle/>
            <a:p>
              <a:pPr marL="0" lvl="0" indent="0" algn="l" rtl="0">
                <a:spcBef>
                  <a:spcPts val="0"/>
                </a:spcBef>
                <a:spcAft>
                  <a:spcPts val="0"/>
                </a:spcAft>
                <a:buNone/>
              </a:pPr>
              <a:r>
                <a:rPr lang="en-US" sz="1600" b="1" dirty="0" smtClean="0">
                  <a:solidFill>
                    <a:srgbClr val="006E74"/>
                  </a:solidFill>
                  <a:latin typeface="Arial"/>
                  <a:ea typeface="Arial"/>
                  <a:cs typeface="Arial"/>
                  <a:sym typeface="Arial"/>
                </a:rPr>
                <a:t>Transparency</a:t>
              </a:r>
              <a:endParaRPr dirty="0"/>
            </a:p>
            <a:p>
              <a:pPr marL="0" lvl="0" indent="0" algn="l" rtl="0">
                <a:spcBef>
                  <a:spcPts val="600"/>
                </a:spcBef>
                <a:spcAft>
                  <a:spcPts val="0"/>
                </a:spcAft>
                <a:buNone/>
              </a:pPr>
              <a:r>
                <a:rPr lang="en-US" sz="1100" dirty="0">
                  <a:solidFill>
                    <a:srgbClr val="374151"/>
                  </a:solidFill>
                  <a:latin typeface="Arial"/>
                  <a:ea typeface="Arial"/>
                  <a:cs typeface="Arial"/>
                  <a:sym typeface="Arial"/>
                </a:rPr>
                <a:t>Improve workflow transparency with clear logging and state tracking.</a:t>
              </a:r>
              <a:endParaRPr sz="1100" dirty="0">
                <a:solidFill>
                  <a:srgbClr val="374151"/>
                </a:solidFill>
                <a:latin typeface="Arial"/>
                <a:ea typeface="Arial"/>
                <a:cs typeface="Arial"/>
                <a:sym typeface="Arial"/>
              </a:endParaRPr>
            </a:p>
          </p:txBody>
        </p:sp>
      </p:grpSp>
      <p:grpSp>
        <p:nvGrpSpPr>
          <p:cNvPr id="2543" name="Google Shape;2543;p241"/>
          <p:cNvGrpSpPr/>
          <p:nvPr/>
        </p:nvGrpSpPr>
        <p:grpSpPr>
          <a:xfrm>
            <a:off x="4667250" y="4381500"/>
            <a:ext cx="4095900" cy="1238400"/>
            <a:chOff x="4667250" y="4381500"/>
            <a:chExt cx="4095900" cy="1238400"/>
          </a:xfrm>
        </p:grpSpPr>
        <p:sp>
          <p:nvSpPr>
            <p:cNvPr id="2544" name="Google Shape;2544;p241"/>
            <p:cNvSpPr/>
            <p:nvPr/>
          </p:nvSpPr>
          <p:spPr>
            <a:xfrm>
              <a:off x="4667250" y="4381500"/>
              <a:ext cx="4095900" cy="1238400"/>
            </a:xfrm>
            <a:prstGeom prst="roundRect">
              <a:avLst>
                <a:gd name="adj" fmla="val 9230"/>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45" name="Google Shape;2545;p241"/>
            <p:cNvSpPr txBox="1"/>
            <p:nvPr/>
          </p:nvSpPr>
          <p:spPr>
            <a:xfrm>
              <a:off x="4667250" y="4381500"/>
              <a:ext cx="4095900" cy="1238400"/>
            </a:xfrm>
            <a:prstGeom prst="rect">
              <a:avLst/>
            </a:prstGeom>
            <a:noFill/>
            <a:ln>
              <a:noFill/>
            </a:ln>
          </p:spPr>
          <p:txBody>
            <a:bodyPr spcFirstLastPara="1" wrap="square" lIns="190500" tIns="190500" rIns="190500" bIns="190500" anchor="ctr" anchorCtr="0">
              <a:noAutofit/>
            </a:bodyPr>
            <a:lstStyle/>
            <a:p>
              <a:pPr marL="0" lvl="0" indent="0" algn="l" rtl="0">
                <a:spcBef>
                  <a:spcPts val="0"/>
                </a:spcBef>
                <a:spcAft>
                  <a:spcPts val="0"/>
                </a:spcAft>
                <a:buNone/>
              </a:pPr>
              <a:r>
                <a:rPr lang="en-US" sz="1600" b="1" dirty="0" smtClean="0">
                  <a:solidFill>
                    <a:srgbClr val="006E74"/>
                  </a:solidFill>
                  <a:latin typeface="Arial"/>
                  <a:ea typeface="Arial"/>
                  <a:cs typeface="Arial"/>
                  <a:sym typeface="Arial"/>
                </a:rPr>
                <a:t>Human-in-the-loop</a:t>
              </a:r>
              <a:endParaRPr dirty="0"/>
            </a:p>
            <a:p>
              <a:pPr marL="0" lvl="0" indent="0" algn="l" rtl="0">
                <a:spcBef>
                  <a:spcPts val="600"/>
                </a:spcBef>
                <a:spcAft>
                  <a:spcPts val="0"/>
                </a:spcAft>
                <a:buNone/>
              </a:pPr>
              <a:r>
                <a:rPr lang="en-US" sz="1100" dirty="0">
                  <a:solidFill>
                    <a:srgbClr val="374151"/>
                  </a:solidFill>
                  <a:latin typeface="Arial"/>
                  <a:ea typeface="Arial"/>
                  <a:cs typeface="Arial"/>
                  <a:sym typeface="Arial"/>
                </a:rPr>
                <a:t>Support human approval checkpoints for critical edge cases and risk mitigation.</a:t>
              </a:r>
              <a:endParaRPr sz="1100" dirty="0">
                <a:solidFill>
                  <a:srgbClr val="374151"/>
                </a:solidFill>
                <a:latin typeface="Arial"/>
                <a:ea typeface="Arial"/>
                <a:cs typeface="Arial"/>
                <a:sym typeface="Aria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549"/>
        <p:cNvGrpSpPr/>
        <p:nvPr/>
      </p:nvGrpSpPr>
      <p:grpSpPr>
        <a:xfrm>
          <a:off x="0" y="0"/>
          <a:ext cx="0" cy="0"/>
          <a:chOff x="0" y="0"/>
          <a:chExt cx="0" cy="0"/>
        </a:xfrm>
      </p:grpSpPr>
      <p:pic>
        <p:nvPicPr>
          <p:cNvPr id="2550" name="Google Shape;2550;p242"/>
          <p:cNvPicPr preferRelativeResize="0"/>
          <p:nvPr/>
        </p:nvPicPr>
        <p:blipFill rotWithShape="1">
          <a:blip r:embed="rId4">
            <a:alphaModFix/>
          </a:blip>
          <a:srcRect l="12503" r="12495"/>
          <a:stretch/>
        </p:blipFill>
        <p:spPr>
          <a:xfrm>
            <a:off x="0" y="0"/>
            <a:ext cx="9144000" cy="6858000"/>
          </a:xfrm>
          <a:prstGeom prst="rect">
            <a:avLst/>
          </a:prstGeom>
          <a:noFill/>
          <a:ln>
            <a:noFill/>
          </a:ln>
        </p:spPr>
      </p:pic>
      <p:sp>
        <p:nvSpPr>
          <p:cNvPr id="2551" name="Google Shape;2551;p242"/>
          <p:cNvSpPr txBox="1">
            <a:spLocks noGrp="1"/>
          </p:cNvSpPr>
          <p:nvPr>
            <p:ph type="title"/>
          </p:nvPr>
        </p:nvSpPr>
        <p:spPr>
          <a:xfrm>
            <a:off x="381000" y="381000"/>
            <a:ext cx="8593200" cy="914400"/>
          </a:xfrm>
          <a:prstGeom prst="rect">
            <a:avLst/>
          </a:prstGeom>
          <a:solidFill>
            <a:srgbClr val="000000">
              <a:alpha val="0"/>
            </a:srgbClr>
          </a:solidFill>
          <a:ln>
            <a:noFill/>
          </a:ln>
        </p:spPr>
        <p:txBody>
          <a:bodyPr spcFirstLastPara="1" wrap="square" lIns="0" tIns="0" rIns="0" bIns="0" anchor="t" anchorCtr="0">
            <a:normAutofit/>
          </a:bodyPr>
          <a:lstStyle/>
          <a:p>
            <a:pPr marL="0" lvl="0" indent="0" algn="l" rtl="0">
              <a:spcBef>
                <a:spcPts val="0"/>
              </a:spcBef>
              <a:spcAft>
                <a:spcPts val="0"/>
              </a:spcAft>
              <a:buNone/>
            </a:pPr>
            <a:r>
              <a:rPr lang="en-US" sz="3600" b="1">
                <a:solidFill>
                  <a:srgbClr val="006E74"/>
                </a:solidFill>
                <a:latin typeface="Arial"/>
                <a:ea typeface="Arial"/>
                <a:cs typeface="Arial"/>
                <a:sym typeface="Arial"/>
              </a:rPr>
              <a:t>Why Multi-Agent Architecture?</a:t>
            </a:r>
            <a:endParaRPr sz="3600" b="1">
              <a:solidFill>
                <a:srgbClr val="006E74"/>
              </a:solidFill>
              <a:latin typeface="Arial"/>
              <a:ea typeface="Arial"/>
              <a:cs typeface="Arial"/>
              <a:sym typeface="Arial"/>
            </a:endParaRPr>
          </a:p>
        </p:txBody>
      </p:sp>
      <p:grpSp>
        <p:nvGrpSpPr>
          <p:cNvPr id="2552" name="Google Shape;2552;p242"/>
          <p:cNvGrpSpPr/>
          <p:nvPr/>
        </p:nvGrpSpPr>
        <p:grpSpPr>
          <a:xfrm>
            <a:off x="381000" y="1524000"/>
            <a:ext cx="8382150" cy="4095750"/>
            <a:chOff x="381000" y="1524000"/>
            <a:chExt cx="8382150" cy="4095750"/>
          </a:xfrm>
        </p:grpSpPr>
        <p:sp>
          <p:nvSpPr>
            <p:cNvPr id="2553" name="Google Shape;2553;p242"/>
            <p:cNvSpPr/>
            <p:nvPr/>
          </p:nvSpPr>
          <p:spPr>
            <a:xfrm>
              <a:off x="381000" y="1524000"/>
              <a:ext cx="2571900" cy="1905000"/>
            </a:xfrm>
            <a:prstGeom prst="roundRect">
              <a:avLst>
                <a:gd name="adj" fmla="val 6000"/>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54" name="Google Shape;2554;p242"/>
            <p:cNvSpPr txBox="1"/>
            <p:nvPr/>
          </p:nvSpPr>
          <p:spPr>
            <a:xfrm>
              <a:off x="381000" y="1524000"/>
              <a:ext cx="2571900" cy="1905000"/>
            </a:xfrm>
            <a:prstGeom prst="rect">
              <a:avLst/>
            </a:prstGeom>
            <a:noFill/>
            <a:ln>
              <a:noFill/>
            </a:ln>
          </p:spPr>
          <p:txBody>
            <a:bodyPr spcFirstLastPara="1" wrap="square" lIns="238125" tIns="238125" rIns="238125" bIns="238125" anchor="ctr" anchorCtr="0">
              <a:noAutofit/>
            </a:bodyPr>
            <a:lstStyle/>
            <a:p>
              <a:pPr marL="0" lvl="0" indent="0" algn="ctr" rtl="0">
                <a:spcBef>
                  <a:spcPts val="1125"/>
                </a:spcBef>
                <a:spcAft>
                  <a:spcPts val="0"/>
                </a:spcAft>
                <a:buNone/>
              </a:pPr>
              <a:r>
                <a:rPr lang="en-US" sz="1480" b="1" dirty="0" smtClean="0">
                  <a:solidFill>
                    <a:srgbClr val="006E74"/>
                  </a:solidFill>
                  <a:latin typeface="Arial"/>
                  <a:ea typeface="Arial"/>
                  <a:cs typeface="Arial"/>
                  <a:sym typeface="Arial"/>
                </a:rPr>
                <a:t>Specialized </a:t>
              </a:r>
              <a:r>
                <a:rPr lang="en-US" sz="1480" b="1" dirty="0">
                  <a:solidFill>
                    <a:srgbClr val="006E74"/>
                  </a:solidFill>
                  <a:latin typeface="Arial"/>
                  <a:ea typeface="Arial"/>
                  <a:cs typeface="Arial"/>
                  <a:sym typeface="Arial"/>
                </a:rPr>
                <a:t>Agents</a:t>
              </a:r>
              <a:endParaRPr sz="1480" b="1" dirty="0">
                <a:solidFill>
                  <a:srgbClr val="006E74"/>
                </a:solidFill>
                <a:latin typeface="Arial"/>
                <a:ea typeface="Arial"/>
                <a:cs typeface="Arial"/>
                <a:sym typeface="Arial"/>
              </a:endParaRPr>
            </a:p>
            <a:p>
              <a:pPr marL="0" lvl="0" indent="0" algn="ctr" rtl="0">
                <a:spcBef>
                  <a:spcPts val="750"/>
                </a:spcBef>
                <a:spcAft>
                  <a:spcPts val="0"/>
                </a:spcAft>
                <a:buNone/>
              </a:pPr>
              <a:r>
                <a:rPr lang="en-US" sz="1018" dirty="0">
                  <a:solidFill>
                    <a:srgbClr val="374151"/>
                  </a:solidFill>
                  <a:latin typeface="Arial"/>
                  <a:ea typeface="Arial"/>
                  <a:cs typeface="Arial"/>
                  <a:sym typeface="Arial"/>
                </a:rPr>
                <a:t>Individual agents dedicated to handling distinct and specific tasks within the ecosystem.</a:t>
              </a:r>
              <a:endParaRPr sz="1018" dirty="0">
                <a:solidFill>
                  <a:srgbClr val="374151"/>
                </a:solidFill>
                <a:latin typeface="Arial"/>
                <a:ea typeface="Arial"/>
                <a:cs typeface="Arial"/>
                <a:sym typeface="Arial"/>
              </a:endParaRPr>
            </a:p>
          </p:txBody>
        </p:sp>
        <p:sp>
          <p:nvSpPr>
            <p:cNvPr id="2555" name="Google Shape;2555;p242"/>
            <p:cNvSpPr/>
            <p:nvPr/>
          </p:nvSpPr>
          <p:spPr>
            <a:xfrm>
              <a:off x="3286125" y="1524000"/>
              <a:ext cx="2571900" cy="1905000"/>
            </a:xfrm>
            <a:prstGeom prst="roundRect">
              <a:avLst>
                <a:gd name="adj" fmla="val 6000"/>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56" name="Google Shape;2556;p242"/>
            <p:cNvSpPr txBox="1"/>
            <p:nvPr/>
          </p:nvSpPr>
          <p:spPr>
            <a:xfrm>
              <a:off x="3286125" y="1524000"/>
              <a:ext cx="2571900" cy="1905000"/>
            </a:xfrm>
            <a:prstGeom prst="rect">
              <a:avLst/>
            </a:prstGeom>
            <a:noFill/>
            <a:ln>
              <a:noFill/>
            </a:ln>
          </p:spPr>
          <p:txBody>
            <a:bodyPr spcFirstLastPara="1" wrap="square" lIns="238125" tIns="238125" rIns="238125" bIns="238125" anchor="ctr" anchorCtr="0">
              <a:noAutofit/>
            </a:bodyPr>
            <a:lstStyle/>
            <a:p>
              <a:pPr marL="0" lvl="0" indent="0" algn="ctr" rtl="0">
                <a:spcBef>
                  <a:spcPts val="1125"/>
                </a:spcBef>
                <a:spcAft>
                  <a:spcPts val="0"/>
                </a:spcAft>
                <a:buNone/>
              </a:pPr>
              <a:r>
                <a:rPr lang="en-US" sz="1480" b="1" dirty="0" smtClean="0">
                  <a:solidFill>
                    <a:srgbClr val="006E74"/>
                  </a:solidFill>
                  <a:latin typeface="Arial"/>
                  <a:ea typeface="Arial"/>
                  <a:cs typeface="Arial"/>
                  <a:sym typeface="Arial"/>
                </a:rPr>
                <a:t>Better </a:t>
              </a:r>
              <a:r>
                <a:rPr lang="en-US" sz="1480" b="1" dirty="0">
                  <a:solidFill>
                    <a:srgbClr val="006E74"/>
                  </a:solidFill>
                  <a:latin typeface="Arial"/>
                  <a:ea typeface="Arial"/>
                  <a:cs typeface="Arial"/>
                  <a:sym typeface="Arial"/>
                </a:rPr>
                <a:t>Modularity</a:t>
              </a:r>
              <a:endParaRPr sz="1480" b="1" dirty="0">
                <a:solidFill>
                  <a:srgbClr val="006E74"/>
                </a:solidFill>
                <a:latin typeface="Arial"/>
                <a:ea typeface="Arial"/>
                <a:cs typeface="Arial"/>
                <a:sym typeface="Arial"/>
              </a:endParaRPr>
            </a:p>
            <a:p>
              <a:pPr marL="0" lvl="0" indent="0" algn="ctr" rtl="0">
                <a:spcBef>
                  <a:spcPts val="750"/>
                </a:spcBef>
                <a:spcAft>
                  <a:spcPts val="0"/>
                </a:spcAft>
                <a:buNone/>
              </a:pPr>
              <a:r>
                <a:rPr lang="en-US" sz="1018" dirty="0">
                  <a:solidFill>
                    <a:srgbClr val="374151"/>
                  </a:solidFill>
                  <a:latin typeface="Arial"/>
                  <a:ea typeface="Arial"/>
                  <a:cs typeface="Arial"/>
                  <a:sym typeface="Arial"/>
                </a:rPr>
                <a:t>Deconstructs complex processes into manageable, interchangeable modules.</a:t>
              </a:r>
              <a:endParaRPr sz="1018" dirty="0">
                <a:solidFill>
                  <a:srgbClr val="374151"/>
                </a:solidFill>
                <a:latin typeface="Arial"/>
                <a:ea typeface="Arial"/>
                <a:cs typeface="Arial"/>
                <a:sym typeface="Arial"/>
              </a:endParaRPr>
            </a:p>
          </p:txBody>
        </p:sp>
        <p:sp>
          <p:nvSpPr>
            <p:cNvPr id="2557" name="Google Shape;2557;p242"/>
            <p:cNvSpPr/>
            <p:nvPr/>
          </p:nvSpPr>
          <p:spPr>
            <a:xfrm>
              <a:off x="6191250" y="1524000"/>
              <a:ext cx="2571900" cy="1905000"/>
            </a:xfrm>
            <a:prstGeom prst="roundRect">
              <a:avLst>
                <a:gd name="adj" fmla="val 6000"/>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58" name="Google Shape;2558;p242"/>
            <p:cNvSpPr txBox="1"/>
            <p:nvPr/>
          </p:nvSpPr>
          <p:spPr>
            <a:xfrm>
              <a:off x="6191250" y="1524000"/>
              <a:ext cx="2571900" cy="1905000"/>
            </a:xfrm>
            <a:prstGeom prst="rect">
              <a:avLst/>
            </a:prstGeom>
            <a:noFill/>
            <a:ln>
              <a:noFill/>
            </a:ln>
          </p:spPr>
          <p:txBody>
            <a:bodyPr spcFirstLastPara="1" wrap="square" lIns="238125" tIns="238125" rIns="238125" bIns="238125" anchor="ctr" anchorCtr="0">
              <a:noAutofit/>
            </a:bodyPr>
            <a:lstStyle/>
            <a:p>
              <a:pPr marL="0" lvl="0" indent="0" algn="ctr" rtl="0">
                <a:spcBef>
                  <a:spcPts val="0"/>
                </a:spcBef>
                <a:spcAft>
                  <a:spcPts val="0"/>
                </a:spcAft>
                <a:buNone/>
              </a:pPr>
              <a:endParaRPr sz="2960" dirty="0">
                <a:solidFill>
                  <a:srgbClr val="0097AC"/>
                </a:solidFill>
                <a:latin typeface="Material Icons"/>
                <a:ea typeface="Material Icons"/>
                <a:cs typeface="Material Icons"/>
                <a:sym typeface="Material Icons"/>
              </a:endParaRPr>
            </a:p>
            <a:p>
              <a:pPr marL="0" lvl="0" indent="0" algn="ctr" rtl="0">
                <a:spcBef>
                  <a:spcPts val="1125"/>
                </a:spcBef>
                <a:spcAft>
                  <a:spcPts val="0"/>
                </a:spcAft>
                <a:buNone/>
              </a:pPr>
              <a:r>
                <a:rPr lang="en-US" sz="1480" b="1" dirty="0">
                  <a:solidFill>
                    <a:srgbClr val="006E74"/>
                  </a:solidFill>
                  <a:latin typeface="Arial"/>
                  <a:ea typeface="Arial"/>
                  <a:cs typeface="Arial"/>
                  <a:sym typeface="Arial"/>
                </a:rPr>
                <a:t>Simple Maintenance</a:t>
              </a:r>
              <a:endParaRPr sz="1480" b="1" dirty="0">
                <a:solidFill>
                  <a:srgbClr val="006E74"/>
                </a:solidFill>
                <a:latin typeface="Arial"/>
                <a:ea typeface="Arial"/>
                <a:cs typeface="Arial"/>
                <a:sym typeface="Arial"/>
              </a:endParaRPr>
            </a:p>
            <a:p>
              <a:pPr marL="0" lvl="0" indent="0" algn="ctr" rtl="0">
                <a:spcBef>
                  <a:spcPts val="750"/>
                </a:spcBef>
                <a:spcAft>
                  <a:spcPts val="0"/>
                </a:spcAft>
                <a:buNone/>
              </a:pPr>
              <a:r>
                <a:rPr lang="en-US" sz="1018" dirty="0">
                  <a:solidFill>
                    <a:srgbClr val="374151"/>
                  </a:solidFill>
                  <a:latin typeface="Arial"/>
                  <a:ea typeface="Arial"/>
                  <a:cs typeface="Arial"/>
                  <a:sym typeface="Arial"/>
                </a:rPr>
                <a:t>Streamlines orchestration and simplifies long-term maintenance of the system.</a:t>
              </a:r>
              <a:endParaRPr sz="1018" dirty="0">
                <a:solidFill>
                  <a:srgbClr val="374151"/>
                </a:solidFill>
                <a:latin typeface="Arial"/>
                <a:ea typeface="Arial"/>
                <a:cs typeface="Arial"/>
                <a:sym typeface="Arial"/>
              </a:endParaRPr>
            </a:p>
          </p:txBody>
        </p:sp>
        <p:sp>
          <p:nvSpPr>
            <p:cNvPr id="2559" name="Google Shape;2559;p242"/>
            <p:cNvSpPr/>
            <p:nvPr/>
          </p:nvSpPr>
          <p:spPr>
            <a:xfrm>
              <a:off x="1833563" y="3714750"/>
              <a:ext cx="2571900" cy="1905000"/>
            </a:xfrm>
            <a:prstGeom prst="roundRect">
              <a:avLst>
                <a:gd name="adj" fmla="val 6000"/>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60" name="Google Shape;2560;p242"/>
            <p:cNvSpPr txBox="1"/>
            <p:nvPr/>
          </p:nvSpPr>
          <p:spPr>
            <a:xfrm>
              <a:off x="1833563" y="3714750"/>
              <a:ext cx="2571900" cy="1905000"/>
            </a:xfrm>
            <a:prstGeom prst="rect">
              <a:avLst/>
            </a:prstGeom>
            <a:noFill/>
            <a:ln>
              <a:noFill/>
            </a:ln>
          </p:spPr>
          <p:txBody>
            <a:bodyPr spcFirstLastPara="1" wrap="square" lIns="238125" tIns="238125" rIns="238125" bIns="238125" anchor="ctr" anchorCtr="0">
              <a:noAutofit/>
            </a:bodyPr>
            <a:lstStyle/>
            <a:p>
              <a:pPr marL="0" lvl="0" indent="0" algn="ctr" rtl="0">
                <a:spcBef>
                  <a:spcPts val="1125"/>
                </a:spcBef>
                <a:spcAft>
                  <a:spcPts val="0"/>
                </a:spcAft>
                <a:buNone/>
              </a:pPr>
              <a:r>
                <a:rPr lang="en-US" sz="1480" b="1" dirty="0" smtClean="0">
                  <a:solidFill>
                    <a:srgbClr val="006E74"/>
                  </a:solidFill>
                  <a:latin typeface="Arial"/>
                  <a:ea typeface="Arial"/>
                  <a:cs typeface="Arial"/>
                  <a:sym typeface="Arial"/>
                </a:rPr>
                <a:t>Enterprise </a:t>
              </a:r>
              <a:r>
                <a:rPr lang="en-US" sz="1480" b="1" dirty="0">
                  <a:solidFill>
                    <a:srgbClr val="006E74"/>
                  </a:solidFill>
                  <a:latin typeface="Arial"/>
                  <a:ea typeface="Arial"/>
                  <a:cs typeface="Arial"/>
                  <a:sym typeface="Arial"/>
                </a:rPr>
                <a:t>Simulation</a:t>
              </a:r>
              <a:endParaRPr sz="1480" b="1" dirty="0">
                <a:solidFill>
                  <a:srgbClr val="006E74"/>
                </a:solidFill>
                <a:latin typeface="Arial"/>
                <a:ea typeface="Arial"/>
                <a:cs typeface="Arial"/>
                <a:sym typeface="Arial"/>
              </a:endParaRPr>
            </a:p>
            <a:p>
              <a:pPr marL="0" lvl="0" indent="0" algn="ctr" rtl="0">
                <a:spcBef>
                  <a:spcPts val="750"/>
                </a:spcBef>
                <a:spcAft>
                  <a:spcPts val="0"/>
                </a:spcAft>
                <a:buNone/>
              </a:pPr>
              <a:r>
                <a:rPr lang="en-US" sz="1018" dirty="0">
                  <a:solidFill>
                    <a:srgbClr val="374151"/>
                  </a:solidFill>
                  <a:latin typeface="Arial"/>
                  <a:ea typeface="Arial"/>
                  <a:cs typeface="Arial"/>
                  <a:sym typeface="Arial"/>
                </a:rPr>
                <a:t>Mimics complex enterprise workflows for more realistic and robust simulations.</a:t>
              </a:r>
              <a:endParaRPr sz="1018" dirty="0">
                <a:solidFill>
                  <a:srgbClr val="374151"/>
                </a:solidFill>
                <a:latin typeface="Arial"/>
                <a:ea typeface="Arial"/>
                <a:cs typeface="Arial"/>
                <a:sym typeface="Arial"/>
              </a:endParaRPr>
            </a:p>
          </p:txBody>
        </p:sp>
        <p:sp>
          <p:nvSpPr>
            <p:cNvPr id="2561" name="Google Shape;2561;p242"/>
            <p:cNvSpPr/>
            <p:nvPr/>
          </p:nvSpPr>
          <p:spPr>
            <a:xfrm>
              <a:off x="4738688" y="3714750"/>
              <a:ext cx="2571900" cy="1905000"/>
            </a:xfrm>
            <a:prstGeom prst="roundRect">
              <a:avLst>
                <a:gd name="adj" fmla="val 6000"/>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62" name="Google Shape;2562;p242"/>
            <p:cNvSpPr txBox="1"/>
            <p:nvPr/>
          </p:nvSpPr>
          <p:spPr>
            <a:xfrm>
              <a:off x="4738688" y="3714750"/>
              <a:ext cx="2571900" cy="1905000"/>
            </a:xfrm>
            <a:prstGeom prst="rect">
              <a:avLst/>
            </a:prstGeom>
            <a:noFill/>
            <a:ln>
              <a:noFill/>
            </a:ln>
          </p:spPr>
          <p:txBody>
            <a:bodyPr spcFirstLastPara="1" wrap="square" lIns="238125" tIns="238125" rIns="238125" bIns="238125" anchor="ctr" anchorCtr="0">
              <a:noAutofit/>
            </a:bodyPr>
            <a:lstStyle/>
            <a:p>
              <a:pPr marL="0" lvl="0" indent="0" algn="ctr" rtl="0">
                <a:spcBef>
                  <a:spcPts val="1125"/>
                </a:spcBef>
                <a:spcAft>
                  <a:spcPts val="0"/>
                </a:spcAft>
                <a:buNone/>
              </a:pPr>
              <a:r>
                <a:rPr lang="en-US" sz="1480" b="1" dirty="0" smtClean="0">
                  <a:solidFill>
                    <a:srgbClr val="006E74"/>
                  </a:solidFill>
                  <a:latin typeface="Arial"/>
                  <a:ea typeface="Arial"/>
                  <a:cs typeface="Arial"/>
                  <a:sym typeface="Arial"/>
                </a:rPr>
                <a:t>Scalable </a:t>
              </a:r>
              <a:r>
                <a:rPr lang="en-US" sz="1480" b="1" dirty="0">
                  <a:solidFill>
                    <a:srgbClr val="006E74"/>
                  </a:solidFill>
                  <a:latin typeface="Arial"/>
                  <a:ea typeface="Arial"/>
                  <a:cs typeface="Arial"/>
                  <a:sym typeface="Arial"/>
                </a:rPr>
                <a:t>&amp; Flexible</a:t>
              </a:r>
              <a:endParaRPr sz="1480" b="1" dirty="0">
                <a:solidFill>
                  <a:srgbClr val="006E74"/>
                </a:solidFill>
                <a:latin typeface="Arial"/>
                <a:ea typeface="Arial"/>
                <a:cs typeface="Arial"/>
                <a:sym typeface="Arial"/>
              </a:endParaRPr>
            </a:p>
            <a:p>
              <a:pPr marL="0" lvl="0" indent="0" algn="ctr" rtl="0">
                <a:spcBef>
                  <a:spcPts val="750"/>
                </a:spcBef>
                <a:spcAft>
                  <a:spcPts val="0"/>
                </a:spcAft>
                <a:buNone/>
              </a:pPr>
              <a:r>
                <a:rPr lang="en-US" sz="1018" dirty="0">
                  <a:solidFill>
                    <a:srgbClr val="374151"/>
                  </a:solidFill>
                  <a:latin typeface="Arial"/>
                  <a:ea typeface="Arial"/>
                  <a:cs typeface="Arial"/>
                  <a:sym typeface="Arial"/>
                </a:rPr>
                <a:t>Effortlessly scales to meet growing demands while maintaining operational flexibility.</a:t>
              </a:r>
              <a:endParaRPr sz="1018" dirty="0">
                <a:solidFill>
                  <a:srgbClr val="374151"/>
                </a:solidFill>
                <a:latin typeface="Arial"/>
                <a:ea typeface="Arial"/>
                <a:cs typeface="Arial"/>
                <a:sym typeface="Aria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566"/>
        <p:cNvGrpSpPr/>
        <p:nvPr/>
      </p:nvGrpSpPr>
      <p:grpSpPr>
        <a:xfrm>
          <a:off x="0" y="0"/>
          <a:ext cx="0" cy="0"/>
          <a:chOff x="0" y="0"/>
          <a:chExt cx="0" cy="0"/>
        </a:xfrm>
      </p:grpSpPr>
      <p:graphicFrame>
        <p:nvGraphicFramePr>
          <p:cNvPr id="2567" name="Google Shape;2567;p243"/>
          <p:cNvGraphicFramePr/>
          <p:nvPr/>
        </p:nvGraphicFramePr>
        <p:xfrm>
          <a:off x="640080" y="1371600"/>
          <a:ext cx="7955300" cy="2865130"/>
        </p:xfrm>
        <a:graphic>
          <a:graphicData uri="http://schemas.openxmlformats.org/drawingml/2006/table">
            <a:tbl>
              <a:tblPr firstRow="1" bandRow="1">
                <a:noFill/>
                <a:tableStyleId>{61494559-91E3-4073-9C55-00DFF3457981}</a:tableStyleId>
              </a:tblPr>
              <a:tblGrid>
                <a:gridCol w="3977650"/>
                <a:gridCol w="3977650"/>
              </a:tblGrid>
              <a:tr h="457200">
                <a:tc>
                  <a:txBody>
                    <a:bodyPr/>
                    <a:lstStyle/>
                    <a:p>
                      <a:pPr marL="0" marR="0" lvl="0" indent="0" algn="l" rtl="0">
                        <a:spcBef>
                          <a:spcPts val="0"/>
                        </a:spcBef>
                        <a:spcAft>
                          <a:spcPts val="0"/>
                        </a:spcAft>
                        <a:buNone/>
                      </a:pPr>
                      <a:r>
                        <a:rPr lang="en-US" sz="1600" u="none" strike="noStrike" cap="none">
                          <a:solidFill>
                            <a:schemeClr val="dk1"/>
                          </a:solidFill>
                          <a:latin typeface="Arial"/>
                          <a:ea typeface="Arial"/>
                          <a:cs typeface="Arial"/>
                          <a:sym typeface="Arial"/>
                        </a:rPr>
                        <a:t>Agent</a:t>
                      </a:r>
                      <a:endParaRPr sz="1600"/>
                    </a:p>
                  </a:txBody>
                  <a:tcPr marL="91450" marR="91450" marT="45725" marB="45725"/>
                </a:tc>
                <a:tc>
                  <a:txBody>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Responsibility</a:t>
                      </a:r>
                      <a:endParaRPr sz="1600"/>
                    </a:p>
                  </a:txBody>
                  <a:tcPr marL="91450" marR="91450" marT="45725" marB="45725"/>
                </a:tc>
              </a:tr>
              <a:tr h="457200">
                <a:tc>
                  <a:txBody>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Financial Analysis Agent</a:t>
                      </a:r>
                      <a:endParaRPr sz="1600"/>
                    </a:p>
                  </a:txBody>
                  <a:tcPr marL="91450" marR="91450" marT="45725" marB="45725"/>
                </a:tc>
                <a:tc>
                  <a:txBody>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Analyze applicant financial profile</a:t>
                      </a:r>
                      <a:endParaRPr sz="1600"/>
                    </a:p>
                  </a:txBody>
                  <a:tcPr marL="91450" marR="91450" marT="45725" marB="45725"/>
                </a:tc>
              </a:tr>
              <a:tr h="457200">
                <a:tc>
                  <a:txBody>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Fraud &amp; Verification Agent</a:t>
                      </a:r>
                      <a:endParaRPr sz="1600"/>
                    </a:p>
                  </a:txBody>
                  <a:tcPr marL="91450" marR="91450" marT="45725" marB="45725"/>
                </a:tc>
                <a:tc>
                  <a:txBody>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Verify applicant documents and fraud signals</a:t>
                      </a:r>
                      <a:endParaRPr sz="1600"/>
                    </a:p>
                  </a:txBody>
                  <a:tcPr marL="91450" marR="91450" marT="45725" marB="45725"/>
                </a:tc>
              </a:tr>
              <a:tr h="457200">
                <a:tc>
                  <a:txBody>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Assessment Agent</a:t>
                      </a:r>
                      <a:endParaRPr sz="1600"/>
                    </a:p>
                  </a:txBody>
                  <a:tcPr marL="91450" marR="91450" marT="45725" marB="45725"/>
                </a:tc>
                <a:tc>
                  <a:txBody>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Classify LOW / MEDIUM / HIGH risk</a:t>
                      </a:r>
                      <a:endParaRPr sz="1600"/>
                    </a:p>
                  </a:txBody>
                  <a:tcPr marL="91450" marR="91450" marT="45725" marB="45725"/>
                </a:tc>
              </a:tr>
              <a:tr h="457200">
                <a:tc>
                  <a:txBody>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Recommendation Agent</a:t>
                      </a:r>
                      <a:endParaRPr sz="1600"/>
                    </a:p>
                  </a:txBody>
                  <a:tcPr marL="91450" marR="91450" marT="45725" marB="45725"/>
                </a:tc>
                <a:tc>
                  <a:txBody>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Generate loan eligibility recommendation</a:t>
                      </a:r>
                      <a:endParaRPr sz="1600"/>
                    </a:p>
                  </a:txBody>
                  <a:tcPr marL="91450" marR="91450" marT="45725" marB="45725"/>
                </a:tc>
              </a:tr>
              <a:tr h="457200">
                <a:tc>
                  <a:txBody>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Human Escalation </a:t>
                      </a:r>
                      <a:endParaRPr sz="1600"/>
                    </a:p>
                  </a:txBody>
                  <a:tcPr marL="91450" marR="91450" marT="45725" marB="45725"/>
                </a:tc>
                <a:tc>
                  <a:txBody>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Review risky applications manually</a:t>
                      </a:r>
                      <a:endParaRPr sz="1600"/>
                    </a:p>
                  </a:txBody>
                  <a:tcPr marL="91450" marR="91450" marT="45725" marB="45725"/>
                </a:tc>
              </a:tr>
            </a:tbl>
          </a:graphicData>
        </a:graphic>
      </p:graphicFrame>
      <p:sp>
        <p:nvSpPr>
          <p:cNvPr id="2568" name="Google Shape;2568;p243"/>
          <p:cNvSpPr txBox="1">
            <a:spLocks noGrp="1"/>
          </p:cNvSpPr>
          <p:nvPr>
            <p:ph type="title"/>
          </p:nvPr>
        </p:nvSpPr>
        <p:spPr>
          <a:xfrm>
            <a:off x="453975" y="365125"/>
            <a:ext cx="8593200" cy="914400"/>
          </a:xfrm>
          <a:prstGeom prst="rect">
            <a:avLst/>
          </a:prstGeom>
          <a:solidFill>
            <a:srgbClr val="000000">
              <a:alpha val="0"/>
            </a:srgbClr>
          </a:solidFill>
          <a:ln>
            <a:noFill/>
          </a:ln>
        </p:spPr>
        <p:txBody>
          <a:bodyPr spcFirstLastPara="1" wrap="square" lIns="0" tIns="0" rIns="0" bIns="0" anchor="t" anchorCtr="0">
            <a:normAutofit/>
          </a:bodyPr>
          <a:lstStyle/>
          <a:p>
            <a:pPr marL="0" lvl="0" indent="0" algn="l" rtl="0">
              <a:spcBef>
                <a:spcPts val="0"/>
              </a:spcBef>
              <a:spcAft>
                <a:spcPts val="0"/>
              </a:spcAft>
              <a:buNone/>
            </a:pPr>
            <a:r>
              <a:rPr lang="en-US" sz="3600" b="1">
                <a:solidFill>
                  <a:srgbClr val="006E74"/>
                </a:solidFill>
                <a:latin typeface="Arial"/>
                <a:ea typeface="Arial"/>
                <a:cs typeface="Arial"/>
                <a:sym typeface="Arial"/>
              </a:rPr>
              <a:t>Agent Responsibilities</a:t>
            </a:r>
            <a:endParaRPr sz="3600" b="1">
              <a:solidFill>
                <a:srgbClr val="006E74"/>
              </a:solidFill>
              <a:latin typeface="Arial"/>
              <a:ea typeface="Arial"/>
              <a:cs typeface="Arial"/>
              <a:sym typeface="Arial"/>
            </a:endParaRPr>
          </a:p>
          <a:p>
            <a:pPr marL="0" lvl="0" indent="0" algn="l" rtl="0">
              <a:spcBef>
                <a:spcPts val="0"/>
              </a:spcBef>
              <a:spcAft>
                <a:spcPts val="0"/>
              </a:spcAft>
              <a:buNone/>
            </a:pPr>
            <a:endParaRPr sz="3600" b="1">
              <a:solidFill>
                <a:srgbClr val="006E74"/>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572"/>
        <p:cNvGrpSpPr/>
        <p:nvPr/>
      </p:nvGrpSpPr>
      <p:grpSpPr>
        <a:xfrm>
          <a:off x="0" y="0"/>
          <a:ext cx="0" cy="0"/>
          <a:chOff x="0" y="0"/>
          <a:chExt cx="0" cy="0"/>
        </a:xfrm>
      </p:grpSpPr>
      <p:pic>
        <p:nvPicPr>
          <p:cNvPr id="2573" name="Google Shape;2573;p244" descr="image.png"/>
          <p:cNvPicPr preferRelativeResize="0"/>
          <p:nvPr/>
        </p:nvPicPr>
        <p:blipFill rotWithShape="1">
          <a:blip r:embed="rId3">
            <a:alphaModFix/>
          </a:blip>
          <a:srcRect/>
          <a:stretch/>
        </p:blipFill>
        <p:spPr>
          <a:xfrm>
            <a:off x="2330300" y="1143000"/>
            <a:ext cx="4481118" cy="4940301"/>
          </a:xfrm>
          <a:prstGeom prst="rect">
            <a:avLst/>
          </a:prstGeom>
          <a:noFill/>
          <a:ln>
            <a:noFill/>
          </a:ln>
        </p:spPr>
      </p:pic>
      <p:sp>
        <p:nvSpPr>
          <p:cNvPr id="2574" name="Google Shape;2574;p244"/>
          <p:cNvSpPr txBox="1">
            <a:spLocks noGrp="1"/>
          </p:cNvSpPr>
          <p:nvPr>
            <p:ph type="title"/>
          </p:nvPr>
        </p:nvSpPr>
        <p:spPr>
          <a:xfrm>
            <a:off x="381000" y="381000"/>
            <a:ext cx="8593200" cy="914400"/>
          </a:xfrm>
          <a:prstGeom prst="rect">
            <a:avLst/>
          </a:prstGeom>
          <a:solidFill>
            <a:srgbClr val="000000">
              <a:alpha val="0"/>
            </a:srgbClr>
          </a:solidFill>
          <a:ln>
            <a:noFill/>
          </a:ln>
        </p:spPr>
        <p:txBody>
          <a:bodyPr spcFirstLastPara="1" wrap="square" lIns="0" tIns="0" rIns="0" bIns="0" anchor="t" anchorCtr="0">
            <a:normAutofit/>
          </a:bodyPr>
          <a:lstStyle/>
          <a:p>
            <a:pPr marL="0" lvl="0" indent="0" algn="l" rtl="0">
              <a:spcBef>
                <a:spcPts val="0"/>
              </a:spcBef>
              <a:spcAft>
                <a:spcPts val="0"/>
              </a:spcAft>
              <a:buNone/>
            </a:pPr>
            <a:r>
              <a:rPr lang="en-US" sz="3600" b="1">
                <a:solidFill>
                  <a:srgbClr val="006E74"/>
                </a:solidFill>
                <a:latin typeface="Arial"/>
                <a:ea typeface="Arial"/>
                <a:cs typeface="Arial"/>
                <a:sym typeface="Arial"/>
              </a:rPr>
              <a:t>System Architecture</a:t>
            </a:r>
            <a:endParaRPr sz="3600" b="1">
              <a:solidFill>
                <a:srgbClr val="006E74"/>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578"/>
        <p:cNvGrpSpPr/>
        <p:nvPr/>
      </p:nvGrpSpPr>
      <p:grpSpPr>
        <a:xfrm>
          <a:off x="0" y="0"/>
          <a:ext cx="0" cy="0"/>
          <a:chOff x="0" y="0"/>
          <a:chExt cx="0" cy="0"/>
        </a:xfrm>
      </p:grpSpPr>
      <p:graphicFrame>
        <p:nvGraphicFramePr>
          <p:cNvPr id="2579" name="Google Shape;2579;p245"/>
          <p:cNvGraphicFramePr/>
          <p:nvPr/>
        </p:nvGraphicFramePr>
        <p:xfrm>
          <a:off x="640080" y="1371600"/>
          <a:ext cx="7955300" cy="3200400"/>
        </p:xfrm>
        <a:graphic>
          <a:graphicData uri="http://schemas.openxmlformats.org/drawingml/2006/table">
            <a:tbl>
              <a:tblPr firstRow="1" bandRow="1">
                <a:noFill/>
                <a:tableStyleId>{61494559-91E3-4073-9C55-00DFF3457981}</a:tableStyleId>
              </a:tblPr>
              <a:tblGrid>
                <a:gridCol w="3977650"/>
                <a:gridCol w="3977650"/>
              </a:tblGrid>
              <a:tr h="533400">
                <a:tc>
                  <a:txBody>
                    <a:bodyPr/>
                    <a:lstStyle/>
                    <a:p>
                      <a:pPr marL="0" marR="0" lvl="0" indent="0" algn="l" rtl="0">
                        <a:spcBef>
                          <a:spcPts val="0"/>
                        </a:spcBef>
                        <a:spcAft>
                          <a:spcPts val="0"/>
                        </a:spcAft>
                        <a:buNone/>
                      </a:pPr>
                      <a:r>
                        <a:rPr lang="en-US" sz="1350">
                          <a:solidFill>
                            <a:schemeClr val="dk1"/>
                          </a:solidFill>
                          <a:latin typeface="Arial"/>
                          <a:ea typeface="Arial"/>
                          <a:cs typeface="Arial"/>
                          <a:sym typeface="Arial"/>
                        </a:rPr>
                        <a:t>Category</a:t>
                      </a:r>
                      <a:endParaRPr/>
                    </a:p>
                  </a:txBody>
                  <a:tcPr marL="91450" marR="91450" marT="45725" marB="45725"/>
                </a:tc>
                <a:tc>
                  <a:txBody>
                    <a:bodyPr/>
                    <a:lstStyle/>
                    <a:p>
                      <a:pPr marL="0" marR="0" lvl="0" indent="0" algn="l" rtl="0">
                        <a:spcBef>
                          <a:spcPts val="0"/>
                        </a:spcBef>
                        <a:spcAft>
                          <a:spcPts val="0"/>
                        </a:spcAft>
                        <a:buNone/>
                      </a:pPr>
                      <a:r>
                        <a:rPr lang="en-US" sz="1350">
                          <a:solidFill>
                            <a:schemeClr val="dk1"/>
                          </a:solidFill>
                          <a:latin typeface="Arial"/>
                          <a:ea typeface="Arial"/>
                          <a:cs typeface="Arial"/>
                          <a:sym typeface="Arial"/>
                        </a:rPr>
                        <a:t>Technology Used</a:t>
                      </a:r>
                      <a:endParaRPr/>
                    </a:p>
                  </a:txBody>
                  <a:tcPr marL="91450" marR="91450" marT="45725" marB="45725"/>
                </a:tc>
              </a:tr>
              <a:tr h="533400">
                <a:tc>
                  <a:txBody>
                    <a:bodyPr/>
                    <a:lstStyle/>
                    <a:p>
                      <a:pPr marL="0" marR="0" lvl="0" indent="0" algn="l" rtl="0">
                        <a:spcBef>
                          <a:spcPts val="0"/>
                        </a:spcBef>
                        <a:spcAft>
                          <a:spcPts val="0"/>
                        </a:spcAft>
                        <a:buNone/>
                      </a:pPr>
                      <a:r>
                        <a:rPr lang="en-US" sz="1350">
                          <a:solidFill>
                            <a:schemeClr val="dk1"/>
                          </a:solidFill>
                          <a:latin typeface="Arial"/>
                          <a:ea typeface="Arial"/>
                          <a:cs typeface="Arial"/>
                          <a:sym typeface="Arial"/>
                        </a:rPr>
                        <a:t>Agent Framework</a:t>
                      </a:r>
                      <a:endParaRPr/>
                    </a:p>
                  </a:txBody>
                  <a:tcPr marL="91450" marR="91450" marT="45725" marB="45725"/>
                </a:tc>
                <a:tc>
                  <a:txBody>
                    <a:bodyPr/>
                    <a:lstStyle/>
                    <a:p>
                      <a:pPr marL="0" marR="0" lvl="0" indent="0" algn="l" rtl="0">
                        <a:spcBef>
                          <a:spcPts val="0"/>
                        </a:spcBef>
                        <a:spcAft>
                          <a:spcPts val="0"/>
                        </a:spcAft>
                        <a:buNone/>
                      </a:pPr>
                      <a:r>
                        <a:rPr lang="en-US" sz="1350">
                          <a:solidFill>
                            <a:schemeClr val="dk1"/>
                          </a:solidFill>
                          <a:latin typeface="Arial"/>
                          <a:ea typeface="Arial"/>
                          <a:cs typeface="Arial"/>
                          <a:sym typeface="Arial"/>
                        </a:rPr>
                        <a:t>LangGraph + LangChain</a:t>
                      </a:r>
                      <a:endParaRPr/>
                    </a:p>
                  </a:txBody>
                  <a:tcPr marL="91450" marR="91450" marT="45725" marB="45725"/>
                </a:tc>
              </a:tr>
              <a:tr h="533400">
                <a:tc>
                  <a:txBody>
                    <a:bodyPr/>
                    <a:lstStyle/>
                    <a:p>
                      <a:pPr marL="0" marR="0" lvl="0" indent="0" algn="l" rtl="0">
                        <a:spcBef>
                          <a:spcPts val="0"/>
                        </a:spcBef>
                        <a:spcAft>
                          <a:spcPts val="0"/>
                        </a:spcAft>
                        <a:buNone/>
                      </a:pPr>
                      <a:r>
                        <a:rPr lang="en-US" sz="1350">
                          <a:solidFill>
                            <a:schemeClr val="dk1"/>
                          </a:solidFill>
                          <a:latin typeface="Arial"/>
                          <a:ea typeface="Arial"/>
                          <a:cs typeface="Arial"/>
                          <a:sym typeface="Arial"/>
                        </a:rPr>
                        <a:t>LLM</a:t>
                      </a:r>
                      <a:endParaRPr/>
                    </a:p>
                  </a:txBody>
                  <a:tcPr marL="91450" marR="91450" marT="45725" marB="45725"/>
                </a:tc>
                <a:tc>
                  <a:txBody>
                    <a:bodyPr/>
                    <a:lstStyle/>
                    <a:p>
                      <a:pPr marL="0" marR="0" lvl="0" indent="0" algn="l" rtl="0">
                        <a:spcBef>
                          <a:spcPts val="0"/>
                        </a:spcBef>
                        <a:spcAft>
                          <a:spcPts val="0"/>
                        </a:spcAft>
                        <a:buNone/>
                      </a:pPr>
                      <a:r>
                        <a:rPr lang="en-US" sz="1350">
                          <a:solidFill>
                            <a:schemeClr val="dk1"/>
                          </a:solidFill>
                          <a:latin typeface="Arial"/>
                          <a:ea typeface="Arial"/>
                          <a:cs typeface="Arial"/>
                          <a:sym typeface="Arial"/>
                        </a:rPr>
                        <a:t>Gemini 2.5 Flash</a:t>
                      </a:r>
                      <a:endParaRPr/>
                    </a:p>
                  </a:txBody>
                  <a:tcPr marL="91450" marR="91450" marT="45725" marB="45725"/>
                </a:tc>
              </a:tr>
              <a:tr h="533400">
                <a:tc>
                  <a:txBody>
                    <a:bodyPr/>
                    <a:lstStyle/>
                    <a:p>
                      <a:pPr marL="0" marR="0" lvl="0" indent="0" algn="l" rtl="0">
                        <a:spcBef>
                          <a:spcPts val="0"/>
                        </a:spcBef>
                        <a:spcAft>
                          <a:spcPts val="0"/>
                        </a:spcAft>
                        <a:buNone/>
                      </a:pPr>
                      <a:r>
                        <a:rPr lang="en-US" sz="1350">
                          <a:solidFill>
                            <a:schemeClr val="dk1"/>
                          </a:solidFill>
                          <a:latin typeface="Arial"/>
                          <a:ea typeface="Arial"/>
                          <a:cs typeface="Arial"/>
                          <a:sym typeface="Arial"/>
                        </a:rPr>
                        <a:t>RAG Components</a:t>
                      </a:r>
                      <a:endParaRPr/>
                    </a:p>
                  </a:txBody>
                  <a:tcPr marL="91450" marR="91450" marT="45725" marB="45725"/>
                </a:tc>
                <a:tc>
                  <a:txBody>
                    <a:bodyPr/>
                    <a:lstStyle/>
                    <a:p>
                      <a:pPr marL="0" marR="0" lvl="0" indent="0" algn="l" rtl="0">
                        <a:spcBef>
                          <a:spcPts val="0"/>
                        </a:spcBef>
                        <a:spcAft>
                          <a:spcPts val="0"/>
                        </a:spcAft>
                        <a:buNone/>
                      </a:pPr>
                      <a:r>
                        <a:rPr lang="en-US" sz="1350">
                          <a:latin typeface="Arial"/>
                          <a:ea typeface="Arial"/>
                          <a:cs typeface="Arial"/>
                          <a:sym typeface="Arial"/>
                        </a:rPr>
                        <a:t>LangChain (</a:t>
                      </a:r>
                      <a:r>
                        <a:rPr lang="en-US" sz="1350">
                          <a:solidFill>
                            <a:schemeClr val="dk1"/>
                          </a:solidFill>
                          <a:latin typeface="Arial"/>
                          <a:ea typeface="Arial"/>
                          <a:cs typeface="Arial"/>
                          <a:sym typeface="Arial"/>
                        </a:rPr>
                        <a:t>PyPDFLoader, Recursive Characte</a:t>
                      </a:r>
                      <a:r>
                        <a:rPr lang="en-US" sz="1350">
                          <a:latin typeface="Arial"/>
                          <a:ea typeface="Arial"/>
                          <a:cs typeface="Arial"/>
                          <a:sym typeface="Arial"/>
                        </a:rPr>
                        <a:t>r TextSplitter) </a:t>
                      </a:r>
                      <a:endParaRPr/>
                    </a:p>
                  </a:txBody>
                  <a:tcPr marL="91450" marR="91450" marT="45725" marB="45725"/>
                </a:tc>
              </a:tr>
              <a:tr h="533400">
                <a:tc>
                  <a:txBody>
                    <a:bodyPr/>
                    <a:lstStyle/>
                    <a:p>
                      <a:pPr marL="0" marR="0" lvl="0" indent="0" algn="l" rtl="0">
                        <a:spcBef>
                          <a:spcPts val="0"/>
                        </a:spcBef>
                        <a:spcAft>
                          <a:spcPts val="0"/>
                        </a:spcAft>
                        <a:buNone/>
                      </a:pPr>
                      <a:r>
                        <a:rPr lang="en-US" sz="1350">
                          <a:solidFill>
                            <a:schemeClr val="dk1"/>
                          </a:solidFill>
                          <a:latin typeface="Arial"/>
                          <a:ea typeface="Arial"/>
                          <a:cs typeface="Arial"/>
                          <a:sym typeface="Arial"/>
                        </a:rPr>
                        <a:t>Vector Database</a:t>
                      </a:r>
                      <a:endParaRPr/>
                    </a:p>
                  </a:txBody>
                  <a:tcPr marL="91450" marR="91450" marT="45725" marB="45725"/>
                </a:tc>
                <a:tc>
                  <a:txBody>
                    <a:bodyPr/>
                    <a:lstStyle/>
                    <a:p>
                      <a:pPr marL="0" marR="0" lvl="0" indent="0" algn="l" rtl="0">
                        <a:spcBef>
                          <a:spcPts val="0"/>
                        </a:spcBef>
                        <a:spcAft>
                          <a:spcPts val="0"/>
                        </a:spcAft>
                        <a:buNone/>
                      </a:pPr>
                      <a:r>
                        <a:rPr lang="en-US" sz="1350">
                          <a:solidFill>
                            <a:schemeClr val="dk1"/>
                          </a:solidFill>
                          <a:latin typeface="Arial"/>
                          <a:ea typeface="Arial"/>
                          <a:cs typeface="Arial"/>
                          <a:sym typeface="Arial"/>
                        </a:rPr>
                        <a:t>ChromaDB</a:t>
                      </a:r>
                      <a:endParaRPr/>
                    </a:p>
                  </a:txBody>
                  <a:tcPr marL="91450" marR="91450" marT="45725" marB="45725"/>
                </a:tc>
              </a:tr>
              <a:tr h="533400">
                <a:tc>
                  <a:txBody>
                    <a:bodyPr/>
                    <a:lstStyle/>
                    <a:p>
                      <a:pPr marL="0" marR="0" lvl="0" indent="0" algn="l" rtl="0">
                        <a:spcBef>
                          <a:spcPts val="0"/>
                        </a:spcBef>
                        <a:spcAft>
                          <a:spcPts val="0"/>
                        </a:spcAft>
                        <a:buNone/>
                      </a:pPr>
                      <a:r>
                        <a:rPr lang="en-US" sz="1350">
                          <a:solidFill>
                            <a:schemeClr val="dk1"/>
                          </a:solidFill>
                          <a:latin typeface="Arial"/>
                          <a:ea typeface="Arial"/>
                          <a:cs typeface="Arial"/>
                          <a:sym typeface="Arial"/>
                        </a:rPr>
                        <a:t>Programming Language</a:t>
                      </a:r>
                      <a:endParaRPr/>
                    </a:p>
                  </a:txBody>
                  <a:tcPr marL="91450" marR="91450" marT="45725" marB="45725"/>
                </a:tc>
                <a:tc>
                  <a:txBody>
                    <a:bodyPr/>
                    <a:lstStyle/>
                    <a:p>
                      <a:pPr marL="0" marR="0" lvl="0" indent="0" algn="l" rtl="0">
                        <a:spcBef>
                          <a:spcPts val="0"/>
                        </a:spcBef>
                        <a:spcAft>
                          <a:spcPts val="0"/>
                        </a:spcAft>
                        <a:buNone/>
                      </a:pPr>
                      <a:r>
                        <a:rPr lang="en-US" sz="1350">
                          <a:solidFill>
                            <a:schemeClr val="dk1"/>
                          </a:solidFill>
                          <a:latin typeface="Arial"/>
                          <a:ea typeface="Arial"/>
                          <a:cs typeface="Arial"/>
                          <a:sym typeface="Arial"/>
                        </a:rPr>
                        <a:t>Python</a:t>
                      </a:r>
                      <a:endParaRPr/>
                    </a:p>
                  </a:txBody>
                  <a:tcPr marL="91450" marR="91450" marT="45725" marB="45725"/>
                </a:tc>
              </a:tr>
            </a:tbl>
          </a:graphicData>
        </a:graphic>
      </p:graphicFrame>
      <p:sp>
        <p:nvSpPr>
          <p:cNvPr id="2580" name="Google Shape;2580;p245"/>
          <p:cNvSpPr txBox="1">
            <a:spLocks noGrp="1"/>
          </p:cNvSpPr>
          <p:nvPr>
            <p:ph type="title"/>
          </p:nvPr>
        </p:nvSpPr>
        <p:spPr>
          <a:xfrm>
            <a:off x="533400" y="533400"/>
            <a:ext cx="8593200" cy="914400"/>
          </a:xfrm>
          <a:prstGeom prst="rect">
            <a:avLst/>
          </a:prstGeom>
          <a:solidFill>
            <a:srgbClr val="000000">
              <a:alpha val="0"/>
            </a:srgbClr>
          </a:solidFill>
          <a:ln>
            <a:noFill/>
          </a:ln>
        </p:spPr>
        <p:txBody>
          <a:bodyPr spcFirstLastPara="1" wrap="square" lIns="0" tIns="0" rIns="0" bIns="0" anchor="t" anchorCtr="0">
            <a:normAutofit/>
          </a:bodyPr>
          <a:lstStyle/>
          <a:p>
            <a:pPr marL="0" lvl="0" indent="0" algn="l" rtl="0">
              <a:spcBef>
                <a:spcPts val="0"/>
              </a:spcBef>
              <a:spcAft>
                <a:spcPts val="0"/>
              </a:spcAft>
              <a:buNone/>
            </a:pPr>
            <a:r>
              <a:rPr lang="en-US" sz="3600" b="1">
                <a:solidFill>
                  <a:srgbClr val="006E74"/>
                </a:solidFill>
                <a:latin typeface="Arial"/>
                <a:ea typeface="Arial"/>
                <a:cs typeface="Arial"/>
                <a:sym typeface="Arial"/>
              </a:rPr>
              <a:t>Technology Stack</a:t>
            </a:r>
            <a:endParaRPr sz="3600" b="1">
              <a:solidFill>
                <a:srgbClr val="006E74"/>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584"/>
        <p:cNvGrpSpPr/>
        <p:nvPr/>
      </p:nvGrpSpPr>
      <p:grpSpPr>
        <a:xfrm>
          <a:off x="0" y="0"/>
          <a:ext cx="0" cy="0"/>
          <a:chOff x="0" y="0"/>
          <a:chExt cx="0" cy="0"/>
        </a:xfrm>
      </p:grpSpPr>
      <p:grpSp>
        <p:nvGrpSpPr>
          <p:cNvPr id="2585" name="Google Shape;2585;p246"/>
          <p:cNvGrpSpPr/>
          <p:nvPr/>
        </p:nvGrpSpPr>
        <p:grpSpPr>
          <a:xfrm>
            <a:off x="3524250" y="1333500"/>
            <a:ext cx="2095500" cy="4381500"/>
            <a:chOff x="3524250" y="1333500"/>
            <a:chExt cx="2095500" cy="4381500"/>
          </a:xfrm>
        </p:grpSpPr>
        <p:sp>
          <p:nvSpPr>
            <p:cNvPr id="2586" name="Google Shape;2586;p246"/>
            <p:cNvSpPr/>
            <p:nvPr/>
          </p:nvSpPr>
          <p:spPr>
            <a:xfrm>
              <a:off x="3524250" y="1333500"/>
              <a:ext cx="2095500" cy="381000"/>
            </a:xfrm>
            <a:prstGeom prst="roundRect">
              <a:avLst>
                <a:gd name="adj" fmla="val 10000"/>
              </a:avLst>
            </a:prstGeom>
            <a:solidFill>
              <a:srgbClr val="0097A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87" name="Google Shape;2587;p246"/>
            <p:cNvSpPr txBox="1"/>
            <p:nvPr/>
          </p:nvSpPr>
          <p:spPr>
            <a:xfrm>
              <a:off x="3524250" y="1333500"/>
              <a:ext cx="20955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a:solidFill>
                    <a:srgbClr val="FFFFFF"/>
                  </a:solidFill>
                  <a:latin typeface="Arial"/>
                  <a:ea typeface="Arial"/>
                  <a:cs typeface="Arial"/>
                  <a:sym typeface="Arial"/>
                </a:rPr>
                <a:t>Lending Policy Documents</a:t>
              </a:r>
              <a:endParaRPr sz="1100">
                <a:solidFill>
                  <a:srgbClr val="FFFFFF"/>
                </a:solidFill>
                <a:latin typeface="Arial"/>
                <a:ea typeface="Arial"/>
                <a:cs typeface="Arial"/>
                <a:sym typeface="Arial"/>
              </a:endParaRPr>
            </a:p>
          </p:txBody>
        </p:sp>
        <p:pic>
          <p:nvPicPr>
            <p:cNvPr id="2588" name="Google Shape;2588;p246"/>
            <p:cNvPicPr preferRelativeResize="0"/>
            <p:nvPr/>
          </p:nvPicPr>
          <p:blipFill rotWithShape="1">
            <a:blip r:embed="rId3">
              <a:alphaModFix/>
            </a:blip>
            <a:srcRect/>
            <a:stretch/>
          </p:blipFill>
          <p:spPr>
            <a:xfrm>
              <a:off x="4524375" y="1857375"/>
              <a:ext cx="95400" cy="47700"/>
            </a:xfrm>
            <a:prstGeom prst="rect">
              <a:avLst/>
            </a:prstGeom>
            <a:noFill/>
            <a:ln>
              <a:noFill/>
            </a:ln>
          </p:spPr>
        </p:pic>
        <p:sp>
          <p:nvSpPr>
            <p:cNvPr id="2589" name="Google Shape;2589;p246"/>
            <p:cNvSpPr/>
            <p:nvPr/>
          </p:nvSpPr>
          <p:spPr>
            <a:xfrm>
              <a:off x="3524250" y="1905000"/>
              <a:ext cx="2095500" cy="381000"/>
            </a:xfrm>
            <a:prstGeom prst="roundRect">
              <a:avLst>
                <a:gd name="adj" fmla="val 10000"/>
              </a:avLst>
            </a:prstGeom>
            <a:solidFill>
              <a:srgbClr val="0097A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90" name="Google Shape;2590;p246"/>
            <p:cNvSpPr txBox="1"/>
            <p:nvPr/>
          </p:nvSpPr>
          <p:spPr>
            <a:xfrm>
              <a:off x="3524250" y="1905000"/>
              <a:ext cx="20955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a:solidFill>
                    <a:srgbClr val="FFFFFF"/>
                  </a:solidFill>
                  <a:latin typeface="Arial"/>
                  <a:ea typeface="Arial"/>
                  <a:cs typeface="Arial"/>
                  <a:sym typeface="Arial"/>
                </a:rPr>
                <a:t>PyPDFLoader</a:t>
              </a:r>
              <a:endParaRPr sz="1100">
                <a:solidFill>
                  <a:srgbClr val="FFFFFF"/>
                </a:solidFill>
                <a:latin typeface="Arial"/>
                <a:ea typeface="Arial"/>
                <a:cs typeface="Arial"/>
                <a:sym typeface="Arial"/>
              </a:endParaRPr>
            </a:p>
          </p:txBody>
        </p:sp>
        <p:pic>
          <p:nvPicPr>
            <p:cNvPr id="2591" name="Google Shape;2591;p246"/>
            <p:cNvPicPr preferRelativeResize="0"/>
            <p:nvPr/>
          </p:nvPicPr>
          <p:blipFill rotWithShape="1">
            <a:blip r:embed="rId3">
              <a:alphaModFix/>
            </a:blip>
            <a:srcRect/>
            <a:stretch/>
          </p:blipFill>
          <p:spPr>
            <a:xfrm>
              <a:off x="4524375" y="2428875"/>
              <a:ext cx="95400" cy="47700"/>
            </a:xfrm>
            <a:prstGeom prst="rect">
              <a:avLst/>
            </a:prstGeom>
            <a:noFill/>
            <a:ln>
              <a:noFill/>
            </a:ln>
          </p:spPr>
        </p:pic>
        <p:sp>
          <p:nvSpPr>
            <p:cNvPr id="2592" name="Google Shape;2592;p246"/>
            <p:cNvSpPr/>
            <p:nvPr/>
          </p:nvSpPr>
          <p:spPr>
            <a:xfrm>
              <a:off x="3524250" y="2476500"/>
              <a:ext cx="2095500" cy="381000"/>
            </a:xfrm>
            <a:prstGeom prst="roundRect">
              <a:avLst>
                <a:gd name="adj" fmla="val 10000"/>
              </a:avLst>
            </a:prstGeom>
            <a:solidFill>
              <a:srgbClr val="0097A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93" name="Google Shape;2593;p246"/>
            <p:cNvSpPr txBox="1"/>
            <p:nvPr/>
          </p:nvSpPr>
          <p:spPr>
            <a:xfrm>
              <a:off x="3524250" y="2476500"/>
              <a:ext cx="20955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a:solidFill>
                    <a:srgbClr val="FFFFFF"/>
                  </a:solidFill>
                  <a:latin typeface="Arial"/>
                  <a:ea typeface="Arial"/>
                  <a:cs typeface="Arial"/>
                  <a:sym typeface="Arial"/>
                </a:rPr>
                <a:t>Text Chunking</a:t>
              </a:r>
              <a:endParaRPr sz="1100">
                <a:solidFill>
                  <a:srgbClr val="FFFFFF"/>
                </a:solidFill>
                <a:latin typeface="Arial"/>
                <a:ea typeface="Arial"/>
                <a:cs typeface="Arial"/>
                <a:sym typeface="Arial"/>
              </a:endParaRPr>
            </a:p>
          </p:txBody>
        </p:sp>
        <p:pic>
          <p:nvPicPr>
            <p:cNvPr id="2594" name="Google Shape;2594;p246"/>
            <p:cNvPicPr preferRelativeResize="0"/>
            <p:nvPr/>
          </p:nvPicPr>
          <p:blipFill rotWithShape="1">
            <a:blip r:embed="rId3">
              <a:alphaModFix/>
            </a:blip>
            <a:srcRect/>
            <a:stretch/>
          </p:blipFill>
          <p:spPr>
            <a:xfrm>
              <a:off x="4524375" y="3000375"/>
              <a:ext cx="95400" cy="47700"/>
            </a:xfrm>
            <a:prstGeom prst="rect">
              <a:avLst/>
            </a:prstGeom>
            <a:noFill/>
            <a:ln>
              <a:noFill/>
            </a:ln>
          </p:spPr>
        </p:pic>
        <p:sp>
          <p:nvSpPr>
            <p:cNvPr id="2595" name="Google Shape;2595;p246"/>
            <p:cNvSpPr/>
            <p:nvPr/>
          </p:nvSpPr>
          <p:spPr>
            <a:xfrm>
              <a:off x="3524250" y="3048000"/>
              <a:ext cx="2095500" cy="381000"/>
            </a:xfrm>
            <a:prstGeom prst="roundRect">
              <a:avLst>
                <a:gd name="adj" fmla="val 10000"/>
              </a:avLst>
            </a:prstGeom>
            <a:solidFill>
              <a:srgbClr val="0097A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96" name="Google Shape;2596;p246"/>
            <p:cNvSpPr txBox="1"/>
            <p:nvPr/>
          </p:nvSpPr>
          <p:spPr>
            <a:xfrm>
              <a:off x="3524250" y="3048000"/>
              <a:ext cx="20955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a:solidFill>
                    <a:srgbClr val="FFFFFF"/>
                  </a:solidFill>
                  <a:latin typeface="Arial"/>
                  <a:ea typeface="Arial"/>
                  <a:cs typeface="Arial"/>
                  <a:sym typeface="Arial"/>
                </a:rPr>
                <a:t>Embeddings</a:t>
              </a:r>
              <a:endParaRPr sz="1100">
                <a:solidFill>
                  <a:srgbClr val="FFFFFF"/>
                </a:solidFill>
                <a:latin typeface="Arial"/>
                <a:ea typeface="Arial"/>
                <a:cs typeface="Arial"/>
                <a:sym typeface="Arial"/>
              </a:endParaRPr>
            </a:p>
          </p:txBody>
        </p:sp>
        <p:pic>
          <p:nvPicPr>
            <p:cNvPr id="2597" name="Google Shape;2597;p246"/>
            <p:cNvPicPr preferRelativeResize="0"/>
            <p:nvPr/>
          </p:nvPicPr>
          <p:blipFill rotWithShape="1">
            <a:blip r:embed="rId3">
              <a:alphaModFix/>
            </a:blip>
            <a:srcRect/>
            <a:stretch/>
          </p:blipFill>
          <p:spPr>
            <a:xfrm>
              <a:off x="4524375" y="3571875"/>
              <a:ext cx="95400" cy="47700"/>
            </a:xfrm>
            <a:prstGeom prst="rect">
              <a:avLst/>
            </a:prstGeom>
            <a:noFill/>
            <a:ln>
              <a:noFill/>
            </a:ln>
          </p:spPr>
        </p:pic>
        <p:sp>
          <p:nvSpPr>
            <p:cNvPr id="2598" name="Google Shape;2598;p246"/>
            <p:cNvSpPr/>
            <p:nvPr/>
          </p:nvSpPr>
          <p:spPr>
            <a:xfrm>
              <a:off x="3524250" y="3619500"/>
              <a:ext cx="2095500" cy="381000"/>
            </a:xfrm>
            <a:prstGeom prst="roundRect">
              <a:avLst>
                <a:gd name="adj" fmla="val 10000"/>
              </a:avLst>
            </a:prstGeom>
            <a:solidFill>
              <a:srgbClr val="0097A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99" name="Google Shape;2599;p246"/>
            <p:cNvSpPr txBox="1"/>
            <p:nvPr/>
          </p:nvSpPr>
          <p:spPr>
            <a:xfrm>
              <a:off x="3524250" y="3619500"/>
              <a:ext cx="20955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a:solidFill>
                    <a:srgbClr val="FFFFFF"/>
                  </a:solidFill>
                  <a:latin typeface="Arial"/>
                  <a:ea typeface="Arial"/>
                  <a:cs typeface="Arial"/>
                  <a:sym typeface="Arial"/>
                </a:rPr>
                <a:t>ChromaDB Vector Store</a:t>
              </a:r>
              <a:endParaRPr sz="1100">
                <a:solidFill>
                  <a:srgbClr val="FFFFFF"/>
                </a:solidFill>
                <a:latin typeface="Arial"/>
                <a:ea typeface="Arial"/>
                <a:cs typeface="Arial"/>
                <a:sym typeface="Arial"/>
              </a:endParaRPr>
            </a:p>
          </p:txBody>
        </p:sp>
        <p:pic>
          <p:nvPicPr>
            <p:cNvPr id="2600" name="Google Shape;2600;p246"/>
            <p:cNvPicPr preferRelativeResize="0"/>
            <p:nvPr/>
          </p:nvPicPr>
          <p:blipFill rotWithShape="1">
            <a:blip r:embed="rId3">
              <a:alphaModFix/>
            </a:blip>
            <a:srcRect/>
            <a:stretch/>
          </p:blipFill>
          <p:spPr>
            <a:xfrm>
              <a:off x="4524375" y="4143375"/>
              <a:ext cx="95400" cy="47700"/>
            </a:xfrm>
            <a:prstGeom prst="rect">
              <a:avLst/>
            </a:prstGeom>
            <a:noFill/>
            <a:ln>
              <a:noFill/>
            </a:ln>
          </p:spPr>
        </p:pic>
        <p:sp>
          <p:nvSpPr>
            <p:cNvPr id="2601" name="Google Shape;2601;p246"/>
            <p:cNvSpPr/>
            <p:nvPr/>
          </p:nvSpPr>
          <p:spPr>
            <a:xfrm>
              <a:off x="3524250" y="4191000"/>
              <a:ext cx="2095500" cy="381000"/>
            </a:xfrm>
            <a:prstGeom prst="roundRect">
              <a:avLst>
                <a:gd name="adj" fmla="val 10000"/>
              </a:avLst>
            </a:prstGeom>
            <a:solidFill>
              <a:srgbClr val="0097A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02" name="Google Shape;2602;p246"/>
            <p:cNvSpPr txBox="1"/>
            <p:nvPr/>
          </p:nvSpPr>
          <p:spPr>
            <a:xfrm>
              <a:off x="3524250" y="4191000"/>
              <a:ext cx="20955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a:solidFill>
                    <a:srgbClr val="FFFFFF"/>
                  </a:solidFill>
                  <a:latin typeface="Arial"/>
                  <a:ea typeface="Arial"/>
                  <a:cs typeface="Arial"/>
                  <a:sym typeface="Arial"/>
                </a:rPr>
                <a:t>Retriever Tool</a:t>
              </a:r>
              <a:endParaRPr sz="1100">
                <a:solidFill>
                  <a:srgbClr val="FFFFFF"/>
                </a:solidFill>
                <a:latin typeface="Arial"/>
                <a:ea typeface="Arial"/>
                <a:cs typeface="Arial"/>
                <a:sym typeface="Arial"/>
              </a:endParaRPr>
            </a:p>
          </p:txBody>
        </p:sp>
        <p:pic>
          <p:nvPicPr>
            <p:cNvPr id="2603" name="Google Shape;2603;p246"/>
            <p:cNvPicPr preferRelativeResize="0"/>
            <p:nvPr/>
          </p:nvPicPr>
          <p:blipFill rotWithShape="1">
            <a:blip r:embed="rId3">
              <a:alphaModFix/>
            </a:blip>
            <a:srcRect/>
            <a:stretch/>
          </p:blipFill>
          <p:spPr>
            <a:xfrm>
              <a:off x="4524375" y="4714875"/>
              <a:ext cx="95400" cy="47700"/>
            </a:xfrm>
            <a:prstGeom prst="rect">
              <a:avLst/>
            </a:prstGeom>
            <a:noFill/>
            <a:ln>
              <a:noFill/>
            </a:ln>
          </p:spPr>
        </p:pic>
        <p:sp>
          <p:nvSpPr>
            <p:cNvPr id="2604" name="Google Shape;2604;p246"/>
            <p:cNvSpPr/>
            <p:nvPr/>
          </p:nvSpPr>
          <p:spPr>
            <a:xfrm>
              <a:off x="3524250" y="4762500"/>
              <a:ext cx="2095500" cy="381000"/>
            </a:xfrm>
            <a:prstGeom prst="roundRect">
              <a:avLst>
                <a:gd name="adj" fmla="val 10000"/>
              </a:avLst>
            </a:prstGeom>
            <a:solidFill>
              <a:srgbClr val="0097A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05" name="Google Shape;2605;p246"/>
            <p:cNvSpPr txBox="1"/>
            <p:nvPr/>
          </p:nvSpPr>
          <p:spPr>
            <a:xfrm>
              <a:off x="3524250" y="4762500"/>
              <a:ext cx="20955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a:solidFill>
                    <a:srgbClr val="FFFFFF"/>
                  </a:solidFill>
                  <a:latin typeface="Arial"/>
                  <a:ea typeface="Arial"/>
                  <a:cs typeface="Arial"/>
                  <a:sym typeface="Arial"/>
                </a:rPr>
                <a:t>Policy Context Returned</a:t>
              </a:r>
              <a:endParaRPr sz="1100">
                <a:solidFill>
                  <a:srgbClr val="FFFFFF"/>
                </a:solidFill>
                <a:latin typeface="Arial"/>
                <a:ea typeface="Arial"/>
                <a:cs typeface="Arial"/>
                <a:sym typeface="Arial"/>
              </a:endParaRPr>
            </a:p>
          </p:txBody>
        </p:sp>
        <p:sp>
          <p:nvSpPr>
            <p:cNvPr id="2606" name="Google Shape;2606;p246"/>
            <p:cNvSpPr/>
            <p:nvPr/>
          </p:nvSpPr>
          <p:spPr>
            <a:xfrm>
              <a:off x="3524250" y="5334000"/>
              <a:ext cx="2095500" cy="381000"/>
            </a:xfrm>
            <a:prstGeom prst="roundRect">
              <a:avLst>
                <a:gd name="adj" fmla="val 10000"/>
              </a:avLst>
            </a:prstGeom>
            <a:solidFill>
              <a:srgbClr val="0097A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07" name="Google Shape;2607;p246"/>
            <p:cNvSpPr txBox="1"/>
            <p:nvPr/>
          </p:nvSpPr>
          <p:spPr>
            <a:xfrm>
              <a:off x="3524250" y="5334000"/>
              <a:ext cx="20955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100">
                  <a:solidFill>
                    <a:srgbClr val="FFFFFF"/>
                  </a:solidFill>
                  <a:latin typeface="Arial"/>
                  <a:ea typeface="Arial"/>
                  <a:cs typeface="Arial"/>
                  <a:sym typeface="Arial"/>
                </a:rPr>
                <a:t>Recommendation Node</a:t>
              </a:r>
              <a:endParaRPr sz="1100">
                <a:solidFill>
                  <a:srgbClr val="FFFFFF"/>
                </a:solidFill>
                <a:latin typeface="Arial"/>
                <a:ea typeface="Arial"/>
                <a:cs typeface="Arial"/>
                <a:sym typeface="Arial"/>
              </a:endParaRPr>
            </a:p>
          </p:txBody>
        </p:sp>
      </p:grpSp>
      <p:cxnSp>
        <p:nvCxnSpPr>
          <p:cNvPr id="2608" name="Google Shape;2608;p246"/>
          <p:cNvCxnSpPr>
            <a:stCxn id="2587" idx="2"/>
            <a:endCxn id="2590" idx="0"/>
          </p:cNvCxnSpPr>
          <p:nvPr/>
        </p:nvCxnSpPr>
        <p:spPr>
          <a:xfrm>
            <a:off x="4572000" y="1714500"/>
            <a:ext cx="0" cy="190500"/>
          </a:xfrm>
          <a:prstGeom prst="straightConnector1">
            <a:avLst/>
          </a:prstGeom>
          <a:noFill/>
          <a:ln w="9525" cap="flat" cmpd="sng">
            <a:solidFill>
              <a:schemeClr val="dk2"/>
            </a:solidFill>
            <a:prstDash val="solid"/>
            <a:round/>
            <a:headEnd type="none" w="med" len="med"/>
            <a:tailEnd type="none" w="med" len="med"/>
          </a:ln>
        </p:spPr>
      </p:cxnSp>
      <p:cxnSp>
        <p:nvCxnSpPr>
          <p:cNvPr id="2609" name="Google Shape;2609;p246"/>
          <p:cNvCxnSpPr>
            <a:stCxn id="2590" idx="2"/>
            <a:endCxn id="2593" idx="0"/>
          </p:cNvCxnSpPr>
          <p:nvPr/>
        </p:nvCxnSpPr>
        <p:spPr>
          <a:xfrm>
            <a:off x="4572000" y="2286000"/>
            <a:ext cx="0" cy="190500"/>
          </a:xfrm>
          <a:prstGeom prst="straightConnector1">
            <a:avLst/>
          </a:prstGeom>
          <a:noFill/>
          <a:ln w="9525" cap="flat" cmpd="sng">
            <a:solidFill>
              <a:schemeClr val="dk2"/>
            </a:solidFill>
            <a:prstDash val="solid"/>
            <a:round/>
            <a:headEnd type="none" w="med" len="med"/>
            <a:tailEnd type="none" w="med" len="med"/>
          </a:ln>
        </p:spPr>
      </p:cxnSp>
      <p:cxnSp>
        <p:nvCxnSpPr>
          <p:cNvPr id="2610" name="Google Shape;2610;p246"/>
          <p:cNvCxnSpPr>
            <a:stCxn id="2593" idx="2"/>
            <a:endCxn id="2596" idx="0"/>
          </p:cNvCxnSpPr>
          <p:nvPr/>
        </p:nvCxnSpPr>
        <p:spPr>
          <a:xfrm>
            <a:off x="4572000" y="2857500"/>
            <a:ext cx="0" cy="190500"/>
          </a:xfrm>
          <a:prstGeom prst="straightConnector1">
            <a:avLst/>
          </a:prstGeom>
          <a:noFill/>
          <a:ln w="9525" cap="flat" cmpd="sng">
            <a:solidFill>
              <a:schemeClr val="dk2"/>
            </a:solidFill>
            <a:prstDash val="solid"/>
            <a:round/>
            <a:headEnd type="none" w="med" len="med"/>
            <a:tailEnd type="none" w="med" len="med"/>
          </a:ln>
        </p:spPr>
      </p:cxnSp>
      <p:cxnSp>
        <p:nvCxnSpPr>
          <p:cNvPr id="2611" name="Google Shape;2611;p246"/>
          <p:cNvCxnSpPr>
            <a:stCxn id="2596" idx="2"/>
            <a:endCxn id="2599" idx="0"/>
          </p:cNvCxnSpPr>
          <p:nvPr/>
        </p:nvCxnSpPr>
        <p:spPr>
          <a:xfrm>
            <a:off x="4572000" y="3429000"/>
            <a:ext cx="0" cy="190500"/>
          </a:xfrm>
          <a:prstGeom prst="straightConnector1">
            <a:avLst/>
          </a:prstGeom>
          <a:noFill/>
          <a:ln w="9525" cap="flat" cmpd="sng">
            <a:solidFill>
              <a:schemeClr val="dk2"/>
            </a:solidFill>
            <a:prstDash val="solid"/>
            <a:round/>
            <a:headEnd type="none" w="med" len="med"/>
            <a:tailEnd type="none" w="med" len="med"/>
          </a:ln>
        </p:spPr>
      </p:cxnSp>
      <p:cxnSp>
        <p:nvCxnSpPr>
          <p:cNvPr id="2612" name="Google Shape;2612;p246"/>
          <p:cNvCxnSpPr>
            <a:stCxn id="2599" idx="2"/>
            <a:endCxn id="2602" idx="0"/>
          </p:cNvCxnSpPr>
          <p:nvPr/>
        </p:nvCxnSpPr>
        <p:spPr>
          <a:xfrm>
            <a:off x="4572000" y="4000500"/>
            <a:ext cx="0" cy="190500"/>
          </a:xfrm>
          <a:prstGeom prst="straightConnector1">
            <a:avLst/>
          </a:prstGeom>
          <a:noFill/>
          <a:ln w="9525" cap="flat" cmpd="sng">
            <a:solidFill>
              <a:schemeClr val="dk2"/>
            </a:solidFill>
            <a:prstDash val="solid"/>
            <a:round/>
            <a:headEnd type="none" w="med" len="med"/>
            <a:tailEnd type="none" w="med" len="med"/>
          </a:ln>
        </p:spPr>
      </p:cxnSp>
      <p:cxnSp>
        <p:nvCxnSpPr>
          <p:cNvPr id="2613" name="Google Shape;2613;p246"/>
          <p:cNvCxnSpPr>
            <a:stCxn id="2602" idx="2"/>
            <a:endCxn id="2605" idx="0"/>
          </p:cNvCxnSpPr>
          <p:nvPr/>
        </p:nvCxnSpPr>
        <p:spPr>
          <a:xfrm>
            <a:off x="4572000" y="4572000"/>
            <a:ext cx="0" cy="190500"/>
          </a:xfrm>
          <a:prstGeom prst="straightConnector1">
            <a:avLst/>
          </a:prstGeom>
          <a:noFill/>
          <a:ln w="9525" cap="flat" cmpd="sng">
            <a:solidFill>
              <a:schemeClr val="dk2"/>
            </a:solidFill>
            <a:prstDash val="solid"/>
            <a:round/>
            <a:headEnd type="none" w="med" len="med"/>
            <a:tailEnd type="none" w="med" len="med"/>
          </a:ln>
        </p:spPr>
      </p:cxnSp>
      <p:cxnSp>
        <p:nvCxnSpPr>
          <p:cNvPr id="2614" name="Google Shape;2614;p246"/>
          <p:cNvCxnSpPr>
            <a:stCxn id="2605" idx="2"/>
            <a:endCxn id="2607" idx="0"/>
          </p:cNvCxnSpPr>
          <p:nvPr/>
        </p:nvCxnSpPr>
        <p:spPr>
          <a:xfrm>
            <a:off x="4572000" y="5143500"/>
            <a:ext cx="0" cy="190500"/>
          </a:xfrm>
          <a:prstGeom prst="straightConnector1">
            <a:avLst/>
          </a:prstGeom>
          <a:noFill/>
          <a:ln w="9525" cap="flat" cmpd="sng">
            <a:solidFill>
              <a:schemeClr val="dk2"/>
            </a:solidFill>
            <a:prstDash val="solid"/>
            <a:round/>
            <a:headEnd type="none" w="med" len="med"/>
            <a:tailEnd type="none" w="med" len="med"/>
          </a:ln>
        </p:spPr>
      </p:cxnSp>
      <p:sp>
        <p:nvSpPr>
          <p:cNvPr id="2615" name="Google Shape;2615;p246"/>
          <p:cNvSpPr/>
          <p:nvPr/>
        </p:nvSpPr>
        <p:spPr>
          <a:xfrm>
            <a:off x="4522175" y="5274000"/>
            <a:ext cx="97500" cy="60000"/>
          </a:xfrm>
          <a:prstGeom prst="flowChartMerge">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16" name="Google Shape;2616;p246"/>
          <p:cNvSpPr txBox="1">
            <a:spLocks noGrp="1"/>
          </p:cNvSpPr>
          <p:nvPr>
            <p:ph type="title"/>
          </p:nvPr>
        </p:nvSpPr>
        <p:spPr>
          <a:xfrm>
            <a:off x="533400" y="533400"/>
            <a:ext cx="8593200" cy="914400"/>
          </a:xfrm>
          <a:prstGeom prst="rect">
            <a:avLst/>
          </a:prstGeom>
          <a:solidFill>
            <a:srgbClr val="000000">
              <a:alpha val="0"/>
            </a:srgbClr>
          </a:solidFill>
          <a:ln>
            <a:noFill/>
          </a:ln>
        </p:spPr>
        <p:txBody>
          <a:bodyPr spcFirstLastPara="1" wrap="square" lIns="0" tIns="0" rIns="0" bIns="0" anchor="t" anchorCtr="0">
            <a:normAutofit/>
          </a:bodyPr>
          <a:lstStyle/>
          <a:p>
            <a:pPr marL="0" lvl="0" indent="0" algn="l" rtl="0">
              <a:spcBef>
                <a:spcPts val="0"/>
              </a:spcBef>
              <a:spcAft>
                <a:spcPts val="0"/>
              </a:spcAft>
              <a:buNone/>
            </a:pPr>
            <a:r>
              <a:rPr lang="en-US" sz="3600" b="1">
                <a:solidFill>
                  <a:srgbClr val="006E74"/>
                </a:solidFill>
                <a:latin typeface="Arial"/>
                <a:ea typeface="Arial"/>
                <a:cs typeface="Arial"/>
                <a:sym typeface="Arial"/>
              </a:rPr>
              <a:t>RAG Pipeline</a:t>
            </a:r>
            <a:endParaRPr sz="3600" b="1">
              <a:solidFill>
                <a:srgbClr val="006E74"/>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20"/>
        <p:cNvGrpSpPr/>
        <p:nvPr/>
      </p:nvGrpSpPr>
      <p:grpSpPr>
        <a:xfrm>
          <a:off x="0" y="0"/>
          <a:ext cx="0" cy="0"/>
          <a:chOff x="0" y="0"/>
          <a:chExt cx="0" cy="0"/>
        </a:xfrm>
      </p:grpSpPr>
      <p:sp>
        <p:nvSpPr>
          <p:cNvPr id="2621" name="Google Shape;2621;p247"/>
          <p:cNvSpPr txBox="1">
            <a:spLocks noGrp="1"/>
          </p:cNvSpPr>
          <p:nvPr>
            <p:ph type="title"/>
          </p:nvPr>
        </p:nvSpPr>
        <p:spPr>
          <a:xfrm>
            <a:off x="274320" y="381000"/>
            <a:ext cx="8593200" cy="571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3600" b="1">
                <a:solidFill>
                  <a:srgbClr val="006E74"/>
                </a:solidFill>
                <a:latin typeface="Arial"/>
                <a:ea typeface="Arial"/>
                <a:cs typeface="Arial"/>
                <a:sym typeface="Arial"/>
              </a:rPr>
              <a:t>Workflow Design</a:t>
            </a:r>
            <a:endParaRPr sz="3600" b="1">
              <a:solidFill>
                <a:srgbClr val="006E74"/>
              </a:solidFill>
              <a:latin typeface="Arial"/>
              <a:ea typeface="Arial"/>
              <a:cs typeface="Arial"/>
              <a:sym typeface="Arial"/>
            </a:endParaRPr>
          </a:p>
        </p:txBody>
      </p:sp>
      <p:grpSp>
        <p:nvGrpSpPr>
          <p:cNvPr id="2622" name="Google Shape;2622;p247"/>
          <p:cNvGrpSpPr/>
          <p:nvPr/>
        </p:nvGrpSpPr>
        <p:grpSpPr>
          <a:xfrm>
            <a:off x="476250" y="1333500"/>
            <a:ext cx="8191425" cy="3524400"/>
            <a:chOff x="476250" y="1333500"/>
            <a:chExt cx="8191425" cy="3524400"/>
          </a:xfrm>
        </p:grpSpPr>
        <p:sp>
          <p:nvSpPr>
            <p:cNvPr id="2623" name="Google Shape;2623;p247"/>
            <p:cNvSpPr/>
            <p:nvPr/>
          </p:nvSpPr>
          <p:spPr>
            <a:xfrm>
              <a:off x="476250" y="1333500"/>
              <a:ext cx="3952800" cy="1047900"/>
            </a:xfrm>
            <a:prstGeom prst="roundRect">
              <a:avLst>
                <a:gd name="adj" fmla="val 7272"/>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24" name="Google Shape;2624;p247"/>
            <p:cNvSpPr txBox="1"/>
            <p:nvPr/>
          </p:nvSpPr>
          <p:spPr>
            <a:xfrm>
              <a:off x="619125" y="1333500"/>
              <a:ext cx="3667200" cy="1047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1">
                  <a:solidFill>
                    <a:srgbClr val="006E74"/>
                  </a:solidFill>
                  <a:latin typeface="Arial"/>
                  <a:ea typeface="Arial"/>
                  <a:cs typeface="Arial"/>
                  <a:sym typeface="Arial"/>
                </a:rPr>
                <a:t>01. PDF Ingestion</a:t>
              </a:r>
              <a:endParaRPr sz="1400" b="1">
                <a:solidFill>
                  <a:srgbClr val="006E74"/>
                </a:solidFill>
                <a:latin typeface="Arial"/>
                <a:ea typeface="Arial"/>
                <a:cs typeface="Arial"/>
                <a:sym typeface="Arial"/>
              </a:endParaRPr>
            </a:p>
            <a:p>
              <a:pPr marL="0" lvl="0" indent="0" algn="l" rtl="0">
                <a:spcBef>
                  <a:spcPts val="375"/>
                </a:spcBef>
                <a:spcAft>
                  <a:spcPts val="0"/>
                </a:spcAft>
                <a:buNone/>
              </a:pPr>
              <a:r>
                <a:rPr lang="en-US" sz="1100">
                  <a:solidFill>
                    <a:srgbClr val="475569"/>
                  </a:solidFill>
                  <a:latin typeface="Arial"/>
                  <a:ea typeface="Arial"/>
                  <a:cs typeface="Arial"/>
                  <a:sym typeface="Arial"/>
                </a:rPr>
                <a:t>Automated intake and parsing of loan application documents.</a:t>
              </a:r>
              <a:endParaRPr sz="1100">
                <a:solidFill>
                  <a:srgbClr val="475569"/>
                </a:solidFill>
                <a:latin typeface="Arial"/>
                <a:ea typeface="Arial"/>
                <a:cs typeface="Arial"/>
                <a:sym typeface="Arial"/>
              </a:endParaRPr>
            </a:p>
          </p:txBody>
        </p:sp>
        <p:sp>
          <p:nvSpPr>
            <p:cNvPr id="2625" name="Google Shape;2625;p247"/>
            <p:cNvSpPr/>
            <p:nvPr/>
          </p:nvSpPr>
          <p:spPr>
            <a:xfrm>
              <a:off x="4714875" y="1333500"/>
              <a:ext cx="3952800" cy="1047900"/>
            </a:xfrm>
            <a:prstGeom prst="roundRect">
              <a:avLst>
                <a:gd name="adj" fmla="val 7272"/>
              </a:avLst>
            </a:prstGeom>
            <a:solidFill>
              <a:srgbClr val="E0F2F1"/>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26" name="Google Shape;2626;p247"/>
            <p:cNvSpPr txBox="1"/>
            <p:nvPr/>
          </p:nvSpPr>
          <p:spPr>
            <a:xfrm>
              <a:off x="4857750" y="1333500"/>
              <a:ext cx="3667200" cy="1047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1">
                  <a:solidFill>
                    <a:srgbClr val="006E74"/>
                  </a:solidFill>
                  <a:latin typeface="Arial"/>
                  <a:ea typeface="Arial"/>
                  <a:cs typeface="Arial"/>
                  <a:sym typeface="Arial"/>
                </a:rPr>
                <a:t>02. Parallel Analysis</a:t>
              </a:r>
              <a:endParaRPr sz="1400" b="1">
                <a:solidFill>
                  <a:srgbClr val="006E74"/>
                </a:solidFill>
                <a:latin typeface="Arial"/>
                <a:ea typeface="Arial"/>
                <a:cs typeface="Arial"/>
                <a:sym typeface="Arial"/>
              </a:endParaRPr>
            </a:p>
            <a:p>
              <a:pPr marL="0" lvl="0" indent="0" algn="l" rtl="0">
                <a:spcBef>
                  <a:spcPts val="375"/>
                </a:spcBef>
                <a:spcAft>
                  <a:spcPts val="0"/>
                </a:spcAft>
                <a:buNone/>
              </a:pPr>
              <a:r>
                <a:rPr lang="en-US" sz="1100">
                  <a:solidFill>
                    <a:srgbClr val="475569"/>
                  </a:solidFill>
                  <a:latin typeface="Arial"/>
                  <a:ea typeface="Arial"/>
                  <a:cs typeface="Arial"/>
                  <a:sym typeface="Arial"/>
                </a:rPr>
                <a:t>Concurrent financial analysis and fraud verification processing.</a:t>
              </a:r>
              <a:endParaRPr sz="1100">
                <a:solidFill>
                  <a:srgbClr val="475569"/>
                </a:solidFill>
                <a:latin typeface="Arial"/>
                <a:ea typeface="Arial"/>
                <a:cs typeface="Arial"/>
                <a:sym typeface="Arial"/>
              </a:endParaRPr>
            </a:p>
          </p:txBody>
        </p:sp>
        <p:sp>
          <p:nvSpPr>
            <p:cNvPr id="2627" name="Google Shape;2627;p247"/>
            <p:cNvSpPr/>
            <p:nvPr/>
          </p:nvSpPr>
          <p:spPr>
            <a:xfrm>
              <a:off x="476250" y="2571750"/>
              <a:ext cx="3952800" cy="1047900"/>
            </a:xfrm>
            <a:prstGeom prst="roundRect">
              <a:avLst>
                <a:gd name="adj" fmla="val 7272"/>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28" name="Google Shape;2628;p247"/>
            <p:cNvSpPr txBox="1"/>
            <p:nvPr/>
          </p:nvSpPr>
          <p:spPr>
            <a:xfrm>
              <a:off x="619125" y="2571750"/>
              <a:ext cx="3667200" cy="1047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1">
                  <a:solidFill>
                    <a:srgbClr val="006E74"/>
                  </a:solidFill>
                  <a:latin typeface="Arial"/>
                  <a:ea typeface="Arial"/>
                  <a:cs typeface="Arial"/>
                  <a:sym typeface="Arial"/>
                </a:rPr>
                <a:t>03. Synchronization Stage</a:t>
              </a:r>
              <a:endParaRPr sz="1400" b="1">
                <a:solidFill>
                  <a:srgbClr val="006E74"/>
                </a:solidFill>
                <a:latin typeface="Arial"/>
                <a:ea typeface="Arial"/>
                <a:cs typeface="Arial"/>
                <a:sym typeface="Arial"/>
              </a:endParaRPr>
            </a:p>
            <a:p>
              <a:pPr marL="0" lvl="0" indent="0" algn="l" rtl="0">
                <a:spcBef>
                  <a:spcPts val="375"/>
                </a:spcBef>
                <a:spcAft>
                  <a:spcPts val="0"/>
                </a:spcAft>
                <a:buNone/>
              </a:pPr>
              <a:r>
                <a:rPr lang="en-US" sz="1100">
                  <a:solidFill>
                    <a:srgbClr val="475569"/>
                  </a:solidFill>
                  <a:latin typeface="Arial"/>
                  <a:ea typeface="Arial"/>
                  <a:cs typeface="Arial"/>
                  <a:sym typeface="Arial"/>
                </a:rPr>
                <a:t>Merging parallel data streams into a unified workflow state.</a:t>
              </a:r>
              <a:endParaRPr sz="1100">
                <a:solidFill>
                  <a:srgbClr val="475569"/>
                </a:solidFill>
                <a:latin typeface="Arial"/>
                <a:ea typeface="Arial"/>
                <a:cs typeface="Arial"/>
                <a:sym typeface="Arial"/>
              </a:endParaRPr>
            </a:p>
          </p:txBody>
        </p:sp>
        <p:sp>
          <p:nvSpPr>
            <p:cNvPr id="2629" name="Google Shape;2629;p247"/>
            <p:cNvSpPr/>
            <p:nvPr/>
          </p:nvSpPr>
          <p:spPr>
            <a:xfrm>
              <a:off x="4714875" y="2571750"/>
              <a:ext cx="3952800" cy="1047900"/>
            </a:xfrm>
            <a:prstGeom prst="roundRect">
              <a:avLst>
                <a:gd name="adj" fmla="val 7272"/>
              </a:avLst>
            </a:prstGeom>
            <a:solidFill>
              <a:srgbClr val="E0F2F1"/>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30" name="Google Shape;2630;p247"/>
            <p:cNvSpPr txBox="1"/>
            <p:nvPr/>
          </p:nvSpPr>
          <p:spPr>
            <a:xfrm>
              <a:off x="4857750" y="2571750"/>
              <a:ext cx="3667200" cy="1047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1">
                  <a:solidFill>
                    <a:srgbClr val="006E74"/>
                  </a:solidFill>
                  <a:latin typeface="Arial"/>
                  <a:ea typeface="Arial"/>
                  <a:cs typeface="Arial"/>
                  <a:sym typeface="Arial"/>
                </a:rPr>
                <a:t>04. Risk Assessment</a:t>
              </a:r>
              <a:endParaRPr sz="1400" b="1">
                <a:solidFill>
                  <a:srgbClr val="006E74"/>
                </a:solidFill>
                <a:latin typeface="Arial"/>
                <a:ea typeface="Arial"/>
                <a:cs typeface="Arial"/>
                <a:sym typeface="Arial"/>
              </a:endParaRPr>
            </a:p>
            <a:p>
              <a:pPr marL="0" lvl="0" indent="0" algn="l" rtl="0">
                <a:spcBef>
                  <a:spcPts val="375"/>
                </a:spcBef>
                <a:spcAft>
                  <a:spcPts val="0"/>
                </a:spcAft>
                <a:buNone/>
              </a:pPr>
              <a:r>
                <a:rPr lang="en-US" sz="1100">
                  <a:solidFill>
                    <a:srgbClr val="475569"/>
                  </a:solidFill>
                  <a:latin typeface="Arial"/>
                  <a:ea typeface="Arial"/>
                  <a:cs typeface="Arial"/>
                  <a:sym typeface="Arial"/>
                </a:rPr>
                <a:t>Evaluation of applicant data against lending policies.</a:t>
              </a:r>
              <a:endParaRPr sz="1100">
                <a:solidFill>
                  <a:srgbClr val="475569"/>
                </a:solidFill>
                <a:latin typeface="Arial"/>
                <a:ea typeface="Arial"/>
                <a:cs typeface="Arial"/>
                <a:sym typeface="Arial"/>
              </a:endParaRPr>
            </a:p>
          </p:txBody>
        </p:sp>
        <p:sp>
          <p:nvSpPr>
            <p:cNvPr id="2631" name="Google Shape;2631;p247"/>
            <p:cNvSpPr/>
            <p:nvPr/>
          </p:nvSpPr>
          <p:spPr>
            <a:xfrm>
              <a:off x="476250" y="3810000"/>
              <a:ext cx="3952800" cy="1047900"/>
            </a:xfrm>
            <a:prstGeom prst="roundRect">
              <a:avLst>
                <a:gd name="adj" fmla="val 7272"/>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32" name="Google Shape;2632;p247"/>
            <p:cNvSpPr txBox="1"/>
            <p:nvPr/>
          </p:nvSpPr>
          <p:spPr>
            <a:xfrm>
              <a:off x="619125" y="3810000"/>
              <a:ext cx="3667200" cy="1047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1">
                  <a:solidFill>
                    <a:srgbClr val="006E74"/>
                  </a:solidFill>
                  <a:latin typeface="Arial"/>
                  <a:ea typeface="Arial"/>
                  <a:cs typeface="Arial"/>
                  <a:sym typeface="Arial"/>
                </a:rPr>
                <a:t>05. Recommendation</a:t>
              </a:r>
              <a:endParaRPr sz="1400" b="1">
                <a:solidFill>
                  <a:srgbClr val="006E74"/>
                </a:solidFill>
                <a:latin typeface="Arial"/>
                <a:ea typeface="Arial"/>
                <a:cs typeface="Arial"/>
                <a:sym typeface="Arial"/>
              </a:endParaRPr>
            </a:p>
            <a:p>
              <a:pPr marL="0" lvl="0" indent="0" algn="l" rtl="0">
                <a:spcBef>
                  <a:spcPts val="375"/>
                </a:spcBef>
                <a:spcAft>
                  <a:spcPts val="0"/>
                </a:spcAft>
                <a:buNone/>
              </a:pPr>
              <a:r>
                <a:rPr lang="en-US" sz="1100">
                  <a:solidFill>
                    <a:srgbClr val="475569"/>
                  </a:solidFill>
                  <a:latin typeface="Arial"/>
                  <a:ea typeface="Arial"/>
                  <a:cs typeface="Arial"/>
                  <a:sym typeface="Arial"/>
                </a:rPr>
                <a:t>Generation of automated loan approval or denial suggestions.</a:t>
              </a:r>
              <a:endParaRPr sz="1100">
                <a:solidFill>
                  <a:srgbClr val="475569"/>
                </a:solidFill>
                <a:latin typeface="Arial"/>
                <a:ea typeface="Arial"/>
                <a:cs typeface="Arial"/>
                <a:sym typeface="Arial"/>
              </a:endParaRPr>
            </a:p>
          </p:txBody>
        </p:sp>
        <p:sp>
          <p:nvSpPr>
            <p:cNvPr id="2633" name="Google Shape;2633;p247"/>
            <p:cNvSpPr/>
            <p:nvPr/>
          </p:nvSpPr>
          <p:spPr>
            <a:xfrm>
              <a:off x="4714875" y="3810000"/>
              <a:ext cx="3952800" cy="1047900"/>
            </a:xfrm>
            <a:prstGeom prst="roundRect">
              <a:avLst>
                <a:gd name="adj" fmla="val 7272"/>
              </a:avLst>
            </a:prstGeom>
            <a:solidFill>
              <a:srgbClr val="E0F2F1"/>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34" name="Google Shape;2634;p247"/>
            <p:cNvSpPr txBox="1"/>
            <p:nvPr/>
          </p:nvSpPr>
          <p:spPr>
            <a:xfrm>
              <a:off x="4857750" y="3810000"/>
              <a:ext cx="3667200" cy="1047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1">
                  <a:solidFill>
                    <a:srgbClr val="006E74"/>
                  </a:solidFill>
                  <a:latin typeface="Arial"/>
                  <a:ea typeface="Arial"/>
                  <a:cs typeface="Arial"/>
                  <a:sym typeface="Arial"/>
                </a:rPr>
                <a:t>06. Human Escalation</a:t>
              </a:r>
              <a:endParaRPr sz="1400" b="1">
                <a:solidFill>
                  <a:srgbClr val="006E74"/>
                </a:solidFill>
                <a:latin typeface="Arial"/>
                <a:ea typeface="Arial"/>
                <a:cs typeface="Arial"/>
                <a:sym typeface="Arial"/>
              </a:endParaRPr>
            </a:p>
            <a:p>
              <a:pPr marL="0" lvl="0" indent="0" algn="l" rtl="0">
                <a:spcBef>
                  <a:spcPts val="375"/>
                </a:spcBef>
                <a:spcAft>
                  <a:spcPts val="0"/>
                </a:spcAft>
                <a:buNone/>
              </a:pPr>
              <a:r>
                <a:rPr lang="en-US" sz="1100">
                  <a:solidFill>
                    <a:srgbClr val="475569"/>
                  </a:solidFill>
                  <a:latin typeface="Arial"/>
                  <a:ea typeface="Arial"/>
                  <a:cs typeface="Arial"/>
                  <a:sym typeface="Arial"/>
                </a:rPr>
                <a:t>Manual review by loan officers for high-risk or complex cases.</a:t>
              </a:r>
              <a:endParaRPr sz="1100">
                <a:solidFill>
                  <a:srgbClr val="475569"/>
                </a:solidFill>
                <a:latin typeface="Arial"/>
                <a:ea typeface="Arial"/>
                <a:cs typeface="Arial"/>
                <a:sym typeface="Aria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638"/>
        <p:cNvGrpSpPr/>
        <p:nvPr/>
      </p:nvGrpSpPr>
      <p:grpSpPr>
        <a:xfrm>
          <a:off x="0" y="0"/>
          <a:ext cx="0" cy="0"/>
          <a:chOff x="0" y="0"/>
          <a:chExt cx="0" cy="0"/>
        </a:xfrm>
      </p:grpSpPr>
      <p:grpSp>
        <p:nvGrpSpPr>
          <p:cNvPr id="2639" name="Google Shape;2639;p248"/>
          <p:cNvGrpSpPr/>
          <p:nvPr/>
        </p:nvGrpSpPr>
        <p:grpSpPr>
          <a:xfrm>
            <a:off x="1746502" y="1303153"/>
            <a:ext cx="5650991" cy="4251702"/>
            <a:chOff x="0" y="128"/>
            <a:chExt cx="5650991" cy="4251702"/>
          </a:xfrm>
        </p:grpSpPr>
        <p:sp>
          <p:nvSpPr>
            <p:cNvPr id="2640" name="Google Shape;2640;p248"/>
            <p:cNvSpPr/>
            <p:nvPr/>
          </p:nvSpPr>
          <p:spPr>
            <a:xfrm>
              <a:off x="0" y="3832448"/>
              <a:ext cx="1412748" cy="419382"/>
            </a:xfrm>
            <a:prstGeom prst="rect">
              <a:avLst/>
            </a:prstGeom>
            <a:solidFill>
              <a:schemeClr val="accent1"/>
            </a:solidFill>
            <a:ln w="12700" cap="sq" cmpd="sng">
              <a:solidFill>
                <a:schemeClr val="accent1"/>
              </a:solidFill>
              <a:prstDash val="solid"/>
              <a:round/>
              <a:headEnd type="none" w="sm" len="sm"/>
              <a:tailEnd type="none" w="sm" len="sm"/>
            </a:ln>
            <a:effectLst>
              <a:outerShdw blurRad="127000" dist="63500" dir="2700000" algn="br" rotWithShape="0">
                <a:srgbClr val="000000">
                  <a:alpha val="2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248"/>
            <p:cNvSpPr txBox="1"/>
            <p:nvPr/>
          </p:nvSpPr>
          <p:spPr>
            <a:xfrm>
              <a:off x="0" y="3832448"/>
              <a:ext cx="1412748" cy="419382"/>
            </a:xfrm>
            <a:prstGeom prst="rect">
              <a:avLst/>
            </a:prstGeom>
            <a:noFill/>
            <a:ln>
              <a:noFill/>
            </a:ln>
          </p:spPr>
          <p:txBody>
            <a:bodyPr spcFirstLastPara="1" wrap="square" lIns="100475" tIns="99550" rIns="100475" bIns="99550" anchor="ctr" anchorCtr="0">
              <a:noAutofit/>
            </a:bodyPr>
            <a:lstStyle/>
            <a:p>
              <a:pPr marL="0" marR="0" lvl="0" indent="0" algn="ctr" rtl="0">
                <a:lnSpc>
                  <a:spcPct val="90000"/>
                </a:lnSpc>
                <a:spcBef>
                  <a:spcPts val="0"/>
                </a:spcBef>
                <a:spcAft>
                  <a:spcPts val="0"/>
                </a:spcAft>
                <a:buClr>
                  <a:schemeClr val="lt1"/>
                </a:buClr>
                <a:buSzPts val="1400"/>
                <a:buFont typeface="Arial"/>
                <a:buNone/>
              </a:pPr>
              <a:r>
                <a:rPr lang="en-US" sz="1400">
                  <a:solidFill>
                    <a:schemeClr val="lt1"/>
                  </a:solidFill>
                  <a:latin typeface="Arial"/>
                  <a:ea typeface="Arial"/>
                  <a:cs typeface="Arial"/>
                  <a:sym typeface="Arial"/>
                </a:rPr>
                <a:t>Step 7</a:t>
              </a:r>
              <a:endParaRPr/>
            </a:p>
          </p:txBody>
        </p:sp>
        <p:sp>
          <p:nvSpPr>
            <p:cNvPr id="2642" name="Google Shape;2642;p248"/>
            <p:cNvSpPr/>
            <p:nvPr/>
          </p:nvSpPr>
          <p:spPr>
            <a:xfrm>
              <a:off x="1412747" y="3832448"/>
              <a:ext cx="4238244" cy="419382"/>
            </a:xfrm>
            <a:prstGeom prst="rect">
              <a:avLst/>
            </a:prstGeom>
            <a:solidFill>
              <a:srgbClr val="CADDE2">
                <a:alpha val="90196"/>
              </a:srgbClr>
            </a:solidFill>
            <a:ln w="12700" cap="sq" cmpd="sng">
              <a:solidFill>
                <a:srgbClr val="CADDE2">
                  <a:alpha val="90196"/>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248"/>
            <p:cNvSpPr txBox="1"/>
            <p:nvPr/>
          </p:nvSpPr>
          <p:spPr>
            <a:xfrm>
              <a:off x="1412747" y="3832448"/>
              <a:ext cx="4238244" cy="419382"/>
            </a:xfrm>
            <a:prstGeom prst="rect">
              <a:avLst/>
            </a:prstGeom>
            <a:noFill/>
            <a:ln>
              <a:noFill/>
            </a:ln>
          </p:spPr>
          <p:txBody>
            <a:bodyPr spcFirstLastPara="1" wrap="square" lIns="85950" tIns="139700" rIns="85950" bIns="139700" anchor="ctr" anchorCtr="0">
              <a:noAutofit/>
            </a:bodyPr>
            <a:lstStyle/>
            <a:p>
              <a:pPr marL="0" marR="0" lvl="0" indent="0" algn="l" rtl="0">
                <a:lnSpc>
                  <a:spcPct val="90000"/>
                </a:lnSpc>
                <a:spcBef>
                  <a:spcPts val="0"/>
                </a:spcBef>
                <a:spcAft>
                  <a:spcPts val="0"/>
                </a:spcAft>
                <a:buClr>
                  <a:schemeClr val="dk1"/>
                </a:buClr>
                <a:buSzPts val="1100"/>
                <a:buFont typeface="Arial"/>
                <a:buNone/>
              </a:pPr>
              <a:r>
                <a:rPr lang="en-US" sz="1100">
                  <a:solidFill>
                    <a:schemeClr val="dk1"/>
                  </a:solidFill>
                  <a:latin typeface="Arial"/>
                  <a:ea typeface="Arial"/>
                  <a:cs typeface="Arial"/>
                  <a:sym typeface="Arial"/>
                </a:rPr>
                <a:t>Human Escalation for High-Risk Cases</a:t>
              </a:r>
              <a:endParaRPr/>
            </a:p>
          </p:txBody>
        </p:sp>
        <p:sp>
          <p:nvSpPr>
            <p:cNvPr id="2644" name="Google Shape;2644;p248"/>
            <p:cNvSpPr/>
            <p:nvPr/>
          </p:nvSpPr>
          <p:spPr>
            <a:xfrm rot="10800000">
              <a:off x="0" y="3193728"/>
              <a:ext cx="1412748" cy="645010"/>
            </a:xfrm>
            <a:prstGeom prst="upArrowCallout">
              <a:avLst>
                <a:gd name="adj1" fmla="val 5000"/>
                <a:gd name="adj2" fmla="val 10000"/>
                <a:gd name="adj3" fmla="val 15000"/>
                <a:gd name="adj4" fmla="val 64977"/>
              </a:avLst>
            </a:prstGeom>
            <a:solidFill>
              <a:schemeClr val="accent1"/>
            </a:solidFill>
            <a:ln w="12700" cap="sq" cmpd="sng">
              <a:solidFill>
                <a:schemeClr val="accent1"/>
              </a:solidFill>
              <a:prstDash val="solid"/>
              <a:round/>
              <a:headEnd type="none" w="sm" len="sm"/>
              <a:tailEnd type="none" w="sm" len="sm"/>
            </a:ln>
            <a:effectLst>
              <a:outerShdw blurRad="127000" dist="63500" dir="2700000" algn="br" rotWithShape="0">
                <a:srgbClr val="000000">
                  <a:alpha val="2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248"/>
            <p:cNvSpPr txBox="1"/>
            <p:nvPr/>
          </p:nvSpPr>
          <p:spPr>
            <a:xfrm>
              <a:off x="0" y="3193728"/>
              <a:ext cx="1412748" cy="419256"/>
            </a:xfrm>
            <a:prstGeom prst="rect">
              <a:avLst/>
            </a:prstGeom>
            <a:noFill/>
            <a:ln>
              <a:noFill/>
            </a:ln>
          </p:spPr>
          <p:txBody>
            <a:bodyPr spcFirstLastPara="1" wrap="square" lIns="100475" tIns="99550" rIns="100475" bIns="99550" anchor="ctr" anchorCtr="0">
              <a:noAutofit/>
            </a:bodyPr>
            <a:lstStyle/>
            <a:p>
              <a:pPr marL="0" marR="0" lvl="0" indent="0" algn="ctr" rtl="0">
                <a:lnSpc>
                  <a:spcPct val="90000"/>
                </a:lnSpc>
                <a:spcBef>
                  <a:spcPts val="0"/>
                </a:spcBef>
                <a:spcAft>
                  <a:spcPts val="0"/>
                </a:spcAft>
                <a:buClr>
                  <a:schemeClr val="lt1"/>
                </a:buClr>
                <a:buSzPts val="1400"/>
                <a:buFont typeface="Arial"/>
                <a:buNone/>
              </a:pPr>
              <a:r>
                <a:rPr lang="en-US" sz="1400">
                  <a:solidFill>
                    <a:schemeClr val="lt1"/>
                  </a:solidFill>
                  <a:latin typeface="Arial"/>
                  <a:ea typeface="Arial"/>
                  <a:cs typeface="Arial"/>
                  <a:sym typeface="Arial"/>
                </a:rPr>
                <a:t>Step 6</a:t>
              </a:r>
              <a:endParaRPr/>
            </a:p>
          </p:txBody>
        </p:sp>
        <p:sp>
          <p:nvSpPr>
            <p:cNvPr id="2646" name="Google Shape;2646;p248"/>
            <p:cNvSpPr/>
            <p:nvPr/>
          </p:nvSpPr>
          <p:spPr>
            <a:xfrm>
              <a:off x="1412747" y="3193728"/>
              <a:ext cx="4238244" cy="419256"/>
            </a:xfrm>
            <a:prstGeom prst="rect">
              <a:avLst/>
            </a:prstGeom>
            <a:solidFill>
              <a:srgbClr val="CADDE2">
                <a:alpha val="90196"/>
              </a:srgbClr>
            </a:solidFill>
            <a:ln w="12700" cap="sq" cmpd="sng">
              <a:solidFill>
                <a:srgbClr val="CADDE2">
                  <a:alpha val="90196"/>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248"/>
            <p:cNvSpPr txBox="1"/>
            <p:nvPr/>
          </p:nvSpPr>
          <p:spPr>
            <a:xfrm>
              <a:off x="1412747" y="3193728"/>
              <a:ext cx="4238244" cy="419256"/>
            </a:xfrm>
            <a:prstGeom prst="rect">
              <a:avLst/>
            </a:prstGeom>
            <a:noFill/>
            <a:ln>
              <a:noFill/>
            </a:ln>
          </p:spPr>
          <p:txBody>
            <a:bodyPr spcFirstLastPara="1" wrap="square" lIns="85950" tIns="139700" rIns="85950" bIns="139700" anchor="ctr" anchorCtr="0">
              <a:noAutofit/>
            </a:bodyPr>
            <a:lstStyle/>
            <a:p>
              <a:pPr marL="0" marR="0" lvl="0" indent="0" algn="l" rtl="0">
                <a:lnSpc>
                  <a:spcPct val="90000"/>
                </a:lnSpc>
                <a:spcBef>
                  <a:spcPts val="0"/>
                </a:spcBef>
                <a:spcAft>
                  <a:spcPts val="0"/>
                </a:spcAft>
                <a:buClr>
                  <a:schemeClr val="dk1"/>
                </a:buClr>
                <a:buSzPts val="1100"/>
                <a:buFont typeface="Arial"/>
                <a:buNone/>
              </a:pPr>
              <a:r>
                <a:rPr lang="en-US" sz="1100">
                  <a:solidFill>
                    <a:schemeClr val="dk1"/>
                  </a:solidFill>
                  <a:latin typeface="Arial"/>
                  <a:ea typeface="Arial"/>
                  <a:cs typeface="Arial"/>
                  <a:sym typeface="Arial"/>
                </a:rPr>
                <a:t>Produce Recommendation</a:t>
              </a:r>
              <a:endParaRPr/>
            </a:p>
          </p:txBody>
        </p:sp>
        <p:sp>
          <p:nvSpPr>
            <p:cNvPr id="2648" name="Google Shape;2648;p248"/>
            <p:cNvSpPr/>
            <p:nvPr/>
          </p:nvSpPr>
          <p:spPr>
            <a:xfrm rot="10800000">
              <a:off x="0" y="2555008"/>
              <a:ext cx="1412748" cy="645010"/>
            </a:xfrm>
            <a:prstGeom prst="upArrowCallout">
              <a:avLst>
                <a:gd name="adj1" fmla="val 5000"/>
                <a:gd name="adj2" fmla="val 10000"/>
                <a:gd name="adj3" fmla="val 15000"/>
                <a:gd name="adj4" fmla="val 64977"/>
              </a:avLst>
            </a:prstGeom>
            <a:solidFill>
              <a:schemeClr val="accent1"/>
            </a:solidFill>
            <a:ln w="12700" cap="sq" cmpd="sng">
              <a:solidFill>
                <a:schemeClr val="accent1"/>
              </a:solidFill>
              <a:prstDash val="solid"/>
              <a:round/>
              <a:headEnd type="none" w="sm" len="sm"/>
              <a:tailEnd type="none" w="sm" len="sm"/>
            </a:ln>
            <a:effectLst>
              <a:outerShdw blurRad="127000" dist="63500" dir="2700000" algn="br" rotWithShape="0">
                <a:srgbClr val="000000">
                  <a:alpha val="2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248"/>
            <p:cNvSpPr txBox="1"/>
            <p:nvPr/>
          </p:nvSpPr>
          <p:spPr>
            <a:xfrm>
              <a:off x="0" y="2555008"/>
              <a:ext cx="1412748" cy="419256"/>
            </a:xfrm>
            <a:prstGeom prst="rect">
              <a:avLst/>
            </a:prstGeom>
            <a:noFill/>
            <a:ln>
              <a:noFill/>
            </a:ln>
          </p:spPr>
          <p:txBody>
            <a:bodyPr spcFirstLastPara="1" wrap="square" lIns="100475" tIns="99550" rIns="100475" bIns="99550" anchor="ctr" anchorCtr="0">
              <a:noAutofit/>
            </a:bodyPr>
            <a:lstStyle/>
            <a:p>
              <a:pPr marL="0" marR="0" lvl="0" indent="0" algn="ctr" rtl="0">
                <a:lnSpc>
                  <a:spcPct val="90000"/>
                </a:lnSpc>
                <a:spcBef>
                  <a:spcPts val="0"/>
                </a:spcBef>
                <a:spcAft>
                  <a:spcPts val="0"/>
                </a:spcAft>
                <a:buClr>
                  <a:schemeClr val="lt1"/>
                </a:buClr>
                <a:buSzPts val="1400"/>
                <a:buFont typeface="Arial"/>
                <a:buNone/>
              </a:pPr>
              <a:r>
                <a:rPr lang="en-US" sz="1400">
                  <a:solidFill>
                    <a:schemeClr val="lt1"/>
                  </a:solidFill>
                  <a:latin typeface="Arial"/>
                  <a:ea typeface="Arial"/>
                  <a:cs typeface="Arial"/>
                  <a:sym typeface="Arial"/>
                </a:rPr>
                <a:t>Step 5</a:t>
              </a:r>
              <a:endParaRPr/>
            </a:p>
          </p:txBody>
        </p:sp>
        <p:sp>
          <p:nvSpPr>
            <p:cNvPr id="2650" name="Google Shape;2650;p248"/>
            <p:cNvSpPr/>
            <p:nvPr/>
          </p:nvSpPr>
          <p:spPr>
            <a:xfrm>
              <a:off x="1412747" y="2555008"/>
              <a:ext cx="4238244" cy="419256"/>
            </a:xfrm>
            <a:prstGeom prst="rect">
              <a:avLst/>
            </a:prstGeom>
            <a:solidFill>
              <a:srgbClr val="CADDE2">
                <a:alpha val="90196"/>
              </a:srgbClr>
            </a:solidFill>
            <a:ln w="12700" cap="sq" cmpd="sng">
              <a:solidFill>
                <a:srgbClr val="CADDE2">
                  <a:alpha val="90196"/>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248"/>
            <p:cNvSpPr txBox="1"/>
            <p:nvPr/>
          </p:nvSpPr>
          <p:spPr>
            <a:xfrm>
              <a:off x="1412747" y="2555008"/>
              <a:ext cx="4238244" cy="419256"/>
            </a:xfrm>
            <a:prstGeom prst="rect">
              <a:avLst/>
            </a:prstGeom>
            <a:noFill/>
            <a:ln>
              <a:noFill/>
            </a:ln>
          </p:spPr>
          <p:txBody>
            <a:bodyPr spcFirstLastPara="1" wrap="square" lIns="85950" tIns="139700" rIns="85950" bIns="139700" anchor="ctr" anchorCtr="0">
              <a:noAutofit/>
            </a:bodyPr>
            <a:lstStyle/>
            <a:p>
              <a:pPr marL="0" marR="0" lvl="0" indent="0" algn="l" rtl="0">
                <a:lnSpc>
                  <a:spcPct val="90000"/>
                </a:lnSpc>
                <a:spcBef>
                  <a:spcPts val="0"/>
                </a:spcBef>
                <a:spcAft>
                  <a:spcPts val="0"/>
                </a:spcAft>
                <a:buClr>
                  <a:schemeClr val="dk1"/>
                </a:buClr>
                <a:buSzPts val="1100"/>
                <a:buFont typeface="Arial"/>
                <a:buNone/>
              </a:pPr>
              <a:r>
                <a:rPr lang="en-US" sz="1100">
                  <a:solidFill>
                    <a:schemeClr val="dk1"/>
                  </a:solidFill>
                  <a:latin typeface="Arial"/>
                  <a:ea typeface="Arial"/>
                  <a:cs typeface="Arial"/>
                  <a:sym typeface="Arial"/>
                </a:rPr>
                <a:t>Generate Risk Assessment</a:t>
              </a:r>
              <a:endParaRPr/>
            </a:p>
          </p:txBody>
        </p:sp>
        <p:sp>
          <p:nvSpPr>
            <p:cNvPr id="2652" name="Google Shape;2652;p248"/>
            <p:cNvSpPr/>
            <p:nvPr/>
          </p:nvSpPr>
          <p:spPr>
            <a:xfrm rot="10800000">
              <a:off x="0" y="1916288"/>
              <a:ext cx="1412748" cy="645010"/>
            </a:xfrm>
            <a:prstGeom prst="upArrowCallout">
              <a:avLst>
                <a:gd name="adj1" fmla="val 5000"/>
                <a:gd name="adj2" fmla="val 10000"/>
                <a:gd name="adj3" fmla="val 15000"/>
                <a:gd name="adj4" fmla="val 64977"/>
              </a:avLst>
            </a:prstGeom>
            <a:solidFill>
              <a:schemeClr val="accent1"/>
            </a:solidFill>
            <a:ln w="12700" cap="sq" cmpd="sng">
              <a:solidFill>
                <a:schemeClr val="accent1"/>
              </a:solidFill>
              <a:prstDash val="solid"/>
              <a:round/>
              <a:headEnd type="none" w="sm" len="sm"/>
              <a:tailEnd type="none" w="sm" len="sm"/>
            </a:ln>
            <a:effectLst>
              <a:outerShdw blurRad="127000" dist="63500" dir="2700000" algn="br" rotWithShape="0">
                <a:srgbClr val="000000">
                  <a:alpha val="2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248"/>
            <p:cNvSpPr txBox="1"/>
            <p:nvPr/>
          </p:nvSpPr>
          <p:spPr>
            <a:xfrm>
              <a:off x="0" y="1916288"/>
              <a:ext cx="1412748" cy="419256"/>
            </a:xfrm>
            <a:prstGeom prst="rect">
              <a:avLst/>
            </a:prstGeom>
            <a:noFill/>
            <a:ln>
              <a:noFill/>
            </a:ln>
          </p:spPr>
          <p:txBody>
            <a:bodyPr spcFirstLastPara="1" wrap="square" lIns="100475" tIns="99550" rIns="100475" bIns="99550" anchor="ctr" anchorCtr="0">
              <a:noAutofit/>
            </a:bodyPr>
            <a:lstStyle/>
            <a:p>
              <a:pPr marL="0" marR="0" lvl="0" indent="0" algn="ctr" rtl="0">
                <a:lnSpc>
                  <a:spcPct val="90000"/>
                </a:lnSpc>
                <a:spcBef>
                  <a:spcPts val="0"/>
                </a:spcBef>
                <a:spcAft>
                  <a:spcPts val="0"/>
                </a:spcAft>
                <a:buClr>
                  <a:schemeClr val="lt1"/>
                </a:buClr>
                <a:buSzPts val="1400"/>
                <a:buFont typeface="Arial"/>
                <a:buNone/>
              </a:pPr>
              <a:r>
                <a:rPr lang="en-US" sz="1400">
                  <a:solidFill>
                    <a:schemeClr val="lt1"/>
                  </a:solidFill>
                  <a:latin typeface="Arial"/>
                  <a:ea typeface="Arial"/>
                  <a:cs typeface="Arial"/>
                  <a:sym typeface="Arial"/>
                </a:rPr>
                <a:t>Step 4</a:t>
              </a:r>
              <a:endParaRPr/>
            </a:p>
          </p:txBody>
        </p:sp>
        <p:sp>
          <p:nvSpPr>
            <p:cNvPr id="2654" name="Google Shape;2654;p248"/>
            <p:cNvSpPr/>
            <p:nvPr/>
          </p:nvSpPr>
          <p:spPr>
            <a:xfrm>
              <a:off x="1412747" y="1916288"/>
              <a:ext cx="4238244" cy="419256"/>
            </a:xfrm>
            <a:prstGeom prst="rect">
              <a:avLst/>
            </a:prstGeom>
            <a:solidFill>
              <a:srgbClr val="CADDE2">
                <a:alpha val="90196"/>
              </a:srgbClr>
            </a:solidFill>
            <a:ln w="12700" cap="sq" cmpd="sng">
              <a:solidFill>
                <a:srgbClr val="CADDE2">
                  <a:alpha val="90196"/>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248"/>
            <p:cNvSpPr txBox="1"/>
            <p:nvPr/>
          </p:nvSpPr>
          <p:spPr>
            <a:xfrm>
              <a:off x="1412747" y="1916288"/>
              <a:ext cx="4238244" cy="419256"/>
            </a:xfrm>
            <a:prstGeom prst="rect">
              <a:avLst/>
            </a:prstGeom>
            <a:noFill/>
            <a:ln>
              <a:noFill/>
            </a:ln>
          </p:spPr>
          <p:txBody>
            <a:bodyPr spcFirstLastPara="1" wrap="square" lIns="85950" tIns="139700" rIns="85950" bIns="139700" anchor="ctr" anchorCtr="0">
              <a:noAutofit/>
            </a:bodyPr>
            <a:lstStyle/>
            <a:p>
              <a:pPr marL="0" marR="0" lvl="0" indent="0" algn="l" rtl="0">
                <a:lnSpc>
                  <a:spcPct val="90000"/>
                </a:lnSpc>
                <a:spcBef>
                  <a:spcPts val="0"/>
                </a:spcBef>
                <a:spcAft>
                  <a:spcPts val="0"/>
                </a:spcAft>
                <a:buClr>
                  <a:schemeClr val="dk1"/>
                </a:buClr>
                <a:buSzPts val="1100"/>
                <a:buFont typeface="Arial"/>
                <a:buNone/>
              </a:pPr>
              <a:r>
                <a:rPr lang="en-US" sz="1100">
                  <a:solidFill>
                    <a:schemeClr val="dk1"/>
                  </a:solidFill>
                  <a:latin typeface="Arial"/>
                  <a:ea typeface="Arial"/>
                  <a:cs typeface="Arial"/>
                  <a:sym typeface="Arial"/>
                </a:rPr>
                <a:t>Retrieve Lending Policies</a:t>
              </a:r>
              <a:endParaRPr/>
            </a:p>
          </p:txBody>
        </p:sp>
        <p:sp>
          <p:nvSpPr>
            <p:cNvPr id="2656" name="Google Shape;2656;p248"/>
            <p:cNvSpPr/>
            <p:nvPr/>
          </p:nvSpPr>
          <p:spPr>
            <a:xfrm rot="10800000">
              <a:off x="0" y="1277568"/>
              <a:ext cx="1412748" cy="645010"/>
            </a:xfrm>
            <a:prstGeom prst="upArrowCallout">
              <a:avLst>
                <a:gd name="adj1" fmla="val 5000"/>
                <a:gd name="adj2" fmla="val 10000"/>
                <a:gd name="adj3" fmla="val 15000"/>
                <a:gd name="adj4" fmla="val 64977"/>
              </a:avLst>
            </a:prstGeom>
            <a:solidFill>
              <a:schemeClr val="accent1"/>
            </a:solidFill>
            <a:ln w="12700" cap="sq" cmpd="sng">
              <a:solidFill>
                <a:schemeClr val="accent1"/>
              </a:solidFill>
              <a:prstDash val="solid"/>
              <a:round/>
              <a:headEnd type="none" w="sm" len="sm"/>
              <a:tailEnd type="none" w="sm" len="sm"/>
            </a:ln>
            <a:effectLst>
              <a:outerShdw blurRad="127000" dist="63500" dir="2700000" algn="br" rotWithShape="0">
                <a:srgbClr val="000000">
                  <a:alpha val="2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248"/>
            <p:cNvSpPr txBox="1"/>
            <p:nvPr/>
          </p:nvSpPr>
          <p:spPr>
            <a:xfrm>
              <a:off x="0" y="1277568"/>
              <a:ext cx="1412748" cy="419256"/>
            </a:xfrm>
            <a:prstGeom prst="rect">
              <a:avLst/>
            </a:prstGeom>
            <a:noFill/>
            <a:ln>
              <a:noFill/>
            </a:ln>
          </p:spPr>
          <p:txBody>
            <a:bodyPr spcFirstLastPara="1" wrap="square" lIns="100475" tIns="99550" rIns="100475" bIns="99550" anchor="ctr" anchorCtr="0">
              <a:noAutofit/>
            </a:bodyPr>
            <a:lstStyle/>
            <a:p>
              <a:pPr marL="0" marR="0" lvl="0" indent="0" algn="ctr" rtl="0">
                <a:lnSpc>
                  <a:spcPct val="90000"/>
                </a:lnSpc>
                <a:spcBef>
                  <a:spcPts val="0"/>
                </a:spcBef>
                <a:spcAft>
                  <a:spcPts val="0"/>
                </a:spcAft>
                <a:buClr>
                  <a:schemeClr val="lt1"/>
                </a:buClr>
                <a:buSzPts val="1400"/>
                <a:buFont typeface="Arial"/>
                <a:buNone/>
              </a:pPr>
              <a:r>
                <a:rPr lang="en-US" sz="1400">
                  <a:solidFill>
                    <a:schemeClr val="lt1"/>
                  </a:solidFill>
                  <a:latin typeface="Arial"/>
                  <a:ea typeface="Arial"/>
                  <a:cs typeface="Arial"/>
                  <a:sym typeface="Arial"/>
                </a:rPr>
                <a:t>Step 3</a:t>
              </a:r>
              <a:endParaRPr/>
            </a:p>
          </p:txBody>
        </p:sp>
        <p:sp>
          <p:nvSpPr>
            <p:cNvPr id="2658" name="Google Shape;2658;p248"/>
            <p:cNvSpPr/>
            <p:nvPr/>
          </p:nvSpPr>
          <p:spPr>
            <a:xfrm>
              <a:off x="1412747" y="1277568"/>
              <a:ext cx="4238244" cy="419256"/>
            </a:xfrm>
            <a:prstGeom prst="rect">
              <a:avLst/>
            </a:prstGeom>
            <a:solidFill>
              <a:srgbClr val="CADDE2">
                <a:alpha val="90196"/>
              </a:srgbClr>
            </a:solidFill>
            <a:ln w="12700" cap="sq" cmpd="sng">
              <a:solidFill>
                <a:srgbClr val="CADDE2">
                  <a:alpha val="90196"/>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248"/>
            <p:cNvSpPr txBox="1"/>
            <p:nvPr/>
          </p:nvSpPr>
          <p:spPr>
            <a:xfrm>
              <a:off x="1412747" y="1277568"/>
              <a:ext cx="4238244" cy="419256"/>
            </a:xfrm>
            <a:prstGeom prst="rect">
              <a:avLst/>
            </a:prstGeom>
            <a:noFill/>
            <a:ln>
              <a:noFill/>
            </a:ln>
          </p:spPr>
          <p:txBody>
            <a:bodyPr spcFirstLastPara="1" wrap="square" lIns="85950" tIns="139700" rIns="85950" bIns="139700" anchor="ctr" anchorCtr="0">
              <a:noAutofit/>
            </a:bodyPr>
            <a:lstStyle/>
            <a:p>
              <a:pPr marL="0" marR="0" lvl="0" indent="0" algn="l" rtl="0">
                <a:lnSpc>
                  <a:spcPct val="90000"/>
                </a:lnSpc>
                <a:spcBef>
                  <a:spcPts val="0"/>
                </a:spcBef>
                <a:spcAft>
                  <a:spcPts val="0"/>
                </a:spcAft>
                <a:buClr>
                  <a:schemeClr val="dk1"/>
                </a:buClr>
                <a:buSzPts val="1100"/>
                <a:buFont typeface="Arial"/>
                <a:buNone/>
              </a:pPr>
              <a:r>
                <a:rPr lang="en-US" sz="1100">
                  <a:solidFill>
                    <a:schemeClr val="dk1"/>
                  </a:solidFill>
                  <a:latin typeface="Arial"/>
                  <a:ea typeface="Arial"/>
                  <a:cs typeface="Arial"/>
                  <a:sym typeface="Arial"/>
                </a:rPr>
                <a:t>Execute Multi-Agent Workflow</a:t>
              </a:r>
              <a:endParaRPr/>
            </a:p>
          </p:txBody>
        </p:sp>
        <p:sp>
          <p:nvSpPr>
            <p:cNvPr id="2660" name="Google Shape;2660;p248"/>
            <p:cNvSpPr/>
            <p:nvPr/>
          </p:nvSpPr>
          <p:spPr>
            <a:xfrm rot="10800000">
              <a:off x="0" y="638848"/>
              <a:ext cx="1412748" cy="645010"/>
            </a:xfrm>
            <a:prstGeom prst="upArrowCallout">
              <a:avLst>
                <a:gd name="adj1" fmla="val 5000"/>
                <a:gd name="adj2" fmla="val 10000"/>
                <a:gd name="adj3" fmla="val 15000"/>
                <a:gd name="adj4" fmla="val 64977"/>
              </a:avLst>
            </a:prstGeom>
            <a:solidFill>
              <a:schemeClr val="accent1"/>
            </a:solidFill>
            <a:ln w="12700" cap="sq" cmpd="sng">
              <a:solidFill>
                <a:schemeClr val="accent1"/>
              </a:solidFill>
              <a:prstDash val="solid"/>
              <a:round/>
              <a:headEnd type="none" w="sm" len="sm"/>
              <a:tailEnd type="none" w="sm" len="sm"/>
            </a:ln>
            <a:effectLst>
              <a:outerShdw blurRad="127000" dist="63500" dir="2700000" algn="br" rotWithShape="0">
                <a:srgbClr val="000000">
                  <a:alpha val="2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248"/>
            <p:cNvSpPr txBox="1"/>
            <p:nvPr/>
          </p:nvSpPr>
          <p:spPr>
            <a:xfrm>
              <a:off x="0" y="638848"/>
              <a:ext cx="1412748" cy="419256"/>
            </a:xfrm>
            <a:prstGeom prst="rect">
              <a:avLst/>
            </a:prstGeom>
            <a:noFill/>
            <a:ln>
              <a:noFill/>
            </a:ln>
          </p:spPr>
          <p:txBody>
            <a:bodyPr spcFirstLastPara="1" wrap="square" lIns="100475" tIns="99550" rIns="100475" bIns="99550" anchor="ctr" anchorCtr="0">
              <a:noAutofit/>
            </a:bodyPr>
            <a:lstStyle/>
            <a:p>
              <a:pPr marL="0" marR="0" lvl="0" indent="0" algn="ctr" rtl="0">
                <a:lnSpc>
                  <a:spcPct val="90000"/>
                </a:lnSpc>
                <a:spcBef>
                  <a:spcPts val="0"/>
                </a:spcBef>
                <a:spcAft>
                  <a:spcPts val="0"/>
                </a:spcAft>
                <a:buClr>
                  <a:schemeClr val="lt1"/>
                </a:buClr>
                <a:buSzPts val="1400"/>
                <a:buFont typeface="Arial"/>
                <a:buNone/>
              </a:pPr>
              <a:r>
                <a:rPr lang="en-US" sz="1400">
                  <a:solidFill>
                    <a:schemeClr val="lt1"/>
                  </a:solidFill>
                  <a:latin typeface="Arial"/>
                  <a:ea typeface="Arial"/>
                  <a:cs typeface="Arial"/>
                  <a:sym typeface="Arial"/>
                </a:rPr>
                <a:t>Step 2</a:t>
              </a:r>
              <a:endParaRPr/>
            </a:p>
          </p:txBody>
        </p:sp>
        <p:sp>
          <p:nvSpPr>
            <p:cNvPr id="2662" name="Google Shape;2662;p248"/>
            <p:cNvSpPr/>
            <p:nvPr/>
          </p:nvSpPr>
          <p:spPr>
            <a:xfrm>
              <a:off x="1412747" y="638848"/>
              <a:ext cx="4238244" cy="419256"/>
            </a:xfrm>
            <a:prstGeom prst="rect">
              <a:avLst/>
            </a:prstGeom>
            <a:solidFill>
              <a:srgbClr val="CADDE2">
                <a:alpha val="90196"/>
              </a:srgbClr>
            </a:solidFill>
            <a:ln w="12700" cap="sq" cmpd="sng">
              <a:solidFill>
                <a:srgbClr val="CADDE2">
                  <a:alpha val="90196"/>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248"/>
            <p:cNvSpPr txBox="1"/>
            <p:nvPr/>
          </p:nvSpPr>
          <p:spPr>
            <a:xfrm>
              <a:off x="1412747" y="638848"/>
              <a:ext cx="4238244" cy="419256"/>
            </a:xfrm>
            <a:prstGeom prst="rect">
              <a:avLst/>
            </a:prstGeom>
            <a:noFill/>
            <a:ln>
              <a:noFill/>
            </a:ln>
          </p:spPr>
          <p:txBody>
            <a:bodyPr spcFirstLastPara="1" wrap="square" lIns="85950" tIns="139700" rIns="85950" bIns="139700" anchor="ctr" anchorCtr="0">
              <a:noAutofit/>
            </a:bodyPr>
            <a:lstStyle/>
            <a:p>
              <a:pPr marL="0" marR="0" lvl="0" indent="0" algn="l" rtl="0">
                <a:lnSpc>
                  <a:spcPct val="90000"/>
                </a:lnSpc>
                <a:spcBef>
                  <a:spcPts val="0"/>
                </a:spcBef>
                <a:spcAft>
                  <a:spcPts val="0"/>
                </a:spcAft>
                <a:buClr>
                  <a:schemeClr val="dk1"/>
                </a:buClr>
                <a:buSzPts val="1100"/>
                <a:buFont typeface="Arial"/>
                <a:buNone/>
              </a:pPr>
              <a:r>
                <a:rPr lang="en-US" sz="1100">
                  <a:solidFill>
                    <a:schemeClr val="dk1"/>
                  </a:solidFill>
                  <a:latin typeface="Arial"/>
                  <a:ea typeface="Arial"/>
                  <a:cs typeface="Arial"/>
                  <a:sym typeface="Arial"/>
                </a:rPr>
                <a:t>Extract Applicant Information</a:t>
              </a:r>
              <a:endParaRPr/>
            </a:p>
          </p:txBody>
        </p:sp>
        <p:sp>
          <p:nvSpPr>
            <p:cNvPr id="2664" name="Google Shape;2664;p248"/>
            <p:cNvSpPr/>
            <p:nvPr/>
          </p:nvSpPr>
          <p:spPr>
            <a:xfrm rot="10800000">
              <a:off x="0" y="128"/>
              <a:ext cx="1412748" cy="645010"/>
            </a:xfrm>
            <a:prstGeom prst="upArrowCallout">
              <a:avLst>
                <a:gd name="adj1" fmla="val 5000"/>
                <a:gd name="adj2" fmla="val 10000"/>
                <a:gd name="adj3" fmla="val 15000"/>
                <a:gd name="adj4" fmla="val 64977"/>
              </a:avLst>
            </a:prstGeom>
            <a:solidFill>
              <a:schemeClr val="accent1"/>
            </a:solidFill>
            <a:ln w="12700" cap="sq" cmpd="sng">
              <a:solidFill>
                <a:schemeClr val="accent1"/>
              </a:solidFill>
              <a:prstDash val="solid"/>
              <a:round/>
              <a:headEnd type="none" w="sm" len="sm"/>
              <a:tailEnd type="none" w="sm" len="sm"/>
            </a:ln>
            <a:effectLst>
              <a:outerShdw blurRad="127000" dist="63500" dir="2700000" algn="br" rotWithShape="0">
                <a:srgbClr val="000000">
                  <a:alpha val="2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248"/>
            <p:cNvSpPr txBox="1"/>
            <p:nvPr/>
          </p:nvSpPr>
          <p:spPr>
            <a:xfrm>
              <a:off x="0" y="128"/>
              <a:ext cx="1412700" cy="419400"/>
            </a:xfrm>
            <a:prstGeom prst="rect">
              <a:avLst/>
            </a:prstGeom>
            <a:noFill/>
            <a:ln>
              <a:noFill/>
            </a:ln>
          </p:spPr>
          <p:txBody>
            <a:bodyPr spcFirstLastPara="1" wrap="square" lIns="100475" tIns="99550" rIns="100475" bIns="99550" anchor="ctr" anchorCtr="0">
              <a:noAutofit/>
            </a:bodyPr>
            <a:lstStyle/>
            <a:p>
              <a:pPr marL="0" marR="0" lvl="0" indent="0" algn="ctr" rtl="0">
                <a:lnSpc>
                  <a:spcPct val="90000"/>
                </a:lnSpc>
                <a:spcBef>
                  <a:spcPts val="0"/>
                </a:spcBef>
                <a:spcAft>
                  <a:spcPts val="0"/>
                </a:spcAft>
                <a:buClr>
                  <a:schemeClr val="lt1"/>
                </a:buClr>
                <a:buSzPts val="1400"/>
                <a:buFont typeface="Arial"/>
                <a:buNone/>
              </a:pPr>
              <a:r>
                <a:rPr lang="en-US" sz="1400">
                  <a:solidFill>
                    <a:schemeClr val="lt1"/>
                  </a:solidFill>
                  <a:latin typeface="Arial"/>
                  <a:ea typeface="Arial"/>
                  <a:cs typeface="Arial"/>
                  <a:sym typeface="Arial"/>
                </a:rPr>
                <a:t>Step 1</a:t>
              </a:r>
              <a:endParaRPr/>
            </a:p>
          </p:txBody>
        </p:sp>
        <p:sp>
          <p:nvSpPr>
            <p:cNvPr id="2666" name="Google Shape;2666;p248"/>
            <p:cNvSpPr/>
            <p:nvPr/>
          </p:nvSpPr>
          <p:spPr>
            <a:xfrm>
              <a:off x="1412747" y="128"/>
              <a:ext cx="4238244" cy="419256"/>
            </a:xfrm>
            <a:prstGeom prst="rect">
              <a:avLst/>
            </a:prstGeom>
            <a:solidFill>
              <a:srgbClr val="CADDE2">
                <a:alpha val="90196"/>
              </a:srgbClr>
            </a:solidFill>
            <a:ln w="12700" cap="sq" cmpd="sng">
              <a:solidFill>
                <a:srgbClr val="CADDE2">
                  <a:alpha val="90196"/>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248"/>
            <p:cNvSpPr txBox="1"/>
            <p:nvPr/>
          </p:nvSpPr>
          <p:spPr>
            <a:xfrm>
              <a:off x="1412747" y="128"/>
              <a:ext cx="4238244" cy="419256"/>
            </a:xfrm>
            <a:prstGeom prst="rect">
              <a:avLst/>
            </a:prstGeom>
            <a:noFill/>
            <a:ln>
              <a:noFill/>
            </a:ln>
          </p:spPr>
          <p:txBody>
            <a:bodyPr spcFirstLastPara="1" wrap="square" lIns="85950" tIns="139700" rIns="85950" bIns="139700" anchor="ctr" anchorCtr="0">
              <a:noAutofit/>
            </a:bodyPr>
            <a:lstStyle/>
            <a:p>
              <a:pPr marL="0" marR="0" lvl="0" indent="0" algn="l" rtl="0">
                <a:lnSpc>
                  <a:spcPct val="90000"/>
                </a:lnSpc>
                <a:spcBef>
                  <a:spcPts val="0"/>
                </a:spcBef>
                <a:spcAft>
                  <a:spcPts val="0"/>
                </a:spcAft>
                <a:buClr>
                  <a:schemeClr val="dk1"/>
                </a:buClr>
                <a:buSzPts val="1100"/>
                <a:buFont typeface="Arial"/>
                <a:buNone/>
              </a:pPr>
              <a:r>
                <a:rPr lang="en-US" sz="1100">
                  <a:solidFill>
                    <a:schemeClr val="dk1"/>
                  </a:solidFill>
                  <a:latin typeface="Arial"/>
                  <a:ea typeface="Arial"/>
                  <a:cs typeface="Arial"/>
                  <a:sym typeface="Arial"/>
                </a:rPr>
                <a:t>Upload Loan Application PDF</a:t>
              </a:r>
              <a:endParaRPr/>
            </a:p>
          </p:txBody>
        </p:sp>
      </p:grpSp>
      <p:sp>
        <p:nvSpPr>
          <p:cNvPr id="2668" name="Google Shape;2668;p248"/>
          <p:cNvSpPr txBox="1">
            <a:spLocks noGrp="1"/>
          </p:cNvSpPr>
          <p:nvPr>
            <p:ph type="title"/>
          </p:nvPr>
        </p:nvSpPr>
        <p:spPr>
          <a:xfrm>
            <a:off x="381000" y="381000"/>
            <a:ext cx="8593200" cy="914400"/>
          </a:xfrm>
          <a:prstGeom prst="rect">
            <a:avLst/>
          </a:prstGeom>
          <a:solidFill>
            <a:srgbClr val="000000">
              <a:alpha val="0"/>
            </a:srgbClr>
          </a:solidFill>
          <a:ln>
            <a:noFill/>
          </a:ln>
        </p:spPr>
        <p:txBody>
          <a:bodyPr spcFirstLastPara="1" wrap="square" lIns="0" tIns="0" rIns="0" bIns="0" anchor="t" anchorCtr="0">
            <a:normAutofit/>
          </a:bodyPr>
          <a:lstStyle/>
          <a:p>
            <a:pPr marL="0" lvl="0" indent="0" algn="l" rtl="0">
              <a:spcBef>
                <a:spcPts val="0"/>
              </a:spcBef>
              <a:spcAft>
                <a:spcPts val="0"/>
              </a:spcAft>
              <a:buNone/>
            </a:pPr>
            <a:r>
              <a:rPr lang="en-US" sz="3600" b="1">
                <a:solidFill>
                  <a:srgbClr val="006E74"/>
                </a:solidFill>
                <a:latin typeface="Arial"/>
                <a:ea typeface="Arial"/>
                <a:cs typeface="Arial"/>
                <a:sym typeface="Arial"/>
              </a:rPr>
              <a:t>Live Demo</a:t>
            </a:r>
            <a:endParaRPr sz="3600" b="1">
              <a:solidFill>
                <a:srgbClr val="006E74"/>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72"/>
        <p:cNvGrpSpPr/>
        <p:nvPr/>
      </p:nvGrpSpPr>
      <p:grpSpPr>
        <a:xfrm>
          <a:off x="0" y="0"/>
          <a:ext cx="0" cy="0"/>
          <a:chOff x="0" y="0"/>
          <a:chExt cx="0" cy="0"/>
        </a:xfrm>
      </p:grpSpPr>
      <p:sp>
        <p:nvSpPr>
          <p:cNvPr id="2673" name="Google Shape;2673;p249"/>
          <p:cNvSpPr txBox="1">
            <a:spLocks noGrp="1"/>
          </p:cNvSpPr>
          <p:nvPr>
            <p:ph type="title"/>
          </p:nvPr>
        </p:nvSpPr>
        <p:spPr>
          <a:xfrm>
            <a:off x="381000" y="381000"/>
            <a:ext cx="8593200" cy="914400"/>
          </a:xfrm>
          <a:prstGeom prst="rect">
            <a:avLst/>
          </a:prstGeom>
          <a:solidFill>
            <a:srgbClr val="000000">
              <a:alpha val="0"/>
            </a:srgbClr>
          </a:solidFill>
          <a:ln>
            <a:noFill/>
          </a:ln>
        </p:spPr>
        <p:txBody>
          <a:bodyPr spcFirstLastPara="1" wrap="square" lIns="0" tIns="0" rIns="0" bIns="0" anchor="t" anchorCtr="0">
            <a:normAutofit/>
          </a:bodyPr>
          <a:lstStyle/>
          <a:p>
            <a:pPr marL="0" lvl="0" indent="0" algn="l" rtl="0">
              <a:spcBef>
                <a:spcPts val="0"/>
              </a:spcBef>
              <a:spcAft>
                <a:spcPts val="0"/>
              </a:spcAft>
              <a:buNone/>
            </a:pPr>
            <a:r>
              <a:rPr lang="en-US" sz="3600" b="1" i="0">
                <a:solidFill>
                  <a:srgbClr val="006E74"/>
                </a:solidFill>
                <a:latin typeface="Inter"/>
                <a:ea typeface="Inter"/>
                <a:cs typeface="Inter"/>
                <a:sym typeface="Inter"/>
              </a:rPr>
              <a:t>Memory &amp; Context Handling</a:t>
            </a:r>
            <a:endParaRPr sz="3600" b="1" i="0">
              <a:solidFill>
                <a:srgbClr val="006E74"/>
              </a:solidFill>
              <a:latin typeface="Inter"/>
              <a:ea typeface="Inter"/>
              <a:cs typeface="Inter"/>
              <a:sym typeface="Inter"/>
            </a:endParaRPr>
          </a:p>
        </p:txBody>
      </p:sp>
      <p:grpSp>
        <p:nvGrpSpPr>
          <p:cNvPr id="2674" name="Google Shape;2674;p249"/>
          <p:cNvGrpSpPr/>
          <p:nvPr/>
        </p:nvGrpSpPr>
        <p:grpSpPr>
          <a:xfrm>
            <a:off x="381000" y="1333500"/>
            <a:ext cx="8386913" cy="3624338"/>
            <a:chOff x="381000" y="1333500"/>
            <a:chExt cx="8386913" cy="3624338"/>
          </a:xfrm>
        </p:grpSpPr>
        <p:sp>
          <p:nvSpPr>
            <p:cNvPr id="2675" name="Google Shape;2675;p249"/>
            <p:cNvSpPr/>
            <p:nvPr/>
          </p:nvSpPr>
          <p:spPr>
            <a:xfrm>
              <a:off x="381000" y="1333500"/>
              <a:ext cx="8382000" cy="571500"/>
            </a:xfrm>
            <a:prstGeom prst="roundRect">
              <a:avLst>
                <a:gd name="adj" fmla="val 13333"/>
              </a:avLst>
            </a:prstGeom>
            <a:solidFill>
              <a:srgbClr val="0097A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76" name="Google Shape;2676;p249"/>
            <p:cNvSpPr txBox="1"/>
            <p:nvPr/>
          </p:nvSpPr>
          <p:spPr>
            <a:xfrm>
              <a:off x="381000" y="1333500"/>
              <a:ext cx="8382000" cy="571500"/>
            </a:xfrm>
            <a:prstGeom prst="rect">
              <a:avLst/>
            </a:prstGeom>
            <a:noFill/>
            <a:ln>
              <a:noFill/>
            </a:ln>
          </p:spPr>
          <p:txBody>
            <a:bodyPr spcFirstLastPara="1" wrap="square" lIns="190500" tIns="0" rIns="0" bIns="0" anchor="ctr" anchorCtr="0">
              <a:noAutofit/>
            </a:bodyPr>
            <a:lstStyle/>
            <a:p>
              <a:pPr marL="0" lvl="0" indent="0" algn="l" rtl="0">
                <a:spcBef>
                  <a:spcPts val="0"/>
                </a:spcBef>
                <a:spcAft>
                  <a:spcPts val="0"/>
                </a:spcAft>
                <a:buNone/>
              </a:pPr>
              <a:r>
                <a:rPr lang="en-US" sz="1600" b="0">
                  <a:solidFill>
                    <a:srgbClr val="FFFFFF"/>
                  </a:solidFill>
                  <a:latin typeface="Inter Medium"/>
                  <a:ea typeface="Inter Medium"/>
                  <a:cs typeface="Inter Medium"/>
                  <a:sym typeface="Inter Medium"/>
                </a:rPr>
                <a:t>Workflow state is maintained across LangGraph nodes.</a:t>
              </a:r>
              <a:endParaRPr sz="1600" b="0">
                <a:solidFill>
                  <a:srgbClr val="FFFFFF"/>
                </a:solidFill>
                <a:latin typeface="Inter Medium"/>
                <a:ea typeface="Inter Medium"/>
                <a:cs typeface="Inter Medium"/>
                <a:sym typeface="Inter Medium"/>
              </a:endParaRPr>
            </a:p>
          </p:txBody>
        </p:sp>
        <p:grpSp>
          <p:nvGrpSpPr>
            <p:cNvPr id="2677" name="Google Shape;2677;p249"/>
            <p:cNvGrpSpPr/>
            <p:nvPr/>
          </p:nvGrpSpPr>
          <p:grpSpPr>
            <a:xfrm>
              <a:off x="381000" y="2095500"/>
              <a:ext cx="4048200" cy="2857500"/>
              <a:chOff x="0" y="0"/>
              <a:chExt cx="4048200" cy="2857500"/>
            </a:xfrm>
          </p:grpSpPr>
          <p:sp>
            <p:nvSpPr>
              <p:cNvPr id="2678" name="Google Shape;2678;p249"/>
              <p:cNvSpPr/>
              <p:nvPr/>
            </p:nvSpPr>
            <p:spPr>
              <a:xfrm>
                <a:off x="0" y="0"/>
                <a:ext cx="4048200" cy="2857500"/>
              </a:xfrm>
              <a:prstGeom prst="roundRect">
                <a:avLst>
                  <a:gd name="adj" fmla="val 4000"/>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79" name="Google Shape;2679;p249"/>
              <p:cNvSpPr txBox="1"/>
              <p:nvPr/>
            </p:nvSpPr>
            <p:spPr>
              <a:xfrm>
                <a:off x="0" y="0"/>
                <a:ext cx="4048200" cy="2857500"/>
              </a:xfrm>
              <a:prstGeom prst="rect">
                <a:avLst/>
              </a:prstGeom>
              <a:noFill/>
              <a:ln>
                <a:noFill/>
              </a:ln>
            </p:spPr>
            <p:txBody>
              <a:bodyPr spcFirstLastPara="1" wrap="square" lIns="238125" tIns="238125" rIns="238125" bIns="238125" anchor="t" anchorCtr="0">
                <a:noAutofit/>
              </a:bodyPr>
              <a:lstStyle/>
              <a:p>
                <a:pPr marL="0" lvl="0" indent="0" algn="l" rtl="0">
                  <a:spcBef>
                    <a:spcPts val="0"/>
                  </a:spcBef>
                  <a:spcAft>
                    <a:spcPts val="0"/>
                  </a:spcAft>
                  <a:buNone/>
                </a:pPr>
                <a:r>
                  <a:rPr lang="en-US" sz="1800" b="1" dirty="0">
                    <a:solidFill>
                      <a:srgbClr val="0097AC"/>
                    </a:solidFill>
                    <a:latin typeface="Inter"/>
                    <a:ea typeface="Inter"/>
                    <a:cs typeface="Inter"/>
                    <a:sym typeface="Inter"/>
                  </a:rPr>
                  <a:t>State includes:</a:t>
                </a:r>
                <a:endParaRPr sz="1800" b="1" dirty="0">
                  <a:solidFill>
                    <a:srgbClr val="0097AC"/>
                  </a:solidFill>
                  <a:latin typeface="Inter"/>
                  <a:ea typeface="Inter"/>
                  <a:cs typeface="Inter"/>
                  <a:sym typeface="Inter"/>
                </a:endParaRPr>
              </a:p>
              <a:p>
                <a:pPr marL="0" lvl="0" indent="0" algn="l" rtl="0">
                  <a:spcBef>
                    <a:spcPts val="1500"/>
                  </a:spcBef>
                  <a:spcAft>
                    <a:spcPts val="0"/>
                  </a:spcAft>
                  <a:buNone/>
                </a:pPr>
                <a:r>
                  <a:rPr lang="en-US" sz="1300" dirty="0" smtClean="0">
                    <a:solidFill>
                      <a:srgbClr val="334155"/>
                    </a:solidFill>
                    <a:latin typeface="Inter"/>
                    <a:ea typeface="Inter"/>
                    <a:cs typeface="Inter"/>
                    <a:sym typeface="Inter"/>
                  </a:rPr>
                  <a:t>Applicant details</a:t>
                </a:r>
                <a:endParaRPr dirty="0">
                  <a:latin typeface="Inter"/>
                  <a:ea typeface="Inter"/>
                  <a:cs typeface="Inter"/>
                  <a:sym typeface="Inter"/>
                </a:endParaRPr>
              </a:p>
              <a:p>
                <a:pPr marL="0" lvl="0" indent="0" algn="l" rtl="0">
                  <a:spcBef>
                    <a:spcPts val="900"/>
                  </a:spcBef>
                  <a:spcAft>
                    <a:spcPts val="0"/>
                  </a:spcAft>
                  <a:buNone/>
                </a:pPr>
                <a:r>
                  <a:rPr lang="en-US" sz="1300" dirty="0" smtClean="0">
                    <a:solidFill>
                      <a:srgbClr val="334155"/>
                    </a:solidFill>
                    <a:latin typeface="Inter"/>
                    <a:ea typeface="Inter"/>
                    <a:cs typeface="Inter"/>
                    <a:sym typeface="Inter"/>
                  </a:rPr>
                  <a:t>Financial </a:t>
                </a:r>
                <a:r>
                  <a:rPr lang="en-US" sz="1300" dirty="0">
                    <a:solidFill>
                      <a:srgbClr val="334155"/>
                    </a:solidFill>
                    <a:latin typeface="Inter"/>
                    <a:ea typeface="Inter"/>
                    <a:cs typeface="Inter"/>
                    <a:sym typeface="Inter"/>
                  </a:rPr>
                  <a:t>analysis results</a:t>
                </a:r>
                <a:endParaRPr dirty="0">
                  <a:latin typeface="Inter"/>
                  <a:ea typeface="Inter"/>
                  <a:cs typeface="Inter"/>
                  <a:sym typeface="Inter"/>
                </a:endParaRPr>
              </a:p>
              <a:p>
                <a:pPr marL="0" lvl="0" indent="0" algn="l" rtl="0">
                  <a:spcBef>
                    <a:spcPts val="900"/>
                  </a:spcBef>
                  <a:spcAft>
                    <a:spcPts val="0"/>
                  </a:spcAft>
                  <a:buNone/>
                </a:pPr>
                <a:r>
                  <a:rPr lang="en-US" sz="1300" dirty="0" smtClean="0">
                    <a:solidFill>
                      <a:srgbClr val="334155"/>
                    </a:solidFill>
                    <a:latin typeface="Inter"/>
                    <a:ea typeface="Inter"/>
                    <a:cs typeface="Inter"/>
                    <a:sym typeface="Inter"/>
                  </a:rPr>
                  <a:t>Fraud </a:t>
                </a:r>
                <a:r>
                  <a:rPr lang="en-US" sz="1300" dirty="0">
                    <a:solidFill>
                      <a:srgbClr val="334155"/>
                    </a:solidFill>
                    <a:latin typeface="Inter"/>
                    <a:ea typeface="Inter"/>
                    <a:cs typeface="Inter"/>
                    <a:sym typeface="Inter"/>
                  </a:rPr>
                  <a:t>verification status</a:t>
                </a:r>
                <a:endParaRPr dirty="0">
                  <a:latin typeface="Inter"/>
                  <a:ea typeface="Inter"/>
                  <a:cs typeface="Inter"/>
                  <a:sym typeface="Inter"/>
                </a:endParaRPr>
              </a:p>
              <a:p>
                <a:pPr marL="0" lvl="0" indent="0" algn="l" rtl="0">
                  <a:spcBef>
                    <a:spcPts val="900"/>
                  </a:spcBef>
                  <a:spcAft>
                    <a:spcPts val="0"/>
                  </a:spcAft>
                  <a:buNone/>
                </a:pPr>
                <a:r>
                  <a:rPr lang="en-US" sz="1300" dirty="0" smtClean="0">
                    <a:solidFill>
                      <a:srgbClr val="334155"/>
                    </a:solidFill>
                    <a:latin typeface="Inter"/>
                    <a:ea typeface="Inter"/>
                    <a:cs typeface="Inter"/>
                    <a:sym typeface="Inter"/>
                  </a:rPr>
                  <a:t>Risk </a:t>
                </a:r>
                <a:r>
                  <a:rPr lang="en-US" sz="1300" dirty="0">
                    <a:solidFill>
                      <a:srgbClr val="334155"/>
                    </a:solidFill>
                    <a:latin typeface="Inter"/>
                    <a:ea typeface="Inter"/>
                    <a:cs typeface="Inter"/>
                    <a:sym typeface="Inter"/>
                  </a:rPr>
                  <a:t>classification</a:t>
                </a:r>
                <a:endParaRPr dirty="0">
                  <a:latin typeface="Inter"/>
                  <a:ea typeface="Inter"/>
                  <a:cs typeface="Inter"/>
                  <a:sym typeface="Inter"/>
                </a:endParaRPr>
              </a:p>
              <a:p>
                <a:pPr marL="0" lvl="0" indent="0" algn="l" rtl="0">
                  <a:spcBef>
                    <a:spcPts val="900"/>
                  </a:spcBef>
                  <a:spcAft>
                    <a:spcPts val="0"/>
                  </a:spcAft>
                  <a:buNone/>
                </a:pPr>
                <a:r>
                  <a:rPr lang="en-US" sz="1300" dirty="0" smtClean="0">
                    <a:solidFill>
                      <a:srgbClr val="334155"/>
                    </a:solidFill>
                    <a:latin typeface="Inter"/>
                    <a:ea typeface="Inter"/>
                    <a:cs typeface="Inter"/>
                    <a:sym typeface="Inter"/>
                  </a:rPr>
                  <a:t>Recommendation </a:t>
                </a:r>
                <a:r>
                  <a:rPr lang="en-US" sz="1300" dirty="0">
                    <a:solidFill>
                      <a:srgbClr val="334155"/>
                    </a:solidFill>
                    <a:latin typeface="Inter"/>
                    <a:ea typeface="Inter"/>
                    <a:cs typeface="Inter"/>
                    <a:sym typeface="Inter"/>
                  </a:rPr>
                  <a:t>output</a:t>
                </a:r>
                <a:endParaRPr dirty="0">
                  <a:latin typeface="Inter"/>
                  <a:ea typeface="Inter"/>
                  <a:cs typeface="Inter"/>
                  <a:sym typeface="Inter"/>
                </a:endParaRPr>
              </a:p>
            </p:txBody>
          </p:sp>
        </p:grpSp>
        <p:grpSp>
          <p:nvGrpSpPr>
            <p:cNvPr id="2680" name="Google Shape;2680;p249"/>
            <p:cNvGrpSpPr/>
            <p:nvPr/>
          </p:nvGrpSpPr>
          <p:grpSpPr>
            <a:xfrm>
              <a:off x="4710113" y="2090738"/>
              <a:ext cx="4057800" cy="2867100"/>
              <a:chOff x="-4762" y="-4762"/>
              <a:chExt cx="4057800" cy="2867100"/>
            </a:xfrm>
          </p:grpSpPr>
          <p:pic>
            <p:nvPicPr>
              <p:cNvPr id="2681" name="Google Shape;2681;p249"/>
              <p:cNvPicPr preferRelativeResize="0"/>
              <p:nvPr/>
            </p:nvPicPr>
            <p:blipFill rotWithShape="1">
              <a:blip r:embed="rId4">
                <a:alphaModFix/>
              </a:blip>
              <a:srcRect/>
              <a:stretch/>
            </p:blipFill>
            <p:spPr>
              <a:xfrm>
                <a:off x="-4762" y="-4762"/>
                <a:ext cx="4057800" cy="2867100"/>
              </a:xfrm>
              <a:prstGeom prst="rect">
                <a:avLst/>
              </a:prstGeom>
              <a:noFill/>
              <a:ln>
                <a:noFill/>
              </a:ln>
            </p:spPr>
          </p:pic>
          <p:sp>
            <p:nvSpPr>
              <p:cNvPr id="2682" name="Google Shape;2682;p249"/>
              <p:cNvSpPr txBox="1"/>
              <p:nvPr/>
            </p:nvSpPr>
            <p:spPr>
              <a:xfrm>
                <a:off x="0" y="0"/>
                <a:ext cx="4048200" cy="2857500"/>
              </a:xfrm>
              <a:prstGeom prst="rect">
                <a:avLst/>
              </a:prstGeom>
              <a:noFill/>
              <a:ln>
                <a:noFill/>
              </a:ln>
            </p:spPr>
            <p:txBody>
              <a:bodyPr spcFirstLastPara="1" wrap="square" lIns="238125" tIns="238125" rIns="238125" bIns="238125" anchor="t" anchorCtr="0">
                <a:noAutofit/>
              </a:bodyPr>
              <a:lstStyle/>
              <a:p>
                <a:pPr marL="0" lvl="0" indent="0" algn="l" rtl="0">
                  <a:spcBef>
                    <a:spcPts val="0"/>
                  </a:spcBef>
                  <a:spcAft>
                    <a:spcPts val="0"/>
                  </a:spcAft>
                  <a:buNone/>
                </a:pPr>
                <a:r>
                  <a:rPr lang="en-US" sz="1800" b="1">
                    <a:solidFill>
                      <a:srgbClr val="006E74"/>
                    </a:solidFill>
                    <a:latin typeface="Inter"/>
                    <a:ea typeface="Inter"/>
                    <a:cs typeface="Inter"/>
                    <a:sym typeface="Inter"/>
                  </a:rPr>
                  <a:t>Benefits:</a:t>
                </a:r>
                <a:endParaRPr sz="1800" b="1">
                  <a:solidFill>
                    <a:srgbClr val="006E74"/>
                  </a:solidFill>
                  <a:latin typeface="Inter"/>
                  <a:ea typeface="Inter"/>
                  <a:cs typeface="Inter"/>
                  <a:sym typeface="Inter"/>
                </a:endParaRPr>
              </a:p>
              <a:p>
                <a:pPr marL="0" lvl="0" indent="0" algn="l" rtl="0">
                  <a:spcBef>
                    <a:spcPts val="1500"/>
                  </a:spcBef>
                  <a:spcAft>
                    <a:spcPts val="0"/>
                  </a:spcAft>
                  <a:buNone/>
                </a:pPr>
                <a:r>
                  <a:rPr lang="en-US" sz="1400" b="0">
                    <a:solidFill>
                      <a:srgbClr val="006E74"/>
                    </a:solidFill>
                    <a:latin typeface="Inter SemiBold"/>
                    <a:ea typeface="Inter SemiBold"/>
                    <a:cs typeface="Inter SemiBold"/>
                    <a:sym typeface="Inter SemiBold"/>
                  </a:rPr>
                  <a:t>Shared workflow state</a:t>
                </a:r>
                <a:r>
                  <a:rPr lang="en-US" sz="1100">
                    <a:solidFill>
                      <a:srgbClr val="475569"/>
                    </a:solidFill>
                    <a:latin typeface="Inter"/>
                    <a:ea typeface="Inter"/>
                    <a:cs typeface="Inter"/>
                    <a:sym typeface="Inter"/>
                  </a:rPr>
                  <a:t>Unified visibility across all processing agents.</a:t>
                </a:r>
                <a:endParaRPr>
                  <a:latin typeface="Inter"/>
                  <a:ea typeface="Inter"/>
                  <a:cs typeface="Inter"/>
                  <a:sym typeface="Inter"/>
                </a:endParaRPr>
              </a:p>
              <a:p>
                <a:pPr marL="0" lvl="0" indent="0" algn="l" rtl="0">
                  <a:spcBef>
                    <a:spcPts val="1500"/>
                  </a:spcBef>
                  <a:spcAft>
                    <a:spcPts val="0"/>
                  </a:spcAft>
                  <a:buNone/>
                </a:pPr>
                <a:r>
                  <a:rPr lang="en-US" sz="1400" b="0">
                    <a:solidFill>
                      <a:srgbClr val="006E74"/>
                    </a:solidFill>
                    <a:latin typeface="Inter SemiBold"/>
                    <a:ea typeface="Inter SemiBold"/>
                    <a:cs typeface="Inter SemiBold"/>
                    <a:sym typeface="Inter SemiBold"/>
                  </a:rPr>
                  <a:t>Stateful orchestration</a:t>
                </a:r>
                <a:r>
                  <a:rPr lang="en-US" sz="1100">
                    <a:solidFill>
                      <a:srgbClr val="475569"/>
                    </a:solidFill>
                    <a:latin typeface="Inter"/>
                    <a:ea typeface="Inter"/>
                    <a:cs typeface="Inter"/>
                    <a:sym typeface="Inter"/>
                  </a:rPr>
                  <a:t>Seamless handoffs between complex decision nodes.</a:t>
                </a:r>
                <a:endParaRPr>
                  <a:latin typeface="Inter"/>
                  <a:ea typeface="Inter"/>
                  <a:cs typeface="Inter"/>
                  <a:sym typeface="Inter"/>
                </a:endParaRPr>
              </a:p>
              <a:p>
                <a:pPr marL="0" lvl="0" indent="0" algn="l" rtl="0">
                  <a:spcBef>
                    <a:spcPts val="1500"/>
                  </a:spcBef>
                  <a:spcAft>
                    <a:spcPts val="0"/>
                  </a:spcAft>
                  <a:buNone/>
                </a:pPr>
                <a:r>
                  <a:rPr lang="en-US" sz="1400" b="0">
                    <a:solidFill>
                      <a:srgbClr val="006E74"/>
                    </a:solidFill>
                    <a:latin typeface="Inter SemiBold"/>
                    <a:ea typeface="Inter SemiBold"/>
                    <a:cs typeface="Inter SemiBold"/>
                    <a:sym typeface="Inter SemiBold"/>
                  </a:rPr>
                  <a:t>Node synchronization</a:t>
                </a:r>
                <a:r>
                  <a:rPr lang="en-US" sz="1100">
                    <a:solidFill>
                      <a:srgbClr val="475569"/>
                    </a:solidFill>
                    <a:latin typeface="Inter"/>
                    <a:ea typeface="Inter"/>
                    <a:cs typeface="Inter"/>
                    <a:sym typeface="Inter"/>
                  </a:rPr>
                  <a:t>Ensures data integrity during parallel execution.</a:t>
                </a:r>
                <a:endParaRPr>
                  <a:latin typeface="Inter"/>
                  <a:ea typeface="Inter"/>
                  <a:cs typeface="Inter"/>
                  <a:sym typeface="Inter"/>
                </a:endParaRPr>
              </a:p>
            </p:txBody>
          </p:sp>
        </p:gr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86"/>
        <p:cNvGrpSpPr/>
        <p:nvPr/>
      </p:nvGrpSpPr>
      <p:grpSpPr>
        <a:xfrm>
          <a:off x="0" y="0"/>
          <a:ext cx="0" cy="0"/>
          <a:chOff x="0" y="0"/>
          <a:chExt cx="0" cy="0"/>
        </a:xfrm>
      </p:grpSpPr>
      <p:grpSp>
        <p:nvGrpSpPr>
          <p:cNvPr id="2687" name="Google Shape;2687;p250"/>
          <p:cNvGrpSpPr/>
          <p:nvPr/>
        </p:nvGrpSpPr>
        <p:grpSpPr>
          <a:xfrm>
            <a:off x="276225" y="381000"/>
            <a:ext cx="8591400" cy="914400"/>
            <a:chOff x="276225" y="381000"/>
            <a:chExt cx="8591400" cy="914400"/>
          </a:xfrm>
        </p:grpSpPr>
        <p:sp>
          <p:nvSpPr>
            <p:cNvPr id="2688" name="Google Shape;2688;p250"/>
            <p:cNvSpPr/>
            <p:nvPr/>
          </p:nvSpPr>
          <p:spPr>
            <a:xfrm>
              <a:off x="276225" y="381000"/>
              <a:ext cx="8591400" cy="914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89" name="Google Shape;2689;p250"/>
            <p:cNvSpPr txBox="1"/>
            <p:nvPr/>
          </p:nvSpPr>
          <p:spPr>
            <a:xfrm>
              <a:off x="276225" y="381000"/>
              <a:ext cx="8591400" cy="914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3600" b="1">
                  <a:solidFill>
                    <a:srgbClr val="006E74"/>
                  </a:solidFill>
                  <a:latin typeface="Inter"/>
                  <a:ea typeface="Inter"/>
                  <a:cs typeface="Inter"/>
                  <a:sym typeface="Inter"/>
                </a:rPr>
                <a:t>Error Handling &amp; Robustness</a:t>
              </a:r>
              <a:endParaRPr sz="3600" b="1">
                <a:solidFill>
                  <a:srgbClr val="006E74"/>
                </a:solidFill>
                <a:latin typeface="Inter"/>
                <a:ea typeface="Inter"/>
                <a:cs typeface="Inter"/>
                <a:sym typeface="Inter"/>
              </a:endParaRPr>
            </a:p>
          </p:txBody>
        </p:sp>
      </p:grpSp>
      <p:grpSp>
        <p:nvGrpSpPr>
          <p:cNvPr id="2690" name="Google Shape;2690;p250"/>
          <p:cNvGrpSpPr/>
          <p:nvPr/>
        </p:nvGrpSpPr>
        <p:grpSpPr>
          <a:xfrm>
            <a:off x="571500" y="1714500"/>
            <a:ext cx="8001150" cy="3619500"/>
            <a:chOff x="571500" y="1714500"/>
            <a:chExt cx="8001150" cy="3619500"/>
          </a:xfrm>
        </p:grpSpPr>
        <p:grpSp>
          <p:nvGrpSpPr>
            <p:cNvPr id="2691" name="Google Shape;2691;p250"/>
            <p:cNvGrpSpPr/>
            <p:nvPr/>
          </p:nvGrpSpPr>
          <p:grpSpPr>
            <a:xfrm>
              <a:off x="571500" y="1714500"/>
              <a:ext cx="3905400" cy="1714500"/>
              <a:chOff x="571500" y="1714500"/>
              <a:chExt cx="3905400" cy="1714500"/>
            </a:xfrm>
          </p:grpSpPr>
          <p:sp>
            <p:nvSpPr>
              <p:cNvPr id="2692" name="Google Shape;2692;p250"/>
              <p:cNvSpPr/>
              <p:nvPr/>
            </p:nvSpPr>
            <p:spPr>
              <a:xfrm>
                <a:off x="571500" y="1714500"/>
                <a:ext cx="3905400" cy="1714500"/>
              </a:xfrm>
              <a:prstGeom prst="roundRect">
                <a:avLst>
                  <a:gd name="adj" fmla="val 666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93" name="Google Shape;2693;p250"/>
              <p:cNvSpPr txBox="1"/>
              <p:nvPr/>
            </p:nvSpPr>
            <p:spPr>
              <a:xfrm>
                <a:off x="571500" y="1714500"/>
                <a:ext cx="3905400" cy="1714500"/>
              </a:xfrm>
              <a:prstGeom prst="rect">
                <a:avLst/>
              </a:prstGeom>
              <a:noFill/>
              <a:ln>
                <a:noFill/>
              </a:ln>
            </p:spPr>
            <p:txBody>
              <a:bodyPr spcFirstLastPara="1" wrap="square" lIns="238125" tIns="238125" rIns="238125" bIns="238125" anchor="ctr" anchorCtr="0">
                <a:noAutofit/>
              </a:bodyPr>
              <a:lstStyle/>
              <a:p>
                <a:pPr marL="0" lvl="0" indent="0" algn="l" rtl="0">
                  <a:spcBef>
                    <a:spcPts val="600"/>
                  </a:spcBef>
                  <a:spcAft>
                    <a:spcPts val="0"/>
                  </a:spcAft>
                  <a:buNone/>
                </a:pPr>
                <a:r>
                  <a:rPr lang="en-US" sz="1600" b="1" dirty="0" smtClean="0">
                    <a:solidFill>
                      <a:srgbClr val="0F172A"/>
                    </a:solidFill>
                    <a:latin typeface="Inter"/>
                    <a:ea typeface="Inter"/>
                    <a:cs typeface="Inter"/>
                    <a:sym typeface="Inter"/>
                  </a:rPr>
                  <a:t>Input </a:t>
                </a:r>
                <a:r>
                  <a:rPr lang="en-US" sz="1600" b="1" dirty="0">
                    <a:solidFill>
                      <a:srgbClr val="0F172A"/>
                    </a:solidFill>
                    <a:latin typeface="Inter"/>
                    <a:ea typeface="Inter"/>
                    <a:cs typeface="Inter"/>
                    <a:sym typeface="Inter"/>
                  </a:rPr>
                  <a:t>Integrity</a:t>
                </a:r>
                <a:endParaRPr sz="1600" b="1" dirty="0">
                  <a:solidFill>
                    <a:srgbClr val="0F172A"/>
                  </a:solidFill>
                  <a:latin typeface="Inter"/>
                  <a:ea typeface="Inter"/>
                  <a:cs typeface="Inter"/>
                  <a:sym typeface="Inter"/>
                </a:endParaRPr>
              </a:p>
              <a:p>
                <a:pPr marL="0" lvl="0" indent="0" algn="l" rtl="0">
                  <a:spcBef>
                    <a:spcPts val="600"/>
                  </a:spcBef>
                  <a:spcAft>
                    <a:spcPts val="0"/>
                  </a:spcAft>
                  <a:buNone/>
                </a:pPr>
                <a:r>
                  <a:rPr lang="en-US" sz="1200" b="0" dirty="0">
                    <a:solidFill>
                      <a:srgbClr val="475569"/>
                    </a:solidFill>
                    <a:latin typeface="Inter"/>
                    <a:ea typeface="Inter"/>
                    <a:cs typeface="Inter"/>
                    <a:sym typeface="Inter"/>
                  </a:rPr>
                  <a:t>Validation checks for invalid inputs to ensure data quality from the start.</a:t>
                </a:r>
                <a:endParaRPr sz="1200" b="0" dirty="0">
                  <a:solidFill>
                    <a:srgbClr val="475569"/>
                  </a:solidFill>
                  <a:latin typeface="Inter"/>
                  <a:ea typeface="Inter"/>
                  <a:cs typeface="Inter"/>
                  <a:sym typeface="Inter"/>
                </a:endParaRPr>
              </a:p>
            </p:txBody>
          </p:sp>
        </p:grpSp>
        <p:grpSp>
          <p:nvGrpSpPr>
            <p:cNvPr id="2694" name="Google Shape;2694;p250"/>
            <p:cNvGrpSpPr/>
            <p:nvPr/>
          </p:nvGrpSpPr>
          <p:grpSpPr>
            <a:xfrm>
              <a:off x="4667250" y="1714500"/>
              <a:ext cx="3905400" cy="1714500"/>
              <a:chOff x="4667250" y="1714500"/>
              <a:chExt cx="3905400" cy="1714500"/>
            </a:xfrm>
          </p:grpSpPr>
          <p:sp>
            <p:nvSpPr>
              <p:cNvPr id="2695" name="Google Shape;2695;p250"/>
              <p:cNvSpPr/>
              <p:nvPr/>
            </p:nvSpPr>
            <p:spPr>
              <a:xfrm>
                <a:off x="4667250" y="1714500"/>
                <a:ext cx="3905400" cy="1714500"/>
              </a:xfrm>
              <a:prstGeom prst="roundRect">
                <a:avLst>
                  <a:gd name="adj" fmla="val 666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96" name="Google Shape;2696;p250"/>
              <p:cNvSpPr txBox="1"/>
              <p:nvPr/>
            </p:nvSpPr>
            <p:spPr>
              <a:xfrm>
                <a:off x="4667250" y="1714500"/>
                <a:ext cx="3905400" cy="1714500"/>
              </a:xfrm>
              <a:prstGeom prst="rect">
                <a:avLst/>
              </a:prstGeom>
              <a:noFill/>
              <a:ln>
                <a:noFill/>
              </a:ln>
            </p:spPr>
            <p:txBody>
              <a:bodyPr spcFirstLastPara="1" wrap="square" lIns="238125" tIns="238125" rIns="238125" bIns="238125" anchor="ctr" anchorCtr="0">
                <a:noAutofit/>
              </a:bodyPr>
              <a:lstStyle/>
              <a:p>
                <a:pPr marL="0" lvl="0" indent="0" algn="l" rtl="0">
                  <a:spcBef>
                    <a:spcPts val="0"/>
                  </a:spcBef>
                  <a:spcAft>
                    <a:spcPts val="0"/>
                  </a:spcAft>
                  <a:buNone/>
                </a:pPr>
                <a:endParaRPr sz="2800" dirty="0">
                  <a:solidFill>
                    <a:srgbClr val="0097AC"/>
                  </a:solidFill>
                  <a:latin typeface="Material Icons"/>
                  <a:ea typeface="Material Icons"/>
                  <a:cs typeface="Material Icons"/>
                  <a:sym typeface="Material Icons"/>
                </a:endParaRPr>
              </a:p>
              <a:p>
                <a:pPr marL="0" lvl="0" indent="0" algn="l" rtl="0">
                  <a:spcBef>
                    <a:spcPts val="600"/>
                  </a:spcBef>
                  <a:spcAft>
                    <a:spcPts val="0"/>
                  </a:spcAft>
                  <a:buNone/>
                </a:pPr>
                <a:r>
                  <a:rPr lang="en-US" sz="1600" b="1" dirty="0">
                    <a:solidFill>
                      <a:srgbClr val="0F172A"/>
                    </a:solidFill>
                    <a:latin typeface="Inter"/>
                    <a:ea typeface="Inter"/>
                    <a:cs typeface="Inter"/>
                    <a:sym typeface="Inter"/>
                  </a:rPr>
                  <a:t>Graceful Failures</a:t>
                </a:r>
                <a:endParaRPr sz="1600" b="1" dirty="0">
                  <a:solidFill>
                    <a:srgbClr val="0F172A"/>
                  </a:solidFill>
                  <a:latin typeface="Inter"/>
                  <a:ea typeface="Inter"/>
                  <a:cs typeface="Inter"/>
                  <a:sym typeface="Inter"/>
                </a:endParaRPr>
              </a:p>
              <a:p>
                <a:pPr marL="0" lvl="0" indent="0" algn="l" rtl="0">
                  <a:spcBef>
                    <a:spcPts val="600"/>
                  </a:spcBef>
                  <a:spcAft>
                    <a:spcPts val="0"/>
                  </a:spcAft>
                  <a:buNone/>
                </a:pPr>
                <a:r>
                  <a:rPr lang="en-US" sz="1200" b="0" dirty="0">
                    <a:solidFill>
                      <a:srgbClr val="475569"/>
                    </a:solidFill>
                    <a:latin typeface="Inter"/>
                    <a:ea typeface="Inter"/>
                    <a:cs typeface="Inter"/>
                    <a:sym typeface="Inter"/>
                  </a:rPr>
                  <a:t>Smart handling for missing fields, preventing system crashes during processing.</a:t>
                </a:r>
                <a:endParaRPr sz="1200" b="0" dirty="0">
                  <a:solidFill>
                    <a:srgbClr val="475569"/>
                  </a:solidFill>
                  <a:latin typeface="Inter"/>
                  <a:ea typeface="Inter"/>
                  <a:cs typeface="Inter"/>
                  <a:sym typeface="Inter"/>
                </a:endParaRPr>
              </a:p>
            </p:txBody>
          </p:sp>
        </p:grpSp>
        <p:grpSp>
          <p:nvGrpSpPr>
            <p:cNvPr id="2697" name="Google Shape;2697;p250"/>
            <p:cNvGrpSpPr/>
            <p:nvPr/>
          </p:nvGrpSpPr>
          <p:grpSpPr>
            <a:xfrm>
              <a:off x="571500" y="3619500"/>
              <a:ext cx="3905400" cy="1714500"/>
              <a:chOff x="571500" y="3619500"/>
              <a:chExt cx="3905400" cy="1714500"/>
            </a:xfrm>
          </p:grpSpPr>
          <p:sp>
            <p:nvSpPr>
              <p:cNvPr id="2698" name="Google Shape;2698;p250"/>
              <p:cNvSpPr/>
              <p:nvPr/>
            </p:nvSpPr>
            <p:spPr>
              <a:xfrm>
                <a:off x="571500" y="3619500"/>
                <a:ext cx="3905400" cy="1714500"/>
              </a:xfrm>
              <a:prstGeom prst="roundRect">
                <a:avLst>
                  <a:gd name="adj" fmla="val 666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99" name="Google Shape;2699;p250"/>
              <p:cNvSpPr txBox="1"/>
              <p:nvPr/>
            </p:nvSpPr>
            <p:spPr>
              <a:xfrm>
                <a:off x="571500" y="3619500"/>
                <a:ext cx="3905400" cy="1714500"/>
              </a:xfrm>
              <a:prstGeom prst="rect">
                <a:avLst/>
              </a:prstGeom>
              <a:noFill/>
              <a:ln>
                <a:noFill/>
              </a:ln>
            </p:spPr>
            <p:txBody>
              <a:bodyPr spcFirstLastPara="1" wrap="square" lIns="238125" tIns="238125" rIns="238125" bIns="238125" anchor="ctr" anchorCtr="0">
                <a:noAutofit/>
              </a:bodyPr>
              <a:lstStyle/>
              <a:p>
                <a:pPr marL="0" lvl="0" indent="0" algn="l" rtl="0">
                  <a:spcBef>
                    <a:spcPts val="600"/>
                  </a:spcBef>
                  <a:spcAft>
                    <a:spcPts val="0"/>
                  </a:spcAft>
                  <a:buNone/>
                </a:pPr>
                <a:r>
                  <a:rPr lang="en-US" sz="1600" b="1" dirty="0" smtClean="0">
                    <a:solidFill>
                      <a:srgbClr val="0F172A"/>
                    </a:solidFill>
                    <a:latin typeface="Inter"/>
                    <a:ea typeface="Inter"/>
                    <a:cs typeface="Inter"/>
                    <a:sym typeface="Inter"/>
                  </a:rPr>
                  <a:t>API </a:t>
                </a:r>
                <a:r>
                  <a:rPr lang="en-US" sz="1600" b="1" dirty="0">
                    <a:solidFill>
                      <a:srgbClr val="0F172A"/>
                    </a:solidFill>
                    <a:latin typeface="Inter"/>
                    <a:ea typeface="Inter"/>
                    <a:cs typeface="Inter"/>
                    <a:sym typeface="Inter"/>
                  </a:rPr>
                  <a:t>Resilience</a:t>
                </a:r>
                <a:endParaRPr sz="1600" b="1" dirty="0">
                  <a:solidFill>
                    <a:srgbClr val="0F172A"/>
                  </a:solidFill>
                  <a:latin typeface="Inter"/>
                  <a:ea typeface="Inter"/>
                  <a:cs typeface="Inter"/>
                  <a:sym typeface="Inter"/>
                </a:endParaRPr>
              </a:p>
              <a:p>
                <a:pPr marL="0" lvl="0" indent="0" algn="l" rtl="0">
                  <a:spcBef>
                    <a:spcPts val="600"/>
                  </a:spcBef>
                  <a:spcAft>
                    <a:spcPts val="0"/>
                  </a:spcAft>
                  <a:buNone/>
                </a:pPr>
                <a:r>
                  <a:rPr lang="en-US" sz="1200" b="0" dirty="0">
                    <a:solidFill>
                      <a:srgbClr val="475569"/>
                    </a:solidFill>
                    <a:latin typeface="Inter"/>
                    <a:ea typeface="Inter"/>
                    <a:cs typeface="Inter"/>
                    <a:sym typeface="Inter"/>
                  </a:rPr>
                  <a:t>Automated retry and fallback mechanisms for external API dependencies.</a:t>
                </a:r>
                <a:endParaRPr sz="1200" b="0" dirty="0">
                  <a:solidFill>
                    <a:srgbClr val="475569"/>
                  </a:solidFill>
                  <a:latin typeface="Inter"/>
                  <a:ea typeface="Inter"/>
                  <a:cs typeface="Inter"/>
                  <a:sym typeface="Inter"/>
                </a:endParaRPr>
              </a:p>
            </p:txBody>
          </p:sp>
        </p:grpSp>
        <p:grpSp>
          <p:nvGrpSpPr>
            <p:cNvPr id="2700" name="Google Shape;2700;p250"/>
            <p:cNvGrpSpPr/>
            <p:nvPr/>
          </p:nvGrpSpPr>
          <p:grpSpPr>
            <a:xfrm>
              <a:off x="4667250" y="3619500"/>
              <a:ext cx="3905400" cy="1714500"/>
              <a:chOff x="4667250" y="3619500"/>
              <a:chExt cx="3905400" cy="1714500"/>
            </a:xfrm>
          </p:grpSpPr>
          <p:sp>
            <p:nvSpPr>
              <p:cNvPr id="2701" name="Google Shape;2701;p250"/>
              <p:cNvSpPr/>
              <p:nvPr/>
            </p:nvSpPr>
            <p:spPr>
              <a:xfrm>
                <a:off x="4667250" y="3619500"/>
                <a:ext cx="3905400" cy="1714500"/>
              </a:xfrm>
              <a:prstGeom prst="roundRect">
                <a:avLst>
                  <a:gd name="adj" fmla="val 666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02" name="Google Shape;2702;p250"/>
              <p:cNvSpPr txBox="1"/>
              <p:nvPr/>
            </p:nvSpPr>
            <p:spPr>
              <a:xfrm>
                <a:off x="4667250" y="3619500"/>
                <a:ext cx="3905400" cy="1714500"/>
              </a:xfrm>
              <a:prstGeom prst="rect">
                <a:avLst/>
              </a:prstGeom>
              <a:noFill/>
              <a:ln>
                <a:noFill/>
              </a:ln>
            </p:spPr>
            <p:txBody>
              <a:bodyPr spcFirstLastPara="1" wrap="square" lIns="238125" tIns="238125" rIns="238125" bIns="238125" anchor="ctr" anchorCtr="0">
                <a:noAutofit/>
              </a:bodyPr>
              <a:lstStyle/>
              <a:p>
                <a:pPr marL="0" lvl="0" indent="0" algn="l" rtl="0">
                  <a:spcBef>
                    <a:spcPts val="600"/>
                  </a:spcBef>
                  <a:spcAft>
                    <a:spcPts val="0"/>
                  </a:spcAft>
                  <a:buNone/>
                </a:pPr>
                <a:r>
                  <a:rPr lang="en-US" sz="1600" b="1" dirty="0" err="1" smtClean="0">
                    <a:solidFill>
                      <a:srgbClr val="0F172A"/>
                    </a:solidFill>
                    <a:latin typeface="Inter"/>
                    <a:ea typeface="Inter"/>
                    <a:cs typeface="Inter"/>
                    <a:sym typeface="Inter"/>
                  </a:rPr>
                  <a:t>Stateful</a:t>
                </a:r>
                <a:r>
                  <a:rPr lang="en-US" sz="1600" b="1" dirty="0" smtClean="0">
                    <a:solidFill>
                      <a:srgbClr val="0F172A"/>
                    </a:solidFill>
                    <a:latin typeface="Inter"/>
                    <a:ea typeface="Inter"/>
                    <a:cs typeface="Inter"/>
                    <a:sym typeface="Inter"/>
                  </a:rPr>
                  <a:t> </a:t>
                </a:r>
                <a:r>
                  <a:rPr lang="en-US" sz="1600" b="1" dirty="0">
                    <a:solidFill>
                      <a:srgbClr val="0F172A"/>
                    </a:solidFill>
                    <a:latin typeface="Inter"/>
                    <a:ea typeface="Inter"/>
                    <a:cs typeface="Inter"/>
                    <a:sym typeface="Inter"/>
                  </a:rPr>
                  <a:t>Recovery</a:t>
                </a:r>
                <a:endParaRPr sz="1600" b="1" dirty="0">
                  <a:solidFill>
                    <a:srgbClr val="0F172A"/>
                  </a:solidFill>
                  <a:latin typeface="Inter"/>
                  <a:ea typeface="Inter"/>
                  <a:cs typeface="Inter"/>
                  <a:sym typeface="Inter"/>
                </a:endParaRPr>
              </a:p>
              <a:p>
                <a:pPr marL="0" lvl="0" indent="0" algn="l" rtl="0">
                  <a:spcBef>
                    <a:spcPts val="600"/>
                  </a:spcBef>
                  <a:spcAft>
                    <a:spcPts val="0"/>
                  </a:spcAft>
                  <a:buNone/>
                </a:pPr>
                <a:r>
                  <a:rPr lang="en-US" sz="1200" b="0" dirty="0">
                    <a:solidFill>
                      <a:srgbClr val="475569"/>
                    </a:solidFill>
                    <a:latin typeface="Inter"/>
                    <a:ea typeface="Inter"/>
                    <a:cs typeface="Inter"/>
                    <a:sym typeface="Inter"/>
                  </a:rPr>
                  <a:t>Persistent state tracking allows for seamless recovery during workflow interruptions.</a:t>
                </a:r>
                <a:endParaRPr sz="1200" b="0" dirty="0">
                  <a:solidFill>
                    <a:srgbClr val="475569"/>
                  </a:solidFill>
                  <a:latin typeface="Inter"/>
                  <a:ea typeface="Inter"/>
                  <a:cs typeface="Inter"/>
                  <a:sym typeface="Inter"/>
                </a:endParaRPr>
              </a:p>
            </p:txBody>
          </p:sp>
        </p:gr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06"/>
        <p:cNvGrpSpPr/>
        <p:nvPr/>
      </p:nvGrpSpPr>
      <p:grpSpPr>
        <a:xfrm>
          <a:off x="0" y="0"/>
          <a:ext cx="0" cy="0"/>
          <a:chOff x="0" y="0"/>
          <a:chExt cx="0" cy="0"/>
        </a:xfrm>
      </p:grpSpPr>
      <p:pic>
        <p:nvPicPr>
          <p:cNvPr id="2707" name="Google Shape;2707;p251"/>
          <p:cNvPicPr preferRelativeResize="0"/>
          <p:nvPr/>
        </p:nvPicPr>
        <p:blipFill rotWithShape="1">
          <a:blip r:embed="rId3">
            <a:alphaModFix/>
          </a:blip>
          <a:srcRect l="12503" r="12495"/>
          <a:stretch/>
        </p:blipFill>
        <p:spPr>
          <a:xfrm>
            <a:off x="0" y="0"/>
            <a:ext cx="9144000" cy="6858000"/>
          </a:xfrm>
          <a:prstGeom prst="rect">
            <a:avLst/>
          </a:prstGeom>
          <a:noFill/>
          <a:ln>
            <a:noFill/>
          </a:ln>
        </p:spPr>
      </p:pic>
      <p:sp>
        <p:nvSpPr>
          <p:cNvPr id="2708" name="Google Shape;2708;p251"/>
          <p:cNvSpPr txBox="1">
            <a:spLocks noGrp="1"/>
          </p:cNvSpPr>
          <p:nvPr>
            <p:ph type="title"/>
          </p:nvPr>
        </p:nvSpPr>
        <p:spPr>
          <a:xfrm>
            <a:off x="274320" y="365760"/>
            <a:ext cx="8593200" cy="914400"/>
          </a:xfrm>
          <a:prstGeom prst="rect">
            <a:avLst/>
          </a:prstGeom>
          <a:solidFill>
            <a:srgbClr val="000000">
              <a:alpha val="0"/>
            </a:srgbClr>
          </a:solidFill>
          <a:ln>
            <a:noFill/>
          </a:ln>
        </p:spPr>
        <p:txBody>
          <a:bodyPr spcFirstLastPara="1" wrap="square" lIns="0" tIns="0" rIns="0" bIns="0" anchor="t" anchorCtr="0">
            <a:normAutofit/>
          </a:bodyPr>
          <a:lstStyle/>
          <a:p>
            <a:pPr marL="0" lvl="0" indent="0" algn="l" rtl="0">
              <a:spcBef>
                <a:spcPts val="0"/>
              </a:spcBef>
              <a:spcAft>
                <a:spcPts val="0"/>
              </a:spcAft>
              <a:buNone/>
            </a:pPr>
            <a:r>
              <a:rPr lang="en-US" sz="3600" b="1">
                <a:solidFill>
                  <a:srgbClr val="006E74"/>
                </a:solidFill>
                <a:latin typeface="Inter"/>
                <a:ea typeface="Inter"/>
                <a:cs typeface="Inter"/>
                <a:sym typeface="Inter"/>
              </a:rPr>
              <a:t>Challenges Faced</a:t>
            </a:r>
            <a:endParaRPr sz="3600" b="1">
              <a:solidFill>
                <a:srgbClr val="006E74"/>
              </a:solidFill>
              <a:latin typeface="Inter"/>
              <a:ea typeface="Inter"/>
              <a:cs typeface="Inter"/>
              <a:sym typeface="Inter"/>
            </a:endParaRPr>
          </a:p>
        </p:txBody>
      </p:sp>
      <p:grpSp>
        <p:nvGrpSpPr>
          <p:cNvPr id="2709" name="Google Shape;2709;p251"/>
          <p:cNvGrpSpPr/>
          <p:nvPr/>
        </p:nvGrpSpPr>
        <p:grpSpPr>
          <a:xfrm>
            <a:off x="571500" y="1714500"/>
            <a:ext cx="8001150" cy="3619500"/>
            <a:chOff x="571500" y="1714500"/>
            <a:chExt cx="8001150" cy="3619500"/>
          </a:xfrm>
        </p:grpSpPr>
        <p:grpSp>
          <p:nvGrpSpPr>
            <p:cNvPr id="2710" name="Google Shape;2710;p251"/>
            <p:cNvGrpSpPr/>
            <p:nvPr/>
          </p:nvGrpSpPr>
          <p:grpSpPr>
            <a:xfrm>
              <a:off x="571500" y="1714500"/>
              <a:ext cx="3905400" cy="1714500"/>
              <a:chOff x="571500" y="1714500"/>
              <a:chExt cx="3905400" cy="1714500"/>
            </a:xfrm>
          </p:grpSpPr>
          <p:sp>
            <p:nvSpPr>
              <p:cNvPr id="2711" name="Google Shape;2711;p251"/>
              <p:cNvSpPr/>
              <p:nvPr/>
            </p:nvSpPr>
            <p:spPr>
              <a:xfrm>
                <a:off x="571500" y="1714500"/>
                <a:ext cx="3905400" cy="1714500"/>
              </a:xfrm>
              <a:prstGeom prst="roundRect">
                <a:avLst>
                  <a:gd name="adj" fmla="val 666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12" name="Google Shape;2712;p251"/>
              <p:cNvSpPr txBox="1"/>
              <p:nvPr/>
            </p:nvSpPr>
            <p:spPr>
              <a:xfrm>
                <a:off x="571500" y="1714500"/>
                <a:ext cx="3905400" cy="1714500"/>
              </a:xfrm>
              <a:prstGeom prst="rect">
                <a:avLst/>
              </a:prstGeom>
              <a:noFill/>
              <a:ln>
                <a:noFill/>
              </a:ln>
            </p:spPr>
            <p:txBody>
              <a:bodyPr spcFirstLastPara="1" wrap="square" lIns="238125" tIns="238125" rIns="238125" bIns="238125" anchor="ctr" anchorCtr="0">
                <a:noAutofit/>
              </a:bodyPr>
              <a:lstStyle/>
              <a:p>
                <a:pPr marL="0" lvl="0" indent="0" algn="l" rtl="0">
                  <a:spcBef>
                    <a:spcPts val="0"/>
                  </a:spcBef>
                  <a:spcAft>
                    <a:spcPts val="0"/>
                  </a:spcAft>
                  <a:buNone/>
                </a:pPr>
                <a:endParaRPr sz="2800" dirty="0">
                  <a:solidFill>
                    <a:srgbClr val="0097AC"/>
                  </a:solidFill>
                  <a:latin typeface="Material Icons"/>
                  <a:ea typeface="Material Icons"/>
                  <a:cs typeface="Material Icons"/>
                  <a:sym typeface="Material Icons"/>
                </a:endParaRPr>
              </a:p>
              <a:p>
                <a:pPr marL="0" lvl="0" indent="0" algn="l" rtl="0">
                  <a:spcBef>
                    <a:spcPts val="600"/>
                  </a:spcBef>
                  <a:spcAft>
                    <a:spcPts val="0"/>
                  </a:spcAft>
                  <a:buNone/>
                </a:pPr>
                <a:r>
                  <a:rPr lang="en-US" sz="1600" b="1" dirty="0">
                    <a:solidFill>
                      <a:srgbClr val="0F172A"/>
                    </a:solidFill>
                    <a:latin typeface="Inter"/>
                    <a:ea typeface="Inter"/>
                    <a:cs typeface="Inter"/>
                    <a:sym typeface="Inter"/>
                  </a:rPr>
                  <a:t>Multi-Agent State</a:t>
                </a:r>
                <a:endParaRPr sz="1600" b="1" dirty="0">
                  <a:solidFill>
                    <a:srgbClr val="0F172A"/>
                  </a:solidFill>
                  <a:latin typeface="Inter"/>
                  <a:ea typeface="Inter"/>
                  <a:cs typeface="Inter"/>
                  <a:sym typeface="Inter"/>
                </a:endParaRPr>
              </a:p>
              <a:p>
                <a:pPr marL="0" lvl="0" indent="0" algn="l" rtl="0">
                  <a:spcBef>
                    <a:spcPts val="450"/>
                  </a:spcBef>
                  <a:spcAft>
                    <a:spcPts val="0"/>
                  </a:spcAft>
                  <a:buNone/>
                </a:pPr>
                <a:r>
                  <a:rPr lang="en-US" sz="1200" dirty="0">
                    <a:solidFill>
                      <a:srgbClr val="475569"/>
                    </a:solidFill>
                    <a:latin typeface="Inter"/>
                    <a:ea typeface="Inter"/>
                    <a:cs typeface="Inter"/>
                    <a:sym typeface="Inter"/>
                  </a:rPr>
                  <a:t>Handling complex multi-agent state transitions effectively.</a:t>
                </a:r>
                <a:endParaRPr sz="1200" dirty="0">
                  <a:solidFill>
                    <a:srgbClr val="475569"/>
                  </a:solidFill>
                  <a:latin typeface="Inter"/>
                  <a:ea typeface="Inter"/>
                  <a:cs typeface="Inter"/>
                  <a:sym typeface="Inter"/>
                </a:endParaRPr>
              </a:p>
            </p:txBody>
          </p:sp>
        </p:grpSp>
        <p:grpSp>
          <p:nvGrpSpPr>
            <p:cNvPr id="2713" name="Google Shape;2713;p251"/>
            <p:cNvGrpSpPr/>
            <p:nvPr/>
          </p:nvGrpSpPr>
          <p:grpSpPr>
            <a:xfrm>
              <a:off x="4667250" y="1714500"/>
              <a:ext cx="3905400" cy="1714500"/>
              <a:chOff x="4667250" y="1714500"/>
              <a:chExt cx="3905400" cy="1714500"/>
            </a:xfrm>
          </p:grpSpPr>
          <p:sp>
            <p:nvSpPr>
              <p:cNvPr id="2714" name="Google Shape;2714;p251"/>
              <p:cNvSpPr/>
              <p:nvPr/>
            </p:nvSpPr>
            <p:spPr>
              <a:xfrm>
                <a:off x="4667250" y="1714500"/>
                <a:ext cx="3905400" cy="1714500"/>
              </a:xfrm>
              <a:prstGeom prst="roundRect">
                <a:avLst>
                  <a:gd name="adj" fmla="val 666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15" name="Google Shape;2715;p251"/>
              <p:cNvSpPr txBox="1"/>
              <p:nvPr/>
            </p:nvSpPr>
            <p:spPr>
              <a:xfrm>
                <a:off x="4667250" y="1714500"/>
                <a:ext cx="3905400" cy="1714500"/>
              </a:xfrm>
              <a:prstGeom prst="rect">
                <a:avLst/>
              </a:prstGeom>
              <a:noFill/>
              <a:ln>
                <a:noFill/>
              </a:ln>
            </p:spPr>
            <p:txBody>
              <a:bodyPr spcFirstLastPara="1" wrap="square" lIns="238125" tIns="238125" rIns="238125" bIns="238125" anchor="ctr" anchorCtr="0">
                <a:noAutofit/>
              </a:bodyPr>
              <a:lstStyle/>
              <a:p>
                <a:pPr marL="0" lvl="0" indent="0" algn="l" rtl="0">
                  <a:spcBef>
                    <a:spcPts val="600"/>
                  </a:spcBef>
                  <a:spcAft>
                    <a:spcPts val="0"/>
                  </a:spcAft>
                  <a:buNone/>
                </a:pPr>
                <a:r>
                  <a:rPr lang="en-US" sz="1600" b="1" dirty="0" smtClean="0">
                    <a:solidFill>
                      <a:srgbClr val="0F172A"/>
                    </a:solidFill>
                    <a:latin typeface="Inter"/>
                    <a:ea typeface="Inter"/>
                    <a:cs typeface="Inter"/>
                    <a:sym typeface="Inter"/>
                  </a:rPr>
                  <a:t>RAG </a:t>
                </a:r>
                <a:r>
                  <a:rPr lang="en-US" sz="1600" b="1" dirty="0">
                    <a:solidFill>
                      <a:srgbClr val="0F172A"/>
                    </a:solidFill>
                    <a:latin typeface="Inter"/>
                    <a:ea typeface="Inter"/>
                    <a:cs typeface="Inter"/>
                    <a:sym typeface="Inter"/>
                  </a:rPr>
                  <a:t>Latency</a:t>
                </a:r>
                <a:endParaRPr sz="1600" b="1" dirty="0">
                  <a:solidFill>
                    <a:srgbClr val="0F172A"/>
                  </a:solidFill>
                  <a:latin typeface="Inter"/>
                  <a:ea typeface="Inter"/>
                  <a:cs typeface="Inter"/>
                  <a:sym typeface="Inter"/>
                </a:endParaRPr>
              </a:p>
              <a:p>
                <a:pPr marL="0" lvl="0" indent="0" algn="l" rtl="0">
                  <a:spcBef>
                    <a:spcPts val="450"/>
                  </a:spcBef>
                  <a:spcAft>
                    <a:spcPts val="0"/>
                  </a:spcAft>
                  <a:buNone/>
                </a:pPr>
                <a:r>
                  <a:rPr lang="en-US" sz="1200" dirty="0">
                    <a:solidFill>
                      <a:srgbClr val="475569"/>
                    </a:solidFill>
                    <a:latin typeface="Inter"/>
                    <a:ea typeface="Inter"/>
                    <a:cs typeface="Inter"/>
                    <a:sym typeface="Inter"/>
                  </a:rPr>
                  <a:t>Optimizing retrieval latency for processing large PDF documents.</a:t>
                </a:r>
                <a:endParaRPr sz="1200" dirty="0">
                  <a:solidFill>
                    <a:srgbClr val="475569"/>
                  </a:solidFill>
                  <a:latin typeface="Inter"/>
                  <a:ea typeface="Inter"/>
                  <a:cs typeface="Inter"/>
                  <a:sym typeface="Inter"/>
                </a:endParaRPr>
              </a:p>
            </p:txBody>
          </p:sp>
        </p:grpSp>
        <p:grpSp>
          <p:nvGrpSpPr>
            <p:cNvPr id="2716" name="Google Shape;2716;p251"/>
            <p:cNvGrpSpPr/>
            <p:nvPr/>
          </p:nvGrpSpPr>
          <p:grpSpPr>
            <a:xfrm>
              <a:off x="571500" y="3619500"/>
              <a:ext cx="3905400" cy="1714500"/>
              <a:chOff x="571500" y="3619500"/>
              <a:chExt cx="3905400" cy="1714500"/>
            </a:xfrm>
          </p:grpSpPr>
          <p:sp>
            <p:nvSpPr>
              <p:cNvPr id="2717" name="Google Shape;2717;p251"/>
              <p:cNvSpPr/>
              <p:nvPr/>
            </p:nvSpPr>
            <p:spPr>
              <a:xfrm>
                <a:off x="571500" y="3619500"/>
                <a:ext cx="3905400" cy="1714500"/>
              </a:xfrm>
              <a:prstGeom prst="roundRect">
                <a:avLst>
                  <a:gd name="adj" fmla="val 666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18" name="Google Shape;2718;p251"/>
              <p:cNvSpPr txBox="1"/>
              <p:nvPr/>
            </p:nvSpPr>
            <p:spPr>
              <a:xfrm>
                <a:off x="571500" y="3619500"/>
                <a:ext cx="3905400" cy="1714500"/>
              </a:xfrm>
              <a:prstGeom prst="rect">
                <a:avLst/>
              </a:prstGeom>
              <a:noFill/>
              <a:ln>
                <a:noFill/>
              </a:ln>
            </p:spPr>
            <p:txBody>
              <a:bodyPr spcFirstLastPara="1" wrap="square" lIns="238125" tIns="238125" rIns="238125" bIns="238125" anchor="ctr" anchorCtr="0">
                <a:noAutofit/>
              </a:bodyPr>
              <a:lstStyle/>
              <a:p>
                <a:pPr marL="0" lvl="0" indent="0" algn="l" rtl="0">
                  <a:spcBef>
                    <a:spcPts val="600"/>
                  </a:spcBef>
                  <a:spcAft>
                    <a:spcPts val="0"/>
                  </a:spcAft>
                  <a:buNone/>
                </a:pPr>
                <a:r>
                  <a:rPr lang="en-US" sz="1600" b="1" dirty="0" smtClean="0">
                    <a:solidFill>
                      <a:srgbClr val="0F172A"/>
                    </a:solidFill>
                    <a:latin typeface="Inter"/>
                    <a:ea typeface="Inter"/>
                    <a:cs typeface="Inter"/>
                    <a:sym typeface="Inter"/>
                  </a:rPr>
                  <a:t>Risk </a:t>
                </a:r>
                <a:r>
                  <a:rPr lang="en-US" sz="1600" b="1" dirty="0">
                    <a:solidFill>
                      <a:srgbClr val="0F172A"/>
                    </a:solidFill>
                    <a:latin typeface="Inter"/>
                    <a:ea typeface="Inter"/>
                    <a:cs typeface="Inter"/>
                    <a:sym typeface="Inter"/>
                  </a:rPr>
                  <a:t>Classification</a:t>
                </a:r>
                <a:endParaRPr sz="1600" b="1" dirty="0">
                  <a:solidFill>
                    <a:srgbClr val="0F172A"/>
                  </a:solidFill>
                  <a:latin typeface="Inter"/>
                  <a:ea typeface="Inter"/>
                  <a:cs typeface="Inter"/>
                  <a:sym typeface="Inter"/>
                </a:endParaRPr>
              </a:p>
              <a:p>
                <a:pPr marL="0" lvl="0" indent="0" algn="l" rtl="0">
                  <a:spcBef>
                    <a:spcPts val="450"/>
                  </a:spcBef>
                  <a:spcAft>
                    <a:spcPts val="0"/>
                  </a:spcAft>
                  <a:buNone/>
                </a:pPr>
                <a:r>
                  <a:rPr lang="en-US" sz="1200" dirty="0">
                    <a:solidFill>
                      <a:srgbClr val="475569"/>
                    </a:solidFill>
                    <a:latin typeface="Inter"/>
                    <a:ea typeface="Inter"/>
                    <a:cs typeface="Inter"/>
                    <a:sym typeface="Inter"/>
                  </a:rPr>
                  <a:t>Ensuring consistency in AI-driven automated risk classification.</a:t>
                </a:r>
                <a:endParaRPr sz="1200" dirty="0">
                  <a:solidFill>
                    <a:srgbClr val="475569"/>
                  </a:solidFill>
                  <a:latin typeface="Inter"/>
                  <a:ea typeface="Inter"/>
                  <a:cs typeface="Inter"/>
                  <a:sym typeface="Inter"/>
                </a:endParaRPr>
              </a:p>
            </p:txBody>
          </p:sp>
        </p:grpSp>
        <p:grpSp>
          <p:nvGrpSpPr>
            <p:cNvPr id="2719" name="Google Shape;2719;p251"/>
            <p:cNvGrpSpPr/>
            <p:nvPr/>
          </p:nvGrpSpPr>
          <p:grpSpPr>
            <a:xfrm>
              <a:off x="4667250" y="3619500"/>
              <a:ext cx="3905400" cy="1714500"/>
              <a:chOff x="4667250" y="3619500"/>
              <a:chExt cx="3905400" cy="1714500"/>
            </a:xfrm>
          </p:grpSpPr>
          <p:sp>
            <p:nvSpPr>
              <p:cNvPr id="2720" name="Google Shape;2720;p251"/>
              <p:cNvSpPr/>
              <p:nvPr/>
            </p:nvSpPr>
            <p:spPr>
              <a:xfrm>
                <a:off x="4667250" y="3619500"/>
                <a:ext cx="3905400" cy="1714500"/>
              </a:xfrm>
              <a:prstGeom prst="roundRect">
                <a:avLst>
                  <a:gd name="adj" fmla="val 666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21" name="Google Shape;2721;p251"/>
              <p:cNvSpPr txBox="1"/>
              <p:nvPr/>
            </p:nvSpPr>
            <p:spPr>
              <a:xfrm>
                <a:off x="4667250" y="3619500"/>
                <a:ext cx="3905400" cy="1714500"/>
              </a:xfrm>
              <a:prstGeom prst="rect">
                <a:avLst/>
              </a:prstGeom>
              <a:noFill/>
              <a:ln>
                <a:noFill/>
              </a:ln>
            </p:spPr>
            <p:txBody>
              <a:bodyPr spcFirstLastPara="1" wrap="square" lIns="238125" tIns="238125" rIns="238125" bIns="238125" anchor="ctr" anchorCtr="0">
                <a:noAutofit/>
              </a:bodyPr>
              <a:lstStyle/>
              <a:p>
                <a:pPr marL="0" lvl="0" indent="0" algn="l" rtl="0">
                  <a:spcBef>
                    <a:spcPts val="600"/>
                  </a:spcBef>
                  <a:spcAft>
                    <a:spcPts val="0"/>
                  </a:spcAft>
                  <a:buNone/>
                </a:pPr>
                <a:r>
                  <a:rPr lang="en-US" sz="1600" b="1" dirty="0" smtClean="0">
                    <a:solidFill>
                      <a:srgbClr val="0F172A"/>
                    </a:solidFill>
                    <a:latin typeface="Inter"/>
                    <a:ea typeface="Inter"/>
                    <a:cs typeface="Inter"/>
                    <a:sym typeface="Inter"/>
                  </a:rPr>
                  <a:t>Data </a:t>
                </a:r>
                <a:r>
                  <a:rPr lang="en-US" sz="1600" b="1" dirty="0">
                    <a:solidFill>
                      <a:srgbClr val="0F172A"/>
                    </a:solidFill>
                    <a:latin typeface="Inter"/>
                    <a:ea typeface="Inter"/>
                    <a:cs typeface="Inter"/>
                    <a:sym typeface="Inter"/>
                  </a:rPr>
                  <a:t>Integration</a:t>
                </a:r>
                <a:endParaRPr sz="1600" b="1" dirty="0">
                  <a:solidFill>
                    <a:srgbClr val="0F172A"/>
                  </a:solidFill>
                  <a:latin typeface="Inter"/>
                  <a:ea typeface="Inter"/>
                  <a:cs typeface="Inter"/>
                  <a:sym typeface="Inter"/>
                </a:endParaRPr>
              </a:p>
              <a:p>
                <a:pPr marL="0" lvl="0" indent="0" algn="l" rtl="0">
                  <a:spcBef>
                    <a:spcPts val="450"/>
                  </a:spcBef>
                  <a:spcAft>
                    <a:spcPts val="0"/>
                  </a:spcAft>
                  <a:buNone/>
                </a:pPr>
                <a:r>
                  <a:rPr lang="en-US" sz="1200" dirty="0">
                    <a:solidFill>
                      <a:srgbClr val="475569"/>
                    </a:solidFill>
                    <a:latin typeface="Inter"/>
                    <a:ea typeface="Inter"/>
                    <a:cs typeface="Inter"/>
                    <a:sym typeface="Inter"/>
                  </a:rPr>
                  <a:t>Integrating diverse financial data formats and complex schemas.</a:t>
                </a:r>
                <a:endParaRPr sz="1200" dirty="0">
                  <a:solidFill>
                    <a:srgbClr val="475569"/>
                  </a:solidFill>
                  <a:latin typeface="Inter"/>
                  <a:ea typeface="Inter"/>
                  <a:cs typeface="Inter"/>
                  <a:sym typeface="Inter"/>
                </a:endParaRPr>
              </a:p>
            </p:txBody>
          </p:sp>
        </p:gr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25"/>
        <p:cNvGrpSpPr/>
        <p:nvPr/>
      </p:nvGrpSpPr>
      <p:grpSpPr>
        <a:xfrm>
          <a:off x="0" y="0"/>
          <a:ext cx="0" cy="0"/>
          <a:chOff x="0" y="0"/>
          <a:chExt cx="0" cy="0"/>
        </a:xfrm>
      </p:grpSpPr>
      <p:grpSp>
        <p:nvGrpSpPr>
          <p:cNvPr id="2726" name="Google Shape;2726;p252"/>
          <p:cNvGrpSpPr/>
          <p:nvPr/>
        </p:nvGrpSpPr>
        <p:grpSpPr>
          <a:xfrm>
            <a:off x="381000" y="381000"/>
            <a:ext cx="8382000" cy="762000"/>
            <a:chOff x="381000" y="381000"/>
            <a:chExt cx="8382000" cy="762000"/>
          </a:xfrm>
        </p:grpSpPr>
        <p:sp>
          <p:nvSpPr>
            <p:cNvPr id="2727" name="Google Shape;2727;p252"/>
            <p:cNvSpPr txBox="1"/>
            <p:nvPr/>
          </p:nvSpPr>
          <p:spPr>
            <a:xfrm>
              <a:off x="381000" y="381000"/>
              <a:ext cx="8382000" cy="7620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3600" b="1">
                  <a:solidFill>
                    <a:srgbClr val="006E74"/>
                  </a:solidFill>
                  <a:latin typeface="Inter"/>
                  <a:ea typeface="Inter"/>
                  <a:cs typeface="Inter"/>
                  <a:sym typeface="Inter"/>
                </a:rPr>
                <a:t>Future Enhancements</a:t>
              </a:r>
              <a:endParaRPr sz="3600" b="1">
                <a:solidFill>
                  <a:srgbClr val="006E74"/>
                </a:solidFill>
                <a:latin typeface="Inter"/>
                <a:ea typeface="Inter"/>
                <a:cs typeface="Inter"/>
                <a:sym typeface="Inter"/>
              </a:endParaRPr>
            </a:p>
          </p:txBody>
        </p:sp>
        <p:sp>
          <p:nvSpPr>
            <p:cNvPr id="2728" name="Google Shape;2728;p252"/>
            <p:cNvSpPr/>
            <p:nvPr/>
          </p:nvSpPr>
          <p:spPr>
            <a:xfrm>
              <a:off x="381000" y="1000125"/>
              <a:ext cx="571500" cy="38100"/>
            </a:xfrm>
            <a:prstGeom prst="roundRect">
              <a:avLst>
                <a:gd name="adj" fmla="val 50000"/>
              </a:avLst>
            </a:prstGeom>
            <a:solidFill>
              <a:srgbClr val="0097A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2729" name="Google Shape;2729;p252"/>
          <p:cNvGrpSpPr/>
          <p:nvPr/>
        </p:nvGrpSpPr>
        <p:grpSpPr>
          <a:xfrm>
            <a:off x="381000" y="1428750"/>
            <a:ext cx="8382000" cy="4000500"/>
            <a:chOff x="381000" y="1428750"/>
            <a:chExt cx="8382000" cy="4000500"/>
          </a:xfrm>
        </p:grpSpPr>
        <p:grpSp>
          <p:nvGrpSpPr>
            <p:cNvPr id="2730" name="Google Shape;2730;p252"/>
            <p:cNvGrpSpPr/>
            <p:nvPr/>
          </p:nvGrpSpPr>
          <p:grpSpPr>
            <a:xfrm>
              <a:off x="381000" y="1428750"/>
              <a:ext cx="2667000" cy="1905000"/>
              <a:chOff x="381000" y="1428750"/>
              <a:chExt cx="2667000" cy="1905000"/>
            </a:xfrm>
          </p:grpSpPr>
          <p:sp>
            <p:nvSpPr>
              <p:cNvPr id="2731" name="Google Shape;2731;p252"/>
              <p:cNvSpPr/>
              <p:nvPr/>
            </p:nvSpPr>
            <p:spPr>
              <a:xfrm>
                <a:off x="381000" y="1428750"/>
                <a:ext cx="2667000" cy="1905000"/>
              </a:xfrm>
              <a:prstGeom prst="roundRect">
                <a:avLst>
                  <a:gd name="adj" fmla="val 6000"/>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32" name="Google Shape;2732;p252"/>
              <p:cNvSpPr txBox="1"/>
              <p:nvPr/>
            </p:nvSpPr>
            <p:spPr>
              <a:xfrm>
                <a:off x="381000" y="1428750"/>
                <a:ext cx="2667000" cy="1905000"/>
              </a:xfrm>
              <a:prstGeom prst="rect">
                <a:avLst/>
              </a:prstGeom>
              <a:noFill/>
              <a:ln>
                <a:noFill/>
              </a:ln>
            </p:spPr>
            <p:txBody>
              <a:bodyPr spcFirstLastPara="1" wrap="square" lIns="228600" tIns="228600" rIns="228600" bIns="228600" anchor="t" anchorCtr="0">
                <a:noAutofit/>
              </a:bodyPr>
              <a:lstStyle/>
              <a:p>
                <a:pPr marL="0" lvl="0" indent="0" algn="l" rtl="0">
                  <a:spcBef>
                    <a:spcPts val="1200"/>
                  </a:spcBef>
                  <a:spcAft>
                    <a:spcPts val="0"/>
                  </a:spcAft>
                  <a:buNone/>
                </a:pPr>
                <a:r>
                  <a:rPr lang="en-US" sz="1480" b="1" dirty="0" smtClean="0">
                    <a:solidFill>
                      <a:srgbClr val="1E293B"/>
                    </a:solidFill>
                    <a:latin typeface="Inter"/>
                    <a:ea typeface="Inter"/>
                    <a:cs typeface="Inter"/>
                    <a:sym typeface="Inter"/>
                  </a:rPr>
                  <a:t>OCR </a:t>
                </a:r>
                <a:r>
                  <a:rPr lang="en-US" sz="1480" b="1" dirty="0">
                    <a:solidFill>
                      <a:srgbClr val="1E293B"/>
                    </a:solidFill>
                    <a:latin typeface="Inter"/>
                    <a:ea typeface="Inter"/>
                    <a:cs typeface="Inter"/>
                    <a:sym typeface="Inter"/>
                  </a:rPr>
                  <a:t>Support</a:t>
                </a:r>
                <a:endParaRPr sz="1480" b="1" dirty="0">
                  <a:solidFill>
                    <a:srgbClr val="1E293B"/>
                  </a:solidFill>
                  <a:latin typeface="Inter"/>
                  <a:ea typeface="Inter"/>
                  <a:cs typeface="Inter"/>
                  <a:sym typeface="Inter"/>
                </a:endParaRPr>
              </a:p>
              <a:p>
                <a:pPr marL="0" lvl="0" indent="0" algn="l" rtl="0">
                  <a:spcBef>
                    <a:spcPts val="600"/>
                  </a:spcBef>
                  <a:spcAft>
                    <a:spcPts val="0"/>
                  </a:spcAft>
                  <a:buNone/>
                </a:pPr>
                <a:r>
                  <a:rPr lang="en-US" sz="1018" dirty="0">
                    <a:solidFill>
                      <a:srgbClr val="64748B"/>
                    </a:solidFill>
                    <a:latin typeface="Inter"/>
                    <a:ea typeface="Inter"/>
                    <a:cs typeface="Inter"/>
                    <a:sym typeface="Inter"/>
                  </a:rPr>
                  <a:t>Support for scanned PDFs to broaden data ingestion capabilities.</a:t>
                </a:r>
                <a:endParaRPr sz="1018" dirty="0">
                  <a:solidFill>
                    <a:srgbClr val="64748B"/>
                  </a:solidFill>
                  <a:latin typeface="Inter"/>
                  <a:ea typeface="Inter"/>
                  <a:cs typeface="Inter"/>
                  <a:sym typeface="Inter"/>
                </a:endParaRPr>
              </a:p>
            </p:txBody>
          </p:sp>
        </p:grpSp>
        <p:grpSp>
          <p:nvGrpSpPr>
            <p:cNvPr id="2733" name="Google Shape;2733;p252"/>
            <p:cNvGrpSpPr/>
            <p:nvPr/>
          </p:nvGrpSpPr>
          <p:grpSpPr>
            <a:xfrm>
              <a:off x="3238500" y="1428750"/>
              <a:ext cx="2667000" cy="1905000"/>
              <a:chOff x="3238500" y="1428750"/>
              <a:chExt cx="2667000" cy="1905000"/>
            </a:xfrm>
          </p:grpSpPr>
          <p:sp>
            <p:nvSpPr>
              <p:cNvPr id="2734" name="Google Shape;2734;p252"/>
              <p:cNvSpPr/>
              <p:nvPr/>
            </p:nvSpPr>
            <p:spPr>
              <a:xfrm>
                <a:off x="3238500" y="1428750"/>
                <a:ext cx="2667000" cy="1905000"/>
              </a:xfrm>
              <a:prstGeom prst="roundRect">
                <a:avLst>
                  <a:gd name="adj" fmla="val 6000"/>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35" name="Google Shape;2735;p252"/>
              <p:cNvSpPr txBox="1"/>
              <p:nvPr/>
            </p:nvSpPr>
            <p:spPr>
              <a:xfrm>
                <a:off x="3238500" y="1428750"/>
                <a:ext cx="2667000" cy="1905000"/>
              </a:xfrm>
              <a:prstGeom prst="rect">
                <a:avLst/>
              </a:prstGeom>
              <a:noFill/>
              <a:ln>
                <a:noFill/>
              </a:ln>
            </p:spPr>
            <p:txBody>
              <a:bodyPr spcFirstLastPara="1" wrap="square" lIns="228600" tIns="228600" rIns="228600" bIns="228600" anchor="t" anchorCtr="0">
                <a:noAutofit/>
              </a:bodyPr>
              <a:lstStyle/>
              <a:p>
                <a:pPr marL="0" lvl="0" indent="0" algn="l" rtl="0">
                  <a:spcBef>
                    <a:spcPts val="1200"/>
                  </a:spcBef>
                  <a:spcAft>
                    <a:spcPts val="0"/>
                  </a:spcAft>
                  <a:buNone/>
                </a:pPr>
                <a:r>
                  <a:rPr lang="en-US" sz="1480" b="1" dirty="0" smtClean="0">
                    <a:solidFill>
                      <a:srgbClr val="1E293B"/>
                    </a:solidFill>
                    <a:latin typeface="Inter"/>
                    <a:ea typeface="Inter"/>
                    <a:cs typeface="Inter"/>
                    <a:sym typeface="Inter"/>
                  </a:rPr>
                  <a:t>Banking </a:t>
                </a:r>
                <a:r>
                  <a:rPr lang="en-US" sz="1480" b="1" dirty="0">
                    <a:solidFill>
                      <a:srgbClr val="1E293B"/>
                    </a:solidFill>
                    <a:latin typeface="Inter"/>
                    <a:ea typeface="Inter"/>
                    <a:cs typeface="Inter"/>
                    <a:sym typeface="Inter"/>
                  </a:rPr>
                  <a:t>Integration</a:t>
                </a:r>
                <a:endParaRPr sz="1480" b="1" dirty="0">
                  <a:solidFill>
                    <a:srgbClr val="1E293B"/>
                  </a:solidFill>
                  <a:latin typeface="Inter"/>
                  <a:ea typeface="Inter"/>
                  <a:cs typeface="Inter"/>
                  <a:sym typeface="Inter"/>
                </a:endParaRPr>
              </a:p>
              <a:p>
                <a:pPr marL="0" lvl="0" indent="0" algn="l" rtl="0">
                  <a:spcBef>
                    <a:spcPts val="600"/>
                  </a:spcBef>
                  <a:spcAft>
                    <a:spcPts val="0"/>
                  </a:spcAft>
                  <a:buNone/>
                </a:pPr>
                <a:r>
                  <a:rPr lang="en-US" sz="1018" dirty="0">
                    <a:solidFill>
                      <a:srgbClr val="64748B"/>
                    </a:solidFill>
                    <a:latin typeface="Inter"/>
                    <a:ea typeface="Inter"/>
                    <a:cs typeface="Inter"/>
                    <a:sym typeface="Inter"/>
                  </a:rPr>
                  <a:t>Real-time connectivity with financial institutions for instant verification.</a:t>
                </a:r>
                <a:endParaRPr sz="1018" dirty="0">
                  <a:solidFill>
                    <a:srgbClr val="64748B"/>
                  </a:solidFill>
                  <a:latin typeface="Inter"/>
                  <a:ea typeface="Inter"/>
                  <a:cs typeface="Inter"/>
                  <a:sym typeface="Inter"/>
                </a:endParaRPr>
              </a:p>
            </p:txBody>
          </p:sp>
        </p:grpSp>
        <p:grpSp>
          <p:nvGrpSpPr>
            <p:cNvPr id="2736" name="Google Shape;2736;p252"/>
            <p:cNvGrpSpPr/>
            <p:nvPr/>
          </p:nvGrpSpPr>
          <p:grpSpPr>
            <a:xfrm>
              <a:off x="6096000" y="1428750"/>
              <a:ext cx="2667000" cy="1905000"/>
              <a:chOff x="6096000" y="1428750"/>
              <a:chExt cx="2667000" cy="1905000"/>
            </a:xfrm>
          </p:grpSpPr>
          <p:sp>
            <p:nvSpPr>
              <p:cNvPr id="2737" name="Google Shape;2737;p252"/>
              <p:cNvSpPr/>
              <p:nvPr/>
            </p:nvSpPr>
            <p:spPr>
              <a:xfrm>
                <a:off x="6096000" y="1428750"/>
                <a:ext cx="2667000" cy="1905000"/>
              </a:xfrm>
              <a:prstGeom prst="roundRect">
                <a:avLst>
                  <a:gd name="adj" fmla="val 6000"/>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38" name="Google Shape;2738;p252"/>
              <p:cNvSpPr txBox="1"/>
              <p:nvPr/>
            </p:nvSpPr>
            <p:spPr>
              <a:xfrm>
                <a:off x="6096000" y="1428750"/>
                <a:ext cx="2667000" cy="1905000"/>
              </a:xfrm>
              <a:prstGeom prst="rect">
                <a:avLst/>
              </a:prstGeom>
              <a:noFill/>
              <a:ln>
                <a:noFill/>
              </a:ln>
            </p:spPr>
            <p:txBody>
              <a:bodyPr spcFirstLastPara="1" wrap="square" lIns="228600" tIns="228600" rIns="228600" bIns="228600" anchor="t" anchorCtr="0">
                <a:noAutofit/>
              </a:bodyPr>
              <a:lstStyle/>
              <a:p>
                <a:pPr marL="0" lvl="0" indent="0" algn="l" rtl="0">
                  <a:spcBef>
                    <a:spcPts val="1200"/>
                  </a:spcBef>
                  <a:spcAft>
                    <a:spcPts val="0"/>
                  </a:spcAft>
                  <a:buNone/>
                </a:pPr>
                <a:r>
                  <a:rPr lang="en-US" sz="1480" b="1" dirty="0" smtClean="0">
                    <a:solidFill>
                      <a:srgbClr val="1E293B"/>
                    </a:solidFill>
                    <a:latin typeface="Inter"/>
                    <a:ea typeface="Inter"/>
                    <a:cs typeface="Inter"/>
                    <a:sym typeface="Inter"/>
                  </a:rPr>
                  <a:t>Explainable </a:t>
                </a:r>
                <a:r>
                  <a:rPr lang="en-US" sz="1480" b="1" dirty="0">
                    <a:solidFill>
                      <a:srgbClr val="1E293B"/>
                    </a:solidFill>
                    <a:latin typeface="Inter"/>
                    <a:ea typeface="Inter"/>
                    <a:cs typeface="Inter"/>
                    <a:sym typeface="Inter"/>
                  </a:rPr>
                  <a:t>AI</a:t>
                </a:r>
                <a:endParaRPr sz="1480" b="1" dirty="0">
                  <a:solidFill>
                    <a:srgbClr val="1E293B"/>
                  </a:solidFill>
                  <a:latin typeface="Inter"/>
                  <a:ea typeface="Inter"/>
                  <a:cs typeface="Inter"/>
                  <a:sym typeface="Inter"/>
                </a:endParaRPr>
              </a:p>
              <a:p>
                <a:pPr marL="0" lvl="0" indent="0" algn="l" rtl="0">
                  <a:spcBef>
                    <a:spcPts val="600"/>
                  </a:spcBef>
                  <a:spcAft>
                    <a:spcPts val="0"/>
                  </a:spcAft>
                  <a:buNone/>
                </a:pPr>
                <a:r>
                  <a:rPr lang="en-US" sz="1018" dirty="0">
                    <a:solidFill>
                      <a:srgbClr val="64748B"/>
                    </a:solidFill>
                    <a:latin typeface="Inter"/>
                    <a:ea typeface="Inter"/>
                    <a:cs typeface="Inter"/>
                    <a:sym typeface="Inter"/>
                  </a:rPr>
                  <a:t>Enhanced transparency in AI decision-making for regulatory compliance.</a:t>
                </a:r>
                <a:endParaRPr sz="1018" dirty="0">
                  <a:solidFill>
                    <a:srgbClr val="64748B"/>
                  </a:solidFill>
                  <a:latin typeface="Inter"/>
                  <a:ea typeface="Inter"/>
                  <a:cs typeface="Inter"/>
                  <a:sym typeface="Inter"/>
                </a:endParaRPr>
              </a:p>
            </p:txBody>
          </p:sp>
        </p:grpSp>
        <p:grpSp>
          <p:nvGrpSpPr>
            <p:cNvPr id="2739" name="Google Shape;2739;p252"/>
            <p:cNvGrpSpPr/>
            <p:nvPr/>
          </p:nvGrpSpPr>
          <p:grpSpPr>
            <a:xfrm>
              <a:off x="381000" y="3524250"/>
              <a:ext cx="2667000" cy="1905000"/>
              <a:chOff x="381000" y="3524250"/>
              <a:chExt cx="2667000" cy="1905000"/>
            </a:xfrm>
          </p:grpSpPr>
          <p:sp>
            <p:nvSpPr>
              <p:cNvPr id="2740" name="Google Shape;2740;p252"/>
              <p:cNvSpPr/>
              <p:nvPr/>
            </p:nvSpPr>
            <p:spPr>
              <a:xfrm>
                <a:off x="381000" y="3524250"/>
                <a:ext cx="2667000" cy="1905000"/>
              </a:xfrm>
              <a:prstGeom prst="roundRect">
                <a:avLst>
                  <a:gd name="adj" fmla="val 6000"/>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41" name="Google Shape;2741;p252"/>
              <p:cNvSpPr txBox="1"/>
              <p:nvPr/>
            </p:nvSpPr>
            <p:spPr>
              <a:xfrm>
                <a:off x="381000" y="3524250"/>
                <a:ext cx="2667000" cy="1905000"/>
              </a:xfrm>
              <a:prstGeom prst="rect">
                <a:avLst/>
              </a:prstGeom>
              <a:noFill/>
              <a:ln>
                <a:noFill/>
              </a:ln>
            </p:spPr>
            <p:txBody>
              <a:bodyPr spcFirstLastPara="1" wrap="square" lIns="228600" tIns="228600" rIns="228600" bIns="228600" anchor="t" anchorCtr="0">
                <a:noAutofit/>
              </a:bodyPr>
              <a:lstStyle/>
              <a:p>
                <a:pPr marL="0" lvl="0" indent="0" algn="l" rtl="0">
                  <a:spcBef>
                    <a:spcPts val="1200"/>
                  </a:spcBef>
                  <a:spcAft>
                    <a:spcPts val="0"/>
                  </a:spcAft>
                  <a:buNone/>
                </a:pPr>
                <a:r>
                  <a:rPr lang="en-US" sz="1480" b="1" dirty="0" smtClean="0">
                    <a:solidFill>
                      <a:srgbClr val="1E293B"/>
                    </a:solidFill>
                    <a:latin typeface="Inter"/>
                    <a:ea typeface="Inter"/>
                    <a:cs typeface="Inter"/>
                    <a:sym typeface="Inter"/>
                  </a:rPr>
                  <a:t>Fraud </a:t>
                </a:r>
                <a:r>
                  <a:rPr lang="en-US" sz="1480" b="1" dirty="0">
                    <a:solidFill>
                      <a:srgbClr val="1E293B"/>
                    </a:solidFill>
                    <a:latin typeface="Inter"/>
                    <a:ea typeface="Inter"/>
                    <a:cs typeface="Inter"/>
                    <a:sym typeface="Inter"/>
                  </a:rPr>
                  <a:t>Detection</a:t>
                </a:r>
                <a:endParaRPr sz="1480" b="1" dirty="0">
                  <a:solidFill>
                    <a:srgbClr val="1E293B"/>
                  </a:solidFill>
                  <a:latin typeface="Inter"/>
                  <a:ea typeface="Inter"/>
                  <a:cs typeface="Inter"/>
                  <a:sym typeface="Inter"/>
                </a:endParaRPr>
              </a:p>
              <a:p>
                <a:pPr marL="0" lvl="0" indent="0" algn="l" rtl="0">
                  <a:spcBef>
                    <a:spcPts val="600"/>
                  </a:spcBef>
                  <a:spcAft>
                    <a:spcPts val="0"/>
                  </a:spcAft>
                  <a:buNone/>
                </a:pPr>
                <a:r>
                  <a:rPr lang="en-US" sz="1018" dirty="0">
                    <a:solidFill>
                      <a:srgbClr val="64748B"/>
                    </a:solidFill>
                    <a:latin typeface="Inter"/>
                    <a:ea typeface="Inter"/>
                    <a:cs typeface="Inter"/>
                    <a:sym typeface="Inter"/>
                  </a:rPr>
                  <a:t>Advanced heuristics to identify and mitigate sophisticated fraud attempts.</a:t>
                </a:r>
                <a:endParaRPr sz="1018" dirty="0">
                  <a:solidFill>
                    <a:srgbClr val="64748B"/>
                  </a:solidFill>
                  <a:latin typeface="Inter"/>
                  <a:ea typeface="Inter"/>
                  <a:cs typeface="Inter"/>
                  <a:sym typeface="Inter"/>
                </a:endParaRPr>
              </a:p>
            </p:txBody>
          </p:sp>
        </p:grpSp>
        <p:grpSp>
          <p:nvGrpSpPr>
            <p:cNvPr id="2742" name="Google Shape;2742;p252"/>
            <p:cNvGrpSpPr/>
            <p:nvPr/>
          </p:nvGrpSpPr>
          <p:grpSpPr>
            <a:xfrm>
              <a:off x="3238500" y="3524250"/>
              <a:ext cx="2667000" cy="1905000"/>
              <a:chOff x="3238500" y="3524250"/>
              <a:chExt cx="2667000" cy="1905000"/>
            </a:xfrm>
          </p:grpSpPr>
          <p:sp>
            <p:nvSpPr>
              <p:cNvPr id="2743" name="Google Shape;2743;p252"/>
              <p:cNvSpPr/>
              <p:nvPr/>
            </p:nvSpPr>
            <p:spPr>
              <a:xfrm>
                <a:off x="3238500" y="3524250"/>
                <a:ext cx="2667000" cy="1905000"/>
              </a:xfrm>
              <a:prstGeom prst="roundRect">
                <a:avLst>
                  <a:gd name="adj" fmla="val 6000"/>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44" name="Google Shape;2744;p252"/>
              <p:cNvSpPr txBox="1"/>
              <p:nvPr/>
            </p:nvSpPr>
            <p:spPr>
              <a:xfrm>
                <a:off x="3238500" y="3524250"/>
                <a:ext cx="2667000" cy="1905000"/>
              </a:xfrm>
              <a:prstGeom prst="rect">
                <a:avLst/>
              </a:prstGeom>
              <a:noFill/>
              <a:ln>
                <a:noFill/>
              </a:ln>
            </p:spPr>
            <p:txBody>
              <a:bodyPr spcFirstLastPara="1" wrap="square" lIns="228600" tIns="228600" rIns="228600" bIns="228600" anchor="t" anchorCtr="0">
                <a:noAutofit/>
              </a:bodyPr>
              <a:lstStyle/>
              <a:p>
                <a:pPr marL="0" lvl="0" indent="0" algn="l" rtl="0">
                  <a:spcBef>
                    <a:spcPts val="1200"/>
                  </a:spcBef>
                  <a:spcAft>
                    <a:spcPts val="0"/>
                  </a:spcAft>
                  <a:buNone/>
                </a:pPr>
                <a:r>
                  <a:rPr lang="en-US" sz="1480" b="1" dirty="0" smtClean="0">
                    <a:solidFill>
                      <a:srgbClr val="1E293B"/>
                    </a:solidFill>
                    <a:latin typeface="Inter"/>
                    <a:ea typeface="Inter"/>
                    <a:cs typeface="Inter"/>
                    <a:sym typeface="Inter"/>
                  </a:rPr>
                  <a:t>Cloud </a:t>
                </a:r>
                <a:r>
                  <a:rPr lang="en-US" sz="1480" b="1" dirty="0">
                    <a:solidFill>
                      <a:srgbClr val="1E293B"/>
                    </a:solidFill>
                    <a:latin typeface="Inter"/>
                    <a:ea typeface="Inter"/>
                    <a:cs typeface="Inter"/>
                    <a:sym typeface="Inter"/>
                  </a:rPr>
                  <a:t>Deployment</a:t>
                </a:r>
                <a:endParaRPr sz="1480" b="1" dirty="0">
                  <a:solidFill>
                    <a:srgbClr val="1E293B"/>
                  </a:solidFill>
                  <a:latin typeface="Inter"/>
                  <a:ea typeface="Inter"/>
                  <a:cs typeface="Inter"/>
                  <a:sym typeface="Inter"/>
                </a:endParaRPr>
              </a:p>
              <a:p>
                <a:pPr marL="0" lvl="0" indent="0" algn="l" rtl="0">
                  <a:spcBef>
                    <a:spcPts val="600"/>
                  </a:spcBef>
                  <a:spcAft>
                    <a:spcPts val="0"/>
                  </a:spcAft>
                  <a:buNone/>
                </a:pPr>
                <a:r>
                  <a:rPr lang="en-US" sz="1018" dirty="0">
                    <a:solidFill>
                      <a:srgbClr val="64748B"/>
                    </a:solidFill>
                    <a:latin typeface="Inter"/>
                    <a:ea typeface="Inter"/>
                    <a:cs typeface="Inter"/>
                    <a:sym typeface="Inter"/>
                  </a:rPr>
                  <a:t>Full migration to cloud-native architecture for infinite scalability.</a:t>
                </a:r>
                <a:endParaRPr sz="1018" dirty="0">
                  <a:solidFill>
                    <a:srgbClr val="64748B"/>
                  </a:solidFill>
                  <a:latin typeface="Inter"/>
                  <a:ea typeface="Inter"/>
                  <a:cs typeface="Inter"/>
                  <a:sym typeface="Inter"/>
                </a:endParaRPr>
              </a:p>
            </p:txBody>
          </p:sp>
        </p:grpSp>
        <p:grpSp>
          <p:nvGrpSpPr>
            <p:cNvPr id="2745" name="Google Shape;2745;p252"/>
            <p:cNvGrpSpPr/>
            <p:nvPr/>
          </p:nvGrpSpPr>
          <p:grpSpPr>
            <a:xfrm>
              <a:off x="6096000" y="3524250"/>
              <a:ext cx="2667000" cy="1905000"/>
              <a:chOff x="6096000" y="3524250"/>
              <a:chExt cx="2667000" cy="1905000"/>
            </a:xfrm>
          </p:grpSpPr>
          <p:sp>
            <p:nvSpPr>
              <p:cNvPr id="2746" name="Google Shape;2746;p252"/>
              <p:cNvSpPr/>
              <p:nvPr/>
            </p:nvSpPr>
            <p:spPr>
              <a:xfrm>
                <a:off x="6096000" y="3524250"/>
                <a:ext cx="2667000" cy="1905000"/>
              </a:xfrm>
              <a:prstGeom prst="roundRect">
                <a:avLst>
                  <a:gd name="adj" fmla="val 6000"/>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47" name="Google Shape;2747;p252"/>
              <p:cNvSpPr txBox="1"/>
              <p:nvPr/>
            </p:nvSpPr>
            <p:spPr>
              <a:xfrm>
                <a:off x="6096000" y="3524250"/>
                <a:ext cx="2667000" cy="1905000"/>
              </a:xfrm>
              <a:prstGeom prst="rect">
                <a:avLst/>
              </a:prstGeom>
              <a:noFill/>
              <a:ln>
                <a:noFill/>
              </a:ln>
            </p:spPr>
            <p:txBody>
              <a:bodyPr spcFirstLastPara="1" wrap="square" lIns="228600" tIns="228600" rIns="228600" bIns="228600" anchor="t" anchorCtr="0">
                <a:noAutofit/>
              </a:bodyPr>
              <a:lstStyle/>
              <a:p>
                <a:pPr marL="0" lvl="0" indent="0" algn="l" rtl="0">
                  <a:spcBef>
                    <a:spcPts val="1200"/>
                  </a:spcBef>
                  <a:spcAft>
                    <a:spcPts val="0"/>
                  </a:spcAft>
                  <a:buNone/>
                </a:pPr>
                <a:r>
                  <a:rPr lang="en-US" sz="1480" b="1" dirty="0" smtClean="0">
                    <a:solidFill>
                      <a:srgbClr val="1E293B"/>
                    </a:solidFill>
                    <a:latin typeface="Inter"/>
                    <a:ea typeface="Inter"/>
                    <a:cs typeface="Inter"/>
                    <a:sym typeface="Inter"/>
                  </a:rPr>
                  <a:t>Monitoring</a:t>
                </a:r>
                <a:endParaRPr sz="1480" b="1" dirty="0">
                  <a:solidFill>
                    <a:srgbClr val="1E293B"/>
                  </a:solidFill>
                  <a:latin typeface="Inter"/>
                  <a:ea typeface="Inter"/>
                  <a:cs typeface="Inter"/>
                  <a:sym typeface="Inter"/>
                </a:endParaRPr>
              </a:p>
              <a:p>
                <a:pPr marL="0" lvl="0" indent="0" algn="l" rtl="0">
                  <a:spcBef>
                    <a:spcPts val="600"/>
                  </a:spcBef>
                  <a:spcAft>
                    <a:spcPts val="0"/>
                  </a:spcAft>
                  <a:buNone/>
                </a:pPr>
                <a:r>
                  <a:rPr lang="en-US" sz="1018" dirty="0">
                    <a:solidFill>
                      <a:srgbClr val="64748B"/>
                    </a:solidFill>
                    <a:latin typeface="Inter"/>
                    <a:ea typeface="Inter"/>
                    <a:cs typeface="Inter"/>
                    <a:sym typeface="Inter"/>
                  </a:rPr>
                  <a:t>Enhanced real-time dashboard for comprehensive system health tracking.</a:t>
                </a:r>
                <a:endParaRPr sz="1018" dirty="0">
                  <a:solidFill>
                    <a:srgbClr val="64748B"/>
                  </a:solidFill>
                  <a:latin typeface="Inter"/>
                  <a:ea typeface="Inter"/>
                  <a:cs typeface="Inter"/>
                  <a:sym typeface="Inter"/>
                </a:endParaRPr>
              </a:p>
            </p:txBody>
          </p:sp>
        </p:gr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51"/>
        <p:cNvGrpSpPr/>
        <p:nvPr/>
      </p:nvGrpSpPr>
      <p:grpSpPr>
        <a:xfrm>
          <a:off x="0" y="0"/>
          <a:ext cx="0" cy="0"/>
          <a:chOff x="0" y="0"/>
          <a:chExt cx="0" cy="0"/>
        </a:xfrm>
      </p:grpSpPr>
      <p:sp>
        <p:nvSpPr>
          <p:cNvPr id="2752" name="Google Shape;2752;p253"/>
          <p:cNvSpPr txBox="1">
            <a:spLocks noGrp="1"/>
          </p:cNvSpPr>
          <p:nvPr>
            <p:ph type="title"/>
          </p:nvPr>
        </p:nvSpPr>
        <p:spPr>
          <a:xfrm>
            <a:off x="381000" y="381000"/>
            <a:ext cx="8593200" cy="914400"/>
          </a:xfrm>
          <a:prstGeom prst="rect">
            <a:avLst/>
          </a:prstGeom>
          <a:solidFill>
            <a:srgbClr val="000000">
              <a:alpha val="0"/>
            </a:srgbClr>
          </a:solidFill>
          <a:ln>
            <a:noFill/>
          </a:ln>
        </p:spPr>
        <p:txBody>
          <a:bodyPr spcFirstLastPara="1" wrap="square" lIns="0" tIns="0" rIns="0" bIns="0" anchor="ctr" anchorCtr="0">
            <a:normAutofit/>
          </a:bodyPr>
          <a:lstStyle/>
          <a:p>
            <a:pPr marL="0" lvl="0" indent="0" algn="l" rtl="0">
              <a:spcBef>
                <a:spcPts val="0"/>
              </a:spcBef>
              <a:spcAft>
                <a:spcPts val="0"/>
              </a:spcAft>
              <a:buNone/>
            </a:pPr>
            <a:r>
              <a:rPr lang="en-US" sz="3600" b="1">
                <a:solidFill>
                  <a:srgbClr val="006E74"/>
                </a:solidFill>
                <a:latin typeface="Inter"/>
                <a:ea typeface="Inter"/>
                <a:cs typeface="Inter"/>
                <a:sym typeface="Inter"/>
              </a:rPr>
              <a:t>Conclusion</a:t>
            </a:r>
            <a:endParaRPr sz="3600" b="1">
              <a:solidFill>
                <a:srgbClr val="006E74"/>
              </a:solidFill>
              <a:latin typeface="Inter"/>
              <a:ea typeface="Inter"/>
              <a:cs typeface="Inter"/>
              <a:sym typeface="Inter"/>
            </a:endParaRPr>
          </a:p>
        </p:txBody>
      </p:sp>
      <p:grpSp>
        <p:nvGrpSpPr>
          <p:cNvPr id="2753" name="Google Shape;2753;p253"/>
          <p:cNvGrpSpPr/>
          <p:nvPr/>
        </p:nvGrpSpPr>
        <p:grpSpPr>
          <a:xfrm>
            <a:off x="381000" y="1524000"/>
            <a:ext cx="8382000" cy="4572000"/>
            <a:chOff x="381000" y="1524000"/>
            <a:chExt cx="8382000" cy="4572000"/>
          </a:xfrm>
        </p:grpSpPr>
        <p:sp>
          <p:nvSpPr>
            <p:cNvPr id="2754" name="Google Shape;2754;p253"/>
            <p:cNvSpPr/>
            <p:nvPr/>
          </p:nvSpPr>
          <p:spPr>
            <a:xfrm>
              <a:off x="381000" y="1524000"/>
              <a:ext cx="8382000" cy="4572000"/>
            </a:xfrm>
            <a:prstGeom prst="roundRect">
              <a:avLst>
                <a:gd name="adj" fmla="val 3333"/>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55" name="Google Shape;2755;p253"/>
            <p:cNvSpPr txBox="1"/>
            <p:nvPr/>
          </p:nvSpPr>
          <p:spPr>
            <a:xfrm>
              <a:off x="762000" y="1809750"/>
              <a:ext cx="7620000" cy="476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800" b="0">
                  <a:solidFill>
                    <a:srgbClr val="1E293B"/>
                  </a:solidFill>
                  <a:latin typeface="Inter SemiBold"/>
                  <a:ea typeface="Inter SemiBold"/>
                  <a:cs typeface="Inter SemiBold"/>
                  <a:sym typeface="Inter SemiBold"/>
                </a:rPr>
                <a:t>The project successfully demonstrates a scalable architecture for:</a:t>
              </a:r>
              <a:endParaRPr sz="1800" b="0">
                <a:solidFill>
                  <a:srgbClr val="1E293B"/>
                </a:solidFill>
                <a:latin typeface="Inter SemiBold"/>
                <a:ea typeface="Inter SemiBold"/>
                <a:cs typeface="Inter SemiBold"/>
                <a:sym typeface="Inter SemiBold"/>
              </a:endParaRPr>
            </a:p>
          </p:txBody>
        </p:sp>
        <p:grpSp>
          <p:nvGrpSpPr>
            <p:cNvPr id="2756" name="Google Shape;2756;p253"/>
            <p:cNvGrpSpPr/>
            <p:nvPr/>
          </p:nvGrpSpPr>
          <p:grpSpPr>
            <a:xfrm>
              <a:off x="762000" y="2476500"/>
              <a:ext cx="3619500" cy="952500"/>
              <a:chOff x="762000" y="2476500"/>
              <a:chExt cx="3619500" cy="952500"/>
            </a:xfrm>
          </p:grpSpPr>
          <p:sp>
            <p:nvSpPr>
              <p:cNvPr id="2757" name="Google Shape;2757;p253"/>
              <p:cNvSpPr/>
              <p:nvPr/>
            </p:nvSpPr>
            <p:spPr>
              <a:xfrm>
                <a:off x="762000" y="2476500"/>
                <a:ext cx="3619500" cy="952500"/>
              </a:xfrm>
              <a:prstGeom prst="roundRect">
                <a:avLst>
                  <a:gd name="adj" fmla="val 8000"/>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58" name="Google Shape;2758;p253"/>
              <p:cNvSpPr txBox="1"/>
              <p:nvPr/>
            </p:nvSpPr>
            <p:spPr>
              <a:xfrm>
                <a:off x="904875" y="2476500"/>
                <a:ext cx="3333900" cy="952500"/>
              </a:xfrm>
              <a:prstGeom prst="rect">
                <a:avLst/>
              </a:prstGeom>
              <a:noFill/>
              <a:ln>
                <a:noFill/>
              </a:ln>
            </p:spPr>
            <p:txBody>
              <a:bodyPr spcFirstLastPara="1" wrap="square" lIns="0" tIns="0" rIns="0" bIns="0" anchor="ctr" anchorCtr="0">
                <a:noAutofit/>
              </a:bodyPr>
              <a:lstStyle/>
              <a:p>
                <a:pPr marL="0" lvl="0" indent="0" algn="l" rtl="0">
                  <a:spcBef>
                    <a:spcPts val="300"/>
                  </a:spcBef>
                  <a:spcAft>
                    <a:spcPts val="0"/>
                  </a:spcAft>
                  <a:buNone/>
                </a:pPr>
                <a:r>
                  <a:rPr lang="en-US" sz="1400" b="1" dirty="0" smtClean="0">
                    <a:solidFill>
                      <a:srgbClr val="0F172A"/>
                    </a:solidFill>
                    <a:latin typeface="Inter"/>
                    <a:ea typeface="Inter"/>
                    <a:cs typeface="Inter"/>
                    <a:sym typeface="Inter"/>
                  </a:rPr>
                  <a:t>Multi-agent </a:t>
                </a:r>
                <a:r>
                  <a:rPr lang="en-US" sz="1400" b="1" dirty="0">
                    <a:solidFill>
                      <a:srgbClr val="0F172A"/>
                    </a:solidFill>
                    <a:latin typeface="Inter"/>
                    <a:ea typeface="Inter"/>
                    <a:cs typeface="Inter"/>
                    <a:sym typeface="Inter"/>
                  </a:rPr>
                  <a:t>orchestration</a:t>
                </a:r>
                <a:endParaRPr sz="1400" b="1" dirty="0">
                  <a:solidFill>
                    <a:srgbClr val="0F172A"/>
                  </a:solidFill>
                  <a:latin typeface="Inter"/>
                  <a:ea typeface="Inter"/>
                  <a:cs typeface="Inter"/>
                  <a:sym typeface="Inter"/>
                </a:endParaRPr>
              </a:p>
            </p:txBody>
          </p:sp>
        </p:grpSp>
        <p:grpSp>
          <p:nvGrpSpPr>
            <p:cNvPr id="2759" name="Google Shape;2759;p253"/>
            <p:cNvGrpSpPr/>
            <p:nvPr/>
          </p:nvGrpSpPr>
          <p:grpSpPr>
            <a:xfrm>
              <a:off x="4762500" y="2476500"/>
              <a:ext cx="3619500" cy="952500"/>
              <a:chOff x="4762500" y="2476500"/>
              <a:chExt cx="3619500" cy="952500"/>
            </a:xfrm>
          </p:grpSpPr>
          <p:sp>
            <p:nvSpPr>
              <p:cNvPr id="2760" name="Google Shape;2760;p253"/>
              <p:cNvSpPr/>
              <p:nvPr/>
            </p:nvSpPr>
            <p:spPr>
              <a:xfrm>
                <a:off x="4762500" y="2476500"/>
                <a:ext cx="3619500" cy="952500"/>
              </a:xfrm>
              <a:prstGeom prst="roundRect">
                <a:avLst>
                  <a:gd name="adj" fmla="val 8000"/>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61" name="Google Shape;2761;p253"/>
              <p:cNvSpPr txBox="1"/>
              <p:nvPr/>
            </p:nvSpPr>
            <p:spPr>
              <a:xfrm>
                <a:off x="4905375" y="2476500"/>
                <a:ext cx="3333900" cy="952500"/>
              </a:xfrm>
              <a:prstGeom prst="rect">
                <a:avLst/>
              </a:prstGeom>
              <a:noFill/>
              <a:ln>
                <a:noFill/>
              </a:ln>
            </p:spPr>
            <p:txBody>
              <a:bodyPr spcFirstLastPara="1" wrap="square" lIns="0" tIns="0" rIns="0" bIns="0" anchor="ctr" anchorCtr="0">
                <a:noAutofit/>
              </a:bodyPr>
              <a:lstStyle/>
              <a:p>
                <a:pPr marL="0" lvl="0" indent="0" algn="l" rtl="0">
                  <a:spcBef>
                    <a:spcPts val="300"/>
                  </a:spcBef>
                  <a:spcAft>
                    <a:spcPts val="0"/>
                  </a:spcAft>
                  <a:buNone/>
                </a:pPr>
                <a:r>
                  <a:rPr lang="en-US" sz="1400" b="1" dirty="0" smtClean="0">
                    <a:solidFill>
                      <a:srgbClr val="0F172A"/>
                    </a:solidFill>
                    <a:latin typeface="Inter"/>
                    <a:ea typeface="Inter"/>
                    <a:cs typeface="Inter"/>
                    <a:sym typeface="Inter"/>
                  </a:rPr>
                  <a:t>RAG </a:t>
                </a:r>
                <a:r>
                  <a:rPr lang="en-US" sz="1400" b="1" dirty="0">
                    <a:solidFill>
                      <a:srgbClr val="0F172A"/>
                    </a:solidFill>
                    <a:latin typeface="Inter"/>
                    <a:ea typeface="Inter"/>
                    <a:cs typeface="Inter"/>
                    <a:sym typeface="Inter"/>
                  </a:rPr>
                  <a:t>pipelines</a:t>
                </a:r>
                <a:endParaRPr sz="1400" b="1" dirty="0">
                  <a:solidFill>
                    <a:srgbClr val="0F172A"/>
                  </a:solidFill>
                  <a:latin typeface="Inter"/>
                  <a:ea typeface="Inter"/>
                  <a:cs typeface="Inter"/>
                  <a:sym typeface="Inter"/>
                </a:endParaRPr>
              </a:p>
            </p:txBody>
          </p:sp>
        </p:grpSp>
        <p:grpSp>
          <p:nvGrpSpPr>
            <p:cNvPr id="2762" name="Google Shape;2762;p253"/>
            <p:cNvGrpSpPr/>
            <p:nvPr/>
          </p:nvGrpSpPr>
          <p:grpSpPr>
            <a:xfrm>
              <a:off x="762000" y="3619500"/>
              <a:ext cx="3619500" cy="952500"/>
              <a:chOff x="762000" y="3619500"/>
              <a:chExt cx="3619500" cy="952500"/>
            </a:xfrm>
          </p:grpSpPr>
          <p:sp>
            <p:nvSpPr>
              <p:cNvPr id="2763" name="Google Shape;2763;p253"/>
              <p:cNvSpPr/>
              <p:nvPr/>
            </p:nvSpPr>
            <p:spPr>
              <a:xfrm>
                <a:off x="762000" y="3619500"/>
                <a:ext cx="3619500" cy="952500"/>
              </a:xfrm>
              <a:prstGeom prst="roundRect">
                <a:avLst>
                  <a:gd name="adj" fmla="val 8000"/>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64" name="Google Shape;2764;p253"/>
              <p:cNvSpPr txBox="1"/>
              <p:nvPr/>
            </p:nvSpPr>
            <p:spPr>
              <a:xfrm>
                <a:off x="904875" y="3619500"/>
                <a:ext cx="3333900" cy="952500"/>
              </a:xfrm>
              <a:prstGeom prst="rect">
                <a:avLst/>
              </a:prstGeom>
              <a:noFill/>
              <a:ln>
                <a:noFill/>
              </a:ln>
            </p:spPr>
            <p:txBody>
              <a:bodyPr spcFirstLastPara="1" wrap="square" lIns="0" tIns="0" rIns="0" bIns="0" anchor="ctr" anchorCtr="0">
                <a:noAutofit/>
              </a:bodyPr>
              <a:lstStyle/>
              <a:p>
                <a:pPr marL="0" lvl="0" indent="0" algn="l" rtl="0">
                  <a:spcBef>
                    <a:spcPts val="300"/>
                  </a:spcBef>
                  <a:spcAft>
                    <a:spcPts val="0"/>
                  </a:spcAft>
                  <a:buNone/>
                </a:pPr>
                <a:r>
                  <a:rPr lang="en-US" sz="1400" b="1" dirty="0" smtClean="0">
                    <a:solidFill>
                      <a:srgbClr val="0F172A"/>
                    </a:solidFill>
                    <a:latin typeface="Inter"/>
                    <a:ea typeface="Inter"/>
                    <a:cs typeface="Inter"/>
                    <a:sym typeface="Inter"/>
                  </a:rPr>
                  <a:t>Router-based </a:t>
                </a:r>
                <a:r>
                  <a:rPr lang="en-US" sz="1400" b="1" dirty="0">
                    <a:solidFill>
                      <a:srgbClr val="0F172A"/>
                    </a:solidFill>
                    <a:latin typeface="Inter"/>
                    <a:ea typeface="Inter"/>
                    <a:cs typeface="Inter"/>
                    <a:sym typeface="Inter"/>
                  </a:rPr>
                  <a:t>workflows</a:t>
                </a:r>
                <a:endParaRPr sz="1400" b="1" dirty="0">
                  <a:solidFill>
                    <a:srgbClr val="0F172A"/>
                  </a:solidFill>
                  <a:latin typeface="Inter"/>
                  <a:ea typeface="Inter"/>
                  <a:cs typeface="Inter"/>
                  <a:sym typeface="Inter"/>
                </a:endParaRPr>
              </a:p>
            </p:txBody>
          </p:sp>
        </p:grpSp>
        <p:grpSp>
          <p:nvGrpSpPr>
            <p:cNvPr id="2765" name="Google Shape;2765;p253"/>
            <p:cNvGrpSpPr/>
            <p:nvPr/>
          </p:nvGrpSpPr>
          <p:grpSpPr>
            <a:xfrm>
              <a:off x="4762500" y="3619500"/>
              <a:ext cx="3619500" cy="952500"/>
              <a:chOff x="4762500" y="3619500"/>
              <a:chExt cx="3619500" cy="952500"/>
            </a:xfrm>
          </p:grpSpPr>
          <p:sp>
            <p:nvSpPr>
              <p:cNvPr id="2766" name="Google Shape;2766;p253"/>
              <p:cNvSpPr/>
              <p:nvPr/>
            </p:nvSpPr>
            <p:spPr>
              <a:xfrm>
                <a:off x="4762500" y="3619500"/>
                <a:ext cx="3619500" cy="952500"/>
              </a:xfrm>
              <a:prstGeom prst="roundRect">
                <a:avLst>
                  <a:gd name="adj" fmla="val 8000"/>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67" name="Google Shape;2767;p253"/>
              <p:cNvSpPr txBox="1"/>
              <p:nvPr/>
            </p:nvSpPr>
            <p:spPr>
              <a:xfrm>
                <a:off x="4905375" y="3619500"/>
                <a:ext cx="3333900" cy="952500"/>
              </a:xfrm>
              <a:prstGeom prst="rect">
                <a:avLst/>
              </a:prstGeom>
              <a:noFill/>
              <a:ln>
                <a:noFill/>
              </a:ln>
            </p:spPr>
            <p:txBody>
              <a:bodyPr spcFirstLastPara="1" wrap="square" lIns="0" tIns="0" rIns="0" bIns="0" anchor="ctr" anchorCtr="0">
                <a:noAutofit/>
              </a:bodyPr>
              <a:lstStyle/>
              <a:p>
                <a:pPr marL="0" lvl="0" indent="0" algn="l" rtl="0">
                  <a:spcBef>
                    <a:spcPts val="300"/>
                  </a:spcBef>
                  <a:spcAft>
                    <a:spcPts val="0"/>
                  </a:spcAft>
                  <a:buNone/>
                </a:pPr>
                <a:r>
                  <a:rPr lang="en-US" sz="1400" b="1" dirty="0" smtClean="0">
                    <a:solidFill>
                      <a:srgbClr val="0F172A"/>
                    </a:solidFill>
                    <a:latin typeface="Inter"/>
                    <a:ea typeface="Inter"/>
                    <a:cs typeface="Inter"/>
                    <a:sym typeface="Inter"/>
                  </a:rPr>
                  <a:t>AI-driven </a:t>
                </a:r>
                <a:r>
                  <a:rPr lang="en-US" sz="1400" b="1" dirty="0">
                    <a:solidFill>
                      <a:srgbClr val="0F172A"/>
                    </a:solidFill>
                    <a:latin typeface="Inter"/>
                    <a:ea typeface="Inter"/>
                    <a:cs typeface="Inter"/>
                    <a:sym typeface="Inter"/>
                  </a:rPr>
                  <a:t>decision systems</a:t>
                </a:r>
                <a:endParaRPr sz="1400" b="1" dirty="0">
                  <a:solidFill>
                    <a:srgbClr val="0F172A"/>
                  </a:solidFill>
                  <a:latin typeface="Inter"/>
                  <a:ea typeface="Inter"/>
                  <a:cs typeface="Inter"/>
                  <a:sym typeface="Inter"/>
                </a:endParaRPr>
              </a:p>
            </p:txBody>
          </p:sp>
        </p:grpSp>
        <p:grpSp>
          <p:nvGrpSpPr>
            <p:cNvPr id="2768" name="Google Shape;2768;p253"/>
            <p:cNvGrpSpPr/>
            <p:nvPr/>
          </p:nvGrpSpPr>
          <p:grpSpPr>
            <a:xfrm>
              <a:off x="762000" y="4762500"/>
              <a:ext cx="7620000" cy="952500"/>
              <a:chOff x="762000" y="4762500"/>
              <a:chExt cx="7620000" cy="952500"/>
            </a:xfrm>
          </p:grpSpPr>
          <p:sp>
            <p:nvSpPr>
              <p:cNvPr id="2769" name="Google Shape;2769;p253"/>
              <p:cNvSpPr/>
              <p:nvPr/>
            </p:nvSpPr>
            <p:spPr>
              <a:xfrm>
                <a:off x="762000" y="4762500"/>
                <a:ext cx="7620000" cy="952500"/>
              </a:xfrm>
              <a:prstGeom prst="roundRect">
                <a:avLst>
                  <a:gd name="adj" fmla="val 8000"/>
                </a:avLst>
              </a:prstGeom>
              <a:solidFill>
                <a:srgbClr val="E0F2F1"/>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70" name="Google Shape;2770;p253"/>
              <p:cNvSpPr txBox="1"/>
              <p:nvPr/>
            </p:nvSpPr>
            <p:spPr>
              <a:xfrm>
                <a:off x="904875" y="4762500"/>
                <a:ext cx="7334400" cy="952500"/>
              </a:xfrm>
              <a:prstGeom prst="rect">
                <a:avLst/>
              </a:prstGeom>
              <a:noFill/>
              <a:ln>
                <a:noFill/>
              </a:ln>
            </p:spPr>
            <p:txBody>
              <a:bodyPr spcFirstLastPara="1" wrap="square" lIns="0" tIns="0" rIns="0" bIns="0" anchor="ctr" anchorCtr="0">
                <a:noAutofit/>
              </a:bodyPr>
              <a:lstStyle/>
              <a:p>
                <a:pPr marL="0" lvl="0" indent="0" algn="l" rtl="0">
                  <a:spcBef>
                    <a:spcPts val="300"/>
                  </a:spcBef>
                  <a:spcAft>
                    <a:spcPts val="0"/>
                  </a:spcAft>
                  <a:buNone/>
                </a:pPr>
                <a:r>
                  <a:rPr lang="en-US" sz="1600" b="1" dirty="0" smtClean="0">
                    <a:solidFill>
                      <a:srgbClr val="004D40"/>
                    </a:solidFill>
                    <a:latin typeface="Inter"/>
                    <a:ea typeface="Inter"/>
                    <a:cs typeface="Inter"/>
                    <a:sym typeface="Inter"/>
                  </a:rPr>
                  <a:t>Automated </a:t>
                </a:r>
                <a:r>
                  <a:rPr lang="en-US" sz="1600" b="1" dirty="0">
                    <a:solidFill>
                      <a:srgbClr val="004D40"/>
                    </a:solidFill>
                    <a:latin typeface="Inter"/>
                    <a:ea typeface="Inter"/>
                    <a:cs typeface="Inter"/>
                    <a:sym typeface="Inter"/>
                  </a:rPr>
                  <a:t>enterprise loan assessment</a:t>
                </a:r>
                <a:endParaRPr sz="1600" b="1" dirty="0">
                  <a:solidFill>
                    <a:srgbClr val="004D40"/>
                  </a:solidFill>
                  <a:latin typeface="Inter"/>
                  <a:ea typeface="Inter"/>
                  <a:cs typeface="Inter"/>
                  <a:sym typeface="Inter"/>
                </a:endParaRPr>
              </a:p>
            </p:txBody>
          </p:sp>
        </p:gr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74"/>
        <p:cNvGrpSpPr/>
        <p:nvPr/>
      </p:nvGrpSpPr>
      <p:grpSpPr>
        <a:xfrm>
          <a:off x="0" y="0"/>
          <a:ext cx="0" cy="0"/>
          <a:chOff x="0" y="0"/>
          <a:chExt cx="0" cy="0"/>
        </a:xfrm>
      </p:grpSpPr>
      <p:sp>
        <p:nvSpPr>
          <p:cNvPr id="2775" name="Google Shape;2775;p254" descr="UST"/>
          <p:cNvSpPr/>
          <p:nvPr/>
        </p:nvSpPr>
        <p:spPr>
          <a:xfrm>
            <a:off x="274320" y="6238277"/>
            <a:ext cx="240030" cy="354094"/>
          </a:xfrm>
          <a:custGeom>
            <a:avLst/>
            <a:gdLst/>
            <a:ahLst/>
            <a:cxnLst/>
            <a:rect l="l" t="t" r="r" b="b"/>
            <a:pathLst>
              <a:path w="4000" h="4419" extrusionOk="0">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dk1"/>
          </a:solidFill>
          <a:ln>
            <a:noFill/>
          </a:ln>
        </p:spPr>
        <p:txBody>
          <a:bodyPr spcFirstLastPara="1" wrap="square" lIns="68575" tIns="34275" rIns="68575" bIns="34275" anchor="t"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776" name="Google Shape;2776;p254"/>
          <p:cNvSpPr txBox="1">
            <a:spLocks noGrp="1"/>
          </p:cNvSpPr>
          <p:nvPr>
            <p:ph type="title"/>
          </p:nvPr>
        </p:nvSpPr>
        <p:spPr>
          <a:xfrm>
            <a:off x="381000" y="381000"/>
            <a:ext cx="6153000" cy="914400"/>
          </a:xfrm>
          <a:prstGeom prst="rect">
            <a:avLst/>
          </a:prstGeom>
          <a:solidFill>
            <a:srgbClr val="000000">
              <a:alpha val="0"/>
            </a:srgbClr>
          </a:solidFill>
          <a:ln>
            <a:noFill/>
          </a:ln>
        </p:spPr>
        <p:txBody>
          <a:bodyPr spcFirstLastPara="1" wrap="square" lIns="0" tIns="0" rIns="0" bIns="0" anchor="t" anchorCtr="0">
            <a:normAutofit/>
          </a:bodyPr>
          <a:lstStyle/>
          <a:p>
            <a:pPr marL="0" lvl="0" indent="0" algn="l" rtl="0">
              <a:spcBef>
                <a:spcPts val="0"/>
              </a:spcBef>
              <a:spcAft>
                <a:spcPts val="0"/>
              </a:spcAft>
              <a:buNone/>
            </a:pPr>
            <a:r>
              <a:rPr lang="en-US" sz="3600" b="1">
                <a:solidFill>
                  <a:srgbClr val="1E293B"/>
                </a:solidFill>
                <a:latin typeface="Arial"/>
                <a:ea typeface="Arial"/>
                <a:cs typeface="Arial"/>
                <a:sym typeface="Arial"/>
              </a:rPr>
              <a:t>Q&amp;A</a:t>
            </a:r>
            <a:endParaRPr sz="3600" b="1">
              <a:solidFill>
                <a:srgbClr val="1E293B"/>
              </a:solidFill>
              <a:latin typeface="Arial"/>
              <a:ea typeface="Arial"/>
              <a:cs typeface="Arial"/>
              <a:sym typeface="Arial"/>
            </a:endParaRPr>
          </a:p>
        </p:txBody>
      </p:sp>
      <p:grpSp>
        <p:nvGrpSpPr>
          <p:cNvPr id="2777" name="Google Shape;2777;p254"/>
          <p:cNvGrpSpPr/>
          <p:nvPr/>
        </p:nvGrpSpPr>
        <p:grpSpPr>
          <a:xfrm>
            <a:off x="381000" y="1524000"/>
            <a:ext cx="8382000" cy="3810000"/>
            <a:chOff x="381000" y="1524000"/>
            <a:chExt cx="8382000" cy="3810000"/>
          </a:xfrm>
        </p:grpSpPr>
        <p:sp>
          <p:nvSpPr>
            <p:cNvPr id="2778" name="Google Shape;2778;p254"/>
            <p:cNvSpPr/>
            <p:nvPr/>
          </p:nvSpPr>
          <p:spPr>
            <a:xfrm>
              <a:off x="381000" y="1524000"/>
              <a:ext cx="8382000" cy="3810000"/>
            </a:xfrm>
            <a:prstGeom prst="roundRect">
              <a:avLst>
                <a:gd name="adj" fmla="val 5000"/>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79" name="Google Shape;2779;p254"/>
            <p:cNvSpPr txBox="1"/>
            <p:nvPr/>
          </p:nvSpPr>
          <p:spPr>
            <a:xfrm>
              <a:off x="381000" y="1524000"/>
              <a:ext cx="8382000" cy="3810000"/>
            </a:xfrm>
            <a:prstGeom prst="rect">
              <a:avLst/>
            </a:prstGeom>
            <a:noFill/>
            <a:ln>
              <a:noFill/>
            </a:ln>
          </p:spPr>
          <p:txBody>
            <a:bodyPr spcFirstLastPara="1" wrap="square" lIns="0" tIns="0" rIns="0" bIns="0" anchor="ctr" anchorCtr="0">
              <a:noAutofit/>
            </a:bodyPr>
            <a:lstStyle/>
            <a:p>
              <a:pPr marL="0" lvl="0" indent="0" algn="ctr" rtl="0">
                <a:spcBef>
                  <a:spcPts val="3000"/>
                </a:spcBef>
                <a:spcAft>
                  <a:spcPts val="0"/>
                </a:spcAft>
                <a:buNone/>
              </a:pPr>
              <a:r>
                <a:rPr lang="en-US" sz="2800" b="1" dirty="0" smtClean="0">
                  <a:solidFill>
                    <a:srgbClr val="334155"/>
                  </a:solidFill>
                  <a:latin typeface="Arial"/>
                  <a:ea typeface="Arial"/>
                  <a:cs typeface="Arial"/>
                  <a:sym typeface="Arial"/>
                </a:rPr>
                <a:t>Questions </a:t>
              </a:r>
              <a:r>
                <a:rPr lang="en-US" sz="2800" b="1" dirty="0">
                  <a:solidFill>
                    <a:srgbClr val="334155"/>
                  </a:solidFill>
                  <a:latin typeface="Arial"/>
                  <a:ea typeface="Arial"/>
                  <a:cs typeface="Arial"/>
                  <a:sym typeface="Arial"/>
                </a:rPr>
                <a:t>&amp; Discussion</a:t>
              </a:r>
              <a:endParaRPr sz="2800" b="1" dirty="0">
                <a:solidFill>
                  <a:srgbClr val="334155"/>
                </a:solidFill>
                <a:latin typeface="Arial"/>
                <a:ea typeface="Arial"/>
                <a:cs typeface="Arial"/>
                <a:sym typeface="Arial"/>
              </a:endParaRPr>
            </a:p>
            <a:p>
              <a:pPr marL="0" lvl="0" indent="0" algn="ctr" rtl="0">
                <a:spcBef>
                  <a:spcPts val="1500"/>
                </a:spcBef>
                <a:spcAft>
                  <a:spcPts val="0"/>
                </a:spcAft>
                <a:buNone/>
              </a:pPr>
              <a:r>
                <a:rPr lang="en-US" sz="1800" dirty="0">
                  <a:solidFill>
                    <a:srgbClr val="64748B"/>
                  </a:solidFill>
                  <a:latin typeface="Arial"/>
                  <a:ea typeface="Arial"/>
                  <a:cs typeface="Arial"/>
                  <a:sym typeface="Arial"/>
                </a:rPr>
                <a:t>We'd love to hear your thoughts and inquiries.</a:t>
              </a:r>
              <a:endParaRPr sz="1800" dirty="0">
                <a:solidFill>
                  <a:srgbClr val="64748B"/>
                </a:solidFill>
                <a:latin typeface="Arial"/>
                <a:ea typeface="Arial"/>
                <a:cs typeface="Arial"/>
                <a:sym typeface="Arial"/>
              </a:endParaRPr>
            </a:p>
            <a:p>
              <a:pPr marL="0" lvl="0" indent="0" algn="ctr" rtl="0">
                <a:spcBef>
                  <a:spcPts val="3000"/>
                </a:spcBef>
                <a:spcAft>
                  <a:spcPts val="0"/>
                </a:spcAft>
                <a:buNone/>
              </a:pPr>
              <a:r>
                <a:rPr lang="en-US" sz="2400" b="1" dirty="0">
                  <a:solidFill>
                    <a:srgbClr val="0097AC"/>
                  </a:solidFill>
                  <a:latin typeface="Arial"/>
                  <a:ea typeface="Arial"/>
                  <a:cs typeface="Arial"/>
                  <a:sym typeface="Arial"/>
                </a:rPr>
                <a:t>Thank You</a:t>
              </a:r>
              <a:endParaRPr sz="2400" b="1" dirty="0">
                <a:solidFill>
                  <a:srgbClr val="0097AC"/>
                </a:solidFill>
                <a:latin typeface="Arial"/>
                <a:ea typeface="Arial"/>
                <a:cs typeface="Arial"/>
                <a:sym typeface="Aria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theme/theme1.xml><?xml version="1.0" encoding="utf-8"?>
<a:theme xmlns:a="http://schemas.openxmlformats.org/drawingml/2006/main" name="UST 2025 Q4 Aptos">
  <a:themeElements>
    <a:clrScheme name="UST Colors">
      <a:dk1>
        <a:srgbClr val="231F20"/>
      </a:dk1>
      <a:lt1>
        <a:srgbClr val="FFFFFF"/>
      </a:lt1>
      <a:dk2>
        <a:srgbClr val="006E74"/>
      </a:dk2>
      <a:lt2>
        <a:srgbClr val="ECECE1"/>
      </a:lt2>
      <a:accent1>
        <a:srgbClr val="0097AC"/>
      </a:accent1>
      <a:accent2>
        <a:srgbClr val="881E87"/>
      </a:accent2>
      <a:accent3>
        <a:srgbClr val="01B27C"/>
      </a:accent3>
      <a:accent4>
        <a:srgbClr val="003C51"/>
      </a:accent4>
      <a:accent5>
        <a:srgbClr val="7A7480"/>
      </a:accent5>
      <a:accent6>
        <a:srgbClr val="FC6A59"/>
      </a:accent6>
      <a:hlink>
        <a:srgbClr val="006E74"/>
      </a:hlink>
      <a:folHlink>
        <a:srgbClr val="006E7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ST 2025 Q4 Aptos">
  <a:themeElements>
    <a:clrScheme name="UST Colors">
      <a:dk1>
        <a:srgbClr val="231F20"/>
      </a:dk1>
      <a:lt1>
        <a:srgbClr val="FFFFFF"/>
      </a:lt1>
      <a:dk2>
        <a:srgbClr val="006E74"/>
      </a:dk2>
      <a:lt2>
        <a:srgbClr val="ECECE1"/>
      </a:lt2>
      <a:accent1>
        <a:srgbClr val="0097AC"/>
      </a:accent1>
      <a:accent2>
        <a:srgbClr val="881E87"/>
      </a:accent2>
      <a:accent3>
        <a:srgbClr val="01B27C"/>
      </a:accent3>
      <a:accent4>
        <a:srgbClr val="003C51"/>
      </a:accent4>
      <a:accent5>
        <a:srgbClr val="7A7480"/>
      </a:accent5>
      <a:accent6>
        <a:srgbClr val="FC6A59"/>
      </a:accent6>
      <a:hlink>
        <a:srgbClr val="006E74"/>
      </a:hlink>
      <a:folHlink>
        <a:srgbClr val="006E7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UST 2025 Q4 Aptos">
  <a:themeElements>
    <a:clrScheme name="UST Colors">
      <a:dk1>
        <a:srgbClr val="231F20"/>
      </a:dk1>
      <a:lt1>
        <a:srgbClr val="FFFFFF"/>
      </a:lt1>
      <a:dk2>
        <a:srgbClr val="006E74"/>
      </a:dk2>
      <a:lt2>
        <a:srgbClr val="ECECE1"/>
      </a:lt2>
      <a:accent1>
        <a:srgbClr val="0097AC"/>
      </a:accent1>
      <a:accent2>
        <a:srgbClr val="881E87"/>
      </a:accent2>
      <a:accent3>
        <a:srgbClr val="01B27C"/>
      </a:accent3>
      <a:accent4>
        <a:srgbClr val="003C51"/>
      </a:accent4>
      <a:accent5>
        <a:srgbClr val="7A7480"/>
      </a:accent5>
      <a:accent6>
        <a:srgbClr val="FC6A59"/>
      </a:accent6>
      <a:hlink>
        <a:srgbClr val="006E74"/>
      </a:hlink>
      <a:folHlink>
        <a:srgbClr val="006E7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705</Words>
  <Application>Microsoft Office PowerPoint</Application>
  <PresentationFormat>On-screen Show (4:3)</PresentationFormat>
  <Paragraphs>161</Paragraphs>
  <Slides>16</Slides>
  <Notes>16</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16</vt:i4>
      </vt:variant>
    </vt:vector>
  </HeadingPairs>
  <TitlesOfParts>
    <vt:vector size="26" baseType="lpstr">
      <vt:lpstr>Aptos Light</vt:lpstr>
      <vt:lpstr>Noto Sans Symbols</vt:lpstr>
      <vt:lpstr>Inter Medium</vt:lpstr>
      <vt:lpstr>Material Icons</vt:lpstr>
      <vt:lpstr>Inter</vt:lpstr>
      <vt:lpstr>Arial</vt:lpstr>
      <vt:lpstr>Inter SemiBold</vt:lpstr>
      <vt:lpstr>UST 2025 Q4 Aptos</vt:lpstr>
      <vt:lpstr>UST 2025 Q4 Aptos</vt:lpstr>
      <vt:lpstr>UST 2025 Q4 Aptos</vt:lpstr>
      <vt:lpstr>AI Loan Eligibility Assessment Assistant</vt:lpstr>
      <vt:lpstr>Problem Statement</vt:lpstr>
      <vt:lpstr>Project Objectives</vt:lpstr>
      <vt:lpstr>Why Multi-Agent Architecture?</vt:lpstr>
      <vt:lpstr>Agent Responsibilities </vt:lpstr>
      <vt:lpstr>System Architecture</vt:lpstr>
      <vt:lpstr>Technology Stack</vt:lpstr>
      <vt:lpstr>RAG Pipeline</vt:lpstr>
      <vt:lpstr>Workflow Design</vt:lpstr>
      <vt:lpstr>Live Demo</vt:lpstr>
      <vt:lpstr>Memory &amp; Context Handling</vt:lpstr>
      <vt:lpstr>PowerPoint Presentation</vt:lpstr>
      <vt:lpstr>Challenges Faced</vt:lpstr>
      <vt:lpstr>PowerPoint Presentation</vt:lpstr>
      <vt:lpstr>Conclusion</vt:lpstr>
      <vt:lpstr>Q&amp;A</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Loan Eligibility Assessment Assistant</dc:title>
  <cp:lastModifiedBy>Microsoft account</cp:lastModifiedBy>
  <cp:revision>1</cp:revision>
  <dcterms:modified xsi:type="dcterms:W3CDTF">2026-05-26T17:08:01Z</dcterms:modified>
</cp:coreProperties>
</file>